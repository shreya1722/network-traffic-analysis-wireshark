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Proxima Nova"/>
      <p:regular r:id="rId27"/>
      <p:bold r:id="rId28"/>
      <p:italic r:id="rId29"/>
      <p:boldItalic r:id="rId30"/>
    </p:embeddedFont>
    <p:embeddedFont>
      <p:font typeface="Didact Gothic"/>
      <p:regular r:id="rId31"/>
    </p:embeddedFont>
    <p:embeddedFont>
      <p:font typeface="Black Han Sans"/>
      <p:regular r:id="rId32"/>
    </p:embeddedFont>
    <p:embeddedFont>
      <p:font typeface="ABeeZee"/>
      <p:regular r:id="rId33"/>
      <p:italic r:id="rId34"/>
    </p:embeddedFont>
    <p:embeddedFont>
      <p:font typeface="PT Sans"/>
      <p:regular r:id="rId35"/>
      <p:bold r:id="rId36"/>
      <p:italic r:id="rId37"/>
      <p:boldItalic r:id="rId38"/>
    </p:embeddedFont>
    <p:embeddedFont>
      <p:font typeface="Roboto Mon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2311473-361C-44DE-8111-C33CA4EA867E}">
  <a:tblStyle styleId="{52311473-361C-44DE-8111-C33CA4EA867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fntdata"/><Relationship Id="rId20" Type="http://schemas.openxmlformats.org/officeDocument/2006/relationships/slide" Target="slides/slide14.xml"/><Relationship Id="rId42" Type="http://schemas.openxmlformats.org/officeDocument/2006/relationships/font" Target="fonts/RobotoMono-boldItalic.fntdata"/><Relationship Id="rId41" Type="http://schemas.openxmlformats.org/officeDocument/2006/relationships/font" Target="fonts/RobotoMono-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roximaNova-bold.fntdata"/><Relationship Id="rId27" Type="http://schemas.openxmlformats.org/officeDocument/2006/relationships/font" Target="fonts/ProximaNov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roximaNova-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DidactGothic-regular.fntdata"/><Relationship Id="rId30" Type="http://schemas.openxmlformats.org/officeDocument/2006/relationships/font" Target="fonts/ProximaNova-boldItalic.fntdata"/><Relationship Id="rId11" Type="http://schemas.openxmlformats.org/officeDocument/2006/relationships/slide" Target="slides/slide5.xml"/><Relationship Id="rId33" Type="http://schemas.openxmlformats.org/officeDocument/2006/relationships/font" Target="fonts/ABeeZee-regular.fntdata"/><Relationship Id="rId10" Type="http://schemas.openxmlformats.org/officeDocument/2006/relationships/slide" Target="slides/slide4.xml"/><Relationship Id="rId32" Type="http://schemas.openxmlformats.org/officeDocument/2006/relationships/font" Target="fonts/BlackHanSans-regular.fntdata"/><Relationship Id="rId13" Type="http://schemas.openxmlformats.org/officeDocument/2006/relationships/slide" Target="slides/slide7.xml"/><Relationship Id="rId35" Type="http://schemas.openxmlformats.org/officeDocument/2006/relationships/font" Target="fonts/PTSans-regular.fntdata"/><Relationship Id="rId12" Type="http://schemas.openxmlformats.org/officeDocument/2006/relationships/slide" Target="slides/slide6.xml"/><Relationship Id="rId34" Type="http://schemas.openxmlformats.org/officeDocument/2006/relationships/font" Target="fonts/ABeeZee-italic.fntdata"/><Relationship Id="rId15" Type="http://schemas.openxmlformats.org/officeDocument/2006/relationships/slide" Target="slides/slide9.xml"/><Relationship Id="rId37" Type="http://schemas.openxmlformats.org/officeDocument/2006/relationships/font" Target="fonts/PTSans-italic.fntdata"/><Relationship Id="rId14" Type="http://schemas.openxmlformats.org/officeDocument/2006/relationships/slide" Target="slides/slide8.xml"/><Relationship Id="rId36" Type="http://schemas.openxmlformats.org/officeDocument/2006/relationships/font" Target="fonts/PTSans-bold.fntdata"/><Relationship Id="rId17" Type="http://schemas.openxmlformats.org/officeDocument/2006/relationships/slide" Target="slides/slide11.xml"/><Relationship Id="rId39" Type="http://schemas.openxmlformats.org/officeDocument/2006/relationships/font" Target="fonts/RobotoMono-regular.fntdata"/><Relationship Id="rId16" Type="http://schemas.openxmlformats.org/officeDocument/2006/relationships/slide" Target="slides/slide10.xml"/><Relationship Id="rId38" Type="http://schemas.openxmlformats.org/officeDocument/2006/relationships/font" Target="fonts/PT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6" name="Shape 4376"/>
        <p:cNvGrpSpPr/>
        <p:nvPr/>
      </p:nvGrpSpPr>
      <p:grpSpPr>
        <a:xfrm>
          <a:off x="0" y="0"/>
          <a:ext cx="0" cy="0"/>
          <a:chOff x="0" y="0"/>
          <a:chExt cx="0" cy="0"/>
        </a:xfrm>
      </p:grpSpPr>
      <p:sp>
        <p:nvSpPr>
          <p:cNvPr id="4377" name="Google Shape;4377;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8" name="Google Shape;437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4" name="Shape 4384"/>
        <p:cNvGrpSpPr/>
        <p:nvPr/>
      </p:nvGrpSpPr>
      <p:grpSpPr>
        <a:xfrm>
          <a:off x="0" y="0"/>
          <a:ext cx="0" cy="0"/>
          <a:chOff x="0" y="0"/>
          <a:chExt cx="0" cy="0"/>
        </a:xfrm>
      </p:grpSpPr>
      <p:sp>
        <p:nvSpPr>
          <p:cNvPr id="4385" name="Google Shape;438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6" name="Google Shape;438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0" name="Shape 4390"/>
        <p:cNvGrpSpPr/>
        <p:nvPr/>
      </p:nvGrpSpPr>
      <p:grpSpPr>
        <a:xfrm>
          <a:off x="0" y="0"/>
          <a:ext cx="0" cy="0"/>
          <a:chOff x="0" y="0"/>
          <a:chExt cx="0" cy="0"/>
        </a:xfrm>
      </p:grpSpPr>
      <p:sp>
        <p:nvSpPr>
          <p:cNvPr id="4391" name="Google Shape;439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2" name="Google Shape;439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6" name="Shape 4396"/>
        <p:cNvGrpSpPr/>
        <p:nvPr/>
      </p:nvGrpSpPr>
      <p:grpSpPr>
        <a:xfrm>
          <a:off x="0" y="0"/>
          <a:ext cx="0" cy="0"/>
          <a:chOff x="0" y="0"/>
          <a:chExt cx="0" cy="0"/>
        </a:xfrm>
      </p:grpSpPr>
      <p:sp>
        <p:nvSpPr>
          <p:cNvPr id="4397" name="Google Shape;439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8" name="Google Shape;439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2" name="Shape 4402"/>
        <p:cNvGrpSpPr/>
        <p:nvPr/>
      </p:nvGrpSpPr>
      <p:grpSpPr>
        <a:xfrm>
          <a:off x="0" y="0"/>
          <a:ext cx="0" cy="0"/>
          <a:chOff x="0" y="0"/>
          <a:chExt cx="0" cy="0"/>
        </a:xfrm>
      </p:grpSpPr>
      <p:sp>
        <p:nvSpPr>
          <p:cNvPr id="4403" name="Google Shape;4403;g3372c56f892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4" name="Google Shape;4404;g3372c56f892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7" name="Shape 4407"/>
        <p:cNvGrpSpPr/>
        <p:nvPr/>
      </p:nvGrpSpPr>
      <p:grpSpPr>
        <a:xfrm>
          <a:off x="0" y="0"/>
          <a:ext cx="0" cy="0"/>
          <a:chOff x="0" y="0"/>
          <a:chExt cx="0" cy="0"/>
        </a:xfrm>
      </p:grpSpPr>
      <p:sp>
        <p:nvSpPr>
          <p:cNvPr id="4408" name="Google Shape;4408;g3372c56f892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9" name="Google Shape;4409;g3372c56f892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2" name="Shape 4412"/>
        <p:cNvGrpSpPr/>
        <p:nvPr/>
      </p:nvGrpSpPr>
      <p:grpSpPr>
        <a:xfrm>
          <a:off x="0" y="0"/>
          <a:ext cx="0" cy="0"/>
          <a:chOff x="0" y="0"/>
          <a:chExt cx="0" cy="0"/>
        </a:xfrm>
      </p:grpSpPr>
      <p:sp>
        <p:nvSpPr>
          <p:cNvPr id="4413" name="Google Shape;441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4" name="Google Shape;44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8" name="Shape 4418"/>
        <p:cNvGrpSpPr/>
        <p:nvPr/>
      </p:nvGrpSpPr>
      <p:grpSpPr>
        <a:xfrm>
          <a:off x="0" y="0"/>
          <a:ext cx="0" cy="0"/>
          <a:chOff x="0" y="0"/>
          <a:chExt cx="0" cy="0"/>
        </a:xfrm>
      </p:grpSpPr>
      <p:sp>
        <p:nvSpPr>
          <p:cNvPr id="4419" name="Google Shape;441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20" name="Google Shape;442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4" name="Shape 4424"/>
        <p:cNvGrpSpPr/>
        <p:nvPr/>
      </p:nvGrpSpPr>
      <p:grpSpPr>
        <a:xfrm>
          <a:off x="0" y="0"/>
          <a:ext cx="0" cy="0"/>
          <a:chOff x="0" y="0"/>
          <a:chExt cx="0" cy="0"/>
        </a:xfrm>
      </p:grpSpPr>
      <p:sp>
        <p:nvSpPr>
          <p:cNvPr id="4425" name="Google Shape;442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26" name="Google Shape;442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0" name="Shape 4430"/>
        <p:cNvGrpSpPr/>
        <p:nvPr/>
      </p:nvGrpSpPr>
      <p:grpSpPr>
        <a:xfrm>
          <a:off x="0" y="0"/>
          <a:ext cx="0" cy="0"/>
          <a:chOff x="0" y="0"/>
          <a:chExt cx="0" cy="0"/>
        </a:xfrm>
      </p:grpSpPr>
      <p:sp>
        <p:nvSpPr>
          <p:cNvPr id="4431" name="Google Shape;443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2" name="Google Shape;443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6" name="Shape 4436"/>
        <p:cNvGrpSpPr/>
        <p:nvPr/>
      </p:nvGrpSpPr>
      <p:grpSpPr>
        <a:xfrm>
          <a:off x="0" y="0"/>
          <a:ext cx="0" cy="0"/>
          <a:chOff x="0" y="0"/>
          <a:chExt cx="0" cy="0"/>
        </a:xfrm>
      </p:grpSpPr>
      <p:sp>
        <p:nvSpPr>
          <p:cNvPr id="4437" name="Google Shape;443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8" name="Google Shape;443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2" name="Shape 4442"/>
        <p:cNvGrpSpPr/>
        <p:nvPr/>
      </p:nvGrpSpPr>
      <p:grpSpPr>
        <a:xfrm>
          <a:off x="0" y="0"/>
          <a:ext cx="0" cy="0"/>
          <a:chOff x="0" y="0"/>
          <a:chExt cx="0" cy="0"/>
        </a:xfrm>
      </p:grpSpPr>
      <p:sp>
        <p:nvSpPr>
          <p:cNvPr id="4443" name="Google Shape;4443;g3372c56f892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4" name="Google Shape;4444;g3372c56f892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7" name="Shape 4447"/>
        <p:cNvGrpSpPr/>
        <p:nvPr/>
      </p:nvGrpSpPr>
      <p:grpSpPr>
        <a:xfrm>
          <a:off x="0" y="0"/>
          <a:ext cx="0" cy="0"/>
          <a:chOff x="0" y="0"/>
          <a:chExt cx="0" cy="0"/>
        </a:xfrm>
      </p:grpSpPr>
      <p:sp>
        <p:nvSpPr>
          <p:cNvPr id="4448" name="Google Shape;4448;g3372c56f892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9" name="Google Shape;4449;g3372c56f892_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2" name="Shape 4452"/>
        <p:cNvGrpSpPr/>
        <p:nvPr/>
      </p:nvGrpSpPr>
      <p:grpSpPr>
        <a:xfrm>
          <a:off x="0" y="0"/>
          <a:ext cx="0" cy="0"/>
          <a:chOff x="0" y="0"/>
          <a:chExt cx="0" cy="0"/>
        </a:xfrm>
      </p:grpSpPr>
      <p:sp>
        <p:nvSpPr>
          <p:cNvPr id="4453" name="Google Shape;445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4" name="Google Shape;445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8" name="Shape 4458"/>
        <p:cNvGrpSpPr/>
        <p:nvPr/>
      </p:nvGrpSpPr>
      <p:grpSpPr>
        <a:xfrm>
          <a:off x="0" y="0"/>
          <a:ext cx="0" cy="0"/>
          <a:chOff x="0" y="0"/>
          <a:chExt cx="0" cy="0"/>
        </a:xfrm>
      </p:grpSpPr>
      <p:sp>
        <p:nvSpPr>
          <p:cNvPr id="4459" name="Google Shape;445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0" name="Google Shape;446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5" name="Shape 4465"/>
        <p:cNvGrpSpPr/>
        <p:nvPr/>
      </p:nvGrpSpPr>
      <p:grpSpPr>
        <a:xfrm>
          <a:off x="0" y="0"/>
          <a:ext cx="0" cy="0"/>
          <a:chOff x="0" y="0"/>
          <a:chExt cx="0" cy="0"/>
        </a:xfrm>
      </p:grpSpPr>
      <p:sp>
        <p:nvSpPr>
          <p:cNvPr id="4466" name="Google Shape;4466;g3372c56f892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7" name="Google Shape;4467;g3372c56f892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3" name="Shape 4473"/>
        <p:cNvGrpSpPr/>
        <p:nvPr/>
      </p:nvGrpSpPr>
      <p:grpSpPr>
        <a:xfrm>
          <a:off x="0" y="0"/>
          <a:ext cx="0" cy="0"/>
          <a:chOff x="0" y="0"/>
          <a:chExt cx="0" cy="0"/>
        </a:xfrm>
      </p:grpSpPr>
      <p:sp>
        <p:nvSpPr>
          <p:cNvPr id="4474" name="Google Shape;447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5" name="Google Shape;447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9" name="Shape 4479"/>
        <p:cNvGrpSpPr/>
        <p:nvPr/>
      </p:nvGrpSpPr>
      <p:grpSpPr>
        <a:xfrm>
          <a:off x="0" y="0"/>
          <a:ext cx="0" cy="0"/>
          <a:chOff x="0" y="0"/>
          <a:chExt cx="0" cy="0"/>
        </a:xfrm>
      </p:grpSpPr>
      <p:sp>
        <p:nvSpPr>
          <p:cNvPr id="4480" name="Google Shape;448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1" name="Google Shape;448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5" name="Shape 4485"/>
        <p:cNvGrpSpPr/>
        <p:nvPr/>
      </p:nvGrpSpPr>
      <p:grpSpPr>
        <a:xfrm>
          <a:off x="0" y="0"/>
          <a:ext cx="0" cy="0"/>
          <a:chOff x="0" y="0"/>
          <a:chExt cx="0" cy="0"/>
        </a:xfrm>
      </p:grpSpPr>
      <p:sp>
        <p:nvSpPr>
          <p:cNvPr id="4486" name="Google Shape;448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7" name="Google Shape;448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1" name="Shape 4491"/>
        <p:cNvGrpSpPr/>
        <p:nvPr/>
      </p:nvGrpSpPr>
      <p:grpSpPr>
        <a:xfrm>
          <a:off x="0" y="0"/>
          <a:ext cx="0" cy="0"/>
          <a:chOff x="0" y="0"/>
          <a:chExt cx="0" cy="0"/>
        </a:xfrm>
      </p:grpSpPr>
      <p:sp>
        <p:nvSpPr>
          <p:cNvPr id="4492" name="Google Shape;449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3" name="Google Shape;449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8" name="Shape 8"/>
        <p:cNvGrpSpPr/>
        <p:nvPr/>
      </p:nvGrpSpPr>
      <p:grpSpPr>
        <a:xfrm>
          <a:off x="0" y="0"/>
          <a:ext cx="0" cy="0"/>
          <a:chOff x="0" y="0"/>
          <a:chExt cx="0" cy="0"/>
        </a:xfrm>
      </p:grpSpPr>
      <p:grpSp>
        <p:nvGrpSpPr>
          <p:cNvPr id="9" name="Google Shape;9;p2"/>
          <p:cNvGrpSpPr/>
          <p:nvPr/>
        </p:nvGrpSpPr>
        <p:grpSpPr>
          <a:xfrm>
            <a:off x="7165541" y="51528"/>
            <a:ext cx="1978228" cy="4794296"/>
            <a:chOff x="5728375" y="1492875"/>
            <a:chExt cx="1308525" cy="3171250"/>
          </a:xfrm>
        </p:grpSpPr>
        <p:sp>
          <p:nvSpPr>
            <p:cNvPr id="10" name="Google Shape;10;p2"/>
            <p:cNvSpPr/>
            <p:nvPr/>
          </p:nvSpPr>
          <p:spPr>
            <a:xfrm>
              <a:off x="6942225" y="2835900"/>
              <a:ext cx="625" cy="925"/>
            </a:xfrm>
            <a:custGeom>
              <a:rect b="b" l="l" r="r" t="t"/>
              <a:pathLst>
                <a:path extrusionOk="0" h="37" w="25">
                  <a:moveTo>
                    <a:pt x="24" y="0"/>
                  </a:moveTo>
                  <a:lnTo>
                    <a:pt x="24" y="0"/>
                  </a:lnTo>
                  <a:cubicBezTo>
                    <a:pt x="12" y="12"/>
                    <a:pt x="12" y="24"/>
                    <a:pt x="0" y="36"/>
                  </a:cubicBezTo>
                  <a:cubicBezTo>
                    <a:pt x="12" y="36"/>
                    <a:pt x="12" y="24"/>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6942225" y="2836800"/>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a:off x="6945500" y="2844825"/>
              <a:ext cx="42300" cy="133375"/>
            </a:xfrm>
            <a:custGeom>
              <a:rect b="b" l="l" r="r" t="t"/>
              <a:pathLst>
                <a:path extrusionOk="0" h="5335" w="1692">
                  <a:moveTo>
                    <a:pt x="346" y="0"/>
                  </a:moveTo>
                  <a:lnTo>
                    <a:pt x="203" y="12"/>
                  </a:lnTo>
                  <a:lnTo>
                    <a:pt x="0" y="453"/>
                  </a:lnTo>
                  <a:lnTo>
                    <a:pt x="1215" y="5263"/>
                  </a:lnTo>
                  <a:lnTo>
                    <a:pt x="1691" y="5334"/>
                  </a:lnTo>
                  <a:lnTo>
                    <a:pt x="1691" y="5334"/>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6943725" y="2835300"/>
              <a:ext cx="300" cy="25"/>
            </a:xfrm>
            <a:custGeom>
              <a:rect b="b" l="l" r="r" t="t"/>
              <a:pathLst>
                <a:path extrusionOk="0" h="1" w="12">
                  <a:moveTo>
                    <a:pt x="0" y="0"/>
                  </a:moveTo>
                  <a:lnTo>
                    <a:pt x="0" y="0"/>
                  </a:lnTo>
                  <a:cubicBezTo>
                    <a:pt x="12" y="0"/>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a:off x="6945500" y="2834575"/>
              <a:ext cx="625" cy="150"/>
            </a:xfrm>
            <a:custGeom>
              <a:rect b="b" l="l" r="r" t="t"/>
              <a:pathLst>
                <a:path extrusionOk="0" h="6" w="25">
                  <a:moveTo>
                    <a:pt x="15" y="0"/>
                  </a:moveTo>
                  <a:cubicBezTo>
                    <a:pt x="11" y="0"/>
                    <a:pt x="8" y="6"/>
                    <a:pt x="0" y="6"/>
                  </a:cubicBezTo>
                  <a:lnTo>
                    <a:pt x="24" y="6"/>
                  </a:lnTo>
                  <a:cubicBezTo>
                    <a:pt x="20" y="2"/>
                    <a:pt x="18" y="0"/>
                    <a:pt x="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6943125" y="2835625"/>
              <a:ext cx="550" cy="300"/>
            </a:xfrm>
            <a:custGeom>
              <a:rect b="b" l="l" r="r" t="t"/>
              <a:pathLst>
                <a:path extrusionOk="0" h="12" w="22">
                  <a:moveTo>
                    <a:pt x="16" y="1"/>
                  </a:moveTo>
                  <a:cubicBezTo>
                    <a:pt x="13" y="1"/>
                    <a:pt x="8" y="3"/>
                    <a:pt x="0" y="11"/>
                  </a:cubicBezTo>
                  <a:cubicBezTo>
                    <a:pt x="16" y="11"/>
                    <a:pt x="21" y="1"/>
                    <a:pt x="1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6978825" y="2988300"/>
              <a:ext cx="57175" cy="218500"/>
            </a:xfrm>
            <a:custGeom>
              <a:rect b="b" l="l" r="r" t="t"/>
              <a:pathLst>
                <a:path extrusionOk="0" h="8740" w="2287">
                  <a:moveTo>
                    <a:pt x="1" y="0"/>
                  </a:moveTo>
                  <a:lnTo>
                    <a:pt x="2227" y="8739"/>
                  </a:lnTo>
                  <a:cubicBezTo>
                    <a:pt x="2239" y="8728"/>
                    <a:pt x="2251" y="8704"/>
                    <a:pt x="2287" y="8692"/>
                  </a:cubicBezTo>
                  <a:lnTo>
                    <a:pt x="2287" y="7180"/>
                  </a:lnTo>
                  <a:lnTo>
                    <a:pt x="477" y="72"/>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a:off x="6796675" y="2972825"/>
              <a:ext cx="91400" cy="176525"/>
            </a:xfrm>
            <a:custGeom>
              <a:rect b="b" l="l" r="r" t="t"/>
              <a:pathLst>
                <a:path extrusionOk="0" h="7061" w="3656">
                  <a:moveTo>
                    <a:pt x="3203" y="0"/>
                  </a:moveTo>
                  <a:lnTo>
                    <a:pt x="0" y="6632"/>
                  </a:lnTo>
                  <a:lnTo>
                    <a:pt x="286" y="7061"/>
                  </a:lnTo>
                  <a:lnTo>
                    <a:pt x="3656" y="48"/>
                  </a:lnTo>
                  <a:lnTo>
                    <a:pt x="3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
            <p:cNvSpPr/>
            <p:nvPr/>
          </p:nvSpPr>
          <p:spPr>
            <a:xfrm>
              <a:off x="6629100" y="3150225"/>
              <a:ext cx="168775" cy="337550"/>
            </a:xfrm>
            <a:custGeom>
              <a:rect b="b" l="l" r="r" t="t"/>
              <a:pathLst>
                <a:path extrusionOk="0" h="13502" w="6751">
                  <a:moveTo>
                    <a:pt x="6465" y="0"/>
                  </a:moveTo>
                  <a:lnTo>
                    <a:pt x="0" y="13359"/>
                  </a:lnTo>
                  <a:cubicBezTo>
                    <a:pt x="155" y="13359"/>
                    <a:pt x="274" y="13419"/>
                    <a:pt x="381" y="13502"/>
                  </a:cubicBezTo>
                  <a:lnTo>
                    <a:pt x="464" y="13442"/>
                  </a:lnTo>
                  <a:lnTo>
                    <a:pt x="6751" y="429"/>
                  </a:lnTo>
                  <a:lnTo>
                    <a:pt x="646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
            <p:cNvSpPr/>
            <p:nvPr/>
          </p:nvSpPr>
          <p:spPr>
            <a:xfrm>
              <a:off x="6945500" y="283470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6943725" y="2835300"/>
              <a:ext cx="0" cy="625"/>
            </a:xfrm>
            <a:custGeom>
              <a:rect b="b" l="l" r="r" t="t"/>
              <a:pathLst>
                <a:path extrusionOk="0" h="25" w="120000">
                  <a:moveTo>
                    <a:pt x="0" y="24"/>
                  </a:moveTo>
                  <a:cubicBezTo>
                    <a:pt x="0" y="24"/>
                    <a:pt x="0" y="0"/>
                    <a:pt x="0" y="24"/>
                  </a:cubicBezTo>
                  <a:cubicBezTo>
                    <a:pt x="0" y="0"/>
                    <a:pt x="0" y="0"/>
                    <a:pt x="0" y="24"/>
                  </a:cubicBezTo>
                  <a:cubicBezTo>
                    <a:pt x="0" y="0"/>
                    <a:pt x="0" y="0"/>
                    <a:pt x="0" y="24"/>
                  </a:cubicBez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
            <p:cNvSpPr/>
            <p:nvPr/>
          </p:nvSpPr>
          <p:spPr>
            <a:xfrm>
              <a:off x="6942225" y="2836800"/>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
            <p:cNvSpPr/>
            <p:nvPr/>
          </p:nvSpPr>
          <p:spPr>
            <a:xfrm>
              <a:off x="6881800" y="2836500"/>
              <a:ext cx="68775" cy="126825"/>
            </a:xfrm>
            <a:custGeom>
              <a:rect b="b" l="l" r="r" t="t"/>
              <a:pathLst>
                <a:path extrusionOk="0" h="5073" w="2751">
                  <a:moveTo>
                    <a:pt x="2429" y="0"/>
                  </a:moveTo>
                  <a:cubicBezTo>
                    <a:pt x="2417" y="0"/>
                    <a:pt x="2417" y="12"/>
                    <a:pt x="2417" y="12"/>
                  </a:cubicBezTo>
                  <a:lnTo>
                    <a:pt x="1" y="5001"/>
                  </a:lnTo>
                  <a:lnTo>
                    <a:pt x="465" y="5072"/>
                  </a:lnTo>
                  <a:lnTo>
                    <a:pt x="2548" y="774"/>
                  </a:lnTo>
                  <a:lnTo>
                    <a:pt x="2751" y="345"/>
                  </a:lnTo>
                  <a:lnTo>
                    <a:pt x="2632" y="357"/>
                  </a:lnTo>
                  <a:cubicBezTo>
                    <a:pt x="2624" y="358"/>
                    <a:pt x="2615" y="358"/>
                    <a:pt x="2607" y="358"/>
                  </a:cubicBezTo>
                  <a:cubicBezTo>
                    <a:pt x="2488" y="358"/>
                    <a:pt x="2394" y="276"/>
                    <a:pt x="2394" y="131"/>
                  </a:cubicBezTo>
                  <a:cubicBezTo>
                    <a:pt x="2394" y="95"/>
                    <a:pt x="2394" y="48"/>
                    <a:pt x="242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
            <p:cNvSpPr/>
            <p:nvPr/>
          </p:nvSpPr>
          <p:spPr>
            <a:xfrm>
              <a:off x="6902350" y="1492875"/>
              <a:ext cx="133950" cy="92000"/>
            </a:xfrm>
            <a:custGeom>
              <a:rect b="b" l="l" r="r" t="t"/>
              <a:pathLst>
                <a:path extrusionOk="0" h="3680" w="5358">
                  <a:moveTo>
                    <a:pt x="5358" y="0"/>
                  </a:moveTo>
                  <a:lnTo>
                    <a:pt x="0" y="3275"/>
                  </a:lnTo>
                  <a:lnTo>
                    <a:pt x="202" y="3679"/>
                  </a:lnTo>
                  <a:lnTo>
                    <a:pt x="5358" y="524"/>
                  </a:lnTo>
                  <a:lnTo>
                    <a:pt x="5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6839525" y="1837250"/>
              <a:ext cx="325" cy="925"/>
            </a:xfrm>
            <a:custGeom>
              <a:rect b="b" l="l" r="r" t="t"/>
              <a:pathLst>
                <a:path extrusionOk="0" h="37" w="13">
                  <a:moveTo>
                    <a:pt x="13" y="1"/>
                  </a:moveTo>
                  <a:cubicBezTo>
                    <a:pt x="1" y="1"/>
                    <a:pt x="1" y="25"/>
                    <a:pt x="1" y="37"/>
                  </a:cubicBezTo>
                  <a:cubicBezTo>
                    <a:pt x="1" y="25"/>
                    <a:pt x="1" y="13"/>
                    <a:pt x="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6839525" y="1689025"/>
              <a:ext cx="97375" cy="151525"/>
            </a:xfrm>
            <a:custGeom>
              <a:rect b="b" l="l" r="r" t="t"/>
              <a:pathLst>
                <a:path extrusionOk="0" h="6061" w="3895">
                  <a:moveTo>
                    <a:pt x="20" y="5898"/>
                  </a:moveTo>
                  <a:cubicBezTo>
                    <a:pt x="13" y="5908"/>
                    <a:pt x="6" y="5919"/>
                    <a:pt x="1" y="5930"/>
                  </a:cubicBezTo>
                  <a:lnTo>
                    <a:pt x="20" y="5898"/>
                  </a:lnTo>
                  <a:close/>
                  <a:moveTo>
                    <a:pt x="3513" y="1"/>
                  </a:moveTo>
                  <a:lnTo>
                    <a:pt x="20" y="5898"/>
                  </a:lnTo>
                  <a:lnTo>
                    <a:pt x="20" y="5898"/>
                  </a:lnTo>
                  <a:cubicBezTo>
                    <a:pt x="42" y="5867"/>
                    <a:pt x="69" y="5844"/>
                    <a:pt x="96" y="5835"/>
                  </a:cubicBezTo>
                  <a:cubicBezTo>
                    <a:pt x="130" y="5818"/>
                    <a:pt x="166" y="5809"/>
                    <a:pt x="201" y="5809"/>
                  </a:cubicBezTo>
                  <a:cubicBezTo>
                    <a:pt x="288" y="5809"/>
                    <a:pt x="368" y="5860"/>
                    <a:pt x="394" y="5954"/>
                  </a:cubicBezTo>
                  <a:lnTo>
                    <a:pt x="441" y="6061"/>
                  </a:lnTo>
                  <a:lnTo>
                    <a:pt x="3894" y="239"/>
                  </a:lnTo>
                  <a:cubicBezTo>
                    <a:pt x="3727" y="191"/>
                    <a:pt x="3597" y="120"/>
                    <a:pt x="35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
            <p:cNvSpPr/>
            <p:nvPr/>
          </p:nvSpPr>
          <p:spPr>
            <a:xfrm>
              <a:off x="6838950" y="1834425"/>
              <a:ext cx="124725" cy="258250"/>
            </a:xfrm>
            <a:custGeom>
              <a:rect b="b" l="l" r="r" t="t"/>
              <a:pathLst>
                <a:path extrusionOk="0" h="10330" w="4989">
                  <a:moveTo>
                    <a:pt x="212" y="0"/>
                  </a:moveTo>
                  <a:cubicBezTo>
                    <a:pt x="182" y="0"/>
                    <a:pt x="150" y="6"/>
                    <a:pt x="119" y="19"/>
                  </a:cubicBezTo>
                  <a:cubicBezTo>
                    <a:pt x="83" y="31"/>
                    <a:pt x="48" y="66"/>
                    <a:pt x="24" y="102"/>
                  </a:cubicBezTo>
                  <a:cubicBezTo>
                    <a:pt x="24" y="126"/>
                    <a:pt x="0" y="138"/>
                    <a:pt x="0" y="150"/>
                  </a:cubicBezTo>
                  <a:lnTo>
                    <a:pt x="0" y="162"/>
                  </a:lnTo>
                  <a:lnTo>
                    <a:pt x="0" y="197"/>
                  </a:lnTo>
                  <a:lnTo>
                    <a:pt x="0" y="209"/>
                  </a:lnTo>
                  <a:lnTo>
                    <a:pt x="0" y="245"/>
                  </a:lnTo>
                  <a:lnTo>
                    <a:pt x="0" y="257"/>
                  </a:lnTo>
                  <a:cubicBezTo>
                    <a:pt x="0" y="269"/>
                    <a:pt x="24" y="281"/>
                    <a:pt x="24" y="304"/>
                  </a:cubicBezTo>
                  <a:lnTo>
                    <a:pt x="4560" y="10329"/>
                  </a:lnTo>
                  <a:cubicBezTo>
                    <a:pt x="4624" y="10255"/>
                    <a:pt x="4736" y="10209"/>
                    <a:pt x="4845" y="10209"/>
                  </a:cubicBezTo>
                  <a:cubicBezTo>
                    <a:pt x="4857" y="10209"/>
                    <a:pt x="4869" y="10209"/>
                    <a:pt x="4882" y="10210"/>
                  </a:cubicBezTo>
                  <a:cubicBezTo>
                    <a:pt x="4917" y="10210"/>
                    <a:pt x="4965" y="10222"/>
                    <a:pt x="4989" y="10246"/>
                  </a:cubicBezTo>
                  <a:lnTo>
                    <a:pt x="464" y="221"/>
                  </a:lnTo>
                  <a:lnTo>
                    <a:pt x="417" y="126"/>
                  </a:lnTo>
                  <a:cubicBezTo>
                    <a:pt x="373" y="47"/>
                    <a:pt x="297" y="0"/>
                    <a:pt x="2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945800" y="1529475"/>
              <a:ext cx="90500" cy="135175"/>
            </a:xfrm>
            <a:custGeom>
              <a:rect b="b" l="l" r="r" t="t"/>
              <a:pathLst>
                <a:path extrusionOk="0" h="5407" w="3620">
                  <a:moveTo>
                    <a:pt x="3620" y="1"/>
                  </a:moveTo>
                  <a:lnTo>
                    <a:pt x="0" y="5073"/>
                  </a:lnTo>
                  <a:lnTo>
                    <a:pt x="108" y="5263"/>
                  </a:lnTo>
                  <a:cubicBezTo>
                    <a:pt x="179" y="5299"/>
                    <a:pt x="250" y="5335"/>
                    <a:pt x="310" y="5406"/>
                  </a:cubicBezTo>
                  <a:lnTo>
                    <a:pt x="3620" y="775"/>
                  </a:lnTo>
                  <a:lnTo>
                    <a:pt x="36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6951750" y="1681000"/>
              <a:ext cx="84550" cy="169075"/>
            </a:xfrm>
            <a:custGeom>
              <a:rect b="b" l="l" r="r" t="t"/>
              <a:pathLst>
                <a:path extrusionOk="0" h="6763" w="3382">
                  <a:moveTo>
                    <a:pt x="286" y="0"/>
                  </a:moveTo>
                  <a:cubicBezTo>
                    <a:pt x="239" y="179"/>
                    <a:pt x="155" y="334"/>
                    <a:pt x="0" y="429"/>
                  </a:cubicBezTo>
                  <a:lnTo>
                    <a:pt x="3382" y="6763"/>
                  </a:lnTo>
                  <a:lnTo>
                    <a:pt x="3382" y="5810"/>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6891325" y="1570800"/>
              <a:ext cx="56875" cy="90275"/>
            </a:xfrm>
            <a:custGeom>
              <a:rect b="b" l="l" r="r" t="t"/>
              <a:pathLst>
                <a:path extrusionOk="0" h="3611" w="2275">
                  <a:moveTo>
                    <a:pt x="219" y="1"/>
                  </a:moveTo>
                  <a:cubicBezTo>
                    <a:pt x="185" y="1"/>
                    <a:pt x="151" y="9"/>
                    <a:pt x="120" y="27"/>
                  </a:cubicBezTo>
                  <a:cubicBezTo>
                    <a:pt x="84" y="62"/>
                    <a:pt x="48" y="86"/>
                    <a:pt x="36" y="122"/>
                  </a:cubicBezTo>
                  <a:cubicBezTo>
                    <a:pt x="24" y="146"/>
                    <a:pt x="1" y="193"/>
                    <a:pt x="1" y="241"/>
                  </a:cubicBezTo>
                  <a:cubicBezTo>
                    <a:pt x="72" y="205"/>
                    <a:pt x="143" y="193"/>
                    <a:pt x="215" y="193"/>
                  </a:cubicBezTo>
                  <a:cubicBezTo>
                    <a:pt x="405" y="205"/>
                    <a:pt x="572" y="384"/>
                    <a:pt x="548" y="574"/>
                  </a:cubicBezTo>
                  <a:cubicBezTo>
                    <a:pt x="524" y="717"/>
                    <a:pt x="441" y="836"/>
                    <a:pt x="322" y="872"/>
                  </a:cubicBezTo>
                  <a:lnTo>
                    <a:pt x="1763" y="3587"/>
                  </a:lnTo>
                  <a:cubicBezTo>
                    <a:pt x="1834" y="3560"/>
                    <a:pt x="1906" y="3546"/>
                    <a:pt x="1982" y="3546"/>
                  </a:cubicBezTo>
                  <a:cubicBezTo>
                    <a:pt x="2007" y="3546"/>
                    <a:pt x="2034" y="3548"/>
                    <a:pt x="2060" y="3551"/>
                  </a:cubicBezTo>
                  <a:cubicBezTo>
                    <a:pt x="2132" y="3575"/>
                    <a:pt x="2215" y="3587"/>
                    <a:pt x="2275" y="3610"/>
                  </a:cubicBezTo>
                  <a:lnTo>
                    <a:pt x="2167" y="3420"/>
                  </a:lnTo>
                  <a:lnTo>
                    <a:pt x="643" y="551"/>
                  </a:lnTo>
                  <a:lnTo>
                    <a:pt x="441" y="146"/>
                  </a:lnTo>
                  <a:lnTo>
                    <a:pt x="417" y="122"/>
                  </a:lnTo>
                  <a:cubicBezTo>
                    <a:pt x="375" y="47"/>
                    <a:pt x="298" y="1"/>
                    <a:pt x="21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6967825" y="2063475"/>
              <a:ext cx="68475" cy="40500"/>
            </a:xfrm>
            <a:custGeom>
              <a:rect b="b" l="l" r="r" t="t"/>
              <a:pathLst>
                <a:path extrusionOk="0" h="1620" w="2739">
                  <a:moveTo>
                    <a:pt x="2739" y="1"/>
                  </a:moveTo>
                  <a:lnTo>
                    <a:pt x="0" y="1167"/>
                  </a:lnTo>
                  <a:cubicBezTo>
                    <a:pt x="72" y="1263"/>
                    <a:pt x="131" y="1370"/>
                    <a:pt x="119" y="1501"/>
                  </a:cubicBezTo>
                  <a:cubicBezTo>
                    <a:pt x="119" y="1548"/>
                    <a:pt x="108" y="1572"/>
                    <a:pt x="84" y="1620"/>
                  </a:cubicBezTo>
                  <a:lnTo>
                    <a:pt x="2739" y="489"/>
                  </a:lnTo>
                  <a:lnTo>
                    <a:pt x="27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6558850" y="2100100"/>
              <a:ext cx="396200" cy="178025"/>
            </a:xfrm>
            <a:custGeom>
              <a:rect b="b" l="l" r="r" t="t"/>
              <a:pathLst>
                <a:path extrusionOk="0" h="7121" w="15848">
                  <a:moveTo>
                    <a:pt x="15657" y="0"/>
                  </a:moveTo>
                  <a:lnTo>
                    <a:pt x="0" y="6703"/>
                  </a:lnTo>
                  <a:cubicBezTo>
                    <a:pt x="95" y="6822"/>
                    <a:pt x="155" y="6965"/>
                    <a:pt x="167" y="7120"/>
                  </a:cubicBezTo>
                  <a:lnTo>
                    <a:pt x="15824" y="417"/>
                  </a:lnTo>
                  <a:cubicBezTo>
                    <a:pt x="15836" y="393"/>
                    <a:pt x="15836" y="357"/>
                    <a:pt x="15847" y="345"/>
                  </a:cubicBezTo>
                  <a:cubicBezTo>
                    <a:pt x="15728" y="274"/>
                    <a:pt x="15657" y="155"/>
                    <a:pt x="1565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6954425" y="2108725"/>
              <a:ext cx="81875" cy="207200"/>
            </a:xfrm>
            <a:custGeom>
              <a:rect b="b" l="l" r="r" t="t"/>
              <a:pathLst>
                <a:path extrusionOk="0" h="8288" w="3275">
                  <a:moveTo>
                    <a:pt x="24" y="0"/>
                  </a:moveTo>
                  <a:cubicBezTo>
                    <a:pt x="13" y="36"/>
                    <a:pt x="1" y="48"/>
                    <a:pt x="1" y="60"/>
                  </a:cubicBezTo>
                  <a:cubicBezTo>
                    <a:pt x="1" y="108"/>
                    <a:pt x="1" y="155"/>
                    <a:pt x="13" y="191"/>
                  </a:cubicBezTo>
                  <a:lnTo>
                    <a:pt x="3275" y="8287"/>
                  </a:lnTo>
                  <a:lnTo>
                    <a:pt x="3275" y="7097"/>
                  </a:lnTo>
                  <a:lnTo>
                    <a:pt x="429" y="36"/>
                  </a:lnTo>
                  <a:cubicBezTo>
                    <a:pt x="417" y="36"/>
                    <a:pt x="417" y="12"/>
                    <a:pt x="417" y="12"/>
                  </a:cubicBezTo>
                  <a:cubicBezTo>
                    <a:pt x="358" y="48"/>
                    <a:pt x="286" y="60"/>
                    <a:pt x="203" y="60"/>
                  </a:cubicBezTo>
                  <a:cubicBezTo>
                    <a:pt x="132" y="48"/>
                    <a:pt x="72" y="36"/>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6559150" y="2280175"/>
              <a:ext cx="477150" cy="150350"/>
            </a:xfrm>
            <a:custGeom>
              <a:rect b="b" l="l" r="r" t="t"/>
              <a:pathLst>
                <a:path extrusionOk="0" h="6014" w="19086">
                  <a:moveTo>
                    <a:pt x="167" y="0"/>
                  </a:moveTo>
                  <a:cubicBezTo>
                    <a:pt x="155" y="167"/>
                    <a:pt x="95" y="298"/>
                    <a:pt x="0" y="405"/>
                  </a:cubicBezTo>
                  <a:lnTo>
                    <a:pt x="19086" y="6013"/>
                  </a:lnTo>
                  <a:lnTo>
                    <a:pt x="19086" y="5561"/>
                  </a:lnTo>
                  <a:lnTo>
                    <a:pt x="16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6941625" y="2825775"/>
              <a:ext cx="95275" cy="19700"/>
            </a:xfrm>
            <a:custGeom>
              <a:rect b="b" l="l" r="r" t="t"/>
              <a:pathLst>
                <a:path extrusionOk="0" h="788" w="3811">
                  <a:moveTo>
                    <a:pt x="3811" y="0"/>
                  </a:moveTo>
                  <a:lnTo>
                    <a:pt x="227" y="334"/>
                  </a:lnTo>
                  <a:lnTo>
                    <a:pt x="155" y="334"/>
                  </a:lnTo>
                  <a:cubicBezTo>
                    <a:pt x="132" y="334"/>
                    <a:pt x="132" y="358"/>
                    <a:pt x="120" y="358"/>
                  </a:cubicBezTo>
                  <a:cubicBezTo>
                    <a:pt x="120" y="370"/>
                    <a:pt x="108" y="370"/>
                    <a:pt x="108" y="370"/>
                  </a:cubicBezTo>
                  <a:cubicBezTo>
                    <a:pt x="108" y="381"/>
                    <a:pt x="96" y="381"/>
                    <a:pt x="96" y="381"/>
                  </a:cubicBezTo>
                  <a:lnTo>
                    <a:pt x="84" y="405"/>
                  </a:lnTo>
                  <a:lnTo>
                    <a:pt x="60" y="417"/>
                  </a:lnTo>
                  <a:cubicBezTo>
                    <a:pt x="48" y="417"/>
                    <a:pt x="48" y="429"/>
                    <a:pt x="36" y="441"/>
                  </a:cubicBezTo>
                  <a:cubicBezTo>
                    <a:pt x="1" y="489"/>
                    <a:pt x="1" y="536"/>
                    <a:pt x="1" y="584"/>
                  </a:cubicBezTo>
                  <a:cubicBezTo>
                    <a:pt x="1" y="707"/>
                    <a:pt x="105" y="787"/>
                    <a:pt x="216" y="787"/>
                  </a:cubicBezTo>
                  <a:cubicBezTo>
                    <a:pt x="224" y="787"/>
                    <a:pt x="231" y="787"/>
                    <a:pt x="239" y="786"/>
                  </a:cubicBezTo>
                  <a:lnTo>
                    <a:pt x="358" y="774"/>
                  </a:lnTo>
                  <a:lnTo>
                    <a:pt x="501" y="762"/>
                  </a:lnTo>
                  <a:lnTo>
                    <a:pt x="3811" y="441"/>
                  </a:lnTo>
                  <a:lnTo>
                    <a:pt x="381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649325" y="2926075"/>
              <a:ext cx="386100" cy="71175"/>
            </a:xfrm>
            <a:custGeom>
              <a:rect b="b" l="l" r="r" t="t"/>
              <a:pathLst>
                <a:path extrusionOk="0" h="2847" w="15444">
                  <a:moveTo>
                    <a:pt x="1" y="1"/>
                  </a:moveTo>
                  <a:lnTo>
                    <a:pt x="1" y="25"/>
                  </a:lnTo>
                  <a:cubicBezTo>
                    <a:pt x="18" y="20"/>
                    <a:pt x="36" y="17"/>
                    <a:pt x="52" y="17"/>
                  </a:cubicBezTo>
                  <a:cubicBezTo>
                    <a:pt x="117" y="17"/>
                    <a:pt x="175" y="52"/>
                    <a:pt x="203" y="108"/>
                  </a:cubicBezTo>
                  <a:lnTo>
                    <a:pt x="489" y="525"/>
                  </a:lnTo>
                  <a:lnTo>
                    <a:pt x="9097" y="1846"/>
                  </a:lnTo>
                  <a:lnTo>
                    <a:pt x="9550" y="1918"/>
                  </a:lnTo>
                  <a:lnTo>
                    <a:pt x="13169" y="2489"/>
                  </a:lnTo>
                  <a:lnTo>
                    <a:pt x="13645" y="2561"/>
                  </a:lnTo>
                  <a:lnTo>
                    <a:pt x="15443" y="2846"/>
                  </a:lnTo>
                  <a:lnTo>
                    <a:pt x="15443" y="2406"/>
                  </a:lnTo>
                  <a:lnTo>
                    <a:pt x="13526" y="2108"/>
                  </a:lnTo>
                  <a:lnTo>
                    <a:pt x="13050" y="2025"/>
                  </a:lnTo>
                  <a:lnTo>
                    <a:pt x="9752" y="1525"/>
                  </a:lnTo>
                  <a:lnTo>
                    <a:pt x="9288" y="1453"/>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a:off x="6909175" y="3226725"/>
              <a:ext cx="125350" cy="88725"/>
            </a:xfrm>
            <a:custGeom>
              <a:rect b="b" l="l" r="r" t="t"/>
              <a:pathLst>
                <a:path extrusionOk="0" h="3549" w="5014">
                  <a:moveTo>
                    <a:pt x="4740" y="0"/>
                  </a:moveTo>
                  <a:lnTo>
                    <a:pt x="1" y="3179"/>
                  </a:lnTo>
                  <a:lnTo>
                    <a:pt x="263" y="3548"/>
                  </a:lnTo>
                  <a:lnTo>
                    <a:pt x="5013" y="357"/>
                  </a:lnTo>
                  <a:cubicBezTo>
                    <a:pt x="4871" y="274"/>
                    <a:pt x="4787" y="155"/>
                    <a:pt x="474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a:off x="6638625" y="3316900"/>
              <a:ext cx="267900" cy="180400"/>
            </a:xfrm>
            <a:custGeom>
              <a:rect b="b" l="l" r="r" t="t"/>
              <a:pathLst>
                <a:path extrusionOk="0" h="7216" w="10716">
                  <a:moveTo>
                    <a:pt x="10573" y="1"/>
                  </a:moveTo>
                  <a:cubicBezTo>
                    <a:pt x="10550" y="196"/>
                    <a:pt x="10372" y="347"/>
                    <a:pt x="10157" y="347"/>
                  </a:cubicBezTo>
                  <a:cubicBezTo>
                    <a:pt x="10149" y="347"/>
                    <a:pt x="10141" y="346"/>
                    <a:pt x="10132" y="346"/>
                  </a:cubicBezTo>
                  <a:cubicBezTo>
                    <a:pt x="10025" y="322"/>
                    <a:pt x="9918" y="287"/>
                    <a:pt x="9858" y="203"/>
                  </a:cubicBezTo>
                  <a:lnTo>
                    <a:pt x="83" y="6775"/>
                  </a:lnTo>
                  <a:lnTo>
                    <a:pt x="0" y="6835"/>
                  </a:lnTo>
                  <a:cubicBezTo>
                    <a:pt x="119" y="6930"/>
                    <a:pt x="203" y="7049"/>
                    <a:pt x="250" y="7216"/>
                  </a:cubicBezTo>
                  <a:lnTo>
                    <a:pt x="10716" y="191"/>
                  </a:lnTo>
                  <a:lnTo>
                    <a:pt x="105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6965450" y="3661000"/>
              <a:ext cx="70850" cy="74725"/>
            </a:xfrm>
            <a:custGeom>
              <a:rect b="b" l="l" r="r" t="t"/>
              <a:pathLst>
                <a:path extrusionOk="0" h="2989" w="2834">
                  <a:moveTo>
                    <a:pt x="2834" y="0"/>
                  </a:moveTo>
                  <a:lnTo>
                    <a:pt x="0" y="2739"/>
                  </a:lnTo>
                  <a:lnTo>
                    <a:pt x="393" y="2989"/>
                  </a:lnTo>
                  <a:lnTo>
                    <a:pt x="2834" y="631"/>
                  </a:lnTo>
                  <a:lnTo>
                    <a:pt x="28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6647850" y="3864600"/>
              <a:ext cx="184850" cy="181875"/>
            </a:xfrm>
            <a:custGeom>
              <a:rect b="b" l="l" r="r" t="t"/>
              <a:pathLst>
                <a:path extrusionOk="0" h="7275" w="7394">
                  <a:moveTo>
                    <a:pt x="7156" y="0"/>
                  </a:moveTo>
                  <a:lnTo>
                    <a:pt x="0" y="6953"/>
                  </a:lnTo>
                  <a:cubicBezTo>
                    <a:pt x="119" y="7025"/>
                    <a:pt x="226" y="7144"/>
                    <a:pt x="310" y="7275"/>
                  </a:cubicBezTo>
                  <a:lnTo>
                    <a:pt x="7394" y="405"/>
                  </a:lnTo>
                  <a:lnTo>
                    <a:pt x="7346" y="322"/>
                  </a:lnTo>
                  <a:cubicBezTo>
                    <a:pt x="7311" y="286"/>
                    <a:pt x="7275" y="238"/>
                    <a:pt x="7263" y="179"/>
                  </a:cubicBezTo>
                  <a:lnTo>
                    <a:pt x="715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6835375" y="3737800"/>
              <a:ext cx="131575" cy="122050"/>
            </a:xfrm>
            <a:custGeom>
              <a:rect b="b" l="l" r="r" t="t"/>
              <a:pathLst>
                <a:path extrusionOk="0" h="4882" w="5263">
                  <a:moveTo>
                    <a:pt x="4882" y="0"/>
                  </a:moveTo>
                  <a:lnTo>
                    <a:pt x="0" y="4727"/>
                  </a:lnTo>
                  <a:cubicBezTo>
                    <a:pt x="60" y="4703"/>
                    <a:pt x="119" y="4703"/>
                    <a:pt x="191" y="4703"/>
                  </a:cubicBezTo>
                  <a:cubicBezTo>
                    <a:pt x="310" y="4715"/>
                    <a:pt x="429" y="4775"/>
                    <a:pt x="488" y="4882"/>
                  </a:cubicBezTo>
                  <a:lnTo>
                    <a:pt x="5263" y="250"/>
                  </a:lnTo>
                  <a:lnTo>
                    <a:pt x="488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a:off x="6647550" y="2926675"/>
              <a:ext cx="388750" cy="587000"/>
            </a:xfrm>
            <a:custGeom>
              <a:rect b="b" l="l" r="r" t="t"/>
              <a:pathLst>
                <a:path extrusionOk="0" h="23480" w="15550">
                  <a:moveTo>
                    <a:pt x="96" y="1"/>
                  </a:moveTo>
                  <a:lnTo>
                    <a:pt x="96" y="132"/>
                  </a:lnTo>
                  <a:cubicBezTo>
                    <a:pt x="84" y="251"/>
                    <a:pt x="60" y="358"/>
                    <a:pt x="0" y="441"/>
                  </a:cubicBezTo>
                  <a:lnTo>
                    <a:pt x="5739" y="8954"/>
                  </a:lnTo>
                  <a:lnTo>
                    <a:pt x="6025" y="9383"/>
                  </a:lnTo>
                  <a:lnTo>
                    <a:pt x="6561" y="10181"/>
                  </a:lnTo>
                  <a:lnTo>
                    <a:pt x="6608" y="10181"/>
                  </a:lnTo>
                  <a:cubicBezTo>
                    <a:pt x="6823" y="10192"/>
                    <a:pt x="7001" y="10395"/>
                    <a:pt x="6977" y="10621"/>
                  </a:cubicBezTo>
                  <a:cubicBezTo>
                    <a:pt x="6977" y="10669"/>
                    <a:pt x="6965" y="10692"/>
                    <a:pt x="6942" y="10740"/>
                  </a:cubicBezTo>
                  <a:lnTo>
                    <a:pt x="9918" y="15145"/>
                  </a:lnTo>
                  <a:cubicBezTo>
                    <a:pt x="10121" y="15193"/>
                    <a:pt x="10263" y="15372"/>
                    <a:pt x="10240" y="15574"/>
                  </a:cubicBezTo>
                  <a:lnTo>
                    <a:pt x="10240" y="15610"/>
                  </a:lnTo>
                  <a:lnTo>
                    <a:pt x="10371" y="15800"/>
                  </a:lnTo>
                  <a:lnTo>
                    <a:pt x="15550" y="23480"/>
                  </a:lnTo>
                  <a:lnTo>
                    <a:pt x="15550" y="22682"/>
                  </a:lnTo>
                  <a:lnTo>
                    <a:pt x="10728" y="15550"/>
                  </a:lnTo>
                  <a:lnTo>
                    <a:pt x="10478" y="15181"/>
                  </a:lnTo>
                  <a:lnTo>
                    <a:pt x="6263" y="8907"/>
                  </a:lnTo>
                  <a:lnTo>
                    <a:pt x="5977" y="8478"/>
                  </a:lnTo>
                  <a:lnTo>
                    <a:pt x="596" y="501"/>
                  </a:lnTo>
                  <a:lnTo>
                    <a:pt x="310" y="84"/>
                  </a:lnTo>
                  <a:cubicBezTo>
                    <a:pt x="262" y="25"/>
                    <a:pt x="179" y="1"/>
                    <a:pt x="9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
            <p:cNvSpPr/>
            <p:nvPr/>
          </p:nvSpPr>
          <p:spPr>
            <a:xfrm>
              <a:off x="6603800" y="3495625"/>
              <a:ext cx="7450" cy="13000"/>
            </a:xfrm>
            <a:custGeom>
              <a:rect b="b" l="l" r="r" t="t"/>
              <a:pathLst>
                <a:path extrusionOk="0" h="520" w="298">
                  <a:moveTo>
                    <a:pt x="237" y="0"/>
                  </a:moveTo>
                  <a:cubicBezTo>
                    <a:pt x="172" y="0"/>
                    <a:pt x="97" y="34"/>
                    <a:pt x="60" y="91"/>
                  </a:cubicBezTo>
                  <a:lnTo>
                    <a:pt x="60" y="115"/>
                  </a:lnTo>
                  <a:cubicBezTo>
                    <a:pt x="0" y="222"/>
                    <a:pt x="36" y="353"/>
                    <a:pt x="143" y="412"/>
                  </a:cubicBezTo>
                  <a:lnTo>
                    <a:pt x="298" y="519"/>
                  </a:lnTo>
                  <a:cubicBezTo>
                    <a:pt x="262" y="412"/>
                    <a:pt x="238" y="305"/>
                    <a:pt x="238" y="198"/>
                  </a:cubicBezTo>
                  <a:cubicBezTo>
                    <a:pt x="238" y="138"/>
                    <a:pt x="262" y="67"/>
                    <a:pt x="286" y="7"/>
                  </a:cubicBezTo>
                  <a:cubicBezTo>
                    <a:pt x="271" y="2"/>
                    <a:pt x="254" y="0"/>
                    <a:pt x="23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6640400" y="3514550"/>
              <a:ext cx="395900" cy="275350"/>
            </a:xfrm>
            <a:custGeom>
              <a:rect b="b" l="l" r="r" t="t"/>
              <a:pathLst>
                <a:path extrusionOk="0" h="11014" w="15836">
                  <a:moveTo>
                    <a:pt x="12" y="0"/>
                  </a:moveTo>
                  <a:lnTo>
                    <a:pt x="1" y="12"/>
                  </a:lnTo>
                  <a:lnTo>
                    <a:pt x="477" y="846"/>
                  </a:lnTo>
                  <a:lnTo>
                    <a:pt x="12681" y="8930"/>
                  </a:lnTo>
                  <a:lnTo>
                    <a:pt x="13062" y="9180"/>
                  </a:lnTo>
                  <a:lnTo>
                    <a:pt x="15836" y="11014"/>
                  </a:lnTo>
                  <a:lnTo>
                    <a:pt x="15836" y="10478"/>
                  </a:lnTo>
                  <a:lnTo>
                    <a:pt x="13395" y="8847"/>
                  </a:lnTo>
                  <a:lnTo>
                    <a:pt x="13002" y="8597"/>
                  </a:ln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6841925" y="4224750"/>
              <a:ext cx="194375" cy="153025"/>
            </a:xfrm>
            <a:custGeom>
              <a:rect b="b" l="l" r="r" t="t"/>
              <a:pathLst>
                <a:path extrusionOk="0" h="6121" w="7775">
                  <a:moveTo>
                    <a:pt x="560" y="1"/>
                  </a:moveTo>
                  <a:lnTo>
                    <a:pt x="0" y="120"/>
                  </a:lnTo>
                  <a:lnTo>
                    <a:pt x="7775" y="6121"/>
                  </a:lnTo>
                  <a:lnTo>
                    <a:pt x="7775" y="5549"/>
                  </a:lnTo>
                  <a:lnTo>
                    <a:pt x="5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
            <p:cNvSpPr/>
            <p:nvPr/>
          </p:nvSpPr>
          <p:spPr>
            <a:xfrm>
              <a:off x="6649325" y="4070575"/>
              <a:ext cx="195300" cy="148550"/>
            </a:xfrm>
            <a:custGeom>
              <a:rect b="b" l="l" r="r" t="t"/>
              <a:pathLst>
                <a:path extrusionOk="0" h="5942" w="7812">
                  <a:moveTo>
                    <a:pt x="263" y="0"/>
                  </a:moveTo>
                  <a:cubicBezTo>
                    <a:pt x="203" y="119"/>
                    <a:pt x="120" y="227"/>
                    <a:pt x="1" y="334"/>
                  </a:cubicBezTo>
                  <a:lnTo>
                    <a:pt x="48" y="405"/>
                  </a:lnTo>
                  <a:lnTo>
                    <a:pt x="7252" y="5942"/>
                  </a:lnTo>
                  <a:lnTo>
                    <a:pt x="7811" y="5811"/>
                  </a:lnTo>
                  <a:lnTo>
                    <a:pt x="26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6831200" y="3872325"/>
              <a:ext cx="180400" cy="298875"/>
            </a:xfrm>
            <a:custGeom>
              <a:rect b="b" l="l" r="r" t="t"/>
              <a:pathLst>
                <a:path extrusionOk="0" h="11955" w="7216">
                  <a:moveTo>
                    <a:pt x="0" y="1"/>
                  </a:moveTo>
                  <a:lnTo>
                    <a:pt x="48" y="72"/>
                  </a:lnTo>
                  <a:lnTo>
                    <a:pt x="6823" y="11955"/>
                  </a:lnTo>
                  <a:cubicBezTo>
                    <a:pt x="6918" y="11847"/>
                    <a:pt x="7073" y="11776"/>
                    <a:pt x="7216" y="11764"/>
                  </a:cubicBezTo>
                  <a:lnTo>
                    <a:pt x="4525" y="7025"/>
                  </a:lnTo>
                  <a:cubicBezTo>
                    <a:pt x="4465" y="7061"/>
                    <a:pt x="4394" y="7061"/>
                    <a:pt x="4334" y="7061"/>
                  </a:cubicBezTo>
                  <a:cubicBezTo>
                    <a:pt x="4108" y="7037"/>
                    <a:pt x="3941" y="6847"/>
                    <a:pt x="3965" y="6609"/>
                  </a:cubicBezTo>
                  <a:cubicBezTo>
                    <a:pt x="3977" y="6490"/>
                    <a:pt x="4037" y="6383"/>
                    <a:pt x="4120" y="6323"/>
                  </a:cubicBezTo>
                  <a:lnTo>
                    <a:pt x="548" y="60"/>
                  </a:lnTo>
                  <a:cubicBezTo>
                    <a:pt x="483" y="107"/>
                    <a:pt x="410" y="139"/>
                    <a:pt x="335" y="139"/>
                  </a:cubicBezTo>
                  <a:cubicBezTo>
                    <a:pt x="315" y="139"/>
                    <a:pt x="295" y="137"/>
                    <a:pt x="274" y="132"/>
                  </a:cubicBezTo>
                  <a:cubicBezTo>
                    <a:pt x="167" y="120"/>
                    <a:pt x="60" y="72"/>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6632950" y="3514850"/>
              <a:ext cx="202450" cy="354225"/>
            </a:xfrm>
            <a:custGeom>
              <a:rect b="b" l="l" r="r" t="t"/>
              <a:pathLst>
                <a:path extrusionOk="0" h="14169" w="8098">
                  <a:moveTo>
                    <a:pt x="310" y="0"/>
                  </a:moveTo>
                  <a:cubicBezTo>
                    <a:pt x="227" y="84"/>
                    <a:pt x="120" y="143"/>
                    <a:pt x="1" y="179"/>
                  </a:cubicBezTo>
                  <a:lnTo>
                    <a:pt x="1" y="358"/>
                  </a:lnTo>
                  <a:lnTo>
                    <a:pt x="7764" y="13990"/>
                  </a:lnTo>
                  <a:lnTo>
                    <a:pt x="7871" y="14169"/>
                  </a:lnTo>
                  <a:cubicBezTo>
                    <a:pt x="7859" y="14121"/>
                    <a:pt x="7859" y="14062"/>
                    <a:pt x="7859" y="14002"/>
                  </a:cubicBezTo>
                  <a:cubicBezTo>
                    <a:pt x="7859" y="13835"/>
                    <a:pt x="7954" y="13716"/>
                    <a:pt x="8097" y="13657"/>
                  </a:cubicBezTo>
                  <a:lnTo>
                    <a:pt x="787" y="834"/>
                  </a:lnTo>
                  <a:lnTo>
                    <a:pt x="31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6621650" y="3519025"/>
              <a:ext cx="17000" cy="515550"/>
            </a:xfrm>
            <a:custGeom>
              <a:rect b="b" l="l" r="r" t="t"/>
              <a:pathLst>
                <a:path extrusionOk="0" h="20622" w="680">
                  <a:moveTo>
                    <a:pt x="0" y="0"/>
                  </a:moveTo>
                  <a:lnTo>
                    <a:pt x="227" y="20622"/>
                  </a:lnTo>
                  <a:cubicBezTo>
                    <a:pt x="311" y="20605"/>
                    <a:pt x="389" y="20588"/>
                    <a:pt x="470" y="20588"/>
                  </a:cubicBezTo>
                  <a:cubicBezTo>
                    <a:pt x="503" y="20588"/>
                    <a:pt x="537" y="20591"/>
                    <a:pt x="572" y="20598"/>
                  </a:cubicBezTo>
                  <a:cubicBezTo>
                    <a:pt x="596" y="20598"/>
                    <a:pt x="643" y="20610"/>
                    <a:pt x="679" y="20610"/>
                  </a:cubicBezTo>
                  <a:lnTo>
                    <a:pt x="453" y="202"/>
                  </a:lnTo>
                  <a:lnTo>
                    <a:pt x="453" y="24"/>
                  </a:lnTo>
                  <a:cubicBezTo>
                    <a:pt x="387" y="32"/>
                    <a:pt x="333" y="46"/>
                    <a:pt x="278" y="46"/>
                  </a:cubicBezTo>
                  <a:cubicBezTo>
                    <a:pt x="253" y="46"/>
                    <a:pt x="229" y="43"/>
                    <a:pt x="203" y="36"/>
                  </a:cubicBezTo>
                  <a:cubicBezTo>
                    <a:pt x="143" y="36"/>
                    <a:pt x="60"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5767375" y="3510375"/>
              <a:ext cx="852500" cy="922475"/>
            </a:xfrm>
            <a:custGeom>
              <a:rect b="b" l="l" r="r" t="t"/>
              <a:pathLst>
                <a:path extrusionOk="0" h="36899" w="34100">
                  <a:moveTo>
                    <a:pt x="33779" y="1"/>
                  </a:moveTo>
                  <a:lnTo>
                    <a:pt x="1" y="36577"/>
                  </a:lnTo>
                  <a:cubicBezTo>
                    <a:pt x="143" y="36672"/>
                    <a:pt x="239" y="36779"/>
                    <a:pt x="334" y="36898"/>
                  </a:cubicBezTo>
                  <a:lnTo>
                    <a:pt x="34100" y="310"/>
                  </a:lnTo>
                  <a:cubicBezTo>
                    <a:pt x="33969" y="239"/>
                    <a:pt x="33862" y="132"/>
                    <a:pt x="3377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6299575" y="4069975"/>
              <a:ext cx="318525" cy="244400"/>
            </a:xfrm>
            <a:custGeom>
              <a:rect b="b" l="l" r="r" t="t"/>
              <a:pathLst>
                <a:path extrusionOk="0" h="9776" w="12741">
                  <a:moveTo>
                    <a:pt x="12455" y="1"/>
                  </a:moveTo>
                  <a:lnTo>
                    <a:pt x="1" y="9418"/>
                  </a:lnTo>
                  <a:cubicBezTo>
                    <a:pt x="108" y="9525"/>
                    <a:pt x="191" y="9645"/>
                    <a:pt x="263" y="9776"/>
                  </a:cubicBezTo>
                  <a:lnTo>
                    <a:pt x="12741" y="358"/>
                  </a:lnTo>
                  <a:cubicBezTo>
                    <a:pt x="12622" y="251"/>
                    <a:pt x="12514" y="131"/>
                    <a:pt x="1245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6312675" y="4246175"/>
              <a:ext cx="406325" cy="101975"/>
            </a:xfrm>
            <a:custGeom>
              <a:rect b="b" l="l" r="r" t="t"/>
              <a:pathLst>
                <a:path extrusionOk="0" h="4079" w="16253">
                  <a:moveTo>
                    <a:pt x="15931" y="1"/>
                  </a:moveTo>
                  <a:lnTo>
                    <a:pt x="13" y="3620"/>
                  </a:lnTo>
                  <a:cubicBezTo>
                    <a:pt x="25" y="3716"/>
                    <a:pt x="25" y="3799"/>
                    <a:pt x="13" y="3918"/>
                  </a:cubicBezTo>
                  <a:cubicBezTo>
                    <a:pt x="13" y="3966"/>
                    <a:pt x="13" y="4025"/>
                    <a:pt x="1" y="4073"/>
                  </a:cubicBezTo>
                  <a:cubicBezTo>
                    <a:pt x="17" y="4073"/>
                    <a:pt x="38" y="4078"/>
                    <a:pt x="61" y="4078"/>
                  </a:cubicBezTo>
                  <a:cubicBezTo>
                    <a:pt x="72" y="4078"/>
                    <a:pt x="84" y="4077"/>
                    <a:pt x="96" y="4073"/>
                  </a:cubicBezTo>
                  <a:lnTo>
                    <a:pt x="16253" y="394"/>
                  </a:lnTo>
                  <a:cubicBezTo>
                    <a:pt x="16074" y="346"/>
                    <a:pt x="15931" y="203"/>
                    <a:pt x="1593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
            <p:cNvSpPr/>
            <p:nvPr/>
          </p:nvSpPr>
          <p:spPr>
            <a:xfrm>
              <a:off x="6728200" y="4251550"/>
              <a:ext cx="2725" cy="2100"/>
            </a:xfrm>
            <a:custGeom>
              <a:rect b="b" l="l" r="r" t="t"/>
              <a:pathLst>
                <a:path extrusionOk="0" h="84" w="109">
                  <a:moveTo>
                    <a:pt x="72" y="0"/>
                  </a:moveTo>
                  <a:cubicBezTo>
                    <a:pt x="60" y="24"/>
                    <a:pt x="25" y="60"/>
                    <a:pt x="1" y="84"/>
                  </a:cubicBezTo>
                  <a:lnTo>
                    <a:pt x="108" y="60"/>
                  </a:ln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
            <p:cNvSpPr/>
            <p:nvPr/>
          </p:nvSpPr>
          <p:spPr>
            <a:xfrm>
              <a:off x="6736250" y="4181300"/>
              <a:ext cx="261950" cy="69375"/>
            </a:xfrm>
            <a:custGeom>
              <a:rect b="b" l="l" r="r" t="t"/>
              <a:pathLst>
                <a:path extrusionOk="0" h="2775" w="10478">
                  <a:moveTo>
                    <a:pt x="10442" y="0"/>
                  </a:moveTo>
                  <a:lnTo>
                    <a:pt x="4334" y="1382"/>
                  </a:lnTo>
                  <a:lnTo>
                    <a:pt x="3775" y="1513"/>
                  </a:lnTo>
                  <a:lnTo>
                    <a:pt x="0" y="2382"/>
                  </a:lnTo>
                  <a:lnTo>
                    <a:pt x="227" y="2775"/>
                  </a:lnTo>
                  <a:lnTo>
                    <a:pt x="4215" y="1870"/>
                  </a:lnTo>
                  <a:lnTo>
                    <a:pt x="4787" y="1739"/>
                  </a:lnTo>
                  <a:lnTo>
                    <a:pt x="10478" y="441"/>
                  </a:lnTo>
                  <a:cubicBezTo>
                    <a:pt x="10442" y="322"/>
                    <a:pt x="10406" y="203"/>
                    <a:pt x="10418" y="72"/>
                  </a:cubicBezTo>
                  <a:cubicBezTo>
                    <a:pt x="10418" y="36"/>
                    <a:pt x="10442" y="24"/>
                    <a:pt x="1044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a:off x="6640400" y="4078600"/>
              <a:ext cx="213150" cy="382525"/>
            </a:xfrm>
            <a:custGeom>
              <a:rect b="b" l="l" r="r" t="t"/>
              <a:pathLst>
                <a:path extrusionOk="0" h="15301" w="8526">
                  <a:moveTo>
                    <a:pt x="405" y="1"/>
                  </a:moveTo>
                  <a:cubicBezTo>
                    <a:pt x="286" y="84"/>
                    <a:pt x="143" y="156"/>
                    <a:pt x="1" y="191"/>
                  </a:cubicBezTo>
                  <a:lnTo>
                    <a:pt x="3275" y="6275"/>
                  </a:lnTo>
                  <a:lnTo>
                    <a:pt x="3322" y="6275"/>
                  </a:lnTo>
                  <a:cubicBezTo>
                    <a:pt x="3537" y="6311"/>
                    <a:pt x="3703" y="6502"/>
                    <a:pt x="3691" y="6728"/>
                  </a:cubicBezTo>
                  <a:cubicBezTo>
                    <a:pt x="3680" y="6799"/>
                    <a:pt x="3644" y="6859"/>
                    <a:pt x="3620" y="6918"/>
                  </a:cubicBezTo>
                  <a:lnTo>
                    <a:pt x="3644" y="6978"/>
                  </a:lnTo>
                  <a:lnTo>
                    <a:pt x="8121" y="15300"/>
                  </a:lnTo>
                  <a:lnTo>
                    <a:pt x="8180" y="15193"/>
                  </a:lnTo>
                  <a:cubicBezTo>
                    <a:pt x="8204" y="15193"/>
                    <a:pt x="8204" y="15181"/>
                    <a:pt x="8216" y="15157"/>
                  </a:cubicBezTo>
                  <a:lnTo>
                    <a:pt x="8228" y="15146"/>
                  </a:lnTo>
                  <a:lnTo>
                    <a:pt x="8240" y="15134"/>
                  </a:lnTo>
                  <a:cubicBezTo>
                    <a:pt x="8240" y="15122"/>
                    <a:pt x="8263" y="15122"/>
                    <a:pt x="8263" y="15122"/>
                  </a:cubicBezTo>
                  <a:cubicBezTo>
                    <a:pt x="8263" y="15122"/>
                    <a:pt x="8263" y="15098"/>
                    <a:pt x="8275" y="15098"/>
                  </a:cubicBezTo>
                  <a:lnTo>
                    <a:pt x="8287" y="15098"/>
                  </a:lnTo>
                  <a:cubicBezTo>
                    <a:pt x="8287" y="15086"/>
                    <a:pt x="8299" y="15086"/>
                    <a:pt x="8299" y="15086"/>
                  </a:cubicBezTo>
                  <a:lnTo>
                    <a:pt x="8525" y="15026"/>
                  </a:lnTo>
                  <a:lnTo>
                    <a:pt x="4120" y="6871"/>
                  </a:lnTo>
                  <a:lnTo>
                    <a:pt x="3894" y="6466"/>
                  </a:lnTo>
                  <a:lnTo>
                    <a:pt x="441" y="72"/>
                  </a:lnTo>
                  <a:lnTo>
                    <a:pt x="40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
            <p:cNvSpPr/>
            <p:nvPr/>
          </p:nvSpPr>
          <p:spPr>
            <a:xfrm>
              <a:off x="6851450" y="4463175"/>
              <a:ext cx="184850" cy="115525"/>
            </a:xfrm>
            <a:custGeom>
              <a:rect b="b" l="l" r="r" t="t"/>
              <a:pathLst>
                <a:path extrusionOk="0" h="4621" w="7394">
                  <a:moveTo>
                    <a:pt x="488" y="1"/>
                  </a:moveTo>
                  <a:lnTo>
                    <a:pt x="60" y="108"/>
                  </a:lnTo>
                  <a:lnTo>
                    <a:pt x="0" y="227"/>
                  </a:lnTo>
                  <a:lnTo>
                    <a:pt x="7394" y="4620"/>
                  </a:lnTo>
                  <a:lnTo>
                    <a:pt x="7394" y="4096"/>
                  </a:lnTo>
                  <a:lnTo>
                    <a:pt x="48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
            <p:cNvSpPr/>
            <p:nvPr/>
          </p:nvSpPr>
          <p:spPr>
            <a:xfrm>
              <a:off x="6847575" y="4406025"/>
              <a:ext cx="188425" cy="60450"/>
            </a:xfrm>
            <a:custGeom>
              <a:rect b="b" l="l" r="r" t="t"/>
              <a:pathLst>
                <a:path extrusionOk="0" h="2418" w="7537">
                  <a:moveTo>
                    <a:pt x="17" y="1997"/>
                  </a:moveTo>
                  <a:cubicBezTo>
                    <a:pt x="11" y="1998"/>
                    <a:pt x="6" y="2000"/>
                    <a:pt x="0" y="2001"/>
                  </a:cubicBezTo>
                  <a:lnTo>
                    <a:pt x="17" y="1997"/>
                  </a:lnTo>
                  <a:close/>
                  <a:moveTo>
                    <a:pt x="7537" y="1"/>
                  </a:moveTo>
                  <a:lnTo>
                    <a:pt x="167" y="1965"/>
                  </a:lnTo>
                  <a:lnTo>
                    <a:pt x="17" y="1997"/>
                  </a:lnTo>
                  <a:lnTo>
                    <a:pt x="17" y="1997"/>
                  </a:lnTo>
                  <a:cubicBezTo>
                    <a:pt x="29" y="1995"/>
                    <a:pt x="43" y="1994"/>
                    <a:pt x="57" y="1994"/>
                  </a:cubicBezTo>
                  <a:cubicBezTo>
                    <a:pt x="92" y="1994"/>
                    <a:pt x="129" y="2002"/>
                    <a:pt x="167" y="2025"/>
                  </a:cubicBezTo>
                  <a:cubicBezTo>
                    <a:pt x="286" y="2084"/>
                    <a:pt x="310" y="2215"/>
                    <a:pt x="250" y="2322"/>
                  </a:cubicBezTo>
                  <a:lnTo>
                    <a:pt x="215" y="2418"/>
                  </a:lnTo>
                  <a:lnTo>
                    <a:pt x="631" y="2299"/>
                  </a:lnTo>
                  <a:lnTo>
                    <a:pt x="7537" y="453"/>
                  </a:lnTo>
                  <a:lnTo>
                    <a:pt x="753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a:off x="6725825" y="4654575"/>
              <a:ext cx="17300" cy="9550"/>
            </a:xfrm>
            <a:custGeom>
              <a:rect b="b" l="l" r="r" t="t"/>
              <a:pathLst>
                <a:path extrusionOk="0" h="382" w="692">
                  <a:moveTo>
                    <a:pt x="227" y="0"/>
                  </a:moveTo>
                  <a:lnTo>
                    <a:pt x="1" y="381"/>
                  </a:lnTo>
                  <a:lnTo>
                    <a:pt x="525" y="381"/>
                  </a:lnTo>
                  <a:lnTo>
                    <a:pt x="691" y="84"/>
                  </a:ln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
            <p:cNvSpPr/>
            <p:nvPr/>
          </p:nvSpPr>
          <p:spPr>
            <a:xfrm>
              <a:off x="6737150" y="4455550"/>
              <a:ext cx="117875" cy="190425"/>
            </a:xfrm>
            <a:custGeom>
              <a:rect b="b" l="l" r="r" t="t"/>
              <a:pathLst>
                <a:path extrusionOk="0" h="7617" w="4715">
                  <a:moveTo>
                    <a:pt x="4478" y="0"/>
                  </a:moveTo>
                  <a:cubicBezTo>
                    <a:pt x="4455" y="0"/>
                    <a:pt x="4430" y="3"/>
                    <a:pt x="4405" y="8"/>
                  </a:cubicBezTo>
                  <a:cubicBezTo>
                    <a:pt x="4405" y="20"/>
                    <a:pt x="4382" y="20"/>
                    <a:pt x="4382" y="20"/>
                  </a:cubicBezTo>
                  <a:lnTo>
                    <a:pt x="4370" y="20"/>
                  </a:lnTo>
                  <a:lnTo>
                    <a:pt x="4358" y="32"/>
                  </a:lnTo>
                  <a:cubicBezTo>
                    <a:pt x="4358" y="56"/>
                    <a:pt x="4346" y="56"/>
                    <a:pt x="4346" y="56"/>
                  </a:cubicBezTo>
                  <a:lnTo>
                    <a:pt x="4334" y="68"/>
                  </a:lnTo>
                  <a:lnTo>
                    <a:pt x="4310" y="79"/>
                  </a:lnTo>
                  <a:cubicBezTo>
                    <a:pt x="4298" y="79"/>
                    <a:pt x="4298" y="91"/>
                    <a:pt x="4286" y="115"/>
                  </a:cubicBezTo>
                  <a:lnTo>
                    <a:pt x="4227" y="222"/>
                  </a:lnTo>
                  <a:lnTo>
                    <a:pt x="0" y="7521"/>
                  </a:lnTo>
                  <a:lnTo>
                    <a:pt x="453" y="7616"/>
                  </a:lnTo>
                  <a:lnTo>
                    <a:pt x="4548" y="508"/>
                  </a:lnTo>
                  <a:lnTo>
                    <a:pt x="4608" y="389"/>
                  </a:lnTo>
                  <a:lnTo>
                    <a:pt x="4655" y="318"/>
                  </a:lnTo>
                  <a:cubicBezTo>
                    <a:pt x="4715" y="210"/>
                    <a:pt x="4667" y="79"/>
                    <a:pt x="4560" y="20"/>
                  </a:cubicBezTo>
                  <a:cubicBezTo>
                    <a:pt x="4539" y="6"/>
                    <a:pt x="4510" y="0"/>
                    <a:pt x="447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
            <p:cNvSpPr/>
            <p:nvPr/>
          </p:nvSpPr>
          <p:spPr>
            <a:xfrm>
              <a:off x="6337975" y="4576300"/>
              <a:ext cx="3900" cy="5375"/>
            </a:xfrm>
            <a:custGeom>
              <a:rect b="b" l="l" r="r" t="t"/>
              <a:pathLst>
                <a:path extrusionOk="0" h="215" w="156">
                  <a:moveTo>
                    <a:pt x="1" y="0"/>
                  </a:moveTo>
                  <a:lnTo>
                    <a:pt x="1" y="0"/>
                  </a:lnTo>
                  <a:cubicBezTo>
                    <a:pt x="13" y="95"/>
                    <a:pt x="72" y="179"/>
                    <a:pt x="156" y="214"/>
                  </a:cubicBezTo>
                  <a:lnTo>
                    <a:pt x="156" y="48"/>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p:nvPr/>
          </p:nvSpPr>
          <p:spPr>
            <a:xfrm>
              <a:off x="6410025" y="4583425"/>
              <a:ext cx="434000" cy="80700"/>
            </a:xfrm>
            <a:custGeom>
              <a:rect b="b" l="l" r="r" t="t"/>
              <a:pathLst>
                <a:path extrusionOk="0" h="3228" w="17360">
                  <a:moveTo>
                    <a:pt x="107" y="1"/>
                  </a:moveTo>
                  <a:cubicBezTo>
                    <a:pt x="95" y="144"/>
                    <a:pt x="60" y="298"/>
                    <a:pt x="0" y="429"/>
                  </a:cubicBezTo>
                  <a:lnTo>
                    <a:pt x="12859" y="2846"/>
                  </a:lnTo>
                  <a:lnTo>
                    <a:pt x="13323" y="2930"/>
                  </a:lnTo>
                  <a:lnTo>
                    <a:pt x="14931" y="3227"/>
                  </a:lnTo>
                  <a:lnTo>
                    <a:pt x="17359" y="3227"/>
                  </a:lnTo>
                  <a:lnTo>
                    <a:pt x="13561" y="2513"/>
                  </a:lnTo>
                  <a:lnTo>
                    <a:pt x="13097" y="2418"/>
                  </a:lnTo>
                  <a:lnTo>
                    <a:pt x="10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
            <p:cNvSpPr/>
            <p:nvPr/>
          </p:nvSpPr>
          <p:spPr>
            <a:xfrm>
              <a:off x="5778675" y="4344125"/>
              <a:ext cx="436700" cy="105675"/>
            </a:xfrm>
            <a:custGeom>
              <a:rect b="b" l="l" r="r" t="t"/>
              <a:pathLst>
                <a:path extrusionOk="0" h="4227" w="17468">
                  <a:moveTo>
                    <a:pt x="17384" y="0"/>
                  </a:moveTo>
                  <a:lnTo>
                    <a:pt x="1" y="3786"/>
                  </a:lnTo>
                  <a:cubicBezTo>
                    <a:pt x="25" y="3905"/>
                    <a:pt x="60" y="4048"/>
                    <a:pt x="49" y="4179"/>
                  </a:cubicBezTo>
                  <a:lnTo>
                    <a:pt x="49" y="4227"/>
                  </a:lnTo>
                  <a:lnTo>
                    <a:pt x="17467" y="429"/>
                  </a:lnTo>
                  <a:cubicBezTo>
                    <a:pt x="17432" y="286"/>
                    <a:pt x="17396" y="155"/>
                    <a:pt x="1738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
            <p:cNvSpPr/>
            <p:nvPr/>
          </p:nvSpPr>
          <p:spPr>
            <a:xfrm>
              <a:off x="5778975" y="4449775"/>
              <a:ext cx="566475" cy="127425"/>
            </a:xfrm>
            <a:custGeom>
              <a:rect b="b" l="l" r="r" t="t"/>
              <a:pathLst>
                <a:path extrusionOk="0" h="5097" w="22659">
                  <a:moveTo>
                    <a:pt x="48" y="1"/>
                  </a:moveTo>
                  <a:cubicBezTo>
                    <a:pt x="37" y="72"/>
                    <a:pt x="13" y="132"/>
                    <a:pt x="1" y="191"/>
                  </a:cubicBezTo>
                  <a:lnTo>
                    <a:pt x="691" y="596"/>
                  </a:lnTo>
                  <a:lnTo>
                    <a:pt x="22373" y="5061"/>
                  </a:lnTo>
                  <a:lnTo>
                    <a:pt x="22539" y="5097"/>
                  </a:lnTo>
                  <a:cubicBezTo>
                    <a:pt x="22551" y="4942"/>
                    <a:pt x="22575" y="4799"/>
                    <a:pt x="22658" y="4656"/>
                  </a:cubicBez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
            <p:cNvSpPr/>
            <p:nvPr/>
          </p:nvSpPr>
          <p:spPr>
            <a:xfrm>
              <a:off x="6395425" y="4603375"/>
              <a:ext cx="42600" cy="60750"/>
            </a:xfrm>
            <a:custGeom>
              <a:rect b="b" l="l" r="r" t="t"/>
              <a:pathLst>
                <a:path extrusionOk="0" h="2430" w="1704">
                  <a:moveTo>
                    <a:pt x="346" y="0"/>
                  </a:moveTo>
                  <a:cubicBezTo>
                    <a:pt x="239" y="120"/>
                    <a:pt x="144" y="215"/>
                    <a:pt x="1" y="286"/>
                  </a:cubicBezTo>
                  <a:lnTo>
                    <a:pt x="1191" y="2429"/>
                  </a:lnTo>
                  <a:lnTo>
                    <a:pt x="1703" y="2429"/>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p:nvPr/>
          </p:nvSpPr>
          <p:spPr>
            <a:xfrm>
              <a:off x="6271300" y="4385800"/>
              <a:ext cx="100350" cy="163725"/>
            </a:xfrm>
            <a:custGeom>
              <a:rect b="b" l="l" r="r" t="t"/>
              <a:pathLst>
                <a:path extrusionOk="0" h="6549" w="4014">
                  <a:moveTo>
                    <a:pt x="429" y="0"/>
                  </a:moveTo>
                  <a:cubicBezTo>
                    <a:pt x="298" y="60"/>
                    <a:pt x="144" y="107"/>
                    <a:pt x="1" y="131"/>
                  </a:cubicBezTo>
                  <a:lnTo>
                    <a:pt x="3585" y="6548"/>
                  </a:lnTo>
                  <a:cubicBezTo>
                    <a:pt x="3716" y="6477"/>
                    <a:pt x="3870" y="6429"/>
                    <a:pt x="4013" y="6406"/>
                  </a:cubicBezTo>
                  <a:lnTo>
                    <a:pt x="42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p:nvPr/>
          </p:nvSpPr>
          <p:spPr>
            <a:xfrm>
              <a:off x="5772725" y="4454250"/>
              <a:ext cx="364950" cy="209875"/>
            </a:xfrm>
            <a:custGeom>
              <a:rect b="b" l="l" r="r" t="t"/>
              <a:pathLst>
                <a:path extrusionOk="0" h="8395" w="14598">
                  <a:moveTo>
                    <a:pt x="239" y="0"/>
                  </a:moveTo>
                  <a:cubicBezTo>
                    <a:pt x="179" y="155"/>
                    <a:pt x="108" y="286"/>
                    <a:pt x="1" y="393"/>
                  </a:cubicBezTo>
                  <a:lnTo>
                    <a:pt x="13705" y="8394"/>
                  </a:lnTo>
                  <a:lnTo>
                    <a:pt x="14598" y="8394"/>
                  </a:lnTo>
                  <a:lnTo>
                    <a:pt x="918" y="417"/>
                  </a:ln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
            <p:cNvSpPr/>
            <p:nvPr/>
          </p:nvSpPr>
          <p:spPr>
            <a:xfrm>
              <a:off x="6341850" y="4544475"/>
              <a:ext cx="72350" cy="71050"/>
            </a:xfrm>
            <a:custGeom>
              <a:rect b="b" l="l" r="r" t="t"/>
              <a:pathLst>
                <a:path extrusionOk="0" h="2842" w="2894">
                  <a:moveTo>
                    <a:pt x="1417" y="1"/>
                  </a:moveTo>
                  <a:cubicBezTo>
                    <a:pt x="1338" y="1"/>
                    <a:pt x="1261" y="15"/>
                    <a:pt x="1179" y="23"/>
                  </a:cubicBezTo>
                  <a:cubicBezTo>
                    <a:pt x="1036" y="59"/>
                    <a:pt x="882" y="94"/>
                    <a:pt x="751" y="166"/>
                  </a:cubicBezTo>
                  <a:cubicBezTo>
                    <a:pt x="465" y="321"/>
                    <a:pt x="239" y="559"/>
                    <a:pt x="108" y="856"/>
                  </a:cubicBezTo>
                  <a:cubicBezTo>
                    <a:pt x="60" y="987"/>
                    <a:pt x="24" y="1142"/>
                    <a:pt x="1" y="1285"/>
                  </a:cubicBezTo>
                  <a:lnTo>
                    <a:pt x="1" y="1297"/>
                  </a:lnTo>
                  <a:lnTo>
                    <a:pt x="1" y="1464"/>
                  </a:lnTo>
                  <a:cubicBezTo>
                    <a:pt x="36" y="2178"/>
                    <a:pt x="584" y="2773"/>
                    <a:pt x="1298" y="2833"/>
                  </a:cubicBezTo>
                  <a:cubicBezTo>
                    <a:pt x="1351" y="2839"/>
                    <a:pt x="1403" y="2842"/>
                    <a:pt x="1455" y="2842"/>
                  </a:cubicBezTo>
                  <a:cubicBezTo>
                    <a:pt x="1707" y="2842"/>
                    <a:pt x="1946" y="2771"/>
                    <a:pt x="2144" y="2642"/>
                  </a:cubicBezTo>
                  <a:cubicBezTo>
                    <a:pt x="2287" y="2571"/>
                    <a:pt x="2382" y="2476"/>
                    <a:pt x="2489" y="2345"/>
                  </a:cubicBezTo>
                  <a:cubicBezTo>
                    <a:pt x="2584" y="2225"/>
                    <a:pt x="2656" y="2106"/>
                    <a:pt x="2715" y="1975"/>
                  </a:cubicBezTo>
                  <a:cubicBezTo>
                    <a:pt x="2775" y="1833"/>
                    <a:pt x="2799" y="1690"/>
                    <a:pt x="2822" y="1535"/>
                  </a:cubicBezTo>
                  <a:cubicBezTo>
                    <a:pt x="2894" y="761"/>
                    <a:pt x="2310" y="82"/>
                    <a:pt x="1525" y="11"/>
                  </a:cubicBezTo>
                  <a:cubicBezTo>
                    <a:pt x="1488" y="4"/>
                    <a:pt x="1452" y="1"/>
                    <a:pt x="141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a:off x="6212375" y="4289200"/>
              <a:ext cx="100625" cy="100600"/>
            </a:xfrm>
            <a:custGeom>
              <a:rect b="b" l="l" r="r" t="t"/>
              <a:pathLst>
                <a:path extrusionOk="0" h="4024" w="4025">
                  <a:moveTo>
                    <a:pt x="2038" y="1"/>
                  </a:moveTo>
                  <a:cubicBezTo>
                    <a:pt x="1006" y="1"/>
                    <a:pt x="115" y="796"/>
                    <a:pt x="24" y="1840"/>
                  </a:cubicBezTo>
                  <a:cubicBezTo>
                    <a:pt x="0" y="1959"/>
                    <a:pt x="0" y="2078"/>
                    <a:pt x="24" y="2197"/>
                  </a:cubicBezTo>
                  <a:cubicBezTo>
                    <a:pt x="36" y="2352"/>
                    <a:pt x="60" y="2495"/>
                    <a:pt x="108" y="2626"/>
                  </a:cubicBezTo>
                  <a:cubicBezTo>
                    <a:pt x="358" y="3376"/>
                    <a:pt x="1036" y="3935"/>
                    <a:pt x="1846" y="4019"/>
                  </a:cubicBezTo>
                  <a:cubicBezTo>
                    <a:pt x="1890" y="4022"/>
                    <a:pt x="1934" y="4023"/>
                    <a:pt x="1978" y="4023"/>
                  </a:cubicBezTo>
                  <a:cubicBezTo>
                    <a:pt x="2107" y="4023"/>
                    <a:pt x="2230" y="4010"/>
                    <a:pt x="2346" y="3983"/>
                  </a:cubicBezTo>
                  <a:cubicBezTo>
                    <a:pt x="2501" y="3971"/>
                    <a:pt x="2655" y="3924"/>
                    <a:pt x="2786" y="3864"/>
                  </a:cubicBezTo>
                  <a:cubicBezTo>
                    <a:pt x="3417" y="3602"/>
                    <a:pt x="3894" y="3031"/>
                    <a:pt x="4013" y="2328"/>
                  </a:cubicBezTo>
                  <a:cubicBezTo>
                    <a:pt x="4013" y="2292"/>
                    <a:pt x="4025" y="2233"/>
                    <a:pt x="4025" y="2185"/>
                  </a:cubicBezTo>
                  <a:lnTo>
                    <a:pt x="4025" y="1899"/>
                  </a:lnTo>
                  <a:cubicBezTo>
                    <a:pt x="3989" y="1578"/>
                    <a:pt x="3906" y="1257"/>
                    <a:pt x="3739" y="995"/>
                  </a:cubicBezTo>
                  <a:cubicBezTo>
                    <a:pt x="3667" y="864"/>
                    <a:pt x="3572" y="745"/>
                    <a:pt x="3465" y="637"/>
                  </a:cubicBezTo>
                  <a:cubicBezTo>
                    <a:pt x="3144" y="292"/>
                    <a:pt x="2703" y="54"/>
                    <a:pt x="2191" y="6"/>
                  </a:cubicBezTo>
                  <a:cubicBezTo>
                    <a:pt x="2140" y="2"/>
                    <a:pt x="2089" y="1"/>
                    <a:pt x="20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
            <p:cNvSpPr/>
            <p:nvPr/>
          </p:nvSpPr>
          <p:spPr>
            <a:xfrm>
              <a:off x="6886575" y="1575550"/>
              <a:ext cx="19050" cy="17950"/>
            </a:xfrm>
            <a:custGeom>
              <a:rect b="b" l="l" r="r" t="t"/>
              <a:pathLst>
                <a:path extrusionOk="0" h="718" w="762">
                  <a:moveTo>
                    <a:pt x="367" y="0"/>
                  </a:moveTo>
                  <a:cubicBezTo>
                    <a:pt x="308" y="0"/>
                    <a:pt x="251" y="22"/>
                    <a:pt x="202" y="51"/>
                  </a:cubicBezTo>
                  <a:cubicBezTo>
                    <a:pt x="95" y="111"/>
                    <a:pt x="36" y="206"/>
                    <a:pt x="24" y="325"/>
                  </a:cubicBezTo>
                  <a:cubicBezTo>
                    <a:pt x="0" y="539"/>
                    <a:pt x="155" y="706"/>
                    <a:pt x="345" y="718"/>
                  </a:cubicBezTo>
                  <a:cubicBezTo>
                    <a:pt x="405" y="718"/>
                    <a:pt x="464" y="706"/>
                    <a:pt x="512" y="682"/>
                  </a:cubicBezTo>
                  <a:cubicBezTo>
                    <a:pt x="631" y="646"/>
                    <a:pt x="714" y="539"/>
                    <a:pt x="738" y="384"/>
                  </a:cubicBezTo>
                  <a:cubicBezTo>
                    <a:pt x="762" y="194"/>
                    <a:pt x="595" y="15"/>
                    <a:pt x="405" y="3"/>
                  </a:cubicBezTo>
                  <a:cubicBezTo>
                    <a:pt x="392" y="1"/>
                    <a:pt x="380" y="0"/>
                    <a:pt x="3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
            <p:cNvSpPr/>
            <p:nvPr/>
          </p:nvSpPr>
          <p:spPr>
            <a:xfrm>
              <a:off x="6612725" y="2909675"/>
              <a:ext cx="36925" cy="36225"/>
            </a:xfrm>
            <a:custGeom>
              <a:rect b="b" l="l" r="r" t="t"/>
              <a:pathLst>
                <a:path extrusionOk="0" h="1449" w="1477">
                  <a:moveTo>
                    <a:pt x="765" y="1"/>
                  </a:moveTo>
                  <a:cubicBezTo>
                    <a:pt x="380" y="1"/>
                    <a:pt x="59" y="291"/>
                    <a:pt x="36" y="669"/>
                  </a:cubicBezTo>
                  <a:cubicBezTo>
                    <a:pt x="0" y="1074"/>
                    <a:pt x="298" y="1419"/>
                    <a:pt x="703" y="1443"/>
                  </a:cubicBezTo>
                  <a:cubicBezTo>
                    <a:pt x="732" y="1446"/>
                    <a:pt x="761" y="1448"/>
                    <a:pt x="790" y="1448"/>
                  </a:cubicBezTo>
                  <a:cubicBezTo>
                    <a:pt x="1039" y="1448"/>
                    <a:pt x="1252" y="1312"/>
                    <a:pt x="1369" y="1109"/>
                  </a:cubicBezTo>
                  <a:cubicBezTo>
                    <a:pt x="1429" y="1014"/>
                    <a:pt x="1465" y="907"/>
                    <a:pt x="1477" y="788"/>
                  </a:cubicBezTo>
                  <a:cubicBezTo>
                    <a:pt x="1477" y="752"/>
                    <a:pt x="1477" y="705"/>
                    <a:pt x="1465" y="657"/>
                  </a:cubicBezTo>
                  <a:lnTo>
                    <a:pt x="1465" y="645"/>
                  </a:lnTo>
                  <a:cubicBezTo>
                    <a:pt x="1417" y="312"/>
                    <a:pt x="1167" y="38"/>
                    <a:pt x="810" y="2"/>
                  </a:cubicBezTo>
                  <a:cubicBezTo>
                    <a:pt x="795" y="1"/>
                    <a:pt x="780" y="1"/>
                    <a:pt x="7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
            <p:cNvSpPr/>
            <p:nvPr/>
          </p:nvSpPr>
          <p:spPr>
            <a:xfrm>
              <a:off x="6607950" y="4033250"/>
              <a:ext cx="50925" cy="50550"/>
            </a:xfrm>
            <a:custGeom>
              <a:rect b="b" l="l" r="r" t="t"/>
              <a:pathLst>
                <a:path extrusionOk="0" h="2022" w="2037">
                  <a:moveTo>
                    <a:pt x="1019" y="1"/>
                  </a:moveTo>
                  <a:cubicBezTo>
                    <a:pt x="930" y="1"/>
                    <a:pt x="843" y="14"/>
                    <a:pt x="763" y="41"/>
                  </a:cubicBezTo>
                  <a:cubicBezTo>
                    <a:pt x="358" y="148"/>
                    <a:pt x="48" y="505"/>
                    <a:pt x="13" y="934"/>
                  </a:cubicBezTo>
                  <a:cubicBezTo>
                    <a:pt x="1" y="1124"/>
                    <a:pt x="25" y="1291"/>
                    <a:pt x="108" y="1458"/>
                  </a:cubicBezTo>
                  <a:cubicBezTo>
                    <a:pt x="179" y="1600"/>
                    <a:pt x="275" y="1720"/>
                    <a:pt x="394" y="1815"/>
                  </a:cubicBezTo>
                  <a:cubicBezTo>
                    <a:pt x="537" y="1934"/>
                    <a:pt x="727" y="2005"/>
                    <a:pt x="941" y="2017"/>
                  </a:cubicBezTo>
                  <a:cubicBezTo>
                    <a:pt x="969" y="2020"/>
                    <a:pt x="997" y="2021"/>
                    <a:pt x="1024" y="2021"/>
                  </a:cubicBezTo>
                  <a:cubicBezTo>
                    <a:pt x="1110" y="2021"/>
                    <a:pt x="1187" y="2006"/>
                    <a:pt x="1251" y="1970"/>
                  </a:cubicBezTo>
                  <a:cubicBezTo>
                    <a:pt x="1406" y="1946"/>
                    <a:pt x="1537" y="1874"/>
                    <a:pt x="1656" y="1779"/>
                  </a:cubicBezTo>
                  <a:cubicBezTo>
                    <a:pt x="1775" y="1696"/>
                    <a:pt x="1858" y="1589"/>
                    <a:pt x="1918" y="1470"/>
                  </a:cubicBezTo>
                  <a:cubicBezTo>
                    <a:pt x="1977" y="1350"/>
                    <a:pt x="2013" y="1219"/>
                    <a:pt x="2025" y="1077"/>
                  </a:cubicBezTo>
                  <a:cubicBezTo>
                    <a:pt x="2037" y="874"/>
                    <a:pt x="2001" y="660"/>
                    <a:pt x="1894" y="505"/>
                  </a:cubicBezTo>
                  <a:cubicBezTo>
                    <a:pt x="1799" y="362"/>
                    <a:pt x="1703" y="267"/>
                    <a:pt x="1584" y="172"/>
                  </a:cubicBezTo>
                  <a:cubicBezTo>
                    <a:pt x="1465" y="100"/>
                    <a:pt x="1346" y="53"/>
                    <a:pt x="1203" y="29"/>
                  </a:cubicBezTo>
                  <a:cubicBezTo>
                    <a:pt x="1179" y="29"/>
                    <a:pt x="1132" y="5"/>
                    <a:pt x="1108" y="5"/>
                  </a:cubicBezTo>
                  <a:cubicBezTo>
                    <a:pt x="1078" y="2"/>
                    <a:pt x="1049" y="1"/>
                    <a:pt x="101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
            <p:cNvSpPr/>
            <p:nvPr/>
          </p:nvSpPr>
          <p:spPr>
            <a:xfrm>
              <a:off x="6996400" y="4166875"/>
              <a:ext cx="36325" cy="36000"/>
            </a:xfrm>
            <a:custGeom>
              <a:rect b="b" l="l" r="r" t="t"/>
              <a:pathLst>
                <a:path extrusionOk="0" h="1440" w="1453">
                  <a:moveTo>
                    <a:pt x="733" y="1"/>
                  </a:moveTo>
                  <a:cubicBezTo>
                    <a:pt x="700" y="1"/>
                    <a:pt x="671" y="6"/>
                    <a:pt x="631" y="6"/>
                  </a:cubicBezTo>
                  <a:cubicBezTo>
                    <a:pt x="465" y="18"/>
                    <a:pt x="334" y="101"/>
                    <a:pt x="227" y="196"/>
                  </a:cubicBezTo>
                  <a:cubicBezTo>
                    <a:pt x="119" y="304"/>
                    <a:pt x="60" y="423"/>
                    <a:pt x="36" y="577"/>
                  </a:cubicBezTo>
                  <a:cubicBezTo>
                    <a:pt x="36" y="601"/>
                    <a:pt x="12" y="613"/>
                    <a:pt x="12" y="649"/>
                  </a:cubicBezTo>
                  <a:cubicBezTo>
                    <a:pt x="0" y="780"/>
                    <a:pt x="36" y="899"/>
                    <a:pt x="84" y="1030"/>
                  </a:cubicBezTo>
                  <a:cubicBezTo>
                    <a:pt x="191" y="1256"/>
                    <a:pt x="405" y="1423"/>
                    <a:pt x="667" y="1435"/>
                  </a:cubicBezTo>
                  <a:cubicBezTo>
                    <a:pt x="696" y="1438"/>
                    <a:pt x="724" y="1440"/>
                    <a:pt x="752" y="1440"/>
                  </a:cubicBezTo>
                  <a:cubicBezTo>
                    <a:pt x="1119" y="1440"/>
                    <a:pt x="1419" y="1156"/>
                    <a:pt x="1441" y="780"/>
                  </a:cubicBezTo>
                  <a:cubicBezTo>
                    <a:pt x="1453" y="399"/>
                    <a:pt x="1155" y="42"/>
                    <a:pt x="786" y="6"/>
                  </a:cubicBezTo>
                  <a:cubicBezTo>
                    <a:pt x="766" y="2"/>
                    <a:pt x="749" y="1"/>
                    <a:pt x="73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
            <p:cNvSpPr/>
            <p:nvPr/>
          </p:nvSpPr>
          <p:spPr>
            <a:xfrm>
              <a:off x="6710350" y="4394000"/>
              <a:ext cx="37225" cy="35950"/>
            </a:xfrm>
            <a:custGeom>
              <a:rect b="b" l="l" r="r" t="t"/>
              <a:pathLst>
                <a:path extrusionOk="0" h="1438" w="1489">
                  <a:moveTo>
                    <a:pt x="737" y="0"/>
                  </a:moveTo>
                  <a:cubicBezTo>
                    <a:pt x="370" y="0"/>
                    <a:pt x="70" y="284"/>
                    <a:pt x="48" y="660"/>
                  </a:cubicBezTo>
                  <a:cubicBezTo>
                    <a:pt x="1" y="1053"/>
                    <a:pt x="298" y="1398"/>
                    <a:pt x="703" y="1434"/>
                  </a:cubicBezTo>
                  <a:cubicBezTo>
                    <a:pt x="724" y="1436"/>
                    <a:pt x="746" y="1437"/>
                    <a:pt x="767" y="1437"/>
                  </a:cubicBezTo>
                  <a:cubicBezTo>
                    <a:pt x="1133" y="1437"/>
                    <a:pt x="1443" y="1151"/>
                    <a:pt x="1477" y="779"/>
                  </a:cubicBezTo>
                  <a:cubicBezTo>
                    <a:pt x="1489" y="386"/>
                    <a:pt x="1203" y="41"/>
                    <a:pt x="822" y="5"/>
                  </a:cubicBezTo>
                  <a:cubicBezTo>
                    <a:pt x="793" y="2"/>
                    <a:pt x="765" y="0"/>
                    <a:pt x="73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
            <p:cNvSpPr/>
            <p:nvPr/>
          </p:nvSpPr>
          <p:spPr>
            <a:xfrm>
              <a:off x="6609750" y="3484075"/>
              <a:ext cx="35725" cy="35675"/>
            </a:xfrm>
            <a:custGeom>
              <a:rect b="b" l="l" r="r" t="t"/>
              <a:pathLst>
                <a:path extrusionOk="0" h="1427" w="1429">
                  <a:moveTo>
                    <a:pt x="700" y="1"/>
                  </a:moveTo>
                  <a:cubicBezTo>
                    <a:pt x="418" y="1"/>
                    <a:pt x="158" y="184"/>
                    <a:pt x="60" y="458"/>
                  </a:cubicBezTo>
                  <a:cubicBezTo>
                    <a:pt x="48" y="517"/>
                    <a:pt x="24" y="577"/>
                    <a:pt x="24" y="648"/>
                  </a:cubicBezTo>
                  <a:cubicBezTo>
                    <a:pt x="0" y="755"/>
                    <a:pt x="36" y="850"/>
                    <a:pt x="60" y="958"/>
                  </a:cubicBezTo>
                  <a:cubicBezTo>
                    <a:pt x="84" y="993"/>
                    <a:pt x="84" y="1005"/>
                    <a:pt x="95" y="1041"/>
                  </a:cubicBezTo>
                  <a:cubicBezTo>
                    <a:pt x="155" y="1172"/>
                    <a:pt x="274" y="1279"/>
                    <a:pt x="405" y="1350"/>
                  </a:cubicBezTo>
                  <a:cubicBezTo>
                    <a:pt x="417" y="1362"/>
                    <a:pt x="453" y="1362"/>
                    <a:pt x="465" y="1374"/>
                  </a:cubicBezTo>
                  <a:cubicBezTo>
                    <a:pt x="524" y="1398"/>
                    <a:pt x="584" y="1422"/>
                    <a:pt x="655" y="1422"/>
                  </a:cubicBezTo>
                  <a:cubicBezTo>
                    <a:pt x="683" y="1425"/>
                    <a:pt x="710" y="1427"/>
                    <a:pt x="736" y="1427"/>
                  </a:cubicBezTo>
                  <a:cubicBezTo>
                    <a:pt x="799" y="1427"/>
                    <a:pt x="858" y="1418"/>
                    <a:pt x="917" y="1410"/>
                  </a:cubicBezTo>
                  <a:cubicBezTo>
                    <a:pt x="1036" y="1374"/>
                    <a:pt x="1155" y="1315"/>
                    <a:pt x="1227" y="1243"/>
                  </a:cubicBezTo>
                  <a:lnTo>
                    <a:pt x="1238" y="1231"/>
                  </a:lnTo>
                  <a:cubicBezTo>
                    <a:pt x="1346" y="1112"/>
                    <a:pt x="1417" y="958"/>
                    <a:pt x="1429" y="779"/>
                  </a:cubicBezTo>
                  <a:cubicBezTo>
                    <a:pt x="1429" y="684"/>
                    <a:pt x="1429" y="600"/>
                    <a:pt x="1405" y="517"/>
                  </a:cubicBezTo>
                  <a:cubicBezTo>
                    <a:pt x="1358" y="362"/>
                    <a:pt x="1262" y="231"/>
                    <a:pt x="1143" y="148"/>
                  </a:cubicBezTo>
                  <a:cubicBezTo>
                    <a:pt x="1048" y="65"/>
                    <a:pt x="917" y="29"/>
                    <a:pt x="774" y="5"/>
                  </a:cubicBezTo>
                  <a:cubicBezTo>
                    <a:pt x="749" y="2"/>
                    <a:pt x="724" y="1"/>
                    <a:pt x="70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
            <p:cNvSpPr/>
            <p:nvPr/>
          </p:nvSpPr>
          <p:spPr>
            <a:xfrm>
              <a:off x="7027050" y="3205875"/>
              <a:ext cx="8950" cy="31275"/>
            </a:xfrm>
            <a:custGeom>
              <a:rect b="b" l="l" r="r" t="t"/>
              <a:pathLst>
                <a:path extrusionOk="0" h="1251" w="358">
                  <a:moveTo>
                    <a:pt x="358" y="1"/>
                  </a:moveTo>
                  <a:cubicBezTo>
                    <a:pt x="334" y="25"/>
                    <a:pt x="310" y="36"/>
                    <a:pt x="298" y="48"/>
                  </a:cubicBezTo>
                  <a:cubicBezTo>
                    <a:pt x="132" y="167"/>
                    <a:pt x="13" y="346"/>
                    <a:pt x="1" y="572"/>
                  </a:cubicBezTo>
                  <a:cubicBezTo>
                    <a:pt x="1" y="656"/>
                    <a:pt x="1" y="751"/>
                    <a:pt x="25" y="834"/>
                  </a:cubicBezTo>
                  <a:cubicBezTo>
                    <a:pt x="72" y="989"/>
                    <a:pt x="179" y="1108"/>
                    <a:pt x="275" y="1215"/>
                  </a:cubicBezTo>
                  <a:cubicBezTo>
                    <a:pt x="310" y="1227"/>
                    <a:pt x="322" y="1239"/>
                    <a:pt x="358" y="1251"/>
                  </a:cubicBezTo>
                  <a:lnTo>
                    <a:pt x="358" y="1"/>
                  </a:ln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
            <p:cNvSpPr/>
            <p:nvPr/>
          </p:nvSpPr>
          <p:spPr>
            <a:xfrm>
              <a:off x="6923175" y="1659900"/>
              <a:ext cx="35750" cy="35150"/>
            </a:xfrm>
            <a:custGeom>
              <a:rect b="b" l="l" r="r" t="t"/>
              <a:pathLst>
                <a:path extrusionOk="0" h="1406" w="1430">
                  <a:moveTo>
                    <a:pt x="681" y="1"/>
                  </a:moveTo>
                  <a:cubicBezTo>
                    <a:pt x="607" y="1"/>
                    <a:pt x="536" y="18"/>
                    <a:pt x="477" y="35"/>
                  </a:cubicBezTo>
                  <a:cubicBezTo>
                    <a:pt x="227" y="130"/>
                    <a:pt x="24" y="344"/>
                    <a:pt x="12" y="642"/>
                  </a:cubicBezTo>
                  <a:cubicBezTo>
                    <a:pt x="0" y="844"/>
                    <a:pt x="60" y="1035"/>
                    <a:pt x="179" y="1166"/>
                  </a:cubicBezTo>
                  <a:cubicBezTo>
                    <a:pt x="262" y="1285"/>
                    <a:pt x="405" y="1356"/>
                    <a:pt x="548" y="1392"/>
                  </a:cubicBezTo>
                  <a:cubicBezTo>
                    <a:pt x="584" y="1392"/>
                    <a:pt x="608" y="1404"/>
                    <a:pt x="655" y="1404"/>
                  </a:cubicBezTo>
                  <a:cubicBezTo>
                    <a:pt x="677" y="1405"/>
                    <a:pt x="698" y="1406"/>
                    <a:pt x="720" y="1406"/>
                  </a:cubicBezTo>
                  <a:cubicBezTo>
                    <a:pt x="874" y="1406"/>
                    <a:pt x="1016" y="1367"/>
                    <a:pt x="1132" y="1273"/>
                  </a:cubicBezTo>
                  <a:cubicBezTo>
                    <a:pt x="1263" y="1178"/>
                    <a:pt x="1370" y="1023"/>
                    <a:pt x="1394" y="844"/>
                  </a:cubicBezTo>
                  <a:cubicBezTo>
                    <a:pt x="1394" y="820"/>
                    <a:pt x="1417" y="797"/>
                    <a:pt x="1417" y="761"/>
                  </a:cubicBezTo>
                  <a:cubicBezTo>
                    <a:pt x="1429" y="546"/>
                    <a:pt x="1334" y="332"/>
                    <a:pt x="1191" y="189"/>
                  </a:cubicBezTo>
                  <a:cubicBezTo>
                    <a:pt x="1132" y="130"/>
                    <a:pt x="1060" y="82"/>
                    <a:pt x="977" y="46"/>
                  </a:cubicBezTo>
                  <a:cubicBezTo>
                    <a:pt x="917" y="35"/>
                    <a:pt x="846" y="11"/>
                    <a:pt x="774" y="11"/>
                  </a:cubicBezTo>
                  <a:cubicBezTo>
                    <a:pt x="743" y="4"/>
                    <a:pt x="712" y="1"/>
                    <a:pt x="6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
            <p:cNvSpPr/>
            <p:nvPr/>
          </p:nvSpPr>
          <p:spPr>
            <a:xfrm>
              <a:off x="6526400" y="2260750"/>
              <a:ext cx="36625" cy="35900"/>
            </a:xfrm>
            <a:custGeom>
              <a:rect b="b" l="l" r="r" t="t"/>
              <a:pathLst>
                <a:path extrusionOk="0" h="1436" w="1465">
                  <a:moveTo>
                    <a:pt x="756" y="1"/>
                  </a:moveTo>
                  <a:cubicBezTo>
                    <a:pt x="382" y="1"/>
                    <a:pt x="82" y="287"/>
                    <a:pt x="48" y="658"/>
                  </a:cubicBezTo>
                  <a:cubicBezTo>
                    <a:pt x="0" y="1063"/>
                    <a:pt x="298" y="1408"/>
                    <a:pt x="703" y="1432"/>
                  </a:cubicBezTo>
                  <a:cubicBezTo>
                    <a:pt x="727" y="1435"/>
                    <a:pt x="751" y="1436"/>
                    <a:pt x="775" y="1436"/>
                  </a:cubicBezTo>
                  <a:cubicBezTo>
                    <a:pt x="986" y="1436"/>
                    <a:pt x="1182" y="1343"/>
                    <a:pt x="1310" y="1182"/>
                  </a:cubicBezTo>
                  <a:cubicBezTo>
                    <a:pt x="1405" y="1075"/>
                    <a:pt x="1465" y="944"/>
                    <a:pt x="1465" y="765"/>
                  </a:cubicBezTo>
                  <a:lnTo>
                    <a:pt x="1465" y="754"/>
                  </a:lnTo>
                  <a:lnTo>
                    <a:pt x="1465" y="682"/>
                  </a:lnTo>
                  <a:cubicBezTo>
                    <a:pt x="1453" y="515"/>
                    <a:pt x="1393" y="384"/>
                    <a:pt x="1298" y="265"/>
                  </a:cubicBezTo>
                  <a:cubicBezTo>
                    <a:pt x="1179" y="123"/>
                    <a:pt x="1012" y="27"/>
                    <a:pt x="822" y="3"/>
                  </a:cubicBezTo>
                  <a:cubicBezTo>
                    <a:pt x="800" y="2"/>
                    <a:pt x="778" y="1"/>
                    <a:pt x="75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p:nvPr/>
          </p:nvSpPr>
          <p:spPr>
            <a:xfrm>
              <a:off x="5728375" y="4421425"/>
              <a:ext cx="51825" cy="50475"/>
            </a:xfrm>
            <a:custGeom>
              <a:rect b="b" l="l" r="r" t="t"/>
              <a:pathLst>
                <a:path extrusionOk="0" h="2019" w="2073">
                  <a:moveTo>
                    <a:pt x="1045" y="0"/>
                  </a:moveTo>
                  <a:cubicBezTo>
                    <a:pt x="521" y="0"/>
                    <a:pt x="71" y="402"/>
                    <a:pt x="48" y="932"/>
                  </a:cubicBezTo>
                  <a:cubicBezTo>
                    <a:pt x="1" y="1492"/>
                    <a:pt x="418" y="1980"/>
                    <a:pt x="965" y="2016"/>
                  </a:cubicBezTo>
                  <a:cubicBezTo>
                    <a:pt x="992" y="2018"/>
                    <a:pt x="1019" y="2019"/>
                    <a:pt x="1046" y="2019"/>
                  </a:cubicBezTo>
                  <a:cubicBezTo>
                    <a:pt x="1333" y="2019"/>
                    <a:pt x="1579" y="1903"/>
                    <a:pt x="1775" y="1718"/>
                  </a:cubicBezTo>
                  <a:cubicBezTo>
                    <a:pt x="1870" y="1611"/>
                    <a:pt x="1965" y="1480"/>
                    <a:pt x="2013" y="1325"/>
                  </a:cubicBezTo>
                  <a:cubicBezTo>
                    <a:pt x="2037" y="1266"/>
                    <a:pt x="2037" y="1194"/>
                    <a:pt x="2061" y="1135"/>
                  </a:cubicBezTo>
                  <a:lnTo>
                    <a:pt x="2061" y="1123"/>
                  </a:lnTo>
                  <a:lnTo>
                    <a:pt x="2061" y="1075"/>
                  </a:lnTo>
                  <a:cubicBezTo>
                    <a:pt x="2072" y="944"/>
                    <a:pt x="2061" y="813"/>
                    <a:pt x="2013" y="671"/>
                  </a:cubicBezTo>
                  <a:cubicBezTo>
                    <a:pt x="1977" y="599"/>
                    <a:pt x="1942" y="528"/>
                    <a:pt x="1894" y="456"/>
                  </a:cubicBezTo>
                  <a:cubicBezTo>
                    <a:pt x="1822" y="337"/>
                    <a:pt x="1703" y="218"/>
                    <a:pt x="1561" y="135"/>
                  </a:cubicBezTo>
                  <a:cubicBezTo>
                    <a:pt x="1430" y="63"/>
                    <a:pt x="1275" y="16"/>
                    <a:pt x="1132" y="4"/>
                  </a:cubicBezTo>
                  <a:cubicBezTo>
                    <a:pt x="1103" y="1"/>
                    <a:pt x="1074" y="0"/>
                    <a:pt x="104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6710950" y="4235475"/>
              <a:ext cx="20850" cy="20600"/>
            </a:xfrm>
            <a:custGeom>
              <a:rect b="b" l="l" r="r" t="t"/>
              <a:pathLst>
                <a:path extrusionOk="0" h="824" w="834">
                  <a:moveTo>
                    <a:pt x="405" y="0"/>
                  </a:moveTo>
                  <a:cubicBezTo>
                    <a:pt x="203" y="0"/>
                    <a:pt x="24" y="155"/>
                    <a:pt x="0" y="369"/>
                  </a:cubicBezTo>
                  <a:lnTo>
                    <a:pt x="0" y="417"/>
                  </a:lnTo>
                  <a:cubicBezTo>
                    <a:pt x="24" y="608"/>
                    <a:pt x="143" y="762"/>
                    <a:pt x="322" y="810"/>
                  </a:cubicBezTo>
                  <a:cubicBezTo>
                    <a:pt x="334" y="822"/>
                    <a:pt x="358" y="822"/>
                    <a:pt x="381" y="822"/>
                  </a:cubicBezTo>
                  <a:cubicBezTo>
                    <a:pt x="394" y="823"/>
                    <a:pt x="406" y="824"/>
                    <a:pt x="418" y="824"/>
                  </a:cubicBezTo>
                  <a:cubicBezTo>
                    <a:pt x="520" y="824"/>
                    <a:pt x="604" y="780"/>
                    <a:pt x="679" y="727"/>
                  </a:cubicBezTo>
                  <a:cubicBezTo>
                    <a:pt x="703" y="703"/>
                    <a:pt x="739" y="667"/>
                    <a:pt x="750" y="643"/>
                  </a:cubicBezTo>
                  <a:cubicBezTo>
                    <a:pt x="798" y="584"/>
                    <a:pt x="822" y="524"/>
                    <a:pt x="822" y="453"/>
                  </a:cubicBezTo>
                  <a:cubicBezTo>
                    <a:pt x="834" y="227"/>
                    <a:pt x="679" y="36"/>
                    <a:pt x="4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6828225" y="3855375"/>
              <a:ext cx="21150" cy="20450"/>
            </a:xfrm>
            <a:custGeom>
              <a:rect b="b" l="l" r="r" t="t"/>
              <a:pathLst>
                <a:path extrusionOk="0" h="818" w="846">
                  <a:moveTo>
                    <a:pt x="465" y="0"/>
                  </a:moveTo>
                  <a:cubicBezTo>
                    <a:pt x="393" y="0"/>
                    <a:pt x="334" y="12"/>
                    <a:pt x="274" y="24"/>
                  </a:cubicBezTo>
                  <a:lnTo>
                    <a:pt x="250" y="24"/>
                  </a:lnTo>
                  <a:cubicBezTo>
                    <a:pt x="119" y="83"/>
                    <a:pt x="36" y="203"/>
                    <a:pt x="12" y="369"/>
                  </a:cubicBezTo>
                  <a:cubicBezTo>
                    <a:pt x="0" y="429"/>
                    <a:pt x="12" y="488"/>
                    <a:pt x="36" y="536"/>
                  </a:cubicBezTo>
                  <a:cubicBezTo>
                    <a:pt x="60" y="595"/>
                    <a:pt x="96" y="631"/>
                    <a:pt x="119" y="679"/>
                  </a:cubicBezTo>
                  <a:cubicBezTo>
                    <a:pt x="191" y="774"/>
                    <a:pt x="286" y="810"/>
                    <a:pt x="369" y="810"/>
                  </a:cubicBezTo>
                  <a:cubicBezTo>
                    <a:pt x="392" y="815"/>
                    <a:pt x="415" y="817"/>
                    <a:pt x="438" y="817"/>
                  </a:cubicBezTo>
                  <a:cubicBezTo>
                    <a:pt x="521" y="817"/>
                    <a:pt x="599" y="785"/>
                    <a:pt x="655" y="738"/>
                  </a:cubicBezTo>
                  <a:cubicBezTo>
                    <a:pt x="762" y="679"/>
                    <a:pt x="822" y="572"/>
                    <a:pt x="834" y="441"/>
                  </a:cubicBezTo>
                  <a:cubicBezTo>
                    <a:pt x="846" y="357"/>
                    <a:pt x="822" y="250"/>
                    <a:pt x="762" y="179"/>
                  </a:cubicBezTo>
                  <a:cubicBezTo>
                    <a:pt x="703" y="72"/>
                    <a:pt x="596" y="12"/>
                    <a:pt x="46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
            <p:cNvSpPr/>
            <p:nvPr/>
          </p:nvSpPr>
          <p:spPr>
            <a:xfrm>
              <a:off x="6930325" y="4028600"/>
              <a:ext cx="21450" cy="20575"/>
            </a:xfrm>
            <a:custGeom>
              <a:rect b="b" l="l" r="r" t="t"/>
              <a:pathLst>
                <a:path extrusionOk="0" h="823" w="858">
                  <a:moveTo>
                    <a:pt x="476" y="1"/>
                  </a:moveTo>
                  <a:cubicBezTo>
                    <a:pt x="357" y="1"/>
                    <a:pt x="250" y="36"/>
                    <a:pt x="179" y="96"/>
                  </a:cubicBezTo>
                  <a:cubicBezTo>
                    <a:pt x="84" y="155"/>
                    <a:pt x="24" y="251"/>
                    <a:pt x="12" y="370"/>
                  </a:cubicBezTo>
                  <a:cubicBezTo>
                    <a:pt x="0" y="608"/>
                    <a:pt x="143" y="810"/>
                    <a:pt x="381" y="822"/>
                  </a:cubicBezTo>
                  <a:cubicBezTo>
                    <a:pt x="453" y="822"/>
                    <a:pt x="512" y="810"/>
                    <a:pt x="572" y="786"/>
                  </a:cubicBezTo>
                  <a:cubicBezTo>
                    <a:pt x="727" y="751"/>
                    <a:pt x="834" y="608"/>
                    <a:pt x="846" y="453"/>
                  </a:cubicBezTo>
                  <a:cubicBezTo>
                    <a:pt x="857" y="215"/>
                    <a:pt x="679" y="12"/>
                    <a:pt x="4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
            <p:cNvSpPr/>
            <p:nvPr/>
          </p:nvSpPr>
          <p:spPr>
            <a:xfrm>
              <a:off x="6984800" y="3178775"/>
              <a:ext cx="21450" cy="20600"/>
            </a:xfrm>
            <a:custGeom>
              <a:rect b="b" l="l" r="r" t="t"/>
              <a:pathLst>
                <a:path extrusionOk="0" h="824" w="858">
                  <a:moveTo>
                    <a:pt x="440" y="1"/>
                  </a:moveTo>
                  <a:cubicBezTo>
                    <a:pt x="225" y="1"/>
                    <a:pt x="47" y="152"/>
                    <a:pt x="24" y="370"/>
                  </a:cubicBezTo>
                  <a:cubicBezTo>
                    <a:pt x="0" y="608"/>
                    <a:pt x="155" y="799"/>
                    <a:pt x="393" y="823"/>
                  </a:cubicBezTo>
                  <a:cubicBezTo>
                    <a:pt x="402" y="823"/>
                    <a:pt x="411" y="823"/>
                    <a:pt x="420" y="823"/>
                  </a:cubicBezTo>
                  <a:cubicBezTo>
                    <a:pt x="646" y="823"/>
                    <a:pt x="822" y="682"/>
                    <a:pt x="834" y="442"/>
                  </a:cubicBezTo>
                  <a:cubicBezTo>
                    <a:pt x="857" y="204"/>
                    <a:pt x="703" y="13"/>
                    <a:pt x="464" y="1"/>
                  </a:cubicBezTo>
                  <a:cubicBezTo>
                    <a:pt x="456" y="1"/>
                    <a:pt x="448" y="1"/>
                    <a:pt x="4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6950250" y="2089625"/>
              <a:ext cx="20875" cy="20600"/>
            </a:xfrm>
            <a:custGeom>
              <a:rect b="b" l="l" r="r" t="t"/>
              <a:pathLst>
                <a:path extrusionOk="0" h="824" w="835">
                  <a:moveTo>
                    <a:pt x="410" y="1"/>
                  </a:moveTo>
                  <a:cubicBezTo>
                    <a:pt x="287" y="1"/>
                    <a:pt x="183" y="47"/>
                    <a:pt x="108" y="121"/>
                  </a:cubicBezTo>
                  <a:cubicBezTo>
                    <a:pt x="49" y="205"/>
                    <a:pt x="1" y="276"/>
                    <a:pt x="1" y="383"/>
                  </a:cubicBezTo>
                  <a:lnTo>
                    <a:pt x="1" y="419"/>
                  </a:lnTo>
                  <a:cubicBezTo>
                    <a:pt x="1" y="574"/>
                    <a:pt x="72" y="693"/>
                    <a:pt x="191" y="764"/>
                  </a:cubicBezTo>
                  <a:cubicBezTo>
                    <a:pt x="239" y="800"/>
                    <a:pt x="299" y="824"/>
                    <a:pt x="370" y="824"/>
                  </a:cubicBezTo>
                  <a:cubicBezTo>
                    <a:pt x="441" y="824"/>
                    <a:pt x="525" y="812"/>
                    <a:pt x="584" y="776"/>
                  </a:cubicBezTo>
                  <a:cubicBezTo>
                    <a:pt x="692" y="741"/>
                    <a:pt x="751" y="657"/>
                    <a:pt x="787" y="574"/>
                  </a:cubicBezTo>
                  <a:cubicBezTo>
                    <a:pt x="811" y="538"/>
                    <a:pt x="822" y="502"/>
                    <a:pt x="822" y="455"/>
                  </a:cubicBezTo>
                  <a:cubicBezTo>
                    <a:pt x="834" y="324"/>
                    <a:pt x="787" y="217"/>
                    <a:pt x="703" y="121"/>
                  </a:cubicBezTo>
                  <a:cubicBezTo>
                    <a:pt x="656" y="98"/>
                    <a:pt x="608" y="50"/>
                    <a:pt x="549" y="38"/>
                  </a:cubicBezTo>
                  <a:cubicBezTo>
                    <a:pt x="525" y="26"/>
                    <a:pt x="489" y="2"/>
                    <a:pt x="453" y="2"/>
                  </a:cubicBezTo>
                  <a:cubicBezTo>
                    <a:pt x="439" y="1"/>
                    <a:pt x="424" y="1"/>
                    <a:pt x="4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6882700" y="3304975"/>
              <a:ext cx="21450" cy="20600"/>
            </a:xfrm>
            <a:custGeom>
              <a:rect b="b" l="l" r="r" t="t"/>
              <a:pathLst>
                <a:path extrusionOk="0" h="824" w="858">
                  <a:moveTo>
                    <a:pt x="425" y="1"/>
                  </a:moveTo>
                  <a:cubicBezTo>
                    <a:pt x="200" y="1"/>
                    <a:pt x="24" y="142"/>
                    <a:pt x="12" y="371"/>
                  </a:cubicBezTo>
                  <a:cubicBezTo>
                    <a:pt x="0" y="490"/>
                    <a:pt x="36" y="597"/>
                    <a:pt x="119" y="680"/>
                  </a:cubicBezTo>
                  <a:cubicBezTo>
                    <a:pt x="179" y="764"/>
                    <a:pt x="274" y="799"/>
                    <a:pt x="381" y="823"/>
                  </a:cubicBezTo>
                  <a:cubicBezTo>
                    <a:pt x="391" y="824"/>
                    <a:pt x="400" y="824"/>
                    <a:pt x="410" y="824"/>
                  </a:cubicBezTo>
                  <a:cubicBezTo>
                    <a:pt x="623" y="824"/>
                    <a:pt x="799" y="694"/>
                    <a:pt x="834" y="478"/>
                  </a:cubicBezTo>
                  <a:lnTo>
                    <a:pt x="834" y="442"/>
                  </a:lnTo>
                  <a:cubicBezTo>
                    <a:pt x="857" y="252"/>
                    <a:pt x="727" y="61"/>
                    <a:pt x="512" y="13"/>
                  </a:cubicBezTo>
                  <a:cubicBezTo>
                    <a:pt x="500" y="2"/>
                    <a:pt x="476" y="2"/>
                    <a:pt x="453" y="2"/>
                  </a:cubicBezTo>
                  <a:cubicBezTo>
                    <a:pt x="443" y="1"/>
                    <a:pt x="434" y="1"/>
                    <a:pt x="4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6801125" y="3180575"/>
              <a:ext cx="21475" cy="20600"/>
            </a:xfrm>
            <a:custGeom>
              <a:rect b="b" l="l" r="r" t="t"/>
              <a:pathLst>
                <a:path extrusionOk="0" h="824" w="859">
                  <a:moveTo>
                    <a:pt x="418" y="1"/>
                  </a:moveTo>
                  <a:cubicBezTo>
                    <a:pt x="203" y="1"/>
                    <a:pt x="25" y="155"/>
                    <a:pt x="13" y="370"/>
                  </a:cubicBezTo>
                  <a:cubicBezTo>
                    <a:pt x="1" y="620"/>
                    <a:pt x="144" y="810"/>
                    <a:pt x="382" y="822"/>
                  </a:cubicBezTo>
                  <a:cubicBezTo>
                    <a:pt x="392" y="823"/>
                    <a:pt x="402" y="823"/>
                    <a:pt x="412" y="823"/>
                  </a:cubicBezTo>
                  <a:cubicBezTo>
                    <a:pt x="579" y="823"/>
                    <a:pt x="731" y="730"/>
                    <a:pt x="799" y="572"/>
                  </a:cubicBezTo>
                  <a:cubicBezTo>
                    <a:pt x="822" y="536"/>
                    <a:pt x="834" y="489"/>
                    <a:pt x="834" y="453"/>
                  </a:cubicBezTo>
                  <a:cubicBezTo>
                    <a:pt x="858" y="227"/>
                    <a:pt x="703" y="25"/>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 name="Google Shape;85;p2"/>
          <p:cNvGrpSpPr/>
          <p:nvPr/>
        </p:nvGrpSpPr>
        <p:grpSpPr>
          <a:xfrm flipH="1">
            <a:off x="266" y="51528"/>
            <a:ext cx="1978228" cy="4794296"/>
            <a:chOff x="5728375" y="1492875"/>
            <a:chExt cx="1308525" cy="3171250"/>
          </a:xfrm>
        </p:grpSpPr>
        <p:sp>
          <p:nvSpPr>
            <p:cNvPr id="86" name="Google Shape;86;p2"/>
            <p:cNvSpPr/>
            <p:nvPr/>
          </p:nvSpPr>
          <p:spPr>
            <a:xfrm>
              <a:off x="6942225" y="2835900"/>
              <a:ext cx="625" cy="925"/>
            </a:xfrm>
            <a:custGeom>
              <a:rect b="b" l="l" r="r" t="t"/>
              <a:pathLst>
                <a:path extrusionOk="0" h="37" w="25">
                  <a:moveTo>
                    <a:pt x="24" y="0"/>
                  </a:moveTo>
                  <a:lnTo>
                    <a:pt x="24" y="0"/>
                  </a:lnTo>
                  <a:cubicBezTo>
                    <a:pt x="12" y="12"/>
                    <a:pt x="12" y="24"/>
                    <a:pt x="0" y="36"/>
                  </a:cubicBezTo>
                  <a:cubicBezTo>
                    <a:pt x="12" y="36"/>
                    <a:pt x="12" y="24"/>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
            <p:cNvSpPr/>
            <p:nvPr/>
          </p:nvSpPr>
          <p:spPr>
            <a:xfrm>
              <a:off x="6942225" y="2836800"/>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p:nvPr/>
          </p:nvSpPr>
          <p:spPr>
            <a:xfrm>
              <a:off x="6945500" y="2844825"/>
              <a:ext cx="42300" cy="133375"/>
            </a:xfrm>
            <a:custGeom>
              <a:rect b="b" l="l" r="r" t="t"/>
              <a:pathLst>
                <a:path extrusionOk="0" h="5335" w="1692">
                  <a:moveTo>
                    <a:pt x="346" y="0"/>
                  </a:moveTo>
                  <a:lnTo>
                    <a:pt x="203" y="12"/>
                  </a:lnTo>
                  <a:lnTo>
                    <a:pt x="0" y="453"/>
                  </a:lnTo>
                  <a:lnTo>
                    <a:pt x="1215" y="5263"/>
                  </a:lnTo>
                  <a:lnTo>
                    <a:pt x="1691" y="5334"/>
                  </a:lnTo>
                  <a:lnTo>
                    <a:pt x="1691" y="5334"/>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6943725" y="2835300"/>
              <a:ext cx="300" cy="25"/>
            </a:xfrm>
            <a:custGeom>
              <a:rect b="b" l="l" r="r" t="t"/>
              <a:pathLst>
                <a:path extrusionOk="0" h="1" w="12">
                  <a:moveTo>
                    <a:pt x="0" y="0"/>
                  </a:moveTo>
                  <a:lnTo>
                    <a:pt x="0" y="0"/>
                  </a:lnTo>
                  <a:cubicBezTo>
                    <a:pt x="12" y="0"/>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
            <p:cNvSpPr/>
            <p:nvPr/>
          </p:nvSpPr>
          <p:spPr>
            <a:xfrm>
              <a:off x="6945500" y="2834575"/>
              <a:ext cx="625" cy="150"/>
            </a:xfrm>
            <a:custGeom>
              <a:rect b="b" l="l" r="r" t="t"/>
              <a:pathLst>
                <a:path extrusionOk="0" h="6" w="25">
                  <a:moveTo>
                    <a:pt x="15" y="0"/>
                  </a:moveTo>
                  <a:cubicBezTo>
                    <a:pt x="11" y="0"/>
                    <a:pt x="8" y="6"/>
                    <a:pt x="0" y="6"/>
                  </a:cubicBezTo>
                  <a:lnTo>
                    <a:pt x="24" y="6"/>
                  </a:lnTo>
                  <a:cubicBezTo>
                    <a:pt x="20" y="2"/>
                    <a:pt x="18" y="0"/>
                    <a:pt x="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
            <p:cNvSpPr/>
            <p:nvPr/>
          </p:nvSpPr>
          <p:spPr>
            <a:xfrm>
              <a:off x="6943125" y="2835625"/>
              <a:ext cx="550" cy="300"/>
            </a:xfrm>
            <a:custGeom>
              <a:rect b="b" l="l" r="r" t="t"/>
              <a:pathLst>
                <a:path extrusionOk="0" h="12" w="22">
                  <a:moveTo>
                    <a:pt x="16" y="1"/>
                  </a:moveTo>
                  <a:cubicBezTo>
                    <a:pt x="13" y="1"/>
                    <a:pt x="8" y="3"/>
                    <a:pt x="0" y="11"/>
                  </a:cubicBezTo>
                  <a:cubicBezTo>
                    <a:pt x="16" y="11"/>
                    <a:pt x="21" y="1"/>
                    <a:pt x="1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
            <p:cNvSpPr/>
            <p:nvPr/>
          </p:nvSpPr>
          <p:spPr>
            <a:xfrm>
              <a:off x="6978825" y="2988300"/>
              <a:ext cx="57175" cy="218500"/>
            </a:xfrm>
            <a:custGeom>
              <a:rect b="b" l="l" r="r" t="t"/>
              <a:pathLst>
                <a:path extrusionOk="0" h="8740" w="2287">
                  <a:moveTo>
                    <a:pt x="1" y="0"/>
                  </a:moveTo>
                  <a:lnTo>
                    <a:pt x="2227" y="8739"/>
                  </a:lnTo>
                  <a:cubicBezTo>
                    <a:pt x="2239" y="8728"/>
                    <a:pt x="2251" y="8704"/>
                    <a:pt x="2287" y="8692"/>
                  </a:cubicBezTo>
                  <a:lnTo>
                    <a:pt x="2287" y="7180"/>
                  </a:lnTo>
                  <a:lnTo>
                    <a:pt x="477" y="72"/>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
            <p:cNvSpPr/>
            <p:nvPr/>
          </p:nvSpPr>
          <p:spPr>
            <a:xfrm>
              <a:off x="6796675" y="2972825"/>
              <a:ext cx="91400" cy="176525"/>
            </a:xfrm>
            <a:custGeom>
              <a:rect b="b" l="l" r="r" t="t"/>
              <a:pathLst>
                <a:path extrusionOk="0" h="7061" w="3656">
                  <a:moveTo>
                    <a:pt x="3203" y="0"/>
                  </a:moveTo>
                  <a:lnTo>
                    <a:pt x="0" y="6632"/>
                  </a:lnTo>
                  <a:lnTo>
                    <a:pt x="286" y="7061"/>
                  </a:lnTo>
                  <a:lnTo>
                    <a:pt x="3656" y="48"/>
                  </a:lnTo>
                  <a:lnTo>
                    <a:pt x="3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
            <p:cNvSpPr/>
            <p:nvPr/>
          </p:nvSpPr>
          <p:spPr>
            <a:xfrm>
              <a:off x="6629100" y="3150225"/>
              <a:ext cx="168775" cy="337550"/>
            </a:xfrm>
            <a:custGeom>
              <a:rect b="b" l="l" r="r" t="t"/>
              <a:pathLst>
                <a:path extrusionOk="0" h="13502" w="6751">
                  <a:moveTo>
                    <a:pt x="6465" y="0"/>
                  </a:moveTo>
                  <a:lnTo>
                    <a:pt x="0" y="13359"/>
                  </a:lnTo>
                  <a:cubicBezTo>
                    <a:pt x="155" y="13359"/>
                    <a:pt x="274" y="13419"/>
                    <a:pt x="381" y="13502"/>
                  </a:cubicBezTo>
                  <a:lnTo>
                    <a:pt x="464" y="13442"/>
                  </a:lnTo>
                  <a:lnTo>
                    <a:pt x="6751" y="429"/>
                  </a:lnTo>
                  <a:lnTo>
                    <a:pt x="646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
            <p:cNvSpPr/>
            <p:nvPr/>
          </p:nvSpPr>
          <p:spPr>
            <a:xfrm>
              <a:off x="6945500" y="283470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
            <p:cNvSpPr/>
            <p:nvPr/>
          </p:nvSpPr>
          <p:spPr>
            <a:xfrm>
              <a:off x="6943725" y="2835300"/>
              <a:ext cx="0" cy="625"/>
            </a:xfrm>
            <a:custGeom>
              <a:rect b="b" l="l" r="r" t="t"/>
              <a:pathLst>
                <a:path extrusionOk="0" h="25" w="120000">
                  <a:moveTo>
                    <a:pt x="0" y="24"/>
                  </a:moveTo>
                  <a:cubicBezTo>
                    <a:pt x="0" y="24"/>
                    <a:pt x="0" y="0"/>
                    <a:pt x="0" y="24"/>
                  </a:cubicBezTo>
                  <a:cubicBezTo>
                    <a:pt x="0" y="0"/>
                    <a:pt x="0" y="0"/>
                    <a:pt x="0" y="24"/>
                  </a:cubicBezTo>
                  <a:cubicBezTo>
                    <a:pt x="0" y="0"/>
                    <a:pt x="0" y="0"/>
                    <a:pt x="0" y="24"/>
                  </a:cubicBez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
            <p:cNvSpPr/>
            <p:nvPr/>
          </p:nvSpPr>
          <p:spPr>
            <a:xfrm>
              <a:off x="6942225" y="2836800"/>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
            <p:cNvSpPr/>
            <p:nvPr/>
          </p:nvSpPr>
          <p:spPr>
            <a:xfrm>
              <a:off x="6881800" y="2836500"/>
              <a:ext cx="68775" cy="126825"/>
            </a:xfrm>
            <a:custGeom>
              <a:rect b="b" l="l" r="r" t="t"/>
              <a:pathLst>
                <a:path extrusionOk="0" h="5073" w="2751">
                  <a:moveTo>
                    <a:pt x="2429" y="0"/>
                  </a:moveTo>
                  <a:cubicBezTo>
                    <a:pt x="2417" y="0"/>
                    <a:pt x="2417" y="12"/>
                    <a:pt x="2417" y="12"/>
                  </a:cubicBezTo>
                  <a:lnTo>
                    <a:pt x="1" y="5001"/>
                  </a:lnTo>
                  <a:lnTo>
                    <a:pt x="465" y="5072"/>
                  </a:lnTo>
                  <a:lnTo>
                    <a:pt x="2548" y="774"/>
                  </a:lnTo>
                  <a:lnTo>
                    <a:pt x="2751" y="345"/>
                  </a:lnTo>
                  <a:lnTo>
                    <a:pt x="2632" y="357"/>
                  </a:lnTo>
                  <a:cubicBezTo>
                    <a:pt x="2624" y="358"/>
                    <a:pt x="2615" y="358"/>
                    <a:pt x="2607" y="358"/>
                  </a:cubicBezTo>
                  <a:cubicBezTo>
                    <a:pt x="2488" y="358"/>
                    <a:pt x="2394" y="276"/>
                    <a:pt x="2394" y="131"/>
                  </a:cubicBezTo>
                  <a:cubicBezTo>
                    <a:pt x="2394" y="95"/>
                    <a:pt x="2394" y="48"/>
                    <a:pt x="242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
            <p:cNvSpPr/>
            <p:nvPr/>
          </p:nvSpPr>
          <p:spPr>
            <a:xfrm>
              <a:off x="6902350" y="1492875"/>
              <a:ext cx="133950" cy="92000"/>
            </a:xfrm>
            <a:custGeom>
              <a:rect b="b" l="l" r="r" t="t"/>
              <a:pathLst>
                <a:path extrusionOk="0" h="3680" w="5358">
                  <a:moveTo>
                    <a:pt x="5358" y="0"/>
                  </a:moveTo>
                  <a:lnTo>
                    <a:pt x="0" y="3275"/>
                  </a:lnTo>
                  <a:lnTo>
                    <a:pt x="202" y="3679"/>
                  </a:lnTo>
                  <a:lnTo>
                    <a:pt x="5358" y="524"/>
                  </a:lnTo>
                  <a:lnTo>
                    <a:pt x="5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
            <p:cNvSpPr/>
            <p:nvPr/>
          </p:nvSpPr>
          <p:spPr>
            <a:xfrm>
              <a:off x="6839525" y="1837250"/>
              <a:ext cx="325" cy="925"/>
            </a:xfrm>
            <a:custGeom>
              <a:rect b="b" l="l" r="r" t="t"/>
              <a:pathLst>
                <a:path extrusionOk="0" h="37" w="13">
                  <a:moveTo>
                    <a:pt x="13" y="1"/>
                  </a:moveTo>
                  <a:cubicBezTo>
                    <a:pt x="1" y="1"/>
                    <a:pt x="1" y="25"/>
                    <a:pt x="1" y="37"/>
                  </a:cubicBezTo>
                  <a:cubicBezTo>
                    <a:pt x="1" y="25"/>
                    <a:pt x="1" y="13"/>
                    <a:pt x="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
            <p:cNvSpPr/>
            <p:nvPr/>
          </p:nvSpPr>
          <p:spPr>
            <a:xfrm>
              <a:off x="6839525" y="1689025"/>
              <a:ext cx="97375" cy="151525"/>
            </a:xfrm>
            <a:custGeom>
              <a:rect b="b" l="l" r="r" t="t"/>
              <a:pathLst>
                <a:path extrusionOk="0" h="6061" w="3895">
                  <a:moveTo>
                    <a:pt x="20" y="5898"/>
                  </a:moveTo>
                  <a:cubicBezTo>
                    <a:pt x="13" y="5908"/>
                    <a:pt x="6" y="5919"/>
                    <a:pt x="1" y="5930"/>
                  </a:cubicBezTo>
                  <a:lnTo>
                    <a:pt x="20" y="5898"/>
                  </a:lnTo>
                  <a:close/>
                  <a:moveTo>
                    <a:pt x="3513" y="1"/>
                  </a:moveTo>
                  <a:lnTo>
                    <a:pt x="20" y="5898"/>
                  </a:lnTo>
                  <a:lnTo>
                    <a:pt x="20" y="5898"/>
                  </a:lnTo>
                  <a:cubicBezTo>
                    <a:pt x="42" y="5867"/>
                    <a:pt x="69" y="5844"/>
                    <a:pt x="96" y="5835"/>
                  </a:cubicBezTo>
                  <a:cubicBezTo>
                    <a:pt x="130" y="5818"/>
                    <a:pt x="166" y="5809"/>
                    <a:pt x="201" y="5809"/>
                  </a:cubicBezTo>
                  <a:cubicBezTo>
                    <a:pt x="288" y="5809"/>
                    <a:pt x="368" y="5860"/>
                    <a:pt x="394" y="5954"/>
                  </a:cubicBezTo>
                  <a:lnTo>
                    <a:pt x="441" y="6061"/>
                  </a:lnTo>
                  <a:lnTo>
                    <a:pt x="3894" y="239"/>
                  </a:lnTo>
                  <a:cubicBezTo>
                    <a:pt x="3727" y="191"/>
                    <a:pt x="3597" y="120"/>
                    <a:pt x="35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
            <p:cNvSpPr/>
            <p:nvPr/>
          </p:nvSpPr>
          <p:spPr>
            <a:xfrm>
              <a:off x="6838950" y="1834425"/>
              <a:ext cx="124725" cy="258250"/>
            </a:xfrm>
            <a:custGeom>
              <a:rect b="b" l="l" r="r" t="t"/>
              <a:pathLst>
                <a:path extrusionOk="0" h="10330" w="4989">
                  <a:moveTo>
                    <a:pt x="212" y="0"/>
                  </a:moveTo>
                  <a:cubicBezTo>
                    <a:pt x="182" y="0"/>
                    <a:pt x="150" y="6"/>
                    <a:pt x="119" y="19"/>
                  </a:cubicBezTo>
                  <a:cubicBezTo>
                    <a:pt x="83" y="31"/>
                    <a:pt x="48" y="66"/>
                    <a:pt x="24" y="102"/>
                  </a:cubicBezTo>
                  <a:cubicBezTo>
                    <a:pt x="24" y="126"/>
                    <a:pt x="0" y="138"/>
                    <a:pt x="0" y="150"/>
                  </a:cubicBezTo>
                  <a:lnTo>
                    <a:pt x="0" y="162"/>
                  </a:lnTo>
                  <a:lnTo>
                    <a:pt x="0" y="197"/>
                  </a:lnTo>
                  <a:lnTo>
                    <a:pt x="0" y="209"/>
                  </a:lnTo>
                  <a:lnTo>
                    <a:pt x="0" y="245"/>
                  </a:lnTo>
                  <a:lnTo>
                    <a:pt x="0" y="257"/>
                  </a:lnTo>
                  <a:cubicBezTo>
                    <a:pt x="0" y="269"/>
                    <a:pt x="24" y="281"/>
                    <a:pt x="24" y="304"/>
                  </a:cubicBezTo>
                  <a:lnTo>
                    <a:pt x="4560" y="10329"/>
                  </a:lnTo>
                  <a:cubicBezTo>
                    <a:pt x="4624" y="10255"/>
                    <a:pt x="4736" y="10209"/>
                    <a:pt x="4845" y="10209"/>
                  </a:cubicBezTo>
                  <a:cubicBezTo>
                    <a:pt x="4857" y="10209"/>
                    <a:pt x="4869" y="10209"/>
                    <a:pt x="4882" y="10210"/>
                  </a:cubicBezTo>
                  <a:cubicBezTo>
                    <a:pt x="4917" y="10210"/>
                    <a:pt x="4965" y="10222"/>
                    <a:pt x="4989" y="10246"/>
                  </a:cubicBezTo>
                  <a:lnTo>
                    <a:pt x="464" y="221"/>
                  </a:lnTo>
                  <a:lnTo>
                    <a:pt x="417" y="126"/>
                  </a:lnTo>
                  <a:cubicBezTo>
                    <a:pt x="373" y="47"/>
                    <a:pt x="297" y="0"/>
                    <a:pt x="2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2"/>
            <p:cNvSpPr/>
            <p:nvPr/>
          </p:nvSpPr>
          <p:spPr>
            <a:xfrm>
              <a:off x="6945800" y="1529475"/>
              <a:ext cx="90500" cy="135175"/>
            </a:xfrm>
            <a:custGeom>
              <a:rect b="b" l="l" r="r" t="t"/>
              <a:pathLst>
                <a:path extrusionOk="0" h="5407" w="3620">
                  <a:moveTo>
                    <a:pt x="3620" y="1"/>
                  </a:moveTo>
                  <a:lnTo>
                    <a:pt x="0" y="5073"/>
                  </a:lnTo>
                  <a:lnTo>
                    <a:pt x="108" y="5263"/>
                  </a:lnTo>
                  <a:cubicBezTo>
                    <a:pt x="179" y="5299"/>
                    <a:pt x="250" y="5335"/>
                    <a:pt x="310" y="5406"/>
                  </a:cubicBezTo>
                  <a:lnTo>
                    <a:pt x="3620" y="775"/>
                  </a:lnTo>
                  <a:lnTo>
                    <a:pt x="36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
            <p:cNvSpPr/>
            <p:nvPr/>
          </p:nvSpPr>
          <p:spPr>
            <a:xfrm>
              <a:off x="6951750" y="1681000"/>
              <a:ext cx="84550" cy="169075"/>
            </a:xfrm>
            <a:custGeom>
              <a:rect b="b" l="l" r="r" t="t"/>
              <a:pathLst>
                <a:path extrusionOk="0" h="6763" w="3382">
                  <a:moveTo>
                    <a:pt x="286" y="0"/>
                  </a:moveTo>
                  <a:cubicBezTo>
                    <a:pt x="239" y="179"/>
                    <a:pt x="155" y="334"/>
                    <a:pt x="0" y="429"/>
                  </a:cubicBezTo>
                  <a:lnTo>
                    <a:pt x="3382" y="6763"/>
                  </a:lnTo>
                  <a:lnTo>
                    <a:pt x="3382" y="5810"/>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2"/>
            <p:cNvSpPr/>
            <p:nvPr/>
          </p:nvSpPr>
          <p:spPr>
            <a:xfrm>
              <a:off x="6891325" y="1570800"/>
              <a:ext cx="56875" cy="90275"/>
            </a:xfrm>
            <a:custGeom>
              <a:rect b="b" l="l" r="r" t="t"/>
              <a:pathLst>
                <a:path extrusionOk="0" h="3611" w="2275">
                  <a:moveTo>
                    <a:pt x="219" y="1"/>
                  </a:moveTo>
                  <a:cubicBezTo>
                    <a:pt x="185" y="1"/>
                    <a:pt x="151" y="9"/>
                    <a:pt x="120" y="27"/>
                  </a:cubicBezTo>
                  <a:cubicBezTo>
                    <a:pt x="84" y="62"/>
                    <a:pt x="48" y="86"/>
                    <a:pt x="36" y="122"/>
                  </a:cubicBezTo>
                  <a:cubicBezTo>
                    <a:pt x="24" y="146"/>
                    <a:pt x="1" y="193"/>
                    <a:pt x="1" y="241"/>
                  </a:cubicBezTo>
                  <a:cubicBezTo>
                    <a:pt x="72" y="205"/>
                    <a:pt x="143" y="193"/>
                    <a:pt x="215" y="193"/>
                  </a:cubicBezTo>
                  <a:cubicBezTo>
                    <a:pt x="405" y="205"/>
                    <a:pt x="572" y="384"/>
                    <a:pt x="548" y="574"/>
                  </a:cubicBezTo>
                  <a:cubicBezTo>
                    <a:pt x="524" y="717"/>
                    <a:pt x="441" y="836"/>
                    <a:pt x="322" y="872"/>
                  </a:cubicBezTo>
                  <a:lnTo>
                    <a:pt x="1763" y="3587"/>
                  </a:lnTo>
                  <a:cubicBezTo>
                    <a:pt x="1834" y="3560"/>
                    <a:pt x="1906" y="3546"/>
                    <a:pt x="1982" y="3546"/>
                  </a:cubicBezTo>
                  <a:cubicBezTo>
                    <a:pt x="2007" y="3546"/>
                    <a:pt x="2034" y="3548"/>
                    <a:pt x="2060" y="3551"/>
                  </a:cubicBezTo>
                  <a:cubicBezTo>
                    <a:pt x="2132" y="3575"/>
                    <a:pt x="2215" y="3587"/>
                    <a:pt x="2275" y="3610"/>
                  </a:cubicBezTo>
                  <a:lnTo>
                    <a:pt x="2167" y="3420"/>
                  </a:lnTo>
                  <a:lnTo>
                    <a:pt x="643" y="551"/>
                  </a:lnTo>
                  <a:lnTo>
                    <a:pt x="441" y="146"/>
                  </a:lnTo>
                  <a:lnTo>
                    <a:pt x="417" y="122"/>
                  </a:lnTo>
                  <a:cubicBezTo>
                    <a:pt x="375" y="47"/>
                    <a:pt x="298" y="1"/>
                    <a:pt x="21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
            <p:cNvSpPr/>
            <p:nvPr/>
          </p:nvSpPr>
          <p:spPr>
            <a:xfrm>
              <a:off x="6967825" y="2063475"/>
              <a:ext cx="68475" cy="40500"/>
            </a:xfrm>
            <a:custGeom>
              <a:rect b="b" l="l" r="r" t="t"/>
              <a:pathLst>
                <a:path extrusionOk="0" h="1620" w="2739">
                  <a:moveTo>
                    <a:pt x="2739" y="1"/>
                  </a:moveTo>
                  <a:lnTo>
                    <a:pt x="0" y="1167"/>
                  </a:lnTo>
                  <a:cubicBezTo>
                    <a:pt x="72" y="1263"/>
                    <a:pt x="131" y="1370"/>
                    <a:pt x="119" y="1501"/>
                  </a:cubicBezTo>
                  <a:cubicBezTo>
                    <a:pt x="119" y="1548"/>
                    <a:pt x="108" y="1572"/>
                    <a:pt x="84" y="1620"/>
                  </a:cubicBezTo>
                  <a:lnTo>
                    <a:pt x="2739" y="489"/>
                  </a:lnTo>
                  <a:lnTo>
                    <a:pt x="27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
            <p:cNvSpPr/>
            <p:nvPr/>
          </p:nvSpPr>
          <p:spPr>
            <a:xfrm>
              <a:off x="6558850" y="2100100"/>
              <a:ext cx="396200" cy="178025"/>
            </a:xfrm>
            <a:custGeom>
              <a:rect b="b" l="l" r="r" t="t"/>
              <a:pathLst>
                <a:path extrusionOk="0" h="7121" w="15848">
                  <a:moveTo>
                    <a:pt x="15657" y="0"/>
                  </a:moveTo>
                  <a:lnTo>
                    <a:pt x="0" y="6703"/>
                  </a:lnTo>
                  <a:cubicBezTo>
                    <a:pt x="95" y="6822"/>
                    <a:pt x="155" y="6965"/>
                    <a:pt x="167" y="7120"/>
                  </a:cubicBezTo>
                  <a:lnTo>
                    <a:pt x="15824" y="417"/>
                  </a:lnTo>
                  <a:cubicBezTo>
                    <a:pt x="15836" y="393"/>
                    <a:pt x="15836" y="357"/>
                    <a:pt x="15847" y="345"/>
                  </a:cubicBezTo>
                  <a:cubicBezTo>
                    <a:pt x="15728" y="274"/>
                    <a:pt x="15657" y="155"/>
                    <a:pt x="1565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
            <p:cNvSpPr/>
            <p:nvPr/>
          </p:nvSpPr>
          <p:spPr>
            <a:xfrm>
              <a:off x="6954425" y="2108725"/>
              <a:ext cx="81875" cy="207200"/>
            </a:xfrm>
            <a:custGeom>
              <a:rect b="b" l="l" r="r" t="t"/>
              <a:pathLst>
                <a:path extrusionOk="0" h="8288" w="3275">
                  <a:moveTo>
                    <a:pt x="24" y="0"/>
                  </a:moveTo>
                  <a:cubicBezTo>
                    <a:pt x="13" y="36"/>
                    <a:pt x="1" y="48"/>
                    <a:pt x="1" y="60"/>
                  </a:cubicBezTo>
                  <a:cubicBezTo>
                    <a:pt x="1" y="108"/>
                    <a:pt x="1" y="155"/>
                    <a:pt x="13" y="191"/>
                  </a:cubicBezTo>
                  <a:lnTo>
                    <a:pt x="3275" y="8287"/>
                  </a:lnTo>
                  <a:lnTo>
                    <a:pt x="3275" y="7097"/>
                  </a:lnTo>
                  <a:lnTo>
                    <a:pt x="429" y="36"/>
                  </a:lnTo>
                  <a:cubicBezTo>
                    <a:pt x="417" y="36"/>
                    <a:pt x="417" y="12"/>
                    <a:pt x="417" y="12"/>
                  </a:cubicBezTo>
                  <a:cubicBezTo>
                    <a:pt x="358" y="48"/>
                    <a:pt x="286" y="60"/>
                    <a:pt x="203" y="60"/>
                  </a:cubicBezTo>
                  <a:cubicBezTo>
                    <a:pt x="132" y="48"/>
                    <a:pt x="72" y="36"/>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
            <p:cNvSpPr/>
            <p:nvPr/>
          </p:nvSpPr>
          <p:spPr>
            <a:xfrm>
              <a:off x="6559150" y="2280175"/>
              <a:ext cx="477150" cy="150350"/>
            </a:xfrm>
            <a:custGeom>
              <a:rect b="b" l="l" r="r" t="t"/>
              <a:pathLst>
                <a:path extrusionOk="0" h="6014" w="19086">
                  <a:moveTo>
                    <a:pt x="167" y="0"/>
                  </a:moveTo>
                  <a:cubicBezTo>
                    <a:pt x="155" y="167"/>
                    <a:pt x="95" y="298"/>
                    <a:pt x="0" y="405"/>
                  </a:cubicBezTo>
                  <a:lnTo>
                    <a:pt x="19086" y="6013"/>
                  </a:lnTo>
                  <a:lnTo>
                    <a:pt x="19086" y="5561"/>
                  </a:lnTo>
                  <a:lnTo>
                    <a:pt x="16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
            <p:cNvSpPr/>
            <p:nvPr/>
          </p:nvSpPr>
          <p:spPr>
            <a:xfrm>
              <a:off x="6941625" y="2825775"/>
              <a:ext cx="95275" cy="19700"/>
            </a:xfrm>
            <a:custGeom>
              <a:rect b="b" l="l" r="r" t="t"/>
              <a:pathLst>
                <a:path extrusionOk="0" h="788" w="3811">
                  <a:moveTo>
                    <a:pt x="3811" y="0"/>
                  </a:moveTo>
                  <a:lnTo>
                    <a:pt x="227" y="334"/>
                  </a:lnTo>
                  <a:lnTo>
                    <a:pt x="155" y="334"/>
                  </a:lnTo>
                  <a:cubicBezTo>
                    <a:pt x="132" y="334"/>
                    <a:pt x="132" y="358"/>
                    <a:pt x="120" y="358"/>
                  </a:cubicBezTo>
                  <a:cubicBezTo>
                    <a:pt x="120" y="370"/>
                    <a:pt x="108" y="370"/>
                    <a:pt x="108" y="370"/>
                  </a:cubicBezTo>
                  <a:cubicBezTo>
                    <a:pt x="108" y="381"/>
                    <a:pt x="96" y="381"/>
                    <a:pt x="96" y="381"/>
                  </a:cubicBezTo>
                  <a:lnTo>
                    <a:pt x="84" y="405"/>
                  </a:lnTo>
                  <a:lnTo>
                    <a:pt x="60" y="417"/>
                  </a:lnTo>
                  <a:cubicBezTo>
                    <a:pt x="48" y="417"/>
                    <a:pt x="48" y="429"/>
                    <a:pt x="36" y="441"/>
                  </a:cubicBezTo>
                  <a:cubicBezTo>
                    <a:pt x="1" y="489"/>
                    <a:pt x="1" y="536"/>
                    <a:pt x="1" y="584"/>
                  </a:cubicBezTo>
                  <a:cubicBezTo>
                    <a:pt x="1" y="707"/>
                    <a:pt x="105" y="787"/>
                    <a:pt x="216" y="787"/>
                  </a:cubicBezTo>
                  <a:cubicBezTo>
                    <a:pt x="224" y="787"/>
                    <a:pt x="231" y="787"/>
                    <a:pt x="239" y="786"/>
                  </a:cubicBezTo>
                  <a:lnTo>
                    <a:pt x="358" y="774"/>
                  </a:lnTo>
                  <a:lnTo>
                    <a:pt x="501" y="762"/>
                  </a:lnTo>
                  <a:lnTo>
                    <a:pt x="3811" y="441"/>
                  </a:lnTo>
                  <a:lnTo>
                    <a:pt x="381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
            <p:cNvSpPr/>
            <p:nvPr/>
          </p:nvSpPr>
          <p:spPr>
            <a:xfrm>
              <a:off x="6649325" y="2926075"/>
              <a:ext cx="386100" cy="71175"/>
            </a:xfrm>
            <a:custGeom>
              <a:rect b="b" l="l" r="r" t="t"/>
              <a:pathLst>
                <a:path extrusionOk="0" h="2847" w="15444">
                  <a:moveTo>
                    <a:pt x="1" y="1"/>
                  </a:moveTo>
                  <a:lnTo>
                    <a:pt x="1" y="25"/>
                  </a:lnTo>
                  <a:cubicBezTo>
                    <a:pt x="18" y="20"/>
                    <a:pt x="36" y="17"/>
                    <a:pt x="52" y="17"/>
                  </a:cubicBezTo>
                  <a:cubicBezTo>
                    <a:pt x="117" y="17"/>
                    <a:pt x="175" y="52"/>
                    <a:pt x="203" y="108"/>
                  </a:cubicBezTo>
                  <a:lnTo>
                    <a:pt x="489" y="525"/>
                  </a:lnTo>
                  <a:lnTo>
                    <a:pt x="9097" y="1846"/>
                  </a:lnTo>
                  <a:lnTo>
                    <a:pt x="9550" y="1918"/>
                  </a:lnTo>
                  <a:lnTo>
                    <a:pt x="13169" y="2489"/>
                  </a:lnTo>
                  <a:lnTo>
                    <a:pt x="13645" y="2561"/>
                  </a:lnTo>
                  <a:lnTo>
                    <a:pt x="15443" y="2846"/>
                  </a:lnTo>
                  <a:lnTo>
                    <a:pt x="15443" y="2406"/>
                  </a:lnTo>
                  <a:lnTo>
                    <a:pt x="13526" y="2108"/>
                  </a:lnTo>
                  <a:lnTo>
                    <a:pt x="13050" y="2025"/>
                  </a:lnTo>
                  <a:lnTo>
                    <a:pt x="9752" y="1525"/>
                  </a:lnTo>
                  <a:lnTo>
                    <a:pt x="9288" y="1453"/>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
            <p:cNvSpPr/>
            <p:nvPr/>
          </p:nvSpPr>
          <p:spPr>
            <a:xfrm>
              <a:off x="6909175" y="3226725"/>
              <a:ext cx="125350" cy="88725"/>
            </a:xfrm>
            <a:custGeom>
              <a:rect b="b" l="l" r="r" t="t"/>
              <a:pathLst>
                <a:path extrusionOk="0" h="3549" w="5014">
                  <a:moveTo>
                    <a:pt x="4740" y="0"/>
                  </a:moveTo>
                  <a:lnTo>
                    <a:pt x="1" y="3179"/>
                  </a:lnTo>
                  <a:lnTo>
                    <a:pt x="263" y="3548"/>
                  </a:lnTo>
                  <a:lnTo>
                    <a:pt x="5013" y="357"/>
                  </a:lnTo>
                  <a:cubicBezTo>
                    <a:pt x="4871" y="274"/>
                    <a:pt x="4787" y="155"/>
                    <a:pt x="474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
            <p:cNvSpPr/>
            <p:nvPr/>
          </p:nvSpPr>
          <p:spPr>
            <a:xfrm>
              <a:off x="6638625" y="3316900"/>
              <a:ext cx="267900" cy="180400"/>
            </a:xfrm>
            <a:custGeom>
              <a:rect b="b" l="l" r="r" t="t"/>
              <a:pathLst>
                <a:path extrusionOk="0" h="7216" w="10716">
                  <a:moveTo>
                    <a:pt x="10573" y="1"/>
                  </a:moveTo>
                  <a:cubicBezTo>
                    <a:pt x="10550" y="196"/>
                    <a:pt x="10372" y="347"/>
                    <a:pt x="10157" y="347"/>
                  </a:cubicBezTo>
                  <a:cubicBezTo>
                    <a:pt x="10149" y="347"/>
                    <a:pt x="10141" y="346"/>
                    <a:pt x="10132" y="346"/>
                  </a:cubicBezTo>
                  <a:cubicBezTo>
                    <a:pt x="10025" y="322"/>
                    <a:pt x="9918" y="287"/>
                    <a:pt x="9858" y="203"/>
                  </a:cubicBezTo>
                  <a:lnTo>
                    <a:pt x="83" y="6775"/>
                  </a:lnTo>
                  <a:lnTo>
                    <a:pt x="0" y="6835"/>
                  </a:lnTo>
                  <a:cubicBezTo>
                    <a:pt x="119" y="6930"/>
                    <a:pt x="203" y="7049"/>
                    <a:pt x="250" y="7216"/>
                  </a:cubicBezTo>
                  <a:lnTo>
                    <a:pt x="10716" y="191"/>
                  </a:lnTo>
                  <a:lnTo>
                    <a:pt x="105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
            <p:cNvSpPr/>
            <p:nvPr/>
          </p:nvSpPr>
          <p:spPr>
            <a:xfrm>
              <a:off x="6965450" y="3661000"/>
              <a:ext cx="70850" cy="74725"/>
            </a:xfrm>
            <a:custGeom>
              <a:rect b="b" l="l" r="r" t="t"/>
              <a:pathLst>
                <a:path extrusionOk="0" h="2989" w="2834">
                  <a:moveTo>
                    <a:pt x="2834" y="0"/>
                  </a:moveTo>
                  <a:lnTo>
                    <a:pt x="0" y="2739"/>
                  </a:lnTo>
                  <a:lnTo>
                    <a:pt x="393" y="2989"/>
                  </a:lnTo>
                  <a:lnTo>
                    <a:pt x="2834" y="631"/>
                  </a:lnTo>
                  <a:lnTo>
                    <a:pt x="28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
            <p:cNvSpPr/>
            <p:nvPr/>
          </p:nvSpPr>
          <p:spPr>
            <a:xfrm>
              <a:off x="6647850" y="3864600"/>
              <a:ext cx="184850" cy="181875"/>
            </a:xfrm>
            <a:custGeom>
              <a:rect b="b" l="l" r="r" t="t"/>
              <a:pathLst>
                <a:path extrusionOk="0" h="7275" w="7394">
                  <a:moveTo>
                    <a:pt x="7156" y="0"/>
                  </a:moveTo>
                  <a:lnTo>
                    <a:pt x="0" y="6953"/>
                  </a:lnTo>
                  <a:cubicBezTo>
                    <a:pt x="119" y="7025"/>
                    <a:pt x="226" y="7144"/>
                    <a:pt x="310" y="7275"/>
                  </a:cubicBezTo>
                  <a:lnTo>
                    <a:pt x="7394" y="405"/>
                  </a:lnTo>
                  <a:lnTo>
                    <a:pt x="7346" y="322"/>
                  </a:lnTo>
                  <a:cubicBezTo>
                    <a:pt x="7311" y="286"/>
                    <a:pt x="7275" y="238"/>
                    <a:pt x="7263" y="179"/>
                  </a:cubicBezTo>
                  <a:lnTo>
                    <a:pt x="715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
            <p:cNvSpPr/>
            <p:nvPr/>
          </p:nvSpPr>
          <p:spPr>
            <a:xfrm>
              <a:off x="6835375" y="3737800"/>
              <a:ext cx="131575" cy="122050"/>
            </a:xfrm>
            <a:custGeom>
              <a:rect b="b" l="l" r="r" t="t"/>
              <a:pathLst>
                <a:path extrusionOk="0" h="4882" w="5263">
                  <a:moveTo>
                    <a:pt x="4882" y="0"/>
                  </a:moveTo>
                  <a:lnTo>
                    <a:pt x="0" y="4727"/>
                  </a:lnTo>
                  <a:cubicBezTo>
                    <a:pt x="60" y="4703"/>
                    <a:pt x="119" y="4703"/>
                    <a:pt x="191" y="4703"/>
                  </a:cubicBezTo>
                  <a:cubicBezTo>
                    <a:pt x="310" y="4715"/>
                    <a:pt x="429" y="4775"/>
                    <a:pt x="488" y="4882"/>
                  </a:cubicBezTo>
                  <a:lnTo>
                    <a:pt x="5263" y="250"/>
                  </a:lnTo>
                  <a:lnTo>
                    <a:pt x="488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
            <p:cNvSpPr/>
            <p:nvPr/>
          </p:nvSpPr>
          <p:spPr>
            <a:xfrm>
              <a:off x="6647550" y="2926675"/>
              <a:ext cx="388750" cy="587000"/>
            </a:xfrm>
            <a:custGeom>
              <a:rect b="b" l="l" r="r" t="t"/>
              <a:pathLst>
                <a:path extrusionOk="0" h="23480" w="15550">
                  <a:moveTo>
                    <a:pt x="96" y="1"/>
                  </a:moveTo>
                  <a:lnTo>
                    <a:pt x="96" y="132"/>
                  </a:lnTo>
                  <a:cubicBezTo>
                    <a:pt x="84" y="251"/>
                    <a:pt x="60" y="358"/>
                    <a:pt x="0" y="441"/>
                  </a:cubicBezTo>
                  <a:lnTo>
                    <a:pt x="5739" y="8954"/>
                  </a:lnTo>
                  <a:lnTo>
                    <a:pt x="6025" y="9383"/>
                  </a:lnTo>
                  <a:lnTo>
                    <a:pt x="6561" y="10181"/>
                  </a:lnTo>
                  <a:lnTo>
                    <a:pt x="6608" y="10181"/>
                  </a:lnTo>
                  <a:cubicBezTo>
                    <a:pt x="6823" y="10192"/>
                    <a:pt x="7001" y="10395"/>
                    <a:pt x="6977" y="10621"/>
                  </a:cubicBezTo>
                  <a:cubicBezTo>
                    <a:pt x="6977" y="10669"/>
                    <a:pt x="6965" y="10692"/>
                    <a:pt x="6942" y="10740"/>
                  </a:cubicBezTo>
                  <a:lnTo>
                    <a:pt x="9918" y="15145"/>
                  </a:lnTo>
                  <a:cubicBezTo>
                    <a:pt x="10121" y="15193"/>
                    <a:pt x="10263" y="15372"/>
                    <a:pt x="10240" y="15574"/>
                  </a:cubicBezTo>
                  <a:lnTo>
                    <a:pt x="10240" y="15610"/>
                  </a:lnTo>
                  <a:lnTo>
                    <a:pt x="10371" y="15800"/>
                  </a:lnTo>
                  <a:lnTo>
                    <a:pt x="15550" y="23480"/>
                  </a:lnTo>
                  <a:lnTo>
                    <a:pt x="15550" y="22682"/>
                  </a:lnTo>
                  <a:lnTo>
                    <a:pt x="10728" y="15550"/>
                  </a:lnTo>
                  <a:lnTo>
                    <a:pt x="10478" y="15181"/>
                  </a:lnTo>
                  <a:lnTo>
                    <a:pt x="6263" y="8907"/>
                  </a:lnTo>
                  <a:lnTo>
                    <a:pt x="5977" y="8478"/>
                  </a:lnTo>
                  <a:lnTo>
                    <a:pt x="596" y="501"/>
                  </a:lnTo>
                  <a:lnTo>
                    <a:pt x="310" y="84"/>
                  </a:lnTo>
                  <a:cubicBezTo>
                    <a:pt x="262" y="25"/>
                    <a:pt x="179" y="1"/>
                    <a:pt x="9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
            <p:cNvSpPr/>
            <p:nvPr/>
          </p:nvSpPr>
          <p:spPr>
            <a:xfrm>
              <a:off x="6603800" y="3495625"/>
              <a:ext cx="7450" cy="13000"/>
            </a:xfrm>
            <a:custGeom>
              <a:rect b="b" l="l" r="r" t="t"/>
              <a:pathLst>
                <a:path extrusionOk="0" h="520" w="298">
                  <a:moveTo>
                    <a:pt x="237" y="0"/>
                  </a:moveTo>
                  <a:cubicBezTo>
                    <a:pt x="172" y="0"/>
                    <a:pt x="97" y="34"/>
                    <a:pt x="60" y="91"/>
                  </a:cubicBezTo>
                  <a:lnTo>
                    <a:pt x="60" y="115"/>
                  </a:lnTo>
                  <a:cubicBezTo>
                    <a:pt x="0" y="222"/>
                    <a:pt x="36" y="353"/>
                    <a:pt x="143" y="412"/>
                  </a:cubicBezTo>
                  <a:lnTo>
                    <a:pt x="298" y="519"/>
                  </a:lnTo>
                  <a:cubicBezTo>
                    <a:pt x="262" y="412"/>
                    <a:pt x="238" y="305"/>
                    <a:pt x="238" y="198"/>
                  </a:cubicBezTo>
                  <a:cubicBezTo>
                    <a:pt x="238" y="138"/>
                    <a:pt x="262" y="67"/>
                    <a:pt x="286" y="7"/>
                  </a:cubicBezTo>
                  <a:cubicBezTo>
                    <a:pt x="271" y="2"/>
                    <a:pt x="254" y="0"/>
                    <a:pt x="23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
            <p:cNvSpPr/>
            <p:nvPr/>
          </p:nvSpPr>
          <p:spPr>
            <a:xfrm>
              <a:off x="6640400" y="3514550"/>
              <a:ext cx="395900" cy="275350"/>
            </a:xfrm>
            <a:custGeom>
              <a:rect b="b" l="l" r="r" t="t"/>
              <a:pathLst>
                <a:path extrusionOk="0" h="11014" w="15836">
                  <a:moveTo>
                    <a:pt x="12" y="0"/>
                  </a:moveTo>
                  <a:lnTo>
                    <a:pt x="1" y="12"/>
                  </a:lnTo>
                  <a:lnTo>
                    <a:pt x="477" y="846"/>
                  </a:lnTo>
                  <a:lnTo>
                    <a:pt x="12681" y="8930"/>
                  </a:lnTo>
                  <a:lnTo>
                    <a:pt x="13062" y="9180"/>
                  </a:lnTo>
                  <a:lnTo>
                    <a:pt x="15836" y="11014"/>
                  </a:lnTo>
                  <a:lnTo>
                    <a:pt x="15836" y="10478"/>
                  </a:lnTo>
                  <a:lnTo>
                    <a:pt x="13395" y="8847"/>
                  </a:lnTo>
                  <a:lnTo>
                    <a:pt x="13002" y="8597"/>
                  </a:ln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
            <p:cNvSpPr/>
            <p:nvPr/>
          </p:nvSpPr>
          <p:spPr>
            <a:xfrm>
              <a:off x="6841925" y="4224750"/>
              <a:ext cx="194375" cy="153025"/>
            </a:xfrm>
            <a:custGeom>
              <a:rect b="b" l="l" r="r" t="t"/>
              <a:pathLst>
                <a:path extrusionOk="0" h="6121" w="7775">
                  <a:moveTo>
                    <a:pt x="560" y="1"/>
                  </a:moveTo>
                  <a:lnTo>
                    <a:pt x="0" y="120"/>
                  </a:lnTo>
                  <a:lnTo>
                    <a:pt x="7775" y="6121"/>
                  </a:lnTo>
                  <a:lnTo>
                    <a:pt x="7775" y="5549"/>
                  </a:lnTo>
                  <a:lnTo>
                    <a:pt x="5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
            <p:cNvSpPr/>
            <p:nvPr/>
          </p:nvSpPr>
          <p:spPr>
            <a:xfrm>
              <a:off x="6649325" y="4070575"/>
              <a:ext cx="195300" cy="148550"/>
            </a:xfrm>
            <a:custGeom>
              <a:rect b="b" l="l" r="r" t="t"/>
              <a:pathLst>
                <a:path extrusionOk="0" h="5942" w="7812">
                  <a:moveTo>
                    <a:pt x="263" y="0"/>
                  </a:moveTo>
                  <a:cubicBezTo>
                    <a:pt x="203" y="119"/>
                    <a:pt x="120" y="227"/>
                    <a:pt x="1" y="334"/>
                  </a:cubicBezTo>
                  <a:lnTo>
                    <a:pt x="48" y="405"/>
                  </a:lnTo>
                  <a:lnTo>
                    <a:pt x="7252" y="5942"/>
                  </a:lnTo>
                  <a:lnTo>
                    <a:pt x="7811" y="5811"/>
                  </a:lnTo>
                  <a:lnTo>
                    <a:pt x="26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
            <p:cNvSpPr/>
            <p:nvPr/>
          </p:nvSpPr>
          <p:spPr>
            <a:xfrm>
              <a:off x="6831200" y="3872325"/>
              <a:ext cx="180400" cy="298875"/>
            </a:xfrm>
            <a:custGeom>
              <a:rect b="b" l="l" r="r" t="t"/>
              <a:pathLst>
                <a:path extrusionOk="0" h="11955" w="7216">
                  <a:moveTo>
                    <a:pt x="0" y="1"/>
                  </a:moveTo>
                  <a:lnTo>
                    <a:pt x="48" y="72"/>
                  </a:lnTo>
                  <a:lnTo>
                    <a:pt x="6823" y="11955"/>
                  </a:lnTo>
                  <a:cubicBezTo>
                    <a:pt x="6918" y="11847"/>
                    <a:pt x="7073" y="11776"/>
                    <a:pt x="7216" y="11764"/>
                  </a:cubicBezTo>
                  <a:lnTo>
                    <a:pt x="4525" y="7025"/>
                  </a:lnTo>
                  <a:cubicBezTo>
                    <a:pt x="4465" y="7061"/>
                    <a:pt x="4394" y="7061"/>
                    <a:pt x="4334" y="7061"/>
                  </a:cubicBezTo>
                  <a:cubicBezTo>
                    <a:pt x="4108" y="7037"/>
                    <a:pt x="3941" y="6847"/>
                    <a:pt x="3965" y="6609"/>
                  </a:cubicBezTo>
                  <a:cubicBezTo>
                    <a:pt x="3977" y="6490"/>
                    <a:pt x="4037" y="6383"/>
                    <a:pt x="4120" y="6323"/>
                  </a:cubicBezTo>
                  <a:lnTo>
                    <a:pt x="548" y="60"/>
                  </a:lnTo>
                  <a:cubicBezTo>
                    <a:pt x="483" y="107"/>
                    <a:pt x="410" y="139"/>
                    <a:pt x="335" y="139"/>
                  </a:cubicBezTo>
                  <a:cubicBezTo>
                    <a:pt x="315" y="139"/>
                    <a:pt x="295" y="137"/>
                    <a:pt x="274" y="132"/>
                  </a:cubicBezTo>
                  <a:cubicBezTo>
                    <a:pt x="167" y="120"/>
                    <a:pt x="60" y="72"/>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
            <p:cNvSpPr/>
            <p:nvPr/>
          </p:nvSpPr>
          <p:spPr>
            <a:xfrm>
              <a:off x="6632950" y="3514850"/>
              <a:ext cx="202450" cy="354225"/>
            </a:xfrm>
            <a:custGeom>
              <a:rect b="b" l="l" r="r" t="t"/>
              <a:pathLst>
                <a:path extrusionOk="0" h="14169" w="8098">
                  <a:moveTo>
                    <a:pt x="310" y="0"/>
                  </a:moveTo>
                  <a:cubicBezTo>
                    <a:pt x="227" y="84"/>
                    <a:pt x="120" y="143"/>
                    <a:pt x="1" y="179"/>
                  </a:cubicBezTo>
                  <a:lnTo>
                    <a:pt x="1" y="358"/>
                  </a:lnTo>
                  <a:lnTo>
                    <a:pt x="7764" y="13990"/>
                  </a:lnTo>
                  <a:lnTo>
                    <a:pt x="7871" y="14169"/>
                  </a:lnTo>
                  <a:cubicBezTo>
                    <a:pt x="7859" y="14121"/>
                    <a:pt x="7859" y="14062"/>
                    <a:pt x="7859" y="14002"/>
                  </a:cubicBezTo>
                  <a:cubicBezTo>
                    <a:pt x="7859" y="13835"/>
                    <a:pt x="7954" y="13716"/>
                    <a:pt x="8097" y="13657"/>
                  </a:cubicBezTo>
                  <a:lnTo>
                    <a:pt x="787" y="834"/>
                  </a:lnTo>
                  <a:lnTo>
                    <a:pt x="31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2"/>
            <p:cNvSpPr/>
            <p:nvPr/>
          </p:nvSpPr>
          <p:spPr>
            <a:xfrm>
              <a:off x="6621650" y="3519025"/>
              <a:ext cx="17000" cy="515550"/>
            </a:xfrm>
            <a:custGeom>
              <a:rect b="b" l="l" r="r" t="t"/>
              <a:pathLst>
                <a:path extrusionOk="0" h="20622" w="680">
                  <a:moveTo>
                    <a:pt x="0" y="0"/>
                  </a:moveTo>
                  <a:lnTo>
                    <a:pt x="227" y="20622"/>
                  </a:lnTo>
                  <a:cubicBezTo>
                    <a:pt x="311" y="20605"/>
                    <a:pt x="389" y="20588"/>
                    <a:pt x="470" y="20588"/>
                  </a:cubicBezTo>
                  <a:cubicBezTo>
                    <a:pt x="503" y="20588"/>
                    <a:pt x="537" y="20591"/>
                    <a:pt x="572" y="20598"/>
                  </a:cubicBezTo>
                  <a:cubicBezTo>
                    <a:pt x="596" y="20598"/>
                    <a:pt x="643" y="20610"/>
                    <a:pt x="679" y="20610"/>
                  </a:cubicBezTo>
                  <a:lnTo>
                    <a:pt x="453" y="202"/>
                  </a:lnTo>
                  <a:lnTo>
                    <a:pt x="453" y="24"/>
                  </a:lnTo>
                  <a:cubicBezTo>
                    <a:pt x="387" y="32"/>
                    <a:pt x="333" y="46"/>
                    <a:pt x="278" y="46"/>
                  </a:cubicBezTo>
                  <a:cubicBezTo>
                    <a:pt x="253" y="46"/>
                    <a:pt x="229" y="43"/>
                    <a:pt x="203" y="36"/>
                  </a:cubicBezTo>
                  <a:cubicBezTo>
                    <a:pt x="143" y="36"/>
                    <a:pt x="60"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
            <p:cNvSpPr/>
            <p:nvPr/>
          </p:nvSpPr>
          <p:spPr>
            <a:xfrm>
              <a:off x="5767375" y="3510375"/>
              <a:ext cx="852500" cy="922475"/>
            </a:xfrm>
            <a:custGeom>
              <a:rect b="b" l="l" r="r" t="t"/>
              <a:pathLst>
                <a:path extrusionOk="0" h="36899" w="34100">
                  <a:moveTo>
                    <a:pt x="33779" y="1"/>
                  </a:moveTo>
                  <a:lnTo>
                    <a:pt x="1" y="36577"/>
                  </a:lnTo>
                  <a:cubicBezTo>
                    <a:pt x="143" y="36672"/>
                    <a:pt x="239" y="36779"/>
                    <a:pt x="334" y="36898"/>
                  </a:cubicBezTo>
                  <a:lnTo>
                    <a:pt x="34100" y="310"/>
                  </a:lnTo>
                  <a:cubicBezTo>
                    <a:pt x="33969" y="239"/>
                    <a:pt x="33862" y="132"/>
                    <a:pt x="3377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6299575" y="4069975"/>
              <a:ext cx="318525" cy="244400"/>
            </a:xfrm>
            <a:custGeom>
              <a:rect b="b" l="l" r="r" t="t"/>
              <a:pathLst>
                <a:path extrusionOk="0" h="9776" w="12741">
                  <a:moveTo>
                    <a:pt x="12455" y="1"/>
                  </a:moveTo>
                  <a:lnTo>
                    <a:pt x="1" y="9418"/>
                  </a:lnTo>
                  <a:cubicBezTo>
                    <a:pt x="108" y="9525"/>
                    <a:pt x="191" y="9645"/>
                    <a:pt x="263" y="9776"/>
                  </a:cubicBezTo>
                  <a:lnTo>
                    <a:pt x="12741" y="358"/>
                  </a:lnTo>
                  <a:cubicBezTo>
                    <a:pt x="12622" y="251"/>
                    <a:pt x="12514" y="131"/>
                    <a:pt x="1245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6312675" y="4246175"/>
              <a:ext cx="406325" cy="101975"/>
            </a:xfrm>
            <a:custGeom>
              <a:rect b="b" l="l" r="r" t="t"/>
              <a:pathLst>
                <a:path extrusionOk="0" h="4079" w="16253">
                  <a:moveTo>
                    <a:pt x="15931" y="1"/>
                  </a:moveTo>
                  <a:lnTo>
                    <a:pt x="13" y="3620"/>
                  </a:lnTo>
                  <a:cubicBezTo>
                    <a:pt x="25" y="3716"/>
                    <a:pt x="25" y="3799"/>
                    <a:pt x="13" y="3918"/>
                  </a:cubicBezTo>
                  <a:cubicBezTo>
                    <a:pt x="13" y="3966"/>
                    <a:pt x="13" y="4025"/>
                    <a:pt x="1" y="4073"/>
                  </a:cubicBezTo>
                  <a:cubicBezTo>
                    <a:pt x="17" y="4073"/>
                    <a:pt x="38" y="4078"/>
                    <a:pt x="61" y="4078"/>
                  </a:cubicBezTo>
                  <a:cubicBezTo>
                    <a:pt x="72" y="4078"/>
                    <a:pt x="84" y="4077"/>
                    <a:pt x="96" y="4073"/>
                  </a:cubicBezTo>
                  <a:lnTo>
                    <a:pt x="16253" y="394"/>
                  </a:lnTo>
                  <a:cubicBezTo>
                    <a:pt x="16074" y="346"/>
                    <a:pt x="15931" y="203"/>
                    <a:pt x="1593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6728200" y="4251550"/>
              <a:ext cx="2725" cy="2100"/>
            </a:xfrm>
            <a:custGeom>
              <a:rect b="b" l="l" r="r" t="t"/>
              <a:pathLst>
                <a:path extrusionOk="0" h="84" w="109">
                  <a:moveTo>
                    <a:pt x="72" y="0"/>
                  </a:moveTo>
                  <a:cubicBezTo>
                    <a:pt x="60" y="24"/>
                    <a:pt x="25" y="60"/>
                    <a:pt x="1" y="84"/>
                  </a:cubicBezTo>
                  <a:lnTo>
                    <a:pt x="108" y="60"/>
                  </a:ln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
            <p:cNvSpPr/>
            <p:nvPr/>
          </p:nvSpPr>
          <p:spPr>
            <a:xfrm>
              <a:off x="6736250" y="4181300"/>
              <a:ext cx="261950" cy="69375"/>
            </a:xfrm>
            <a:custGeom>
              <a:rect b="b" l="l" r="r" t="t"/>
              <a:pathLst>
                <a:path extrusionOk="0" h="2775" w="10478">
                  <a:moveTo>
                    <a:pt x="10442" y="0"/>
                  </a:moveTo>
                  <a:lnTo>
                    <a:pt x="4334" y="1382"/>
                  </a:lnTo>
                  <a:lnTo>
                    <a:pt x="3775" y="1513"/>
                  </a:lnTo>
                  <a:lnTo>
                    <a:pt x="0" y="2382"/>
                  </a:lnTo>
                  <a:lnTo>
                    <a:pt x="227" y="2775"/>
                  </a:lnTo>
                  <a:lnTo>
                    <a:pt x="4215" y="1870"/>
                  </a:lnTo>
                  <a:lnTo>
                    <a:pt x="4787" y="1739"/>
                  </a:lnTo>
                  <a:lnTo>
                    <a:pt x="10478" y="441"/>
                  </a:lnTo>
                  <a:cubicBezTo>
                    <a:pt x="10442" y="322"/>
                    <a:pt x="10406" y="203"/>
                    <a:pt x="10418" y="72"/>
                  </a:cubicBezTo>
                  <a:cubicBezTo>
                    <a:pt x="10418" y="36"/>
                    <a:pt x="10442" y="24"/>
                    <a:pt x="1044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
            <p:cNvSpPr/>
            <p:nvPr/>
          </p:nvSpPr>
          <p:spPr>
            <a:xfrm>
              <a:off x="6640400" y="4078600"/>
              <a:ext cx="213150" cy="382525"/>
            </a:xfrm>
            <a:custGeom>
              <a:rect b="b" l="l" r="r" t="t"/>
              <a:pathLst>
                <a:path extrusionOk="0" h="15301" w="8526">
                  <a:moveTo>
                    <a:pt x="405" y="1"/>
                  </a:moveTo>
                  <a:cubicBezTo>
                    <a:pt x="286" y="84"/>
                    <a:pt x="143" y="156"/>
                    <a:pt x="1" y="191"/>
                  </a:cubicBezTo>
                  <a:lnTo>
                    <a:pt x="3275" y="6275"/>
                  </a:lnTo>
                  <a:lnTo>
                    <a:pt x="3322" y="6275"/>
                  </a:lnTo>
                  <a:cubicBezTo>
                    <a:pt x="3537" y="6311"/>
                    <a:pt x="3703" y="6502"/>
                    <a:pt x="3691" y="6728"/>
                  </a:cubicBezTo>
                  <a:cubicBezTo>
                    <a:pt x="3680" y="6799"/>
                    <a:pt x="3644" y="6859"/>
                    <a:pt x="3620" y="6918"/>
                  </a:cubicBezTo>
                  <a:lnTo>
                    <a:pt x="3644" y="6978"/>
                  </a:lnTo>
                  <a:lnTo>
                    <a:pt x="8121" y="15300"/>
                  </a:lnTo>
                  <a:lnTo>
                    <a:pt x="8180" y="15193"/>
                  </a:lnTo>
                  <a:cubicBezTo>
                    <a:pt x="8204" y="15193"/>
                    <a:pt x="8204" y="15181"/>
                    <a:pt x="8216" y="15157"/>
                  </a:cubicBezTo>
                  <a:lnTo>
                    <a:pt x="8228" y="15146"/>
                  </a:lnTo>
                  <a:lnTo>
                    <a:pt x="8240" y="15134"/>
                  </a:lnTo>
                  <a:cubicBezTo>
                    <a:pt x="8240" y="15122"/>
                    <a:pt x="8263" y="15122"/>
                    <a:pt x="8263" y="15122"/>
                  </a:cubicBezTo>
                  <a:cubicBezTo>
                    <a:pt x="8263" y="15122"/>
                    <a:pt x="8263" y="15098"/>
                    <a:pt x="8275" y="15098"/>
                  </a:cubicBezTo>
                  <a:lnTo>
                    <a:pt x="8287" y="15098"/>
                  </a:lnTo>
                  <a:cubicBezTo>
                    <a:pt x="8287" y="15086"/>
                    <a:pt x="8299" y="15086"/>
                    <a:pt x="8299" y="15086"/>
                  </a:cubicBezTo>
                  <a:lnTo>
                    <a:pt x="8525" y="15026"/>
                  </a:lnTo>
                  <a:lnTo>
                    <a:pt x="4120" y="6871"/>
                  </a:lnTo>
                  <a:lnTo>
                    <a:pt x="3894" y="6466"/>
                  </a:lnTo>
                  <a:lnTo>
                    <a:pt x="441" y="72"/>
                  </a:lnTo>
                  <a:lnTo>
                    <a:pt x="40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
            <p:cNvSpPr/>
            <p:nvPr/>
          </p:nvSpPr>
          <p:spPr>
            <a:xfrm>
              <a:off x="6851450" y="4463175"/>
              <a:ext cx="184850" cy="115525"/>
            </a:xfrm>
            <a:custGeom>
              <a:rect b="b" l="l" r="r" t="t"/>
              <a:pathLst>
                <a:path extrusionOk="0" h="4621" w="7394">
                  <a:moveTo>
                    <a:pt x="488" y="1"/>
                  </a:moveTo>
                  <a:lnTo>
                    <a:pt x="60" y="108"/>
                  </a:lnTo>
                  <a:lnTo>
                    <a:pt x="0" y="227"/>
                  </a:lnTo>
                  <a:lnTo>
                    <a:pt x="7394" y="4620"/>
                  </a:lnTo>
                  <a:lnTo>
                    <a:pt x="7394" y="4096"/>
                  </a:lnTo>
                  <a:lnTo>
                    <a:pt x="48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
            <p:cNvSpPr/>
            <p:nvPr/>
          </p:nvSpPr>
          <p:spPr>
            <a:xfrm>
              <a:off x="6847575" y="4406025"/>
              <a:ext cx="188425" cy="60450"/>
            </a:xfrm>
            <a:custGeom>
              <a:rect b="b" l="l" r="r" t="t"/>
              <a:pathLst>
                <a:path extrusionOk="0" h="2418" w="7537">
                  <a:moveTo>
                    <a:pt x="17" y="1997"/>
                  </a:moveTo>
                  <a:cubicBezTo>
                    <a:pt x="11" y="1998"/>
                    <a:pt x="6" y="2000"/>
                    <a:pt x="0" y="2001"/>
                  </a:cubicBezTo>
                  <a:lnTo>
                    <a:pt x="17" y="1997"/>
                  </a:lnTo>
                  <a:close/>
                  <a:moveTo>
                    <a:pt x="7537" y="1"/>
                  </a:moveTo>
                  <a:lnTo>
                    <a:pt x="167" y="1965"/>
                  </a:lnTo>
                  <a:lnTo>
                    <a:pt x="17" y="1997"/>
                  </a:lnTo>
                  <a:lnTo>
                    <a:pt x="17" y="1997"/>
                  </a:lnTo>
                  <a:cubicBezTo>
                    <a:pt x="29" y="1995"/>
                    <a:pt x="43" y="1994"/>
                    <a:pt x="57" y="1994"/>
                  </a:cubicBezTo>
                  <a:cubicBezTo>
                    <a:pt x="92" y="1994"/>
                    <a:pt x="129" y="2002"/>
                    <a:pt x="167" y="2025"/>
                  </a:cubicBezTo>
                  <a:cubicBezTo>
                    <a:pt x="286" y="2084"/>
                    <a:pt x="310" y="2215"/>
                    <a:pt x="250" y="2322"/>
                  </a:cubicBezTo>
                  <a:lnTo>
                    <a:pt x="215" y="2418"/>
                  </a:lnTo>
                  <a:lnTo>
                    <a:pt x="631" y="2299"/>
                  </a:lnTo>
                  <a:lnTo>
                    <a:pt x="7537" y="453"/>
                  </a:lnTo>
                  <a:lnTo>
                    <a:pt x="753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
            <p:cNvSpPr/>
            <p:nvPr/>
          </p:nvSpPr>
          <p:spPr>
            <a:xfrm>
              <a:off x="6725825" y="4654575"/>
              <a:ext cx="17300" cy="9550"/>
            </a:xfrm>
            <a:custGeom>
              <a:rect b="b" l="l" r="r" t="t"/>
              <a:pathLst>
                <a:path extrusionOk="0" h="382" w="692">
                  <a:moveTo>
                    <a:pt x="227" y="0"/>
                  </a:moveTo>
                  <a:lnTo>
                    <a:pt x="1" y="381"/>
                  </a:lnTo>
                  <a:lnTo>
                    <a:pt x="525" y="381"/>
                  </a:lnTo>
                  <a:lnTo>
                    <a:pt x="691" y="84"/>
                  </a:ln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
            <p:cNvSpPr/>
            <p:nvPr/>
          </p:nvSpPr>
          <p:spPr>
            <a:xfrm>
              <a:off x="6737150" y="4455550"/>
              <a:ext cx="117875" cy="190425"/>
            </a:xfrm>
            <a:custGeom>
              <a:rect b="b" l="l" r="r" t="t"/>
              <a:pathLst>
                <a:path extrusionOk="0" h="7617" w="4715">
                  <a:moveTo>
                    <a:pt x="4478" y="0"/>
                  </a:moveTo>
                  <a:cubicBezTo>
                    <a:pt x="4455" y="0"/>
                    <a:pt x="4430" y="3"/>
                    <a:pt x="4405" y="8"/>
                  </a:cubicBezTo>
                  <a:cubicBezTo>
                    <a:pt x="4405" y="20"/>
                    <a:pt x="4382" y="20"/>
                    <a:pt x="4382" y="20"/>
                  </a:cubicBezTo>
                  <a:lnTo>
                    <a:pt x="4370" y="20"/>
                  </a:lnTo>
                  <a:lnTo>
                    <a:pt x="4358" y="32"/>
                  </a:lnTo>
                  <a:cubicBezTo>
                    <a:pt x="4358" y="56"/>
                    <a:pt x="4346" y="56"/>
                    <a:pt x="4346" y="56"/>
                  </a:cubicBezTo>
                  <a:lnTo>
                    <a:pt x="4334" y="68"/>
                  </a:lnTo>
                  <a:lnTo>
                    <a:pt x="4310" y="79"/>
                  </a:lnTo>
                  <a:cubicBezTo>
                    <a:pt x="4298" y="79"/>
                    <a:pt x="4298" y="91"/>
                    <a:pt x="4286" y="115"/>
                  </a:cubicBezTo>
                  <a:lnTo>
                    <a:pt x="4227" y="222"/>
                  </a:lnTo>
                  <a:lnTo>
                    <a:pt x="0" y="7521"/>
                  </a:lnTo>
                  <a:lnTo>
                    <a:pt x="453" y="7616"/>
                  </a:lnTo>
                  <a:lnTo>
                    <a:pt x="4548" y="508"/>
                  </a:lnTo>
                  <a:lnTo>
                    <a:pt x="4608" y="389"/>
                  </a:lnTo>
                  <a:lnTo>
                    <a:pt x="4655" y="318"/>
                  </a:lnTo>
                  <a:cubicBezTo>
                    <a:pt x="4715" y="210"/>
                    <a:pt x="4667" y="79"/>
                    <a:pt x="4560" y="20"/>
                  </a:cubicBezTo>
                  <a:cubicBezTo>
                    <a:pt x="4539" y="6"/>
                    <a:pt x="4510" y="0"/>
                    <a:pt x="447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
            <p:cNvSpPr/>
            <p:nvPr/>
          </p:nvSpPr>
          <p:spPr>
            <a:xfrm>
              <a:off x="6337975" y="4576300"/>
              <a:ext cx="3900" cy="5375"/>
            </a:xfrm>
            <a:custGeom>
              <a:rect b="b" l="l" r="r" t="t"/>
              <a:pathLst>
                <a:path extrusionOk="0" h="215" w="156">
                  <a:moveTo>
                    <a:pt x="1" y="0"/>
                  </a:moveTo>
                  <a:lnTo>
                    <a:pt x="1" y="0"/>
                  </a:lnTo>
                  <a:cubicBezTo>
                    <a:pt x="13" y="95"/>
                    <a:pt x="72" y="179"/>
                    <a:pt x="156" y="214"/>
                  </a:cubicBezTo>
                  <a:lnTo>
                    <a:pt x="156" y="48"/>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
            <p:cNvSpPr/>
            <p:nvPr/>
          </p:nvSpPr>
          <p:spPr>
            <a:xfrm>
              <a:off x="6410025" y="4583425"/>
              <a:ext cx="434000" cy="80700"/>
            </a:xfrm>
            <a:custGeom>
              <a:rect b="b" l="l" r="r" t="t"/>
              <a:pathLst>
                <a:path extrusionOk="0" h="3228" w="17360">
                  <a:moveTo>
                    <a:pt x="107" y="1"/>
                  </a:moveTo>
                  <a:cubicBezTo>
                    <a:pt x="95" y="144"/>
                    <a:pt x="60" y="298"/>
                    <a:pt x="0" y="429"/>
                  </a:cubicBezTo>
                  <a:lnTo>
                    <a:pt x="12859" y="2846"/>
                  </a:lnTo>
                  <a:lnTo>
                    <a:pt x="13323" y="2930"/>
                  </a:lnTo>
                  <a:lnTo>
                    <a:pt x="14931" y="3227"/>
                  </a:lnTo>
                  <a:lnTo>
                    <a:pt x="17359" y="3227"/>
                  </a:lnTo>
                  <a:lnTo>
                    <a:pt x="13561" y="2513"/>
                  </a:lnTo>
                  <a:lnTo>
                    <a:pt x="13097" y="2418"/>
                  </a:lnTo>
                  <a:lnTo>
                    <a:pt x="10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
            <p:cNvSpPr/>
            <p:nvPr/>
          </p:nvSpPr>
          <p:spPr>
            <a:xfrm>
              <a:off x="5778675" y="4344125"/>
              <a:ext cx="436700" cy="105675"/>
            </a:xfrm>
            <a:custGeom>
              <a:rect b="b" l="l" r="r" t="t"/>
              <a:pathLst>
                <a:path extrusionOk="0" h="4227" w="17468">
                  <a:moveTo>
                    <a:pt x="17384" y="0"/>
                  </a:moveTo>
                  <a:lnTo>
                    <a:pt x="1" y="3786"/>
                  </a:lnTo>
                  <a:cubicBezTo>
                    <a:pt x="25" y="3905"/>
                    <a:pt x="60" y="4048"/>
                    <a:pt x="49" y="4179"/>
                  </a:cubicBezTo>
                  <a:lnTo>
                    <a:pt x="49" y="4227"/>
                  </a:lnTo>
                  <a:lnTo>
                    <a:pt x="17467" y="429"/>
                  </a:lnTo>
                  <a:cubicBezTo>
                    <a:pt x="17432" y="286"/>
                    <a:pt x="17396" y="155"/>
                    <a:pt x="1738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
            <p:cNvSpPr/>
            <p:nvPr/>
          </p:nvSpPr>
          <p:spPr>
            <a:xfrm>
              <a:off x="5778975" y="4449775"/>
              <a:ext cx="566475" cy="127425"/>
            </a:xfrm>
            <a:custGeom>
              <a:rect b="b" l="l" r="r" t="t"/>
              <a:pathLst>
                <a:path extrusionOk="0" h="5097" w="22659">
                  <a:moveTo>
                    <a:pt x="48" y="1"/>
                  </a:moveTo>
                  <a:cubicBezTo>
                    <a:pt x="37" y="72"/>
                    <a:pt x="13" y="132"/>
                    <a:pt x="1" y="191"/>
                  </a:cubicBezTo>
                  <a:lnTo>
                    <a:pt x="691" y="596"/>
                  </a:lnTo>
                  <a:lnTo>
                    <a:pt x="22373" y="5061"/>
                  </a:lnTo>
                  <a:lnTo>
                    <a:pt x="22539" y="5097"/>
                  </a:lnTo>
                  <a:cubicBezTo>
                    <a:pt x="22551" y="4942"/>
                    <a:pt x="22575" y="4799"/>
                    <a:pt x="22658" y="4656"/>
                  </a:cubicBez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
            <p:cNvSpPr/>
            <p:nvPr/>
          </p:nvSpPr>
          <p:spPr>
            <a:xfrm>
              <a:off x="6395425" y="4603375"/>
              <a:ext cx="42600" cy="60750"/>
            </a:xfrm>
            <a:custGeom>
              <a:rect b="b" l="l" r="r" t="t"/>
              <a:pathLst>
                <a:path extrusionOk="0" h="2430" w="1704">
                  <a:moveTo>
                    <a:pt x="346" y="0"/>
                  </a:moveTo>
                  <a:cubicBezTo>
                    <a:pt x="239" y="120"/>
                    <a:pt x="144" y="215"/>
                    <a:pt x="1" y="286"/>
                  </a:cubicBezTo>
                  <a:lnTo>
                    <a:pt x="1191" y="2429"/>
                  </a:lnTo>
                  <a:lnTo>
                    <a:pt x="1703" y="2429"/>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
            <p:cNvSpPr/>
            <p:nvPr/>
          </p:nvSpPr>
          <p:spPr>
            <a:xfrm>
              <a:off x="6271300" y="4385800"/>
              <a:ext cx="100350" cy="163725"/>
            </a:xfrm>
            <a:custGeom>
              <a:rect b="b" l="l" r="r" t="t"/>
              <a:pathLst>
                <a:path extrusionOk="0" h="6549" w="4014">
                  <a:moveTo>
                    <a:pt x="429" y="0"/>
                  </a:moveTo>
                  <a:cubicBezTo>
                    <a:pt x="298" y="60"/>
                    <a:pt x="144" y="107"/>
                    <a:pt x="1" y="131"/>
                  </a:cubicBezTo>
                  <a:lnTo>
                    <a:pt x="3585" y="6548"/>
                  </a:lnTo>
                  <a:cubicBezTo>
                    <a:pt x="3716" y="6477"/>
                    <a:pt x="3870" y="6429"/>
                    <a:pt x="4013" y="6406"/>
                  </a:cubicBezTo>
                  <a:lnTo>
                    <a:pt x="42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
            <p:cNvSpPr/>
            <p:nvPr/>
          </p:nvSpPr>
          <p:spPr>
            <a:xfrm>
              <a:off x="5772725" y="4454250"/>
              <a:ext cx="364950" cy="209875"/>
            </a:xfrm>
            <a:custGeom>
              <a:rect b="b" l="l" r="r" t="t"/>
              <a:pathLst>
                <a:path extrusionOk="0" h="8395" w="14598">
                  <a:moveTo>
                    <a:pt x="239" y="0"/>
                  </a:moveTo>
                  <a:cubicBezTo>
                    <a:pt x="179" y="155"/>
                    <a:pt x="108" y="286"/>
                    <a:pt x="1" y="393"/>
                  </a:cubicBezTo>
                  <a:lnTo>
                    <a:pt x="13705" y="8394"/>
                  </a:lnTo>
                  <a:lnTo>
                    <a:pt x="14598" y="8394"/>
                  </a:lnTo>
                  <a:lnTo>
                    <a:pt x="918" y="417"/>
                  </a:ln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
            <p:cNvSpPr/>
            <p:nvPr/>
          </p:nvSpPr>
          <p:spPr>
            <a:xfrm>
              <a:off x="6341850" y="4544475"/>
              <a:ext cx="72350" cy="71050"/>
            </a:xfrm>
            <a:custGeom>
              <a:rect b="b" l="l" r="r" t="t"/>
              <a:pathLst>
                <a:path extrusionOk="0" h="2842" w="2894">
                  <a:moveTo>
                    <a:pt x="1417" y="1"/>
                  </a:moveTo>
                  <a:cubicBezTo>
                    <a:pt x="1338" y="1"/>
                    <a:pt x="1261" y="15"/>
                    <a:pt x="1179" y="23"/>
                  </a:cubicBezTo>
                  <a:cubicBezTo>
                    <a:pt x="1036" y="59"/>
                    <a:pt x="882" y="94"/>
                    <a:pt x="751" y="166"/>
                  </a:cubicBezTo>
                  <a:cubicBezTo>
                    <a:pt x="465" y="321"/>
                    <a:pt x="239" y="559"/>
                    <a:pt x="108" y="856"/>
                  </a:cubicBezTo>
                  <a:cubicBezTo>
                    <a:pt x="60" y="987"/>
                    <a:pt x="24" y="1142"/>
                    <a:pt x="1" y="1285"/>
                  </a:cubicBezTo>
                  <a:lnTo>
                    <a:pt x="1" y="1297"/>
                  </a:lnTo>
                  <a:lnTo>
                    <a:pt x="1" y="1464"/>
                  </a:lnTo>
                  <a:cubicBezTo>
                    <a:pt x="36" y="2178"/>
                    <a:pt x="584" y="2773"/>
                    <a:pt x="1298" y="2833"/>
                  </a:cubicBezTo>
                  <a:cubicBezTo>
                    <a:pt x="1351" y="2839"/>
                    <a:pt x="1403" y="2842"/>
                    <a:pt x="1455" y="2842"/>
                  </a:cubicBezTo>
                  <a:cubicBezTo>
                    <a:pt x="1707" y="2842"/>
                    <a:pt x="1946" y="2771"/>
                    <a:pt x="2144" y="2642"/>
                  </a:cubicBezTo>
                  <a:cubicBezTo>
                    <a:pt x="2287" y="2571"/>
                    <a:pt x="2382" y="2476"/>
                    <a:pt x="2489" y="2345"/>
                  </a:cubicBezTo>
                  <a:cubicBezTo>
                    <a:pt x="2584" y="2225"/>
                    <a:pt x="2656" y="2106"/>
                    <a:pt x="2715" y="1975"/>
                  </a:cubicBezTo>
                  <a:cubicBezTo>
                    <a:pt x="2775" y="1833"/>
                    <a:pt x="2799" y="1690"/>
                    <a:pt x="2822" y="1535"/>
                  </a:cubicBezTo>
                  <a:cubicBezTo>
                    <a:pt x="2894" y="761"/>
                    <a:pt x="2310" y="82"/>
                    <a:pt x="1525" y="11"/>
                  </a:cubicBezTo>
                  <a:cubicBezTo>
                    <a:pt x="1488" y="4"/>
                    <a:pt x="1452" y="1"/>
                    <a:pt x="141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
            <p:cNvSpPr/>
            <p:nvPr/>
          </p:nvSpPr>
          <p:spPr>
            <a:xfrm>
              <a:off x="6212375" y="4289200"/>
              <a:ext cx="100625" cy="100600"/>
            </a:xfrm>
            <a:custGeom>
              <a:rect b="b" l="l" r="r" t="t"/>
              <a:pathLst>
                <a:path extrusionOk="0" h="4024" w="4025">
                  <a:moveTo>
                    <a:pt x="2038" y="1"/>
                  </a:moveTo>
                  <a:cubicBezTo>
                    <a:pt x="1006" y="1"/>
                    <a:pt x="115" y="796"/>
                    <a:pt x="24" y="1840"/>
                  </a:cubicBezTo>
                  <a:cubicBezTo>
                    <a:pt x="0" y="1959"/>
                    <a:pt x="0" y="2078"/>
                    <a:pt x="24" y="2197"/>
                  </a:cubicBezTo>
                  <a:cubicBezTo>
                    <a:pt x="36" y="2352"/>
                    <a:pt x="60" y="2495"/>
                    <a:pt x="108" y="2626"/>
                  </a:cubicBezTo>
                  <a:cubicBezTo>
                    <a:pt x="358" y="3376"/>
                    <a:pt x="1036" y="3935"/>
                    <a:pt x="1846" y="4019"/>
                  </a:cubicBezTo>
                  <a:cubicBezTo>
                    <a:pt x="1890" y="4022"/>
                    <a:pt x="1934" y="4023"/>
                    <a:pt x="1978" y="4023"/>
                  </a:cubicBezTo>
                  <a:cubicBezTo>
                    <a:pt x="2107" y="4023"/>
                    <a:pt x="2230" y="4010"/>
                    <a:pt x="2346" y="3983"/>
                  </a:cubicBezTo>
                  <a:cubicBezTo>
                    <a:pt x="2501" y="3971"/>
                    <a:pt x="2655" y="3924"/>
                    <a:pt x="2786" y="3864"/>
                  </a:cubicBezTo>
                  <a:cubicBezTo>
                    <a:pt x="3417" y="3602"/>
                    <a:pt x="3894" y="3031"/>
                    <a:pt x="4013" y="2328"/>
                  </a:cubicBezTo>
                  <a:cubicBezTo>
                    <a:pt x="4013" y="2292"/>
                    <a:pt x="4025" y="2233"/>
                    <a:pt x="4025" y="2185"/>
                  </a:cubicBezTo>
                  <a:lnTo>
                    <a:pt x="4025" y="1899"/>
                  </a:lnTo>
                  <a:cubicBezTo>
                    <a:pt x="3989" y="1578"/>
                    <a:pt x="3906" y="1257"/>
                    <a:pt x="3739" y="995"/>
                  </a:cubicBezTo>
                  <a:cubicBezTo>
                    <a:pt x="3667" y="864"/>
                    <a:pt x="3572" y="745"/>
                    <a:pt x="3465" y="637"/>
                  </a:cubicBezTo>
                  <a:cubicBezTo>
                    <a:pt x="3144" y="292"/>
                    <a:pt x="2703" y="54"/>
                    <a:pt x="2191" y="6"/>
                  </a:cubicBezTo>
                  <a:cubicBezTo>
                    <a:pt x="2140" y="2"/>
                    <a:pt x="2089" y="1"/>
                    <a:pt x="20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
            <p:cNvSpPr/>
            <p:nvPr/>
          </p:nvSpPr>
          <p:spPr>
            <a:xfrm>
              <a:off x="6886575" y="1575550"/>
              <a:ext cx="19050" cy="17950"/>
            </a:xfrm>
            <a:custGeom>
              <a:rect b="b" l="l" r="r" t="t"/>
              <a:pathLst>
                <a:path extrusionOk="0" h="718" w="762">
                  <a:moveTo>
                    <a:pt x="367" y="0"/>
                  </a:moveTo>
                  <a:cubicBezTo>
                    <a:pt x="308" y="0"/>
                    <a:pt x="251" y="22"/>
                    <a:pt x="202" y="51"/>
                  </a:cubicBezTo>
                  <a:cubicBezTo>
                    <a:pt x="95" y="111"/>
                    <a:pt x="36" y="206"/>
                    <a:pt x="24" y="325"/>
                  </a:cubicBezTo>
                  <a:cubicBezTo>
                    <a:pt x="0" y="539"/>
                    <a:pt x="155" y="706"/>
                    <a:pt x="345" y="718"/>
                  </a:cubicBezTo>
                  <a:cubicBezTo>
                    <a:pt x="405" y="718"/>
                    <a:pt x="464" y="706"/>
                    <a:pt x="512" y="682"/>
                  </a:cubicBezTo>
                  <a:cubicBezTo>
                    <a:pt x="631" y="646"/>
                    <a:pt x="714" y="539"/>
                    <a:pt x="738" y="384"/>
                  </a:cubicBezTo>
                  <a:cubicBezTo>
                    <a:pt x="762" y="194"/>
                    <a:pt x="595" y="15"/>
                    <a:pt x="405" y="3"/>
                  </a:cubicBezTo>
                  <a:cubicBezTo>
                    <a:pt x="392" y="1"/>
                    <a:pt x="380" y="0"/>
                    <a:pt x="3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
            <p:cNvSpPr/>
            <p:nvPr/>
          </p:nvSpPr>
          <p:spPr>
            <a:xfrm>
              <a:off x="6612725" y="2909675"/>
              <a:ext cx="36925" cy="36225"/>
            </a:xfrm>
            <a:custGeom>
              <a:rect b="b" l="l" r="r" t="t"/>
              <a:pathLst>
                <a:path extrusionOk="0" h="1449" w="1477">
                  <a:moveTo>
                    <a:pt x="765" y="1"/>
                  </a:moveTo>
                  <a:cubicBezTo>
                    <a:pt x="380" y="1"/>
                    <a:pt x="59" y="291"/>
                    <a:pt x="36" y="669"/>
                  </a:cubicBezTo>
                  <a:cubicBezTo>
                    <a:pt x="0" y="1074"/>
                    <a:pt x="298" y="1419"/>
                    <a:pt x="703" y="1443"/>
                  </a:cubicBezTo>
                  <a:cubicBezTo>
                    <a:pt x="732" y="1446"/>
                    <a:pt x="761" y="1448"/>
                    <a:pt x="790" y="1448"/>
                  </a:cubicBezTo>
                  <a:cubicBezTo>
                    <a:pt x="1039" y="1448"/>
                    <a:pt x="1252" y="1312"/>
                    <a:pt x="1369" y="1109"/>
                  </a:cubicBezTo>
                  <a:cubicBezTo>
                    <a:pt x="1429" y="1014"/>
                    <a:pt x="1465" y="907"/>
                    <a:pt x="1477" y="788"/>
                  </a:cubicBezTo>
                  <a:cubicBezTo>
                    <a:pt x="1477" y="752"/>
                    <a:pt x="1477" y="705"/>
                    <a:pt x="1465" y="657"/>
                  </a:cubicBezTo>
                  <a:lnTo>
                    <a:pt x="1465" y="645"/>
                  </a:lnTo>
                  <a:cubicBezTo>
                    <a:pt x="1417" y="312"/>
                    <a:pt x="1167" y="38"/>
                    <a:pt x="810" y="2"/>
                  </a:cubicBezTo>
                  <a:cubicBezTo>
                    <a:pt x="795" y="1"/>
                    <a:pt x="780" y="1"/>
                    <a:pt x="7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
            <p:cNvSpPr/>
            <p:nvPr/>
          </p:nvSpPr>
          <p:spPr>
            <a:xfrm>
              <a:off x="6607950" y="4033250"/>
              <a:ext cx="50925" cy="50550"/>
            </a:xfrm>
            <a:custGeom>
              <a:rect b="b" l="l" r="r" t="t"/>
              <a:pathLst>
                <a:path extrusionOk="0" h="2022" w="2037">
                  <a:moveTo>
                    <a:pt x="1019" y="1"/>
                  </a:moveTo>
                  <a:cubicBezTo>
                    <a:pt x="930" y="1"/>
                    <a:pt x="843" y="14"/>
                    <a:pt x="763" y="41"/>
                  </a:cubicBezTo>
                  <a:cubicBezTo>
                    <a:pt x="358" y="148"/>
                    <a:pt x="48" y="505"/>
                    <a:pt x="13" y="934"/>
                  </a:cubicBezTo>
                  <a:cubicBezTo>
                    <a:pt x="1" y="1124"/>
                    <a:pt x="25" y="1291"/>
                    <a:pt x="108" y="1458"/>
                  </a:cubicBezTo>
                  <a:cubicBezTo>
                    <a:pt x="179" y="1600"/>
                    <a:pt x="275" y="1720"/>
                    <a:pt x="394" y="1815"/>
                  </a:cubicBezTo>
                  <a:cubicBezTo>
                    <a:pt x="537" y="1934"/>
                    <a:pt x="727" y="2005"/>
                    <a:pt x="941" y="2017"/>
                  </a:cubicBezTo>
                  <a:cubicBezTo>
                    <a:pt x="969" y="2020"/>
                    <a:pt x="997" y="2021"/>
                    <a:pt x="1024" y="2021"/>
                  </a:cubicBezTo>
                  <a:cubicBezTo>
                    <a:pt x="1110" y="2021"/>
                    <a:pt x="1187" y="2006"/>
                    <a:pt x="1251" y="1970"/>
                  </a:cubicBezTo>
                  <a:cubicBezTo>
                    <a:pt x="1406" y="1946"/>
                    <a:pt x="1537" y="1874"/>
                    <a:pt x="1656" y="1779"/>
                  </a:cubicBezTo>
                  <a:cubicBezTo>
                    <a:pt x="1775" y="1696"/>
                    <a:pt x="1858" y="1589"/>
                    <a:pt x="1918" y="1470"/>
                  </a:cubicBezTo>
                  <a:cubicBezTo>
                    <a:pt x="1977" y="1350"/>
                    <a:pt x="2013" y="1219"/>
                    <a:pt x="2025" y="1077"/>
                  </a:cubicBezTo>
                  <a:cubicBezTo>
                    <a:pt x="2037" y="874"/>
                    <a:pt x="2001" y="660"/>
                    <a:pt x="1894" y="505"/>
                  </a:cubicBezTo>
                  <a:cubicBezTo>
                    <a:pt x="1799" y="362"/>
                    <a:pt x="1703" y="267"/>
                    <a:pt x="1584" y="172"/>
                  </a:cubicBezTo>
                  <a:cubicBezTo>
                    <a:pt x="1465" y="100"/>
                    <a:pt x="1346" y="53"/>
                    <a:pt x="1203" y="29"/>
                  </a:cubicBezTo>
                  <a:cubicBezTo>
                    <a:pt x="1179" y="29"/>
                    <a:pt x="1132" y="5"/>
                    <a:pt x="1108" y="5"/>
                  </a:cubicBezTo>
                  <a:cubicBezTo>
                    <a:pt x="1078" y="2"/>
                    <a:pt x="1049" y="1"/>
                    <a:pt x="101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
            <p:cNvSpPr/>
            <p:nvPr/>
          </p:nvSpPr>
          <p:spPr>
            <a:xfrm>
              <a:off x="6996400" y="4166875"/>
              <a:ext cx="36325" cy="36000"/>
            </a:xfrm>
            <a:custGeom>
              <a:rect b="b" l="l" r="r" t="t"/>
              <a:pathLst>
                <a:path extrusionOk="0" h="1440" w="1453">
                  <a:moveTo>
                    <a:pt x="733" y="1"/>
                  </a:moveTo>
                  <a:cubicBezTo>
                    <a:pt x="700" y="1"/>
                    <a:pt x="671" y="6"/>
                    <a:pt x="631" y="6"/>
                  </a:cubicBezTo>
                  <a:cubicBezTo>
                    <a:pt x="465" y="18"/>
                    <a:pt x="334" y="101"/>
                    <a:pt x="227" y="196"/>
                  </a:cubicBezTo>
                  <a:cubicBezTo>
                    <a:pt x="119" y="304"/>
                    <a:pt x="60" y="423"/>
                    <a:pt x="36" y="577"/>
                  </a:cubicBezTo>
                  <a:cubicBezTo>
                    <a:pt x="36" y="601"/>
                    <a:pt x="12" y="613"/>
                    <a:pt x="12" y="649"/>
                  </a:cubicBezTo>
                  <a:cubicBezTo>
                    <a:pt x="0" y="780"/>
                    <a:pt x="36" y="899"/>
                    <a:pt x="84" y="1030"/>
                  </a:cubicBezTo>
                  <a:cubicBezTo>
                    <a:pt x="191" y="1256"/>
                    <a:pt x="405" y="1423"/>
                    <a:pt x="667" y="1435"/>
                  </a:cubicBezTo>
                  <a:cubicBezTo>
                    <a:pt x="696" y="1438"/>
                    <a:pt x="724" y="1440"/>
                    <a:pt x="752" y="1440"/>
                  </a:cubicBezTo>
                  <a:cubicBezTo>
                    <a:pt x="1119" y="1440"/>
                    <a:pt x="1419" y="1156"/>
                    <a:pt x="1441" y="780"/>
                  </a:cubicBezTo>
                  <a:cubicBezTo>
                    <a:pt x="1453" y="399"/>
                    <a:pt x="1155" y="42"/>
                    <a:pt x="786" y="6"/>
                  </a:cubicBezTo>
                  <a:cubicBezTo>
                    <a:pt x="766" y="2"/>
                    <a:pt x="749" y="1"/>
                    <a:pt x="73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
            <p:cNvSpPr/>
            <p:nvPr/>
          </p:nvSpPr>
          <p:spPr>
            <a:xfrm>
              <a:off x="6710350" y="4394000"/>
              <a:ext cx="37225" cy="35950"/>
            </a:xfrm>
            <a:custGeom>
              <a:rect b="b" l="l" r="r" t="t"/>
              <a:pathLst>
                <a:path extrusionOk="0" h="1438" w="1489">
                  <a:moveTo>
                    <a:pt x="737" y="0"/>
                  </a:moveTo>
                  <a:cubicBezTo>
                    <a:pt x="370" y="0"/>
                    <a:pt x="70" y="284"/>
                    <a:pt x="48" y="660"/>
                  </a:cubicBezTo>
                  <a:cubicBezTo>
                    <a:pt x="1" y="1053"/>
                    <a:pt x="298" y="1398"/>
                    <a:pt x="703" y="1434"/>
                  </a:cubicBezTo>
                  <a:cubicBezTo>
                    <a:pt x="724" y="1436"/>
                    <a:pt x="746" y="1437"/>
                    <a:pt x="767" y="1437"/>
                  </a:cubicBezTo>
                  <a:cubicBezTo>
                    <a:pt x="1133" y="1437"/>
                    <a:pt x="1443" y="1151"/>
                    <a:pt x="1477" y="779"/>
                  </a:cubicBezTo>
                  <a:cubicBezTo>
                    <a:pt x="1489" y="386"/>
                    <a:pt x="1203" y="41"/>
                    <a:pt x="822" y="5"/>
                  </a:cubicBezTo>
                  <a:cubicBezTo>
                    <a:pt x="793" y="2"/>
                    <a:pt x="765" y="0"/>
                    <a:pt x="73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
            <p:cNvSpPr/>
            <p:nvPr/>
          </p:nvSpPr>
          <p:spPr>
            <a:xfrm>
              <a:off x="6609750" y="3484075"/>
              <a:ext cx="35725" cy="35675"/>
            </a:xfrm>
            <a:custGeom>
              <a:rect b="b" l="l" r="r" t="t"/>
              <a:pathLst>
                <a:path extrusionOk="0" h="1427" w="1429">
                  <a:moveTo>
                    <a:pt x="700" y="1"/>
                  </a:moveTo>
                  <a:cubicBezTo>
                    <a:pt x="418" y="1"/>
                    <a:pt x="158" y="184"/>
                    <a:pt x="60" y="458"/>
                  </a:cubicBezTo>
                  <a:cubicBezTo>
                    <a:pt x="48" y="517"/>
                    <a:pt x="24" y="577"/>
                    <a:pt x="24" y="648"/>
                  </a:cubicBezTo>
                  <a:cubicBezTo>
                    <a:pt x="0" y="755"/>
                    <a:pt x="36" y="850"/>
                    <a:pt x="60" y="958"/>
                  </a:cubicBezTo>
                  <a:cubicBezTo>
                    <a:pt x="84" y="993"/>
                    <a:pt x="84" y="1005"/>
                    <a:pt x="95" y="1041"/>
                  </a:cubicBezTo>
                  <a:cubicBezTo>
                    <a:pt x="155" y="1172"/>
                    <a:pt x="274" y="1279"/>
                    <a:pt x="405" y="1350"/>
                  </a:cubicBezTo>
                  <a:cubicBezTo>
                    <a:pt x="417" y="1362"/>
                    <a:pt x="453" y="1362"/>
                    <a:pt x="465" y="1374"/>
                  </a:cubicBezTo>
                  <a:cubicBezTo>
                    <a:pt x="524" y="1398"/>
                    <a:pt x="584" y="1422"/>
                    <a:pt x="655" y="1422"/>
                  </a:cubicBezTo>
                  <a:cubicBezTo>
                    <a:pt x="683" y="1425"/>
                    <a:pt x="710" y="1427"/>
                    <a:pt x="736" y="1427"/>
                  </a:cubicBezTo>
                  <a:cubicBezTo>
                    <a:pt x="799" y="1427"/>
                    <a:pt x="858" y="1418"/>
                    <a:pt x="917" y="1410"/>
                  </a:cubicBezTo>
                  <a:cubicBezTo>
                    <a:pt x="1036" y="1374"/>
                    <a:pt x="1155" y="1315"/>
                    <a:pt x="1227" y="1243"/>
                  </a:cubicBezTo>
                  <a:lnTo>
                    <a:pt x="1238" y="1231"/>
                  </a:lnTo>
                  <a:cubicBezTo>
                    <a:pt x="1346" y="1112"/>
                    <a:pt x="1417" y="958"/>
                    <a:pt x="1429" y="779"/>
                  </a:cubicBezTo>
                  <a:cubicBezTo>
                    <a:pt x="1429" y="684"/>
                    <a:pt x="1429" y="600"/>
                    <a:pt x="1405" y="517"/>
                  </a:cubicBezTo>
                  <a:cubicBezTo>
                    <a:pt x="1358" y="362"/>
                    <a:pt x="1262" y="231"/>
                    <a:pt x="1143" y="148"/>
                  </a:cubicBezTo>
                  <a:cubicBezTo>
                    <a:pt x="1048" y="65"/>
                    <a:pt x="917" y="29"/>
                    <a:pt x="774" y="5"/>
                  </a:cubicBezTo>
                  <a:cubicBezTo>
                    <a:pt x="749" y="2"/>
                    <a:pt x="724" y="1"/>
                    <a:pt x="70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
            <p:cNvSpPr/>
            <p:nvPr/>
          </p:nvSpPr>
          <p:spPr>
            <a:xfrm>
              <a:off x="7027050" y="3205875"/>
              <a:ext cx="8950" cy="31275"/>
            </a:xfrm>
            <a:custGeom>
              <a:rect b="b" l="l" r="r" t="t"/>
              <a:pathLst>
                <a:path extrusionOk="0" h="1251" w="358">
                  <a:moveTo>
                    <a:pt x="358" y="1"/>
                  </a:moveTo>
                  <a:cubicBezTo>
                    <a:pt x="334" y="25"/>
                    <a:pt x="310" y="36"/>
                    <a:pt x="298" y="48"/>
                  </a:cubicBezTo>
                  <a:cubicBezTo>
                    <a:pt x="132" y="167"/>
                    <a:pt x="13" y="346"/>
                    <a:pt x="1" y="572"/>
                  </a:cubicBezTo>
                  <a:cubicBezTo>
                    <a:pt x="1" y="656"/>
                    <a:pt x="1" y="751"/>
                    <a:pt x="25" y="834"/>
                  </a:cubicBezTo>
                  <a:cubicBezTo>
                    <a:pt x="72" y="989"/>
                    <a:pt x="179" y="1108"/>
                    <a:pt x="275" y="1215"/>
                  </a:cubicBezTo>
                  <a:cubicBezTo>
                    <a:pt x="310" y="1227"/>
                    <a:pt x="322" y="1239"/>
                    <a:pt x="358" y="1251"/>
                  </a:cubicBezTo>
                  <a:lnTo>
                    <a:pt x="358" y="1"/>
                  </a:ln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
            <p:cNvSpPr/>
            <p:nvPr/>
          </p:nvSpPr>
          <p:spPr>
            <a:xfrm>
              <a:off x="6923175" y="1659900"/>
              <a:ext cx="35750" cy="35150"/>
            </a:xfrm>
            <a:custGeom>
              <a:rect b="b" l="l" r="r" t="t"/>
              <a:pathLst>
                <a:path extrusionOk="0" h="1406" w="1430">
                  <a:moveTo>
                    <a:pt x="681" y="1"/>
                  </a:moveTo>
                  <a:cubicBezTo>
                    <a:pt x="607" y="1"/>
                    <a:pt x="536" y="18"/>
                    <a:pt x="477" y="35"/>
                  </a:cubicBezTo>
                  <a:cubicBezTo>
                    <a:pt x="227" y="130"/>
                    <a:pt x="24" y="344"/>
                    <a:pt x="12" y="642"/>
                  </a:cubicBezTo>
                  <a:cubicBezTo>
                    <a:pt x="0" y="844"/>
                    <a:pt x="60" y="1035"/>
                    <a:pt x="179" y="1166"/>
                  </a:cubicBezTo>
                  <a:cubicBezTo>
                    <a:pt x="262" y="1285"/>
                    <a:pt x="405" y="1356"/>
                    <a:pt x="548" y="1392"/>
                  </a:cubicBezTo>
                  <a:cubicBezTo>
                    <a:pt x="584" y="1392"/>
                    <a:pt x="608" y="1404"/>
                    <a:pt x="655" y="1404"/>
                  </a:cubicBezTo>
                  <a:cubicBezTo>
                    <a:pt x="677" y="1405"/>
                    <a:pt x="698" y="1406"/>
                    <a:pt x="720" y="1406"/>
                  </a:cubicBezTo>
                  <a:cubicBezTo>
                    <a:pt x="874" y="1406"/>
                    <a:pt x="1016" y="1367"/>
                    <a:pt x="1132" y="1273"/>
                  </a:cubicBezTo>
                  <a:cubicBezTo>
                    <a:pt x="1263" y="1178"/>
                    <a:pt x="1370" y="1023"/>
                    <a:pt x="1394" y="844"/>
                  </a:cubicBezTo>
                  <a:cubicBezTo>
                    <a:pt x="1394" y="820"/>
                    <a:pt x="1417" y="797"/>
                    <a:pt x="1417" y="761"/>
                  </a:cubicBezTo>
                  <a:cubicBezTo>
                    <a:pt x="1429" y="546"/>
                    <a:pt x="1334" y="332"/>
                    <a:pt x="1191" y="189"/>
                  </a:cubicBezTo>
                  <a:cubicBezTo>
                    <a:pt x="1132" y="130"/>
                    <a:pt x="1060" y="82"/>
                    <a:pt x="977" y="46"/>
                  </a:cubicBezTo>
                  <a:cubicBezTo>
                    <a:pt x="917" y="35"/>
                    <a:pt x="846" y="11"/>
                    <a:pt x="774" y="11"/>
                  </a:cubicBezTo>
                  <a:cubicBezTo>
                    <a:pt x="743" y="4"/>
                    <a:pt x="712" y="1"/>
                    <a:pt x="6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
            <p:cNvSpPr/>
            <p:nvPr/>
          </p:nvSpPr>
          <p:spPr>
            <a:xfrm>
              <a:off x="6526400" y="2260750"/>
              <a:ext cx="36625" cy="35900"/>
            </a:xfrm>
            <a:custGeom>
              <a:rect b="b" l="l" r="r" t="t"/>
              <a:pathLst>
                <a:path extrusionOk="0" h="1436" w="1465">
                  <a:moveTo>
                    <a:pt x="756" y="1"/>
                  </a:moveTo>
                  <a:cubicBezTo>
                    <a:pt x="382" y="1"/>
                    <a:pt x="82" y="287"/>
                    <a:pt x="48" y="658"/>
                  </a:cubicBezTo>
                  <a:cubicBezTo>
                    <a:pt x="0" y="1063"/>
                    <a:pt x="298" y="1408"/>
                    <a:pt x="703" y="1432"/>
                  </a:cubicBezTo>
                  <a:cubicBezTo>
                    <a:pt x="727" y="1435"/>
                    <a:pt x="751" y="1436"/>
                    <a:pt x="775" y="1436"/>
                  </a:cubicBezTo>
                  <a:cubicBezTo>
                    <a:pt x="986" y="1436"/>
                    <a:pt x="1182" y="1343"/>
                    <a:pt x="1310" y="1182"/>
                  </a:cubicBezTo>
                  <a:cubicBezTo>
                    <a:pt x="1405" y="1075"/>
                    <a:pt x="1465" y="944"/>
                    <a:pt x="1465" y="765"/>
                  </a:cubicBezTo>
                  <a:lnTo>
                    <a:pt x="1465" y="754"/>
                  </a:lnTo>
                  <a:lnTo>
                    <a:pt x="1465" y="682"/>
                  </a:lnTo>
                  <a:cubicBezTo>
                    <a:pt x="1453" y="515"/>
                    <a:pt x="1393" y="384"/>
                    <a:pt x="1298" y="265"/>
                  </a:cubicBezTo>
                  <a:cubicBezTo>
                    <a:pt x="1179" y="123"/>
                    <a:pt x="1012" y="27"/>
                    <a:pt x="822" y="3"/>
                  </a:cubicBezTo>
                  <a:cubicBezTo>
                    <a:pt x="800" y="2"/>
                    <a:pt x="778" y="1"/>
                    <a:pt x="75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
            <p:cNvSpPr/>
            <p:nvPr/>
          </p:nvSpPr>
          <p:spPr>
            <a:xfrm>
              <a:off x="5728375" y="4421425"/>
              <a:ext cx="51825" cy="50475"/>
            </a:xfrm>
            <a:custGeom>
              <a:rect b="b" l="l" r="r" t="t"/>
              <a:pathLst>
                <a:path extrusionOk="0" h="2019" w="2073">
                  <a:moveTo>
                    <a:pt x="1045" y="0"/>
                  </a:moveTo>
                  <a:cubicBezTo>
                    <a:pt x="521" y="0"/>
                    <a:pt x="71" y="402"/>
                    <a:pt x="48" y="932"/>
                  </a:cubicBezTo>
                  <a:cubicBezTo>
                    <a:pt x="1" y="1492"/>
                    <a:pt x="418" y="1980"/>
                    <a:pt x="965" y="2016"/>
                  </a:cubicBezTo>
                  <a:cubicBezTo>
                    <a:pt x="992" y="2018"/>
                    <a:pt x="1019" y="2019"/>
                    <a:pt x="1046" y="2019"/>
                  </a:cubicBezTo>
                  <a:cubicBezTo>
                    <a:pt x="1333" y="2019"/>
                    <a:pt x="1579" y="1903"/>
                    <a:pt x="1775" y="1718"/>
                  </a:cubicBezTo>
                  <a:cubicBezTo>
                    <a:pt x="1870" y="1611"/>
                    <a:pt x="1965" y="1480"/>
                    <a:pt x="2013" y="1325"/>
                  </a:cubicBezTo>
                  <a:cubicBezTo>
                    <a:pt x="2037" y="1266"/>
                    <a:pt x="2037" y="1194"/>
                    <a:pt x="2061" y="1135"/>
                  </a:cubicBezTo>
                  <a:lnTo>
                    <a:pt x="2061" y="1123"/>
                  </a:lnTo>
                  <a:lnTo>
                    <a:pt x="2061" y="1075"/>
                  </a:lnTo>
                  <a:cubicBezTo>
                    <a:pt x="2072" y="944"/>
                    <a:pt x="2061" y="813"/>
                    <a:pt x="2013" y="671"/>
                  </a:cubicBezTo>
                  <a:cubicBezTo>
                    <a:pt x="1977" y="599"/>
                    <a:pt x="1942" y="528"/>
                    <a:pt x="1894" y="456"/>
                  </a:cubicBezTo>
                  <a:cubicBezTo>
                    <a:pt x="1822" y="337"/>
                    <a:pt x="1703" y="218"/>
                    <a:pt x="1561" y="135"/>
                  </a:cubicBezTo>
                  <a:cubicBezTo>
                    <a:pt x="1430" y="63"/>
                    <a:pt x="1275" y="16"/>
                    <a:pt x="1132" y="4"/>
                  </a:cubicBezTo>
                  <a:cubicBezTo>
                    <a:pt x="1103" y="1"/>
                    <a:pt x="1074" y="0"/>
                    <a:pt x="104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
            <p:cNvSpPr/>
            <p:nvPr/>
          </p:nvSpPr>
          <p:spPr>
            <a:xfrm>
              <a:off x="6710950" y="4235475"/>
              <a:ext cx="20850" cy="20600"/>
            </a:xfrm>
            <a:custGeom>
              <a:rect b="b" l="l" r="r" t="t"/>
              <a:pathLst>
                <a:path extrusionOk="0" h="824" w="834">
                  <a:moveTo>
                    <a:pt x="405" y="0"/>
                  </a:moveTo>
                  <a:cubicBezTo>
                    <a:pt x="203" y="0"/>
                    <a:pt x="24" y="155"/>
                    <a:pt x="0" y="369"/>
                  </a:cubicBezTo>
                  <a:lnTo>
                    <a:pt x="0" y="417"/>
                  </a:lnTo>
                  <a:cubicBezTo>
                    <a:pt x="24" y="608"/>
                    <a:pt x="143" y="762"/>
                    <a:pt x="322" y="810"/>
                  </a:cubicBezTo>
                  <a:cubicBezTo>
                    <a:pt x="334" y="822"/>
                    <a:pt x="358" y="822"/>
                    <a:pt x="381" y="822"/>
                  </a:cubicBezTo>
                  <a:cubicBezTo>
                    <a:pt x="394" y="823"/>
                    <a:pt x="406" y="824"/>
                    <a:pt x="418" y="824"/>
                  </a:cubicBezTo>
                  <a:cubicBezTo>
                    <a:pt x="520" y="824"/>
                    <a:pt x="604" y="780"/>
                    <a:pt x="679" y="727"/>
                  </a:cubicBezTo>
                  <a:cubicBezTo>
                    <a:pt x="703" y="703"/>
                    <a:pt x="739" y="667"/>
                    <a:pt x="750" y="643"/>
                  </a:cubicBezTo>
                  <a:cubicBezTo>
                    <a:pt x="798" y="584"/>
                    <a:pt x="822" y="524"/>
                    <a:pt x="822" y="453"/>
                  </a:cubicBezTo>
                  <a:cubicBezTo>
                    <a:pt x="834" y="227"/>
                    <a:pt x="679" y="36"/>
                    <a:pt x="4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
            <p:cNvSpPr/>
            <p:nvPr/>
          </p:nvSpPr>
          <p:spPr>
            <a:xfrm>
              <a:off x="6828225" y="3855375"/>
              <a:ext cx="21150" cy="20450"/>
            </a:xfrm>
            <a:custGeom>
              <a:rect b="b" l="l" r="r" t="t"/>
              <a:pathLst>
                <a:path extrusionOk="0" h="818" w="846">
                  <a:moveTo>
                    <a:pt x="465" y="0"/>
                  </a:moveTo>
                  <a:cubicBezTo>
                    <a:pt x="393" y="0"/>
                    <a:pt x="334" y="12"/>
                    <a:pt x="274" y="24"/>
                  </a:cubicBezTo>
                  <a:lnTo>
                    <a:pt x="250" y="24"/>
                  </a:lnTo>
                  <a:cubicBezTo>
                    <a:pt x="119" y="83"/>
                    <a:pt x="36" y="203"/>
                    <a:pt x="12" y="369"/>
                  </a:cubicBezTo>
                  <a:cubicBezTo>
                    <a:pt x="0" y="429"/>
                    <a:pt x="12" y="488"/>
                    <a:pt x="36" y="536"/>
                  </a:cubicBezTo>
                  <a:cubicBezTo>
                    <a:pt x="60" y="595"/>
                    <a:pt x="96" y="631"/>
                    <a:pt x="119" y="679"/>
                  </a:cubicBezTo>
                  <a:cubicBezTo>
                    <a:pt x="191" y="774"/>
                    <a:pt x="286" y="810"/>
                    <a:pt x="369" y="810"/>
                  </a:cubicBezTo>
                  <a:cubicBezTo>
                    <a:pt x="392" y="815"/>
                    <a:pt x="415" y="817"/>
                    <a:pt x="438" y="817"/>
                  </a:cubicBezTo>
                  <a:cubicBezTo>
                    <a:pt x="521" y="817"/>
                    <a:pt x="599" y="785"/>
                    <a:pt x="655" y="738"/>
                  </a:cubicBezTo>
                  <a:cubicBezTo>
                    <a:pt x="762" y="679"/>
                    <a:pt x="822" y="572"/>
                    <a:pt x="834" y="441"/>
                  </a:cubicBezTo>
                  <a:cubicBezTo>
                    <a:pt x="846" y="357"/>
                    <a:pt x="822" y="250"/>
                    <a:pt x="762" y="179"/>
                  </a:cubicBezTo>
                  <a:cubicBezTo>
                    <a:pt x="703" y="72"/>
                    <a:pt x="596" y="12"/>
                    <a:pt x="46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
            <p:cNvSpPr/>
            <p:nvPr/>
          </p:nvSpPr>
          <p:spPr>
            <a:xfrm>
              <a:off x="6930325" y="4028600"/>
              <a:ext cx="21450" cy="20575"/>
            </a:xfrm>
            <a:custGeom>
              <a:rect b="b" l="l" r="r" t="t"/>
              <a:pathLst>
                <a:path extrusionOk="0" h="823" w="858">
                  <a:moveTo>
                    <a:pt x="476" y="1"/>
                  </a:moveTo>
                  <a:cubicBezTo>
                    <a:pt x="357" y="1"/>
                    <a:pt x="250" y="36"/>
                    <a:pt x="179" y="96"/>
                  </a:cubicBezTo>
                  <a:cubicBezTo>
                    <a:pt x="84" y="155"/>
                    <a:pt x="24" y="251"/>
                    <a:pt x="12" y="370"/>
                  </a:cubicBezTo>
                  <a:cubicBezTo>
                    <a:pt x="0" y="608"/>
                    <a:pt x="143" y="810"/>
                    <a:pt x="381" y="822"/>
                  </a:cubicBezTo>
                  <a:cubicBezTo>
                    <a:pt x="453" y="822"/>
                    <a:pt x="512" y="810"/>
                    <a:pt x="572" y="786"/>
                  </a:cubicBezTo>
                  <a:cubicBezTo>
                    <a:pt x="727" y="751"/>
                    <a:pt x="834" y="608"/>
                    <a:pt x="846" y="453"/>
                  </a:cubicBezTo>
                  <a:cubicBezTo>
                    <a:pt x="857" y="215"/>
                    <a:pt x="679" y="12"/>
                    <a:pt x="4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
            <p:cNvSpPr/>
            <p:nvPr/>
          </p:nvSpPr>
          <p:spPr>
            <a:xfrm>
              <a:off x="6984800" y="3178775"/>
              <a:ext cx="21450" cy="20600"/>
            </a:xfrm>
            <a:custGeom>
              <a:rect b="b" l="l" r="r" t="t"/>
              <a:pathLst>
                <a:path extrusionOk="0" h="824" w="858">
                  <a:moveTo>
                    <a:pt x="440" y="1"/>
                  </a:moveTo>
                  <a:cubicBezTo>
                    <a:pt x="225" y="1"/>
                    <a:pt x="47" y="152"/>
                    <a:pt x="24" y="370"/>
                  </a:cubicBezTo>
                  <a:cubicBezTo>
                    <a:pt x="0" y="608"/>
                    <a:pt x="155" y="799"/>
                    <a:pt x="393" y="823"/>
                  </a:cubicBezTo>
                  <a:cubicBezTo>
                    <a:pt x="402" y="823"/>
                    <a:pt x="411" y="823"/>
                    <a:pt x="420" y="823"/>
                  </a:cubicBezTo>
                  <a:cubicBezTo>
                    <a:pt x="646" y="823"/>
                    <a:pt x="822" y="682"/>
                    <a:pt x="834" y="442"/>
                  </a:cubicBezTo>
                  <a:cubicBezTo>
                    <a:pt x="857" y="204"/>
                    <a:pt x="703" y="13"/>
                    <a:pt x="464" y="1"/>
                  </a:cubicBezTo>
                  <a:cubicBezTo>
                    <a:pt x="456" y="1"/>
                    <a:pt x="448" y="1"/>
                    <a:pt x="4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
            <p:cNvSpPr/>
            <p:nvPr/>
          </p:nvSpPr>
          <p:spPr>
            <a:xfrm>
              <a:off x="6950250" y="2089625"/>
              <a:ext cx="20875" cy="20600"/>
            </a:xfrm>
            <a:custGeom>
              <a:rect b="b" l="l" r="r" t="t"/>
              <a:pathLst>
                <a:path extrusionOk="0" h="824" w="835">
                  <a:moveTo>
                    <a:pt x="410" y="1"/>
                  </a:moveTo>
                  <a:cubicBezTo>
                    <a:pt x="287" y="1"/>
                    <a:pt x="183" y="47"/>
                    <a:pt x="108" y="121"/>
                  </a:cubicBezTo>
                  <a:cubicBezTo>
                    <a:pt x="49" y="205"/>
                    <a:pt x="1" y="276"/>
                    <a:pt x="1" y="383"/>
                  </a:cubicBezTo>
                  <a:lnTo>
                    <a:pt x="1" y="419"/>
                  </a:lnTo>
                  <a:cubicBezTo>
                    <a:pt x="1" y="574"/>
                    <a:pt x="72" y="693"/>
                    <a:pt x="191" y="764"/>
                  </a:cubicBezTo>
                  <a:cubicBezTo>
                    <a:pt x="239" y="800"/>
                    <a:pt x="299" y="824"/>
                    <a:pt x="370" y="824"/>
                  </a:cubicBezTo>
                  <a:cubicBezTo>
                    <a:pt x="441" y="824"/>
                    <a:pt x="525" y="812"/>
                    <a:pt x="584" y="776"/>
                  </a:cubicBezTo>
                  <a:cubicBezTo>
                    <a:pt x="692" y="741"/>
                    <a:pt x="751" y="657"/>
                    <a:pt x="787" y="574"/>
                  </a:cubicBezTo>
                  <a:cubicBezTo>
                    <a:pt x="811" y="538"/>
                    <a:pt x="822" y="502"/>
                    <a:pt x="822" y="455"/>
                  </a:cubicBezTo>
                  <a:cubicBezTo>
                    <a:pt x="834" y="324"/>
                    <a:pt x="787" y="217"/>
                    <a:pt x="703" y="121"/>
                  </a:cubicBezTo>
                  <a:cubicBezTo>
                    <a:pt x="656" y="98"/>
                    <a:pt x="608" y="50"/>
                    <a:pt x="549" y="38"/>
                  </a:cubicBezTo>
                  <a:cubicBezTo>
                    <a:pt x="525" y="26"/>
                    <a:pt x="489" y="2"/>
                    <a:pt x="453" y="2"/>
                  </a:cubicBezTo>
                  <a:cubicBezTo>
                    <a:pt x="439" y="1"/>
                    <a:pt x="424" y="1"/>
                    <a:pt x="4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
            <p:cNvSpPr/>
            <p:nvPr/>
          </p:nvSpPr>
          <p:spPr>
            <a:xfrm>
              <a:off x="6882700" y="3304975"/>
              <a:ext cx="21450" cy="20600"/>
            </a:xfrm>
            <a:custGeom>
              <a:rect b="b" l="l" r="r" t="t"/>
              <a:pathLst>
                <a:path extrusionOk="0" h="824" w="858">
                  <a:moveTo>
                    <a:pt x="425" y="1"/>
                  </a:moveTo>
                  <a:cubicBezTo>
                    <a:pt x="200" y="1"/>
                    <a:pt x="24" y="142"/>
                    <a:pt x="12" y="371"/>
                  </a:cubicBezTo>
                  <a:cubicBezTo>
                    <a:pt x="0" y="490"/>
                    <a:pt x="36" y="597"/>
                    <a:pt x="119" y="680"/>
                  </a:cubicBezTo>
                  <a:cubicBezTo>
                    <a:pt x="179" y="764"/>
                    <a:pt x="274" y="799"/>
                    <a:pt x="381" y="823"/>
                  </a:cubicBezTo>
                  <a:cubicBezTo>
                    <a:pt x="391" y="824"/>
                    <a:pt x="400" y="824"/>
                    <a:pt x="410" y="824"/>
                  </a:cubicBezTo>
                  <a:cubicBezTo>
                    <a:pt x="623" y="824"/>
                    <a:pt x="799" y="694"/>
                    <a:pt x="834" y="478"/>
                  </a:cubicBezTo>
                  <a:lnTo>
                    <a:pt x="834" y="442"/>
                  </a:lnTo>
                  <a:cubicBezTo>
                    <a:pt x="857" y="252"/>
                    <a:pt x="727" y="61"/>
                    <a:pt x="512" y="13"/>
                  </a:cubicBezTo>
                  <a:cubicBezTo>
                    <a:pt x="500" y="2"/>
                    <a:pt x="476" y="2"/>
                    <a:pt x="453" y="2"/>
                  </a:cubicBezTo>
                  <a:cubicBezTo>
                    <a:pt x="443" y="1"/>
                    <a:pt x="434" y="1"/>
                    <a:pt x="4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
            <p:cNvSpPr/>
            <p:nvPr/>
          </p:nvSpPr>
          <p:spPr>
            <a:xfrm>
              <a:off x="6801125" y="3180575"/>
              <a:ext cx="21475" cy="20600"/>
            </a:xfrm>
            <a:custGeom>
              <a:rect b="b" l="l" r="r" t="t"/>
              <a:pathLst>
                <a:path extrusionOk="0" h="824" w="859">
                  <a:moveTo>
                    <a:pt x="418" y="1"/>
                  </a:moveTo>
                  <a:cubicBezTo>
                    <a:pt x="203" y="1"/>
                    <a:pt x="25" y="155"/>
                    <a:pt x="13" y="370"/>
                  </a:cubicBezTo>
                  <a:cubicBezTo>
                    <a:pt x="1" y="620"/>
                    <a:pt x="144" y="810"/>
                    <a:pt x="382" y="822"/>
                  </a:cubicBezTo>
                  <a:cubicBezTo>
                    <a:pt x="392" y="823"/>
                    <a:pt x="402" y="823"/>
                    <a:pt x="412" y="823"/>
                  </a:cubicBezTo>
                  <a:cubicBezTo>
                    <a:pt x="579" y="823"/>
                    <a:pt x="731" y="730"/>
                    <a:pt x="799" y="572"/>
                  </a:cubicBezTo>
                  <a:cubicBezTo>
                    <a:pt x="822" y="536"/>
                    <a:pt x="834" y="489"/>
                    <a:pt x="834" y="453"/>
                  </a:cubicBezTo>
                  <a:cubicBezTo>
                    <a:pt x="858" y="227"/>
                    <a:pt x="703" y="25"/>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1" name="Google Shape;161;p2"/>
          <p:cNvSpPr/>
          <p:nvPr/>
        </p:nvSpPr>
        <p:spPr>
          <a:xfrm>
            <a:off x="0" y="4845825"/>
            <a:ext cx="9144000" cy="2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2" name="Shape 162"/>
        <p:cNvGrpSpPr/>
        <p:nvPr/>
      </p:nvGrpSpPr>
      <p:grpSpPr>
        <a:xfrm>
          <a:off x="0" y="0"/>
          <a:ext cx="0" cy="0"/>
          <a:chOff x="0" y="0"/>
          <a:chExt cx="0" cy="0"/>
        </a:xfrm>
      </p:grpSpPr>
      <p:grpSp>
        <p:nvGrpSpPr>
          <p:cNvPr id="163" name="Google Shape;163;p3"/>
          <p:cNvGrpSpPr/>
          <p:nvPr/>
        </p:nvGrpSpPr>
        <p:grpSpPr>
          <a:xfrm rot="10800000">
            <a:off x="-1" y="10"/>
            <a:ext cx="1171716" cy="1393322"/>
            <a:chOff x="3048875" y="2669025"/>
            <a:chExt cx="504550" cy="599975"/>
          </a:xfrm>
        </p:grpSpPr>
        <p:sp>
          <p:nvSpPr>
            <p:cNvPr id="164" name="Google Shape;164;p3"/>
            <p:cNvSpPr/>
            <p:nvPr/>
          </p:nvSpPr>
          <p:spPr>
            <a:xfrm>
              <a:off x="3048875" y="3200825"/>
              <a:ext cx="57175" cy="68175"/>
            </a:xfrm>
            <a:custGeom>
              <a:rect b="b" l="l" r="r" t="t"/>
              <a:pathLst>
                <a:path extrusionOk="0" h="2727" w="2287">
                  <a:moveTo>
                    <a:pt x="2215" y="0"/>
                  </a:moveTo>
                  <a:cubicBezTo>
                    <a:pt x="2180" y="0"/>
                    <a:pt x="2156" y="12"/>
                    <a:pt x="2120" y="36"/>
                  </a:cubicBezTo>
                  <a:lnTo>
                    <a:pt x="1" y="2727"/>
                  </a:lnTo>
                  <a:lnTo>
                    <a:pt x="358" y="2727"/>
                  </a:lnTo>
                  <a:lnTo>
                    <a:pt x="2287" y="286"/>
                  </a:lnTo>
                  <a:cubicBezTo>
                    <a:pt x="2275" y="250"/>
                    <a:pt x="2251" y="203"/>
                    <a:pt x="2239" y="179"/>
                  </a:cubicBezTo>
                  <a:cubicBezTo>
                    <a:pt x="2227" y="119"/>
                    <a:pt x="2215" y="60"/>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
            <p:cNvSpPr/>
            <p:nvPr/>
          </p:nvSpPr>
          <p:spPr>
            <a:xfrm>
              <a:off x="3117925" y="2833225"/>
              <a:ext cx="56300" cy="351550"/>
            </a:xfrm>
            <a:custGeom>
              <a:rect b="b" l="l" r="r" t="t"/>
              <a:pathLst>
                <a:path extrusionOk="0" h="14062" w="2252">
                  <a:moveTo>
                    <a:pt x="2251" y="0"/>
                  </a:moveTo>
                  <a:lnTo>
                    <a:pt x="2251" y="0"/>
                  </a:lnTo>
                  <a:cubicBezTo>
                    <a:pt x="2216" y="12"/>
                    <a:pt x="2204" y="36"/>
                    <a:pt x="2168" y="36"/>
                  </a:cubicBezTo>
                  <a:cubicBezTo>
                    <a:pt x="2140" y="50"/>
                    <a:pt x="2113" y="57"/>
                    <a:pt x="2088" y="57"/>
                  </a:cubicBezTo>
                  <a:cubicBezTo>
                    <a:pt x="2050" y="57"/>
                    <a:pt x="2013" y="41"/>
                    <a:pt x="1977" y="12"/>
                  </a:cubicBezTo>
                  <a:lnTo>
                    <a:pt x="1" y="14026"/>
                  </a:lnTo>
                  <a:cubicBezTo>
                    <a:pt x="72" y="14038"/>
                    <a:pt x="180" y="14049"/>
                    <a:pt x="275" y="14061"/>
                  </a:cubicBezTo>
                  <a:lnTo>
                    <a:pt x="225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
            <p:cNvSpPr/>
            <p:nvPr/>
          </p:nvSpPr>
          <p:spPr>
            <a:xfrm>
              <a:off x="3174200" y="2826975"/>
              <a:ext cx="144675" cy="8050"/>
            </a:xfrm>
            <a:custGeom>
              <a:rect b="b" l="l" r="r" t="t"/>
              <a:pathLst>
                <a:path extrusionOk="0" h="322" w="5787">
                  <a:moveTo>
                    <a:pt x="24" y="0"/>
                  </a:moveTo>
                  <a:lnTo>
                    <a:pt x="24" y="0"/>
                  </a:lnTo>
                  <a:cubicBezTo>
                    <a:pt x="48" y="12"/>
                    <a:pt x="48" y="24"/>
                    <a:pt x="60" y="36"/>
                  </a:cubicBezTo>
                  <a:cubicBezTo>
                    <a:pt x="72" y="119"/>
                    <a:pt x="60" y="203"/>
                    <a:pt x="0" y="262"/>
                  </a:cubicBezTo>
                  <a:lnTo>
                    <a:pt x="5763" y="322"/>
                  </a:lnTo>
                  <a:cubicBezTo>
                    <a:pt x="5739" y="226"/>
                    <a:pt x="5763" y="131"/>
                    <a:pt x="5787" y="60"/>
                  </a:cubicBez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
            <p:cNvSpPr/>
            <p:nvPr/>
          </p:nvSpPr>
          <p:spPr>
            <a:xfrm>
              <a:off x="3128650" y="3208250"/>
              <a:ext cx="68500" cy="60175"/>
            </a:xfrm>
            <a:custGeom>
              <a:rect b="b" l="l" r="r" t="t"/>
              <a:pathLst>
                <a:path extrusionOk="0" h="2407" w="2740">
                  <a:moveTo>
                    <a:pt x="203" y="1"/>
                  </a:moveTo>
                  <a:cubicBezTo>
                    <a:pt x="155" y="72"/>
                    <a:pt x="96" y="144"/>
                    <a:pt x="1" y="191"/>
                  </a:cubicBezTo>
                  <a:lnTo>
                    <a:pt x="2346" y="2406"/>
                  </a:lnTo>
                  <a:lnTo>
                    <a:pt x="2739" y="2406"/>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
            <p:cNvSpPr/>
            <p:nvPr/>
          </p:nvSpPr>
          <p:spPr>
            <a:xfrm>
              <a:off x="3202775" y="3124925"/>
              <a:ext cx="147350" cy="144075"/>
            </a:xfrm>
            <a:custGeom>
              <a:rect b="b" l="l" r="r" t="t"/>
              <a:pathLst>
                <a:path extrusionOk="0" h="5763" w="5894">
                  <a:moveTo>
                    <a:pt x="5703" y="0"/>
                  </a:moveTo>
                  <a:lnTo>
                    <a:pt x="0" y="5763"/>
                  </a:lnTo>
                  <a:lnTo>
                    <a:pt x="393" y="5763"/>
                  </a:lnTo>
                  <a:lnTo>
                    <a:pt x="5894" y="191"/>
                  </a:lnTo>
                  <a:cubicBezTo>
                    <a:pt x="5822" y="143"/>
                    <a:pt x="5751" y="84"/>
                    <a:pt x="570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3"/>
            <p:cNvSpPr/>
            <p:nvPr/>
          </p:nvSpPr>
          <p:spPr>
            <a:xfrm>
              <a:off x="3367375" y="2941850"/>
              <a:ext cx="161950" cy="165825"/>
            </a:xfrm>
            <a:custGeom>
              <a:rect b="b" l="l" r="r" t="t"/>
              <a:pathLst>
                <a:path extrusionOk="0" h="6633" w="6478">
                  <a:moveTo>
                    <a:pt x="6311" y="1"/>
                  </a:moveTo>
                  <a:lnTo>
                    <a:pt x="0" y="6442"/>
                  </a:lnTo>
                  <a:cubicBezTo>
                    <a:pt x="72" y="6490"/>
                    <a:pt x="131" y="6561"/>
                    <a:pt x="191" y="6633"/>
                  </a:cubicBezTo>
                  <a:lnTo>
                    <a:pt x="6477" y="203"/>
                  </a:lnTo>
                  <a:cubicBezTo>
                    <a:pt x="6466" y="191"/>
                    <a:pt x="6466" y="156"/>
                    <a:pt x="6466" y="144"/>
                  </a:cubicBezTo>
                  <a:cubicBezTo>
                    <a:pt x="6382" y="132"/>
                    <a:pt x="6323" y="72"/>
                    <a:pt x="631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
            <p:cNvSpPr/>
            <p:nvPr/>
          </p:nvSpPr>
          <p:spPr>
            <a:xfrm>
              <a:off x="3356050" y="3130875"/>
              <a:ext cx="23850" cy="137550"/>
            </a:xfrm>
            <a:custGeom>
              <a:rect b="b" l="l" r="r" t="t"/>
              <a:pathLst>
                <a:path extrusionOk="0" h="5502" w="954">
                  <a:moveTo>
                    <a:pt x="287" y="0"/>
                  </a:moveTo>
                  <a:cubicBezTo>
                    <a:pt x="231" y="28"/>
                    <a:pt x="175" y="40"/>
                    <a:pt x="119" y="40"/>
                  </a:cubicBezTo>
                  <a:cubicBezTo>
                    <a:pt x="80" y="40"/>
                    <a:pt x="40" y="34"/>
                    <a:pt x="1" y="24"/>
                  </a:cubicBezTo>
                  <a:lnTo>
                    <a:pt x="1" y="24"/>
                  </a:lnTo>
                  <a:lnTo>
                    <a:pt x="668" y="5501"/>
                  </a:lnTo>
                  <a:lnTo>
                    <a:pt x="953" y="5501"/>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
            <p:cNvSpPr/>
            <p:nvPr/>
          </p:nvSpPr>
          <p:spPr>
            <a:xfrm>
              <a:off x="3310225" y="2699575"/>
              <a:ext cx="19975" cy="123550"/>
            </a:xfrm>
            <a:custGeom>
              <a:rect b="b" l="l" r="r" t="t"/>
              <a:pathLst>
                <a:path extrusionOk="0" h="4942" w="799">
                  <a:moveTo>
                    <a:pt x="274" y="0"/>
                  </a:moveTo>
                  <a:cubicBezTo>
                    <a:pt x="262" y="0"/>
                    <a:pt x="239" y="12"/>
                    <a:pt x="227" y="12"/>
                  </a:cubicBezTo>
                  <a:cubicBezTo>
                    <a:pt x="155" y="48"/>
                    <a:pt x="84" y="48"/>
                    <a:pt x="0" y="48"/>
                  </a:cubicBezTo>
                  <a:lnTo>
                    <a:pt x="524" y="4941"/>
                  </a:lnTo>
                  <a:cubicBezTo>
                    <a:pt x="536" y="4929"/>
                    <a:pt x="572" y="4918"/>
                    <a:pt x="584" y="4918"/>
                  </a:cubicBezTo>
                  <a:cubicBezTo>
                    <a:pt x="629" y="4895"/>
                    <a:pt x="679" y="4887"/>
                    <a:pt x="725" y="4887"/>
                  </a:cubicBezTo>
                  <a:cubicBezTo>
                    <a:pt x="751" y="4887"/>
                    <a:pt x="776" y="4889"/>
                    <a:pt x="798" y="4894"/>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
            <p:cNvSpPr/>
            <p:nvPr/>
          </p:nvSpPr>
          <p:spPr>
            <a:xfrm>
              <a:off x="3338500" y="2828750"/>
              <a:ext cx="94675" cy="9550"/>
            </a:xfrm>
            <a:custGeom>
              <a:rect b="b" l="l" r="r" t="t"/>
              <a:pathLst>
                <a:path extrusionOk="0" h="382" w="3787">
                  <a:moveTo>
                    <a:pt x="1" y="1"/>
                  </a:moveTo>
                  <a:cubicBezTo>
                    <a:pt x="1" y="12"/>
                    <a:pt x="24" y="12"/>
                    <a:pt x="24" y="24"/>
                  </a:cubicBezTo>
                  <a:cubicBezTo>
                    <a:pt x="48" y="120"/>
                    <a:pt x="48" y="191"/>
                    <a:pt x="36" y="286"/>
                  </a:cubicBezTo>
                  <a:lnTo>
                    <a:pt x="3787" y="382"/>
                  </a:lnTo>
                  <a:cubicBezTo>
                    <a:pt x="3775" y="370"/>
                    <a:pt x="3775" y="358"/>
                    <a:pt x="3775" y="346"/>
                  </a:cubicBezTo>
                  <a:cubicBezTo>
                    <a:pt x="3739" y="251"/>
                    <a:pt x="3739" y="179"/>
                    <a:pt x="3751" y="108"/>
                  </a:cubicBez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
            <p:cNvSpPr/>
            <p:nvPr/>
          </p:nvSpPr>
          <p:spPr>
            <a:xfrm>
              <a:off x="3531375" y="2913875"/>
              <a:ext cx="22050" cy="23850"/>
            </a:xfrm>
            <a:custGeom>
              <a:rect b="b" l="l" r="r" t="t"/>
              <a:pathLst>
                <a:path extrusionOk="0" h="954" w="882">
                  <a:moveTo>
                    <a:pt x="882" y="1"/>
                  </a:moveTo>
                  <a:lnTo>
                    <a:pt x="1" y="787"/>
                  </a:lnTo>
                  <a:cubicBezTo>
                    <a:pt x="84" y="787"/>
                    <a:pt x="179" y="846"/>
                    <a:pt x="227" y="953"/>
                  </a:cubicBezTo>
                  <a:lnTo>
                    <a:pt x="882" y="370"/>
                  </a:lnTo>
                  <a:lnTo>
                    <a:pt x="88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
            <p:cNvSpPr/>
            <p:nvPr/>
          </p:nvSpPr>
          <p:spPr>
            <a:xfrm>
              <a:off x="3319750" y="2693325"/>
              <a:ext cx="118200" cy="135750"/>
            </a:xfrm>
            <a:custGeom>
              <a:rect b="b" l="l" r="r" t="t"/>
              <a:pathLst>
                <a:path extrusionOk="0" h="5430" w="4728">
                  <a:moveTo>
                    <a:pt x="191" y="0"/>
                  </a:moveTo>
                  <a:cubicBezTo>
                    <a:pt x="143" y="72"/>
                    <a:pt x="72" y="143"/>
                    <a:pt x="0" y="191"/>
                  </a:cubicBezTo>
                  <a:lnTo>
                    <a:pt x="4537" y="5429"/>
                  </a:lnTo>
                  <a:cubicBezTo>
                    <a:pt x="4584" y="5346"/>
                    <a:pt x="4644" y="5287"/>
                    <a:pt x="4727" y="5239"/>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
            <p:cNvSpPr/>
            <p:nvPr/>
          </p:nvSpPr>
          <p:spPr>
            <a:xfrm>
              <a:off x="3446250" y="2840650"/>
              <a:ext cx="82775" cy="98250"/>
            </a:xfrm>
            <a:custGeom>
              <a:rect b="b" l="l" r="r" t="t"/>
              <a:pathLst>
                <a:path extrusionOk="0" h="3930" w="3311">
                  <a:moveTo>
                    <a:pt x="215" y="1"/>
                  </a:moveTo>
                  <a:cubicBezTo>
                    <a:pt x="179" y="60"/>
                    <a:pt x="96" y="120"/>
                    <a:pt x="12" y="144"/>
                  </a:cubicBezTo>
                  <a:lnTo>
                    <a:pt x="1" y="144"/>
                  </a:lnTo>
                  <a:lnTo>
                    <a:pt x="3132" y="3930"/>
                  </a:lnTo>
                  <a:cubicBezTo>
                    <a:pt x="3156" y="3835"/>
                    <a:pt x="3215" y="3751"/>
                    <a:pt x="3311" y="3716"/>
                  </a:cubicBez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
            <p:cNvSpPr/>
            <p:nvPr/>
          </p:nvSpPr>
          <p:spPr>
            <a:xfrm>
              <a:off x="3528700" y="2944550"/>
              <a:ext cx="24725" cy="46750"/>
            </a:xfrm>
            <a:custGeom>
              <a:rect b="b" l="l" r="r" t="t"/>
              <a:pathLst>
                <a:path extrusionOk="0" h="1870" w="989">
                  <a:moveTo>
                    <a:pt x="274" y="0"/>
                  </a:moveTo>
                  <a:cubicBezTo>
                    <a:pt x="239" y="24"/>
                    <a:pt x="215" y="36"/>
                    <a:pt x="167" y="60"/>
                  </a:cubicBezTo>
                  <a:cubicBezTo>
                    <a:pt x="138" y="66"/>
                    <a:pt x="108" y="69"/>
                    <a:pt x="79" y="69"/>
                  </a:cubicBezTo>
                  <a:cubicBezTo>
                    <a:pt x="51" y="69"/>
                    <a:pt x="24" y="66"/>
                    <a:pt x="1" y="60"/>
                  </a:cubicBezTo>
                  <a:lnTo>
                    <a:pt x="1" y="60"/>
                  </a:lnTo>
                  <a:cubicBezTo>
                    <a:pt x="1" y="72"/>
                    <a:pt x="1" y="95"/>
                    <a:pt x="13" y="119"/>
                  </a:cubicBezTo>
                  <a:lnTo>
                    <a:pt x="989" y="1869"/>
                  </a:lnTo>
                  <a:lnTo>
                    <a:pt x="989" y="1310"/>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3"/>
            <p:cNvSpPr/>
            <p:nvPr/>
          </p:nvSpPr>
          <p:spPr>
            <a:xfrm>
              <a:off x="3292950" y="2669025"/>
              <a:ext cx="34550" cy="31750"/>
            </a:xfrm>
            <a:custGeom>
              <a:rect b="b" l="l" r="r" t="t"/>
              <a:pathLst>
                <a:path extrusionOk="0" h="1270" w="1382">
                  <a:moveTo>
                    <a:pt x="694" y="1"/>
                  </a:moveTo>
                  <a:cubicBezTo>
                    <a:pt x="629" y="1"/>
                    <a:pt x="564" y="11"/>
                    <a:pt x="501" y="32"/>
                  </a:cubicBezTo>
                  <a:cubicBezTo>
                    <a:pt x="179" y="151"/>
                    <a:pt x="1" y="508"/>
                    <a:pt x="96" y="841"/>
                  </a:cubicBezTo>
                  <a:cubicBezTo>
                    <a:pt x="191" y="1091"/>
                    <a:pt x="429" y="1258"/>
                    <a:pt x="680" y="1270"/>
                  </a:cubicBezTo>
                  <a:cubicBezTo>
                    <a:pt x="751" y="1270"/>
                    <a:pt x="822" y="1270"/>
                    <a:pt x="906" y="1234"/>
                  </a:cubicBezTo>
                  <a:cubicBezTo>
                    <a:pt x="953" y="1234"/>
                    <a:pt x="965" y="1222"/>
                    <a:pt x="965" y="1222"/>
                  </a:cubicBezTo>
                  <a:lnTo>
                    <a:pt x="1049" y="1175"/>
                  </a:lnTo>
                  <a:cubicBezTo>
                    <a:pt x="1132" y="1139"/>
                    <a:pt x="1203" y="1056"/>
                    <a:pt x="1251" y="984"/>
                  </a:cubicBezTo>
                  <a:cubicBezTo>
                    <a:pt x="1346" y="841"/>
                    <a:pt x="1382" y="627"/>
                    <a:pt x="1311" y="436"/>
                  </a:cubicBezTo>
                  <a:cubicBezTo>
                    <a:pt x="1215" y="169"/>
                    <a:pt x="958" y="1"/>
                    <a:pt x="69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
            <p:cNvSpPr/>
            <p:nvPr/>
          </p:nvSpPr>
          <p:spPr>
            <a:xfrm>
              <a:off x="3103950" y="3184550"/>
              <a:ext cx="32475" cy="31650"/>
            </a:xfrm>
            <a:custGeom>
              <a:rect b="b" l="l" r="r" t="t"/>
              <a:pathLst>
                <a:path extrusionOk="0" h="1266" w="1299">
                  <a:moveTo>
                    <a:pt x="669" y="1"/>
                  </a:moveTo>
                  <a:cubicBezTo>
                    <a:pt x="631" y="1"/>
                    <a:pt x="594" y="3"/>
                    <a:pt x="560" y="8"/>
                  </a:cubicBezTo>
                  <a:cubicBezTo>
                    <a:pt x="512" y="8"/>
                    <a:pt x="489" y="20"/>
                    <a:pt x="441" y="44"/>
                  </a:cubicBezTo>
                  <a:cubicBezTo>
                    <a:pt x="179" y="127"/>
                    <a:pt x="0" y="401"/>
                    <a:pt x="12" y="663"/>
                  </a:cubicBezTo>
                  <a:cubicBezTo>
                    <a:pt x="12" y="723"/>
                    <a:pt x="24" y="782"/>
                    <a:pt x="36" y="842"/>
                  </a:cubicBezTo>
                  <a:cubicBezTo>
                    <a:pt x="60" y="854"/>
                    <a:pt x="72" y="901"/>
                    <a:pt x="84" y="937"/>
                  </a:cubicBezTo>
                  <a:cubicBezTo>
                    <a:pt x="204" y="1141"/>
                    <a:pt x="419" y="1266"/>
                    <a:pt x="649" y="1266"/>
                  </a:cubicBezTo>
                  <a:cubicBezTo>
                    <a:pt x="714" y="1266"/>
                    <a:pt x="780" y="1256"/>
                    <a:pt x="846" y="1235"/>
                  </a:cubicBezTo>
                  <a:cubicBezTo>
                    <a:pt x="905" y="1211"/>
                    <a:pt x="953" y="1187"/>
                    <a:pt x="989" y="1151"/>
                  </a:cubicBezTo>
                  <a:cubicBezTo>
                    <a:pt x="1072" y="1092"/>
                    <a:pt x="1143" y="1032"/>
                    <a:pt x="1191" y="961"/>
                  </a:cubicBezTo>
                  <a:cubicBezTo>
                    <a:pt x="1274" y="818"/>
                    <a:pt x="1298" y="616"/>
                    <a:pt x="1239" y="425"/>
                  </a:cubicBezTo>
                  <a:cubicBezTo>
                    <a:pt x="1167" y="235"/>
                    <a:pt x="1024" y="80"/>
                    <a:pt x="834" y="20"/>
                  </a:cubicBezTo>
                  <a:cubicBezTo>
                    <a:pt x="778" y="6"/>
                    <a:pt x="722" y="1"/>
                    <a:pt x="66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3"/>
            <p:cNvSpPr/>
            <p:nvPr/>
          </p:nvSpPr>
          <p:spPr>
            <a:xfrm>
              <a:off x="3340000" y="3100100"/>
              <a:ext cx="35125" cy="32400"/>
            </a:xfrm>
            <a:custGeom>
              <a:rect b="b" l="l" r="r" t="t"/>
              <a:pathLst>
                <a:path extrusionOk="0" h="1296" w="1405">
                  <a:moveTo>
                    <a:pt x="710" y="1"/>
                  </a:moveTo>
                  <a:cubicBezTo>
                    <a:pt x="644" y="1"/>
                    <a:pt x="575" y="14"/>
                    <a:pt x="512" y="41"/>
                  </a:cubicBezTo>
                  <a:lnTo>
                    <a:pt x="500" y="41"/>
                  </a:lnTo>
                  <a:cubicBezTo>
                    <a:pt x="167" y="172"/>
                    <a:pt x="0" y="517"/>
                    <a:pt x="107" y="838"/>
                  </a:cubicBezTo>
                  <a:cubicBezTo>
                    <a:pt x="119" y="898"/>
                    <a:pt x="155" y="946"/>
                    <a:pt x="179" y="1005"/>
                  </a:cubicBezTo>
                  <a:cubicBezTo>
                    <a:pt x="238" y="1077"/>
                    <a:pt x="298" y="1136"/>
                    <a:pt x="393" y="1196"/>
                  </a:cubicBezTo>
                  <a:cubicBezTo>
                    <a:pt x="464" y="1243"/>
                    <a:pt x="560" y="1267"/>
                    <a:pt x="631" y="1291"/>
                  </a:cubicBezTo>
                  <a:cubicBezTo>
                    <a:pt x="652" y="1294"/>
                    <a:pt x="673" y="1295"/>
                    <a:pt x="695" y="1295"/>
                  </a:cubicBezTo>
                  <a:cubicBezTo>
                    <a:pt x="761" y="1295"/>
                    <a:pt x="831" y="1282"/>
                    <a:pt x="893" y="1255"/>
                  </a:cubicBezTo>
                  <a:cubicBezTo>
                    <a:pt x="1226" y="1136"/>
                    <a:pt x="1405" y="779"/>
                    <a:pt x="1298" y="457"/>
                  </a:cubicBezTo>
                  <a:cubicBezTo>
                    <a:pt x="1286" y="410"/>
                    <a:pt x="1274" y="362"/>
                    <a:pt x="1238" y="338"/>
                  </a:cubicBezTo>
                  <a:cubicBezTo>
                    <a:pt x="1226" y="231"/>
                    <a:pt x="1155" y="160"/>
                    <a:pt x="1072" y="112"/>
                  </a:cubicBezTo>
                  <a:cubicBezTo>
                    <a:pt x="988" y="53"/>
                    <a:pt x="881" y="5"/>
                    <a:pt x="774" y="5"/>
                  </a:cubicBezTo>
                  <a:cubicBezTo>
                    <a:pt x="753" y="2"/>
                    <a:pt x="732" y="1"/>
                    <a:pt x="7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3"/>
            <p:cNvSpPr/>
            <p:nvPr/>
          </p:nvSpPr>
          <p:spPr>
            <a:xfrm>
              <a:off x="3163775" y="2824375"/>
              <a:ext cx="12225" cy="10675"/>
            </a:xfrm>
            <a:custGeom>
              <a:rect b="b" l="l" r="r" t="t"/>
              <a:pathLst>
                <a:path extrusionOk="0" h="427" w="489">
                  <a:moveTo>
                    <a:pt x="251" y="0"/>
                  </a:moveTo>
                  <a:cubicBezTo>
                    <a:pt x="228" y="0"/>
                    <a:pt x="204" y="3"/>
                    <a:pt x="179" y="9"/>
                  </a:cubicBezTo>
                  <a:cubicBezTo>
                    <a:pt x="60" y="56"/>
                    <a:pt x="1" y="176"/>
                    <a:pt x="36" y="295"/>
                  </a:cubicBezTo>
                  <a:cubicBezTo>
                    <a:pt x="60" y="330"/>
                    <a:pt x="84" y="378"/>
                    <a:pt x="132" y="402"/>
                  </a:cubicBezTo>
                  <a:cubicBezTo>
                    <a:pt x="168" y="416"/>
                    <a:pt x="205" y="427"/>
                    <a:pt x="245" y="427"/>
                  </a:cubicBezTo>
                  <a:cubicBezTo>
                    <a:pt x="269" y="427"/>
                    <a:pt x="295" y="423"/>
                    <a:pt x="322" y="414"/>
                  </a:cubicBezTo>
                  <a:cubicBezTo>
                    <a:pt x="358" y="390"/>
                    <a:pt x="382" y="378"/>
                    <a:pt x="405" y="366"/>
                  </a:cubicBezTo>
                  <a:cubicBezTo>
                    <a:pt x="465" y="307"/>
                    <a:pt x="489" y="223"/>
                    <a:pt x="465" y="140"/>
                  </a:cubicBezTo>
                  <a:cubicBezTo>
                    <a:pt x="465" y="128"/>
                    <a:pt x="441" y="116"/>
                    <a:pt x="429" y="104"/>
                  </a:cubicBezTo>
                  <a:cubicBezTo>
                    <a:pt x="384" y="31"/>
                    <a:pt x="324" y="0"/>
                    <a:pt x="25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3"/>
            <p:cNvSpPr/>
            <p:nvPr/>
          </p:nvSpPr>
          <p:spPr>
            <a:xfrm>
              <a:off x="3431975" y="2823200"/>
              <a:ext cx="22625" cy="21500"/>
            </a:xfrm>
            <a:custGeom>
              <a:rect b="b" l="l" r="r" t="t"/>
              <a:pathLst>
                <a:path extrusionOk="0" h="860" w="905">
                  <a:moveTo>
                    <a:pt x="452" y="1"/>
                  </a:moveTo>
                  <a:cubicBezTo>
                    <a:pt x="401" y="1"/>
                    <a:pt x="349" y="11"/>
                    <a:pt x="298" y="32"/>
                  </a:cubicBezTo>
                  <a:cubicBezTo>
                    <a:pt x="274" y="44"/>
                    <a:pt x="250" y="44"/>
                    <a:pt x="238" y="56"/>
                  </a:cubicBezTo>
                  <a:cubicBezTo>
                    <a:pt x="155" y="80"/>
                    <a:pt x="95" y="163"/>
                    <a:pt x="48" y="234"/>
                  </a:cubicBezTo>
                  <a:cubicBezTo>
                    <a:pt x="36" y="270"/>
                    <a:pt x="36" y="294"/>
                    <a:pt x="12" y="330"/>
                  </a:cubicBezTo>
                  <a:cubicBezTo>
                    <a:pt x="0" y="401"/>
                    <a:pt x="0" y="484"/>
                    <a:pt x="36" y="568"/>
                  </a:cubicBezTo>
                  <a:cubicBezTo>
                    <a:pt x="36" y="580"/>
                    <a:pt x="48" y="580"/>
                    <a:pt x="48" y="592"/>
                  </a:cubicBezTo>
                  <a:cubicBezTo>
                    <a:pt x="105" y="764"/>
                    <a:pt x="270" y="859"/>
                    <a:pt x="444" y="859"/>
                  </a:cubicBezTo>
                  <a:cubicBezTo>
                    <a:pt x="486" y="859"/>
                    <a:pt x="529" y="853"/>
                    <a:pt x="572" y="842"/>
                  </a:cubicBezTo>
                  <a:lnTo>
                    <a:pt x="583" y="842"/>
                  </a:lnTo>
                  <a:cubicBezTo>
                    <a:pt x="667" y="818"/>
                    <a:pt x="750" y="770"/>
                    <a:pt x="786" y="699"/>
                  </a:cubicBezTo>
                  <a:cubicBezTo>
                    <a:pt x="881" y="592"/>
                    <a:pt x="905" y="425"/>
                    <a:pt x="845" y="294"/>
                  </a:cubicBezTo>
                  <a:cubicBezTo>
                    <a:pt x="790" y="119"/>
                    <a:pt x="628" y="1"/>
                    <a:pt x="45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
            <p:cNvSpPr/>
            <p:nvPr/>
          </p:nvSpPr>
          <p:spPr>
            <a:xfrm>
              <a:off x="3317375" y="2821475"/>
              <a:ext cx="22350" cy="22125"/>
            </a:xfrm>
            <a:custGeom>
              <a:rect b="b" l="l" r="r" t="t"/>
              <a:pathLst>
                <a:path extrusionOk="0" h="885" w="894">
                  <a:moveTo>
                    <a:pt x="455" y="1"/>
                  </a:moveTo>
                  <a:cubicBezTo>
                    <a:pt x="405" y="1"/>
                    <a:pt x="348" y="9"/>
                    <a:pt x="298" y="18"/>
                  </a:cubicBezTo>
                  <a:cubicBezTo>
                    <a:pt x="274" y="30"/>
                    <a:pt x="250" y="30"/>
                    <a:pt x="238" y="53"/>
                  </a:cubicBezTo>
                  <a:cubicBezTo>
                    <a:pt x="155" y="89"/>
                    <a:pt x="95" y="172"/>
                    <a:pt x="48" y="256"/>
                  </a:cubicBezTo>
                  <a:cubicBezTo>
                    <a:pt x="12" y="351"/>
                    <a:pt x="0" y="446"/>
                    <a:pt x="12" y="542"/>
                  </a:cubicBezTo>
                  <a:cubicBezTo>
                    <a:pt x="12" y="553"/>
                    <a:pt x="12" y="577"/>
                    <a:pt x="36" y="589"/>
                  </a:cubicBezTo>
                  <a:cubicBezTo>
                    <a:pt x="72" y="732"/>
                    <a:pt x="191" y="827"/>
                    <a:pt x="334" y="863"/>
                  </a:cubicBezTo>
                  <a:cubicBezTo>
                    <a:pt x="368" y="878"/>
                    <a:pt x="405" y="885"/>
                    <a:pt x="443" y="885"/>
                  </a:cubicBezTo>
                  <a:cubicBezTo>
                    <a:pt x="495" y="885"/>
                    <a:pt x="547" y="872"/>
                    <a:pt x="595" y="851"/>
                  </a:cubicBezTo>
                  <a:lnTo>
                    <a:pt x="607" y="851"/>
                  </a:lnTo>
                  <a:cubicBezTo>
                    <a:pt x="750" y="804"/>
                    <a:pt x="846" y="684"/>
                    <a:pt x="881" y="553"/>
                  </a:cubicBezTo>
                  <a:cubicBezTo>
                    <a:pt x="893" y="482"/>
                    <a:pt x="893" y="387"/>
                    <a:pt x="869" y="303"/>
                  </a:cubicBezTo>
                  <a:cubicBezTo>
                    <a:pt x="869" y="292"/>
                    <a:pt x="846" y="292"/>
                    <a:pt x="846" y="268"/>
                  </a:cubicBezTo>
                  <a:cubicBezTo>
                    <a:pt x="786" y="125"/>
                    <a:pt x="655" y="18"/>
                    <a:pt x="512" y="6"/>
                  </a:cubicBezTo>
                  <a:cubicBezTo>
                    <a:pt x="495" y="2"/>
                    <a:pt x="475" y="1"/>
                    <a:pt x="45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
            <p:cNvSpPr/>
            <p:nvPr/>
          </p:nvSpPr>
          <p:spPr>
            <a:xfrm>
              <a:off x="3196225" y="3268725"/>
              <a:ext cx="925" cy="275"/>
            </a:xfrm>
            <a:custGeom>
              <a:rect b="b" l="l" r="r" t="t"/>
              <a:pathLst>
                <a:path extrusionOk="0" h="11" w="37">
                  <a:moveTo>
                    <a:pt x="24" y="0"/>
                  </a:moveTo>
                  <a:cubicBezTo>
                    <a:pt x="16" y="0"/>
                    <a:pt x="8" y="11"/>
                    <a:pt x="0" y="11"/>
                  </a:cubicBezTo>
                  <a:lnTo>
                    <a:pt x="36" y="11"/>
                  </a:lnTo>
                  <a:cubicBezTo>
                    <a:pt x="32" y="3"/>
                    <a:pt x="28" y="0"/>
                    <a:pt x="2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
            <p:cNvSpPr/>
            <p:nvPr/>
          </p:nvSpPr>
          <p:spPr>
            <a:xfrm>
              <a:off x="3524525" y="2933525"/>
              <a:ext cx="14025" cy="12750"/>
            </a:xfrm>
            <a:custGeom>
              <a:rect b="b" l="l" r="r" t="t"/>
              <a:pathLst>
                <a:path extrusionOk="0" h="510" w="561">
                  <a:moveTo>
                    <a:pt x="287" y="1"/>
                  </a:moveTo>
                  <a:cubicBezTo>
                    <a:pt x="263" y="1"/>
                    <a:pt x="227" y="1"/>
                    <a:pt x="203" y="24"/>
                  </a:cubicBezTo>
                  <a:cubicBezTo>
                    <a:pt x="84" y="48"/>
                    <a:pt x="1" y="120"/>
                    <a:pt x="1" y="227"/>
                  </a:cubicBezTo>
                  <a:cubicBezTo>
                    <a:pt x="1" y="262"/>
                    <a:pt x="1" y="298"/>
                    <a:pt x="25" y="334"/>
                  </a:cubicBezTo>
                  <a:cubicBezTo>
                    <a:pt x="49" y="405"/>
                    <a:pt x="108" y="465"/>
                    <a:pt x="180" y="501"/>
                  </a:cubicBezTo>
                  <a:cubicBezTo>
                    <a:pt x="203" y="507"/>
                    <a:pt x="230" y="510"/>
                    <a:pt x="258" y="510"/>
                  </a:cubicBezTo>
                  <a:cubicBezTo>
                    <a:pt x="287" y="510"/>
                    <a:pt x="316" y="507"/>
                    <a:pt x="346" y="501"/>
                  </a:cubicBezTo>
                  <a:cubicBezTo>
                    <a:pt x="394" y="477"/>
                    <a:pt x="418" y="465"/>
                    <a:pt x="453" y="441"/>
                  </a:cubicBezTo>
                  <a:cubicBezTo>
                    <a:pt x="525" y="382"/>
                    <a:pt x="561" y="274"/>
                    <a:pt x="513" y="179"/>
                  </a:cubicBezTo>
                  <a:lnTo>
                    <a:pt x="513" y="167"/>
                  </a:lnTo>
                  <a:cubicBezTo>
                    <a:pt x="465" y="60"/>
                    <a:pt x="382" y="1"/>
                    <a:pt x="2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3"/>
            <p:cNvSpPr/>
            <p:nvPr/>
          </p:nvSpPr>
          <p:spPr>
            <a:xfrm>
              <a:off x="3325700" y="2843050"/>
              <a:ext cx="34250" cy="258075"/>
            </a:xfrm>
            <a:custGeom>
              <a:rect b="b" l="l" r="r" t="t"/>
              <a:pathLst>
                <a:path extrusionOk="0" h="10323" w="1370">
                  <a:moveTo>
                    <a:pt x="262" y="0"/>
                  </a:moveTo>
                  <a:cubicBezTo>
                    <a:pt x="210" y="23"/>
                    <a:pt x="152" y="31"/>
                    <a:pt x="96" y="31"/>
                  </a:cubicBezTo>
                  <a:cubicBezTo>
                    <a:pt x="63" y="31"/>
                    <a:pt x="31" y="28"/>
                    <a:pt x="1" y="24"/>
                  </a:cubicBezTo>
                  <a:lnTo>
                    <a:pt x="1" y="24"/>
                  </a:lnTo>
                  <a:lnTo>
                    <a:pt x="1096" y="10323"/>
                  </a:lnTo>
                  <a:cubicBezTo>
                    <a:pt x="1167" y="10296"/>
                    <a:pt x="1232" y="10283"/>
                    <a:pt x="1300" y="10283"/>
                  </a:cubicBezTo>
                  <a:cubicBezTo>
                    <a:pt x="1323" y="10283"/>
                    <a:pt x="1346" y="10284"/>
                    <a:pt x="1370" y="10287"/>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6" name="Google Shape;186;p3"/>
          <p:cNvGrpSpPr/>
          <p:nvPr/>
        </p:nvGrpSpPr>
        <p:grpSpPr>
          <a:xfrm flipH="1" rot="10800000">
            <a:off x="7972274" y="10"/>
            <a:ext cx="1171716" cy="1393322"/>
            <a:chOff x="3048875" y="2669025"/>
            <a:chExt cx="504550" cy="599975"/>
          </a:xfrm>
        </p:grpSpPr>
        <p:sp>
          <p:nvSpPr>
            <p:cNvPr id="187" name="Google Shape;187;p3"/>
            <p:cNvSpPr/>
            <p:nvPr/>
          </p:nvSpPr>
          <p:spPr>
            <a:xfrm>
              <a:off x="3048875" y="3200825"/>
              <a:ext cx="57175" cy="68175"/>
            </a:xfrm>
            <a:custGeom>
              <a:rect b="b" l="l" r="r" t="t"/>
              <a:pathLst>
                <a:path extrusionOk="0" h="2727" w="2287">
                  <a:moveTo>
                    <a:pt x="2215" y="0"/>
                  </a:moveTo>
                  <a:cubicBezTo>
                    <a:pt x="2180" y="0"/>
                    <a:pt x="2156" y="12"/>
                    <a:pt x="2120" y="36"/>
                  </a:cubicBezTo>
                  <a:lnTo>
                    <a:pt x="1" y="2727"/>
                  </a:lnTo>
                  <a:lnTo>
                    <a:pt x="358" y="2727"/>
                  </a:lnTo>
                  <a:lnTo>
                    <a:pt x="2287" y="286"/>
                  </a:lnTo>
                  <a:cubicBezTo>
                    <a:pt x="2275" y="250"/>
                    <a:pt x="2251" y="203"/>
                    <a:pt x="2239" y="179"/>
                  </a:cubicBezTo>
                  <a:cubicBezTo>
                    <a:pt x="2227" y="119"/>
                    <a:pt x="2215" y="60"/>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
            <p:cNvSpPr/>
            <p:nvPr/>
          </p:nvSpPr>
          <p:spPr>
            <a:xfrm>
              <a:off x="3117925" y="2833225"/>
              <a:ext cx="56300" cy="351550"/>
            </a:xfrm>
            <a:custGeom>
              <a:rect b="b" l="l" r="r" t="t"/>
              <a:pathLst>
                <a:path extrusionOk="0" h="14062" w="2252">
                  <a:moveTo>
                    <a:pt x="2251" y="0"/>
                  </a:moveTo>
                  <a:lnTo>
                    <a:pt x="2251" y="0"/>
                  </a:lnTo>
                  <a:cubicBezTo>
                    <a:pt x="2216" y="12"/>
                    <a:pt x="2204" y="36"/>
                    <a:pt x="2168" y="36"/>
                  </a:cubicBezTo>
                  <a:cubicBezTo>
                    <a:pt x="2140" y="50"/>
                    <a:pt x="2113" y="57"/>
                    <a:pt x="2088" y="57"/>
                  </a:cubicBezTo>
                  <a:cubicBezTo>
                    <a:pt x="2050" y="57"/>
                    <a:pt x="2013" y="41"/>
                    <a:pt x="1977" y="12"/>
                  </a:cubicBezTo>
                  <a:lnTo>
                    <a:pt x="1" y="14026"/>
                  </a:lnTo>
                  <a:cubicBezTo>
                    <a:pt x="72" y="14038"/>
                    <a:pt x="180" y="14049"/>
                    <a:pt x="275" y="14061"/>
                  </a:cubicBezTo>
                  <a:lnTo>
                    <a:pt x="225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3"/>
            <p:cNvSpPr/>
            <p:nvPr/>
          </p:nvSpPr>
          <p:spPr>
            <a:xfrm>
              <a:off x="3174200" y="2826975"/>
              <a:ext cx="144675" cy="8050"/>
            </a:xfrm>
            <a:custGeom>
              <a:rect b="b" l="l" r="r" t="t"/>
              <a:pathLst>
                <a:path extrusionOk="0" h="322" w="5787">
                  <a:moveTo>
                    <a:pt x="24" y="0"/>
                  </a:moveTo>
                  <a:lnTo>
                    <a:pt x="24" y="0"/>
                  </a:lnTo>
                  <a:cubicBezTo>
                    <a:pt x="48" y="12"/>
                    <a:pt x="48" y="24"/>
                    <a:pt x="60" y="36"/>
                  </a:cubicBezTo>
                  <a:cubicBezTo>
                    <a:pt x="72" y="119"/>
                    <a:pt x="60" y="203"/>
                    <a:pt x="0" y="262"/>
                  </a:cubicBezTo>
                  <a:lnTo>
                    <a:pt x="5763" y="322"/>
                  </a:lnTo>
                  <a:cubicBezTo>
                    <a:pt x="5739" y="226"/>
                    <a:pt x="5763" y="131"/>
                    <a:pt x="5787" y="60"/>
                  </a:cubicBez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3"/>
            <p:cNvSpPr/>
            <p:nvPr/>
          </p:nvSpPr>
          <p:spPr>
            <a:xfrm>
              <a:off x="3128650" y="3208250"/>
              <a:ext cx="68500" cy="60175"/>
            </a:xfrm>
            <a:custGeom>
              <a:rect b="b" l="l" r="r" t="t"/>
              <a:pathLst>
                <a:path extrusionOk="0" h="2407" w="2740">
                  <a:moveTo>
                    <a:pt x="203" y="1"/>
                  </a:moveTo>
                  <a:cubicBezTo>
                    <a:pt x="155" y="72"/>
                    <a:pt x="96" y="144"/>
                    <a:pt x="1" y="191"/>
                  </a:cubicBezTo>
                  <a:lnTo>
                    <a:pt x="2346" y="2406"/>
                  </a:lnTo>
                  <a:lnTo>
                    <a:pt x="2739" y="2406"/>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
            <p:cNvSpPr/>
            <p:nvPr/>
          </p:nvSpPr>
          <p:spPr>
            <a:xfrm>
              <a:off x="3202775" y="3124925"/>
              <a:ext cx="147350" cy="144075"/>
            </a:xfrm>
            <a:custGeom>
              <a:rect b="b" l="l" r="r" t="t"/>
              <a:pathLst>
                <a:path extrusionOk="0" h="5763" w="5894">
                  <a:moveTo>
                    <a:pt x="5703" y="0"/>
                  </a:moveTo>
                  <a:lnTo>
                    <a:pt x="0" y="5763"/>
                  </a:lnTo>
                  <a:lnTo>
                    <a:pt x="393" y="5763"/>
                  </a:lnTo>
                  <a:lnTo>
                    <a:pt x="5894" y="191"/>
                  </a:lnTo>
                  <a:cubicBezTo>
                    <a:pt x="5822" y="143"/>
                    <a:pt x="5751" y="84"/>
                    <a:pt x="570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
            <p:cNvSpPr/>
            <p:nvPr/>
          </p:nvSpPr>
          <p:spPr>
            <a:xfrm>
              <a:off x="3367375" y="2941850"/>
              <a:ext cx="161950" cy="165825"/>
            </a:xfrm>
            <a:custGeom>
              <a:rect b="b" l="l" r="r" t="t"/>
              <a:pathLst>
                <a:path extrusionOk="0" h="6633" w="6478">
                  <a:moveTo>
                    <a:pt x="6311" y="1"/>
                  </a:moveTo>
                  <a:lnTo>
                    <a:pt x="0" y="6442"/>
                  </a:lnTo>
                  <a:cubicBezTo>
                    <a:pt x="72" y="6490"/>
                    <a:pt x="131" y="6561"/>
                    <a:pt x="191" y="6633"/>
                  </a:cubicBezTo>
                  <a:lnTo>
                    <a:pt x="6477" y="203"/>
                  </a:lnTo>
                  <a:cubicBezTo>
                    <a:pt x="6466" y="191"/>
                    <a:pt x="6466" y="156"/>
                    <a:pt x="6466" y="144"/>
                  </a:cubicBezTo>
                  <a:cubicBezTo>
                    <a:pt x="6382" y="132"/>
                    <a:pt x="6323" y="72"/>
                    <a:pt x="631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3"/>
            <p:cNvSpPr/>
            <p:nvPr/>
          </p:nvSpPr>
          <p:spPr>
            <a:xfrm>
              <a:off x="3356050" y="3130875"/>
              <a:ext cx="23850" cy="137550"/>
            </a:xfrm>
            <a:custGeom>
              <a:rect b="b" l="l" r="r" t="t"/>
              <a:pathLst>
                <a:path extrusionOk="0" h="5502" w="954">
                  <a:moveTo>
                    <a:pt x="287" y="0"/>
                  </a:moveTo>
                  <a:cubicBezTo>
                    <a:pt x="231" y="28"/>
                    <a:pt x="175" y="40"/>
                    <a:pt x="119" y="40"/>
                  </a:cubicBezTo>
                  <a:cubicBezTo>
                    <a:pt x="80" y="40"/>
                    <a:pt x="40" y="34"/>
                    <a:pt x="1" y="24"/>
                  </a:cubicBezTo>
                  <a:lnTo>
                    <a:pt x="1" y="24"/>
                  </a:lnTo>
                  <a:lnTo>
                    <a:pt x="668" y="5501"/>
                  </a:lnTo>
                  <a:lnTo>
                    <a:pt x="953" y="5501"/>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
            <p:cNvSpPr/>
            <p:nvPr/>
          </p:nvSpPr>
          <p:spPr>
            <a:xfrm>
              <a:off x="3310225" y="2699575"/>
              <a:ext cx="19975" cy="123550"/>
            </a:xfrm>
            <a:custGeom>
              <a:rect b="b" l="l" r="r" t="t"/>
              <a:pathLst>
                <a:path extrusionOk="0" h="4942" w="799">
                  <a:moveTo>
                    <a:pt x="274" y="0"/>
                  </a:moveTo>
                  <a:cubicBezTo>
                    <a:pt x="262" y="0"/>
                    <a:pt x="239" y="12"/>
                    <a:pt x="227" y="12"/>
                  </a:cubicBezTo>
                  <a:cubicBezTo>
                    <a:pt x="155" y="48"/>
                    <a:pt x="84" y="48"/>
                    <a:pt x="0" y="48"/>
                  </a:cubicBezTo>
                  <a:lnTo>
                    <a:pt x="524" y="4941"/>
                  </a:lnTo>
                  <a:cubicBezTo>
                    <a:pt x="536" y="4929"/>
                    <a:pt x="572" y="4918"/>
                    <a:pt x="584" y="4918"/>
                  </a:cubicBezTo>
                  <a:cubicBezTo>
                    <a:pt x="629" y="4895"/>
                    <a:pt x="679" y="4887"/>
                    <a:pt x="725" y="4887"/>
                  </a:cubicBezTo>
                  <a:cubicBezTo>
                    <a:pt x="751" y="4887"/>
                    <a:pt x="776" y="4889"/>
                    <a:pt x="798" y="4894"/>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
            <p:cNvSpPr/>
            <p:nvPr/>
          </p:nvSpPr>
          <p:spPr>
            <a:xfrm>
              <a:off x="3338500" y="2828750"/>
              <a:ext cx="94675" cy="9550"/>
            </a:xfrm>
            <a:custGeom>
              <a:rect b="b" l="l" r="r" t="t"/>
              <a:pathLst>
                <a:path extrusionOk="0" h="382" w="3787">
                  <a:moveTo>
                    <a:pt x="1" y="1"/>
                  </a:moveTo>
                  <a:cubicBezTo>
                    <a:pt x="1" y="12"/>
                    <a:pt x="24" y="12"/>
                    <a:pt x="24" y="24"/>
                  </a:cubicBezTo>
                  <a:cubicBezTo>
                    <a:pt x="48" y="120"/>
                    <a:pt x="48" y="191"/>
                    <a:pt x="36" y="286"/>
                  </a:cubicBezTo>
                  <a:lnTo>
                    <a:pt x="3787" y="382"/>
                  </a:lnTo>
                  <a:cubicBezTo>
                    <a:pt x="3775" y="370"/>
                    <a:pt x="3775" y="358"/>
                    <a:pt x="3775" y="346"/>
                  </a:cubicBezTo>
                  <a:cubicBezTo>
                    <a:pt x="3739" y="251"/>
                    <a:pt x="3739" y="179"/>
                    <a:pt x="3751" y="108"/>
                  </a:cubicBez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
            <p:cNvSpPr/>
            <p:nvPr/>
          </p:nvSpPr>
          <p:spPr>
            <a:xfrm>
              <a:off x="3531375" y="2913875"/>
              <a:ext cx="22050" cy="23850"/>
            </a:xfrm>
            <a:custGeom>
              <a:rect b="b" l="l" r="r" t="t"/>
              <a:pathLst>
                <a:path extrusionOk="0" h="954" w="882">
                  <a:moveTo>
                    <a:pt x="882" y="1"/>
                  </a:moveTo>
                  <a:lnTo>
                    <a:pt x="1" y="787"/>
                  </a:lnTo>
                  <a:cubicBezTo>
                    <a:pt x="84" y="787"/>
                    <a:pt x="179" y="846"/>
                    <a:pt x="227" y="953"/>
                  </a:cubicBezTo>
                  <a:lnTo>
                    <a:pt x="882" y="370"/>
                  </a:lnTo>
                  <a:lnTo>
                    <a:pt x="88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
            <p:cNvSpPr/>
            <p:nvPr/>
          </p:nvSpPr>
          <p:spPr>
            <a:xfrm>
              <a:off x="3319750" y="2693325"/>
              <a:ext cx="118200" cy="135750"/>
            </a:xfrm>
            <a:custGeom>
              <a:rect b="b" l="l" r="r" t="t"/>
              <a:pathLst>
                <a:path extrusionOk="0" h="5430" w="4728">
                  <a:moveTo>
                    <a:pt x="191" y="0"/>
                  </a:moveTo>
                  <a:cubicBezTo>
                    <a:pt x="143" y="72"/>
                    <a:pt x="72" y="143"/>
                    <a:pt x="0" y="191"/>
                  </a:cubicBezTo>
                  <a:lnTo>
                    <a:pt x="4537" y="5429"/>
                  </a:lnTo>
                  <a:cubicBezTo>
                    <a:pt x="4584" y="5346"/>
                    <a:pt x="4644" y="5287"/>
                    <a:pt x="4727" y="5239"/>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
            <p:cNvSpPr/>
            <p:nvPr/>
          </p:nvSpPr>
          <p:spPr>
            <a:xfrm>
              <a:off x="3446250" y="2840650"/>
              <a:ext cx="82775" cy="98250"/>
            </a:xfrm>
            <a:custGeom>
              <a:rect b="b" l="l" r="r" t="t"/>
              <a:pathLst>
                <a:path extrusionOk="0" h="3930" w="3311">
                  <a:moveTo>
                    <a:pt x="215" y="1"/>
                  </a:moveTo>
                  <a:cubicBezTo>
                    <a:pt x="179" y="60"/>
                    <a:pt x="96" y="120"/>
                    <a:pt x="12" y="144"/>
                  </a:cubicBezTo>
                  <a:lnTo>
                    <a:pt x="1" y="144"/>
                  </a:lnTo>
                  <a:lnTo>
                    <a:pt x="3132" y="3930"/>
                  </a:lnTo>
                  <a:cubicBezTo>
                    <a:pt x="3156" y="3835"/>
                    <a:pt x="3215" y="3751"/>
                    <a:pt x="3311" y="3716"/>
                  </a:cubicBez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
            <p:cNvSpPr/>
            <p:nvPr/>
          </p:nvSpPr>
          <p:spPr>
            <a:xfrm>
              <a:off x="3528700" y="2944550"/>
              <a:ext cx="24725" cy="46750"/>
            </a:xfrm>
            <a:custGeom>
              <a:rect b="b" l="l" r="r" t="t"/>
              <a:pathLst>
                <a:path extrusionOk="0" h="1870" w="989">
                  <a:moveTo>
                    <a:pt x="274" y="0"/>
                  </a:moveTo>
                  <a:cubicBezTo>
                    <a:pt x="239" y="24"/>
                    <a:pt x="215" y="36"/>
                    <a:pt x="167" y="60"/>
                  </a:cubicBezTo>
                  <a:cubicBezTo>
                    <a:pt x="138" y="66"/>
                    <a:pt x="108" y="69"/>
                    <a:pt x="79" y="69"/>
                  </a:cubicBezTo>
                  <a:cubicBezTo>
                    <a:pt x="51" y="69"/>
                    <a:pt x="24" y="66"/>
                    <a:pt x="1" y="60"/>
                  </a:cubicBezTo>
                  <a:lnTo>
                    <a:pt x="1" y="60"/>
                  </a:lnTo>
                  <a:cubicBezTo>
                    <a:pt x="1" y="72"/>
                    <a:pt x="1" y="95"/>
                    <a:pt x="13" y="119"/>
                  </a:cubicBezTo>
                  <a:lnTo>
                    <a:pt x="989" y="1869"/>
                  </a:lnTo>
                  <a:lnTo>
                    <a:pt x="989" y="1310"/>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
            <p:cNvSpPr/>
            <p:nvPr/>
          </p:nvSpPr>
          <p:spPr>
            <a:xfrm>
              <a:off x="3292950" y="2669025"/>
              <a:ext cx="34550" cy="31750"/>
            </a:xfrm>
            <a:custGeom>
              <a:rect b="b" l="l" r="r" t="t"/>
              <a:pathLst>
                <a:path extrusionOk="0" h="1270" w="1382">
                  <a:moveTo>
                    <a:pt x="694" y="1"/>
                  </a:moveTo>
                  <a:cubicBezTo>
                    <a:pt x="629" y="1"/>
                    <a:pt x="564" y="11"/>
                    <a:pt x="501" y="32"/>
                  </a:cubicBezTo>
                  <a:cubicBezTo>
                    <a:pt x="179" y="151"/>
                    <a:pt x="1" y="508"/>
                    <a:pt x="96" y="841"/>
                  </a:cubicBezTo>
                  <a:cubicBezTo>
                    <a:pt x="191" y="1091"/>
                    <a:pt x="429" y="1258"/>
                    <a:pt x="680" y="1270"/>
                  </a:cubicBezTo>
                  <a:cubicBezTo>
                    <a:pt x="751" y="1270"/>
                    <a:pt x="822" y="1270"/>
                    <a:pt x="906" y="1234"/>
                  </a:cubicBezTo>
                  <a:cubicBezTo>
                    <a:pt x="953" y="1234"/>
                    <a:pt x="965" y="1222"/>
                    <a:pt x="965" y="1222"/>
                  </a:cubicBezTo>
                  <a:lnTo>
                    <a:pt x="1049" y="1175"/>
                  </a:lnTo>
                  <a:cubicBezTo>
                    <a:pt x="1132" y="1139"/>
                    <a:pt x="1203" y="1056"/>
                    <a:pt x="1251" y="984"/>
                  </a:cubicBezTo>
                  <a:cubicBezTo>
                    <a:pt x="1346" y="841"/>
                    <a:pt x="1382" y="627"/>
                    <a:pt x="1311" y="436"/>
                  </a:cubicBezTo>
                  <a:cubicBezTo>
                    <a:pt x="1215" y="169"/>
                    <a:pt x="958" y="1"/>
                    <a:pt x="69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3"/>
            <p:cNvSpPr/>
            <p:nvPr/>
          </p:nvSpPr>
          <p:spPr>
            <a:xfrm>
              <a:off x="3103950" y="3184550"/>
              <a:ext cx="32475" cy="31650"/>
            </a:xfrm>
            <a:custGeom>
              <a:rect b="b" l="l" r="r" t="t"/>
              <a:pathLst>
                <a:path extrusionOk="0" h="1266" w="1299">
                  <a:moveTo>
                    <a:pt x="669" y="1"/>
                  </a:moveTo>
                  <a:cubicBezTo>
                    <a:pt x="631" y="1"/>
                    <a:pt x="594" y="3"/>
                    <a:pt x="560" y="8"/>
                  </a:cubicBezTo>
                  <a:cubicBezTo>
                    <a:pt x="512" y="8"/>
                    <a:pt x="489" y="20"/>
                    <a:pt x="441" y="44"/>
                  </a:cubicBezTo>
                  <a:cubicBezTo>
                    <a:pt x="179" y="127"/>
                    <a:pt x="0" y="401"/>
                    <a:pt x="12" y="663"/>
                  </a:cubicBezTo>
                  <a:cubicBezTo>
                    <a:pt x="12" y="723"/>
                    <a:pt x="24" y="782"/>
                    <a:pt x="36" y="842"/>
                  </a:cubicBezTo>
                  <a:cubicBezTo>
                    <a:pt x="60" y="854"/>
                    <a:pt x="72" y="901"/>
                    <a:pt x="84" y="937"/>
                  </a:cubicBezTo>
                  <a:cubicBezTo>
                    <a:pt x="204" y="1141"/>
                    <a:pt x="419" y="1266"/>
                    <a:pt x="649" y="1266"/>
                  </a:cubicBezTo>
                  <a:cubicBezTo>
                    <a:pt x="714" y="1266"/>
                    <a:pt x="780" y="1256"/>
                    <a:pt x="846" y="1235"/>
                  </a:cubicBezTo>
                  <a:cubicBezTo>
                    <a:pt x="905" y="1211"/>
                    <a:pt x="953" y="1187"/>
                    <a:pt x="989" y="1151"/>
                  </a:cubicBezTo>
                  <a:cubicBezTo>
                    <a:pt x="1072" y="1092"/>
                    <a:pt x="1143" y="1032"/>
                    <a:pt x="1191" y="961"/>
                  </a:cubicBezTo>
                  <a:cubicBezTo>
                    <a:pt x="1274" y="818"/>
                    <a:pt x="1298" y="616"/>
                    <a:pt x="1239" y="425"/>
                  </a:cubicBezTo>
                  <a:cubicBezTo>
                    <a:pt x="1167" y="235"/>
                    <a:pt x="1024" y="80"/>
                    <a:pt x="834" y="20"/>
                  </a:cubicBezTo>
                  <a:cubicBezTo>
                    <a:pt x="778" y="6"/>
                    <a:pt x="722" y="1"/>
                    <a:pt x="66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
            <p:cNvSpPr/>
            <p:nvPr/>
          </p:nvSpPr>
          <p:spPr>
            <a:xfrm>
              <a:off x="3340000" y="3100100"/>
              <a:ext cx="35125" cy="32400"/>
            </a:xfrm>
            <a:custGeom>
              <a:rect b="b" l="l" r="r" t="t"/>
              <a:pathLst>
                <a:path extrusionOk="0" h="1296" w="1405">
                  <a:moveTo>
                    <a:pt x="710" y="1"/>
                  </a:moveTo>
                  <a:cubicBezTo>
                    <a:pt x="644" y="1"/>
                    <a:pt x="575" y="14"/>
                    <a:pt x="512" y="41"/>
                  </a:cubicBezTo>
                  <a:lnTo>
                    <a:pt x="500" y="41"/>
                  </a:lnTo>
                  <a:cubicBezTo>
                    <a:pt x="167" y="172"/>
                    <a:pt x="0" y="517"/>
                    <a:pt x="107" y="838"/>
                  </a:cubicBezTo>
                  <a:cubicBezTo>
                    <a:pt x="119" y="898"/>
                    <a:pt x="155" y="946"/>
                    <a:pt x="179" y="1005"/>
                  </a:cubicBezTo>
                  <a:cubicBezTo>
                    <a:pt x="238" y="1077"/>
                    <a:pt x="298" y="1136"/>
                    <a:pt x="393" y="1196"/>
                  </a:cubicBezTo>
                  <a:cubicBezTo>
                    <a:pt x="464" y="1243"/>
                    <a:pt x="560" y="1267"/>
                    <a:pt x="631" y="1291"/>
                  </a:cubicBezTo>
                  <a:cubicBezTo>
                    <a:pt x="652" y="1294"/>
                    <a:pt x="673" y="1295"/>
                    <a:pt x="695" y="1295"/>
                  </a:cubicBezTo>
                  <a:cubicBezTo>
                    <a:pt x="761" y="1295"/>
                    <a:pt x="831" y="1282"/>
                    <a:pt x="893" y="1255"/>
                  </a:cubicBezTo>
                  <a:cubicBezTo>
                    <a:pt x="1226" y="1136"/>
                    <a:pt x="1405" y="779"/>
                    <a:pt x="1298" y="457"/>
                  </a:cubicBezTo>
                  <a:cubicBezTo>
                    <a:pt x="1286" y="410"/>
                    <a:pt x="1274" y="362"/>
                    <a:pt x="1238" y="338"/>
                  </a:cubicBezTo>
                  <a:cubicBezTo>
                    <a:pt x="1226" y="231"/>
                    <a:pt x="1155" y="160"/>
                    <a:pt x="1072" y="112"/>
                  </a:cubicBezTo>
                  <a:cubicBezTo>
                    <a:pt x="988" y="53"/>
                    <a:pt x="881" y="5"/>
                    <a:pt x="774" y="5"/>
                  </a:cubicBezTo>
                  <a:cubicBezTo>
                    <a:pt x="753" y="2"/>
                    <a:pt x="732" y="1"/>
                    <a:pt x="7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
            <p:cNvSpPr/>
            <p:nvPr/>
          </p:nvSpPr>
          <p:spPr>
            <a:xfrm>
              <a:off x="3163775" y="2824375"/>
              <a:ext cx="12225" cy="10675"/>
            </a:xfrm>
            <a:custGeom>
              <a:rect b="b" l="l" r="r" t="t"/>
              <a:pathLst>
                <a:path extrusionOk="0" h="427" w="489">
                  <a:moveTo>
                    <a:pt x="251" y="0"/>
                  </a:moveTo>
                  <a:cubicBezTo>
                    <a:pt x="228" y="0"/>
                    <a:pt x="204" y="3"/>
                    <a:pt x="179" y="9"/>
                  </a:cubicBezTo>
                  <a:cubicBezTo>
                    <a:pt x="60" y="56"/>
                    <a:pt x="1" y="176"/>
                    <a:pt x="36" y="295"/>
                  </a:cubicBezTo>
                  <a:cubicBezTo>
                    <a:pt x="60" y="330"/>
                    <a:pt x="84" y="378"/>
                    <a:pt x="132" y="402"/>
                  </a:cubicBezTo>
                  <a:cubicBezTo>
                    <a:pt x="168" y="416"/>
                    <a:pt x="205" y="427"/>
                    <a:pt x="245" y="427"/>
                  </a:cubicBezTo>
                  <a:cubicBezTo>
                    <a:pt x="269" y="427"/>
                    <a:pt x="295" y="423"/>
                    <a:pt x="322" y="414"/>
                  </a:cubicBezTo>
                  <a:cubicBezTo>
                    <a:pt x="358" y="390"/>
                    <a:pt x="382" y="378"/>
                    <a:pt x="405" y="366"/>
                  </a:cubicBezTo>
                  <a:cubicBezTo>
                    <a:pt x="465" y="307"/>
                    <a:pt x="489" y="223"/>
                    <a:pt x="465" y="140"/>
                  </a:cubicBezTo>
                  <a:cubicBezTo>
                    <a:pt x="465" y="128"/>
                    <a:pt x="441" y="116"/>
                    <a:pt x="429" y="104"/>
                  </a:cubicBezTo>
                  <a:cubicBezTo>
                    <a:pt x="384" y="31"/>
                    <a:pt x="324" y="0"/>
                    <a:pt x="25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
            <p:cNvSpPr/>
            <p:nvPr/>
          </p:nvSpPr>
          <p:spPr>
            <a:xfrm>
              <a:off x="3431975" y="2823200"/>
              <a:ext cx="22625" cy="21500"/>
            </a:xfrm>
            <a:custGeom>
              <a:rect b="b" l="l" r="r" t="t"/>
              <a:pathLst>
                <a:path extrusionOk="0" h="860" w="905">
                  <a:moveTo>
                    <a:pt x="452" y="1"/>
                  </a:moveTo>
                  <a:cubicBezTo>
                    <a:pt x="401" y="1"/>
                    <a:pt x="349" y="11"/>
                    <a:pt x="298" y="32"/>
                  </a:cubicBezTo>
                  <a:cubicBezTo>
                    <a:pt x="274" y="44"/>
                    <a:pt x="250" y="44"/>
                    <a:pt x="238" y="56"/>
                  </a:cubicBezTo>
                  <a:cubicBezTo>
                    <a:pt x="155" y="80"/>
                    <a:pt x="95" y="163"/>
                    <a:pt x="48" y="234"/>
                  </a:cubicBezTo>
                  <a:cubicBezTo>
                    <a:pt x="36" y="270"/>
                    <a:pt x="36" y="294"/>
                    <a:pt x="12" y="330"/>
                  </a:cubicBezTo>
                  <a:cubicBezTo>
                    <a:pt x="0" y="401"/>
                    <a:pt x="0" y="484"/>
                    <a:pt x="36" y="568"/>
                  </a:cubicBezTo>
                  <a:cubicBezTo>
                    <a:pt x="36" y="580"/>
                    <a:pt x="48" y="580"/>
                    <a:pt x="48" y="592"/>
                  </a:cubicBezTo>
                  <a:cubicBezTo>
                    <a:pt x="105" y="764"/>
                    <a:pt x="270" y="859"/>
                    <a:pt x="444" y="859"/>
                  </a:cubicBezTo>
                  <a:cubicBezTo>
                    <a:pt x="486" y="859"/>
                    <a:pt x="529" y="853"/>
                    <a:pt x="572" y="842"/>
                  </a:cubicBezTo>
                  <a:lnTo>
                    <a:pt x="583" y="842"/>
                  </a:lnTo>
                  <a:cubicBezTo>
                    <a:pt x="667" y="818"/>
                    <a:pt x="750" y="770"/>
                    <a:pt x="786" y="699"/>
                  </a:cubicBezTo>
                  <a:cubicBezTo>
                    <a:pt x="881" y="592"/>
                    <a:pt x="905" y="425"/>
                    <a:pt x="845" y="294"/>
                  </a:cubicBezTo>
                  <a:cubicBezTo>
                    <a:pt x="790" y="119"/>
                    <a:pt x="628" y="1"/>
                    <a:pt x="45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
            <p:cNvSpPr/>
            <p:nvPr/>
          </p:nvSpPr>
          <p:spPr>
            <a:xfrm>
              <a:off x="3317375" y="2821475"/>
              <a:ext cx="22350" cy="22125"/>
            </a:xfrm>
            <a:custGeom>
              <a:rect b="b" l="l" r="r" t="t"/>
              <a:pathLst>
                <a:path extrusionOk="0" h="885" w="894">
                  <a:moveTo>
                    <a:pt x="455" y="1"/>
                  </a:moveTo>
                  <a:cubicBezTo>
                    <a:pt x="405" y="1"/>
                    <a:pt x="348" y="9"/>
                    <a:pt x="298" y="18"/>
                  </a:cubicBezTo>
                  <a:cubicBezTo>
                    <a:pt x="274" y="30"/>
                    <a:pt x="250" y="30"/>
                    <a:pt x="238" y="53"/>
                  </a:cubicBezTo>
                  <a:cubicBezTo>
                    <a:pt x="155" y="89"/>
                    <a:pt x="95" y="172"/>
                    <a:pt x="48" y="256"/>
                  </a:cubicBezTo>
                  <a:cubicBezTo>
                    <a:pt x="12" y="351"/>
                    <a:pt x="0" y="446"/>
                    <a:pt x="12" y="542"/>
                  </a:cubicBezTo>
                  <a:cubicBezTo>
                    <a:pt x="12" y="553"/>
                    <a:pt x="12" y="577"/>
                    <a:pt x="36" y="589"/>
                  </a:cubicBezTo>
                  <a:cubicBezTo>
                    <a:pt x="72" y="732"/>
                    <a:pt x="191" y="827"/>
                    <a:pt x="334" y="863"/>
                  </a:cubicBezTo>
                  <a:cubicBezTo>
                    <a:pt x="368" y="878"/>
                    <a:pt x="405" y="885"/>
                    <a:pt x="443" y="885"/>
                  </a:cubicBezTo>
                  <a:cubicBezTo>
                    <a:pt x="495" y="885"/>
                    <a:pt x="547" y="872"/>
                    <a:pt x="595" y="851"/>
                  </a:cubicBezTo>
                  <a:lnTo>
                    <a:pt x="607" y="851"/>
                  </a:lnTo>
                  <a:cubicBezTo>
                    <a:pt x="750" y="804"/>
                    <a:pt x="846" y="684"/>
                    <a:pt x="881" y="553"/>
                  </a:cubicBezTo>
                  <a:cubicBezTo>
                    <a:pt x="893" y="482"/>
                    <a:pt x="893" y="387"/>
                    <a:pt x="869" y="303"/>
                  </a:cubicBezTo>
                  <a:cubicBezTo>
                    <a:pt x="869" y="292"/>
                    <a:pt x="846" y="292"/>
                    <a:pt x="846" y="268"/>
                  </a:cubicBezTo>
                  <a:cubicBezTo>
                    <a:pt x="786" y="125"/>
                    <a:pt x="655" y="18"/>
                    <a:pt x="512" y="6"/>
                  </a:cubicBezTo>
                  <a:cubicBezTo>
                    <a:pt x="495" y="2"/>
                    <a:pt x="475" y="1"/>
                    <a:pt x="45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3"/>
            <p:cNvSpPr/>
            <p:nvPr/>
          </p:nvSpPr>
          <p:spPr>
            <a:xfrm>
              <a:off x="3196225" y="3268725"/>
              <a:ext cx="925" cy="275"/>
            </a:xfrm>
            <a:custGeom>
              <a:rect b="b" l="l" r="r" t="t"/>
              <a:pathLst>
                <a:path extrusionOk="0" h="11" w="37">
                  <a:moveTo>
                    <a:pt x="24" y="0"/>
                  </a:moveTo>
                  <a:cubicBezTo>
                    <a:pt x="16" y="0"/>
                    <a:pt x="8" y="11"/>
                    <a:pt x="0" y="11"/>
                  </a:cubicBezTo>
                  <a:lnTo>
                    <a:pt x="36" y="11"/>
                  </a:lnTo>
                  <a:cubicBezTo>
                    <a:pt x="32" y="3"/>
                    <a:pt x="28" y="0"/>
                    <a:pt x="2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
            <p:cNvSpPr/>
            <p:nvPr/>
          </p:nvSpPr>
          <p:spPr>
            <a:xfrm>
              <a:off x="3524525" y="2933525"/>
              <a:ext cx="14025" cy="12750"/>
            </a:xfrm>
            <a:custGeom>
              <a:rect b="b" l="l" r="r" t="t"/>
              <a:pathLst>
                <a:path extrusionOk="0" h="510" w="561">
                  <a:moveTo>
                    <a:pt x="287" y="1"/>
                  </a:moveTo>
                  <a:cubicBezTo>
                    <a:pt x="263" y="1"/>
                    <a:pt x="227" y="1"/>
                    <a:pt x="203" y="24"/>
                  </a:cubicBezTo>
                  <a:cubicBezTo>
                    <a:pt x="84" y="48"/>
                    <a:pt x="1" y="120"/>
                    <a:pt x="1" y="227"/>
                  </a:cubicBezTo>
                  <a:cubicBezTo>
                    <a:pt x="1" y="262"/>
                    <a:pt x="1" y="298"/>
                    <a:pt x="25" y="334"/>
                  </a:cubicBezTo>
                  <a:cubicBezTo>
                    <a:pt x="49" y="405"/>
                    <a:pt x="108" y="465"/>
                    <a:pt x="180" y="501"/>
                  </a:cubicBezTo>
                  <a:cubicBezTo>
                    <a:pt x="203" y="507"/>
                    <a:pt x="230" y="510"/>
                    <a:pt x="258" y="510"/>
                  </a:cubicBezTo>
                  <a:cubicBezTo>
                    <a:pt x="287" y="510"/>
                    <a:pt x="316" y="507"/>
                    <a:pt x="346" y="501"/>
                  </a:cubicBezTo>
                  <a:cubicBezTo>
                    <a:pt x="394" y="477"/>
                    <a:pt x="418" y="465"/>
                    <a:pt x="453" y="441"/>
                  </a:cubicBezTo>
                  <a:cubicBezTo>
                    <a:pt x="525" y="382"/>
                    <a:pt x="561" y="274"/>
                    <a:pt x="513" y="179"/>
                  </a:cubicBezTo>
                  <a:lnTo>
                    <a:pt x="513" y="167"/>
                  </a:lnTo>
                  <a:cubicBezTo>
                    <a:pt x="465" y="60"/>
                    <a:pt x="382" y="1"/>
                    <a:pt x="2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3"/>
            <p:cNvSpPr/>
            <p:nvPr/>
          </p:nvSpPr>
          <p:spPr>
            <a:xfrm>
              <a:off x="3325700" y="2843050"/>
              <a:ext cx="34250" cy="258075"/>
            </a:xfrm>
            <a:custGeom>
              <a:rect b="b" l="l" r="r" t="t"/>
              <a:pathLst>
                <a:path extrusionOk="0" h="10323" w="1370">
                  <a:moveTo>
                    <a:pt x="262" y="0"/>
                  </a:moveTo>
                  <a:cubicBezTo>
                    <a:pt x="210" y="23"/>
                    <a:pt x="152" y="31"/>
                    <a:pt x="96" y="31"/>
                  </a:cubicBezTo>
                  <a:cubicBezTo>
                    <a:pt x="63" y="31"/>
                    <a:pt x="31" y="28"/>
                    <a:pt x="1" y="24"/>
                  </a:cubicBezTo>
                  <a:lnTo>
                    <a:pt x="1" y="24"/>
                  </a:lnTo>
                  <a:lnTo>
                    <a:pt x="1096" y="10323"/>
                  </a:lnTo>
                  <a:cubicBezTo>
                    <a:pt x="1167" y="10296"/>
                    <a:pt x="1232" y="10283"/>
                    <a:pt x="1300" y="10283"/>
                  </a:cubicBezTo>
                  <a:cubicBezTo>
                    <a:pt x="1323" y="10283"/>
                    <a:pt x="1346" y="10284"/>
                    <a:pt x="1370" y="10287"/>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9" name="Google Shape;209;p3"/>
          <p:cNvGrpSpPr/>
          <p:nvPr/>
        </p:nvGrpSpPr>
        <p:grpSpPr>
          <a:xfrm>
            <a:off x="6003287" y="4124970"/>
            <a:ext cx="3140701" cy="1018438"/>
            <a:chOff x="800100" y="2815500"/>
            <a:chExt cx="1339775" cy="434450"/>
          </a:xfrm>
        </p:grpSpPr>
        <p:sp>
          <p:nvSpPr>
            <p:cNvPr id="210" name="Google Shape;210;p3"/>
            <p:cNvSpPr/>
            <p:nvPr/>
          </p:nvSpPr>
          <p:spPr>
            <a:xfrm>
              <a:off x="1376350" y="3185050"/>
              <a:ext cx="122650" cy="64600"/>
            </a:xfrm>
            <a:custGeom>
              <a:rect b="b" l="l" r="r" t="t"/>
              <a:pathLst>
                <a:path extrusionOk="0" h="2584" w="4906">
                  <a:moveTo>
                    <a:pt x="4775" y="0"/>
                  </a:moveTo>
                  <a:lnTo>
                    <a:pt x="1" y="2489"/>
                  </a:lnTo>
                  <a:lnTo>
                    <a:pt x="1" y="2584"/>
                  </a:lnTo>
                  <a:lnTo>
                    <a:pt x="393" y="2584"/>
                  </a:lnTo>
                  <a:lnTo>
                    <a:pt x="4906" y="238"/>
                  </a:lnTo>
                  <a:cubicBezTo>
                    <a:pt x="4834" y="179"/>
                    <a:pt x="4787" y="96"/>
                    <a:pt x="477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3"/>
            <p:cNvSpPr/>
            <p:nvPr/>
          </p:nvSpPr>
          <p:spPr>
            <a:xfrm>
              <a:off x="800100" y="2952275"/>
              <a:ext cx="104775" cy="297100"/>
            </a:xfrm>
            <a:custGeom>
              <a:rect b="b" l="l" r="r" t="t"/>
              <a:pathLst>
                <a:path extrusionOk="0" h="11884" w="4191">
                  <a:moveTo>
                    <a:pt x="3929" y="1"/>
                  </a:moveTo>
                  <a:lnTo>
                    <a:pt x="0" y="11883"/>
                  </a:lnTo>
                  <a:lnTo>
                    <a:pt x="274" y="11883"/>
                  </a:lnTo>
                  <a:lnTo>
                    <a:pt x="4191" y="24"/>
                  </a:lnTo>
                  <a:lnTo>
                    <a:pt x="4191" y="24"/>
                  </a:lnTo>
                  <a:cubicBezTo>
                    <a:pt x="4167" y="48"/>
                    <a:pt x="4131" y="60"/>
                    <a:pt x="4108" y="60"/>
                  </a:cubicBezTo>
                  <a:cubicBezTo>
                    <a:pt x="4096" y="62"/>
                    <a:pt x="4086" y="63"/>
                    <a:pt x="4075" y="63"/>
                  </a:cubicBezTo>
                  <a:cubicBezTo>
                    <a:pt x="4009" y="63"/>
                    <a:pt x="3960" y="32"/>
                    <a:pt x="392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3"/>
            <p:cNvSpPr/>
            <p:nvPr/>
          </p:nvSpPr>
          <p:spPr>
            <a:xfrm>
              <a:off x="904875" y="2946325"/>
              <a:ext cx="142600" cy="33075"/>
            </a:xfrm>
            <a:custGeom>
              <a:rect b="b" l="l" r="r" t="t"/>
              <a:pathLst>
                <a:path extrusionOk="0" h="1323" w="5704">
                  <a:moveTo>
                    <a:pt x="71" y="1"/>
                  </a:moveTo>
                  <a:cubicBezTo>
                    <a:pt x="71" y="12"/>
                    <a:pt x="95" y="24"/>
                    <a:pt x="95" y="36"/>
                  </a:cubicBezTo>
                  <a:cubicBezTo>
                    <a:pt x="107" y="131"/>
                    <a:pt x="60" y="203"/>
                    <a:pt x="0" y="251"/>
                  </a:cubicBezTo>
                  <a:lnTo>
                    <a:pt x="5632" y="1322"/>
                  </a:lnTo>
                  <a:cubicBezTo>
                    <a:pt x="5632" y="1215"/>
                    <a:pt x="5655" y="1132"/>
                    <a:pt x="5703" y="1060"/>
                  </a:cubicBezTo>
                  <a:lnTo>
                    <a:pt x="7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3"/>
            <p:cNvSpPr/>
            <p:nvPr/>
          </p:nvSpPr>
          <p:spPr>
            <a:xfrm>
              <a:off x="1048625" y="3121050"/>
              <a:ext cx="184275" cy="128900"/>
            </a:xfrm>
            <a:custGeom>
              <a:rect b="b" l="l" r="r" t="t"/>
              <a:pathLst>
                <a:path extrusionOk="0" h="5156" w="7371">
                  <a:moveTo>
                    <a:pt x="7240" y="0"/>
                  </a:moveTo>
                  <a:lnTo>
                    <a:pt x="1" y="5156"/>
                  </a:lnTo>
                  <a:lnTo>
                    <a:pt x="477" y="5156"/>
                  </a:lnTo>
                  <a:lnTo>
                    <a:pt x="7371" y="262"/>
                  </a:lnTo>
                  <a:cubicBezTo>
                    <a:pt x="7359" y="215"/>
                    <a:pt x="7359" y="203"/>
                    <a:pt x="7359" y="179"/>
                  </a:cubicBezTo>
                  <a:cubicBezTo>
                    <a:pt x="7299" y="155"/>
                    <a:pt x="7240" y="72"/>
                    <a:pt x="724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3"/>
            <p:cNvSpPr/>
            <p:nvPr/>
          </p:nvSpPr>
          <p:spPr>
            <a:xfrm>
              <a:off x="1033150" y="2989475"/>
              <a:ext cx="25925" cy="257800"/>
            </a:xfrm>
            <a:custGeom>
              <a:rect b="b" l="l" r="r" t="t"/>
              <a:pathLst>
                <a:path extrusionOk="0" h="10312" w="1037">
                  <a:moveTo>
                    <a:pt x="751" y="1"/>
                  </a:moveTo>
                  <a:lnTo>
                    <a:pt x="1" y="10300"/>
                  </a:lnTo>
                  <a:lnTo>
                    <a:pt x="24" y="10300"/>
                  </a:lnTo>
                  <a:cubicBezTo>
                    <a:pt x="49" y="10296"/>
                    <a:pt x="73" y="10295"/>
                    <a:pt x="98" y="10295"/>
                  </a:cubicBezTo>
                  <a:cubicBezTo>
                    <a:pt x="158" y="10295"/>
                    <a:pt x="219" y="10303"/>
                    <a:pt x="286" y="10312"/>
                  </a:cubicBezTo>
                  <a:lnTo>
                    <a:pt x="1036" y="49"/>
                  </a:lnTo>
                  <a:lnTo>
                    <a:pt x="1013" y="49"/>
                  </a:lnTo>
                  <a:cubicBezTo>
                    <a:pt x="917" y="49"/>
                    <a:pt x="822" y="25"/>
                    <a:pt x="75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3"/>
            <p:cNvSpPr/>
            <p:nvPr/>
          </p:nvSpPr>
          <p:spPr>
            <a:xfrm>
              <a:off x="1053400" y="2846600"/>
              <a:ext cx="15500" cy="122375"/>
            </a:xfrm>
            <a:custGeom>
              <a:rect b="b" l="l" r="r" t="t"/>
              <a:pathLst>
                <a:path extrusionOk="0" h="4895" w="620">
                  <a:moveTo>
                    <a:pt x="357" y="1"/>
                  </a:moveTo>
                  <a:lnTo>
                    <a:pt x="0" y="4894"/>
                  </a:lnTo>
                  <a:cubicBezTo>
                    <a:pt x="24" y="4882"/>
                    <a:pt x="48" y="4882"/>
                    <a:pt x="72" y="4882"/>
                  </a:cubicBezTo>
                  <a:cubicBezTo>
                    <a:pt x="89" y="4879"/>
                    <a:pt x="108" y="4878"/>
                    <a:pt x="126" y="4878"/>
                  </a:cubicBezTo>
                  <a:cubicBezTo>
                    <a:pt x="172" y="4878"/>
                    <a:pt x="220" y="4886"/>
                    <a:pt x="262" y="4894"/>
                  </a:cubicBezTo>
                  <a:lnTo>
                    <a:pt x="619" y="1"/>
                  </a:lnTo>
                  <a:cubicBezTo>
                    <a:pt x="607" y="1"/>
                    <a:pt x="596" y="1"/>
                    <a:pt x="584" y="13"/>
                  </a:cubicBezTo>
                  <a:cubicBezTo>
                    <a:pt x="549" y="18"/>
                    <a:pt x="515" y="21"/>
                    <a:pt x="482" y="21"/>
                  </a:cubicBezTo>
                  <a:cubicBezTo>
                    <a:pt x="435" y="21"/>
                    <a:pt x="392" y="15"/>
                    <a:pt x="35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3"/>
            <p:cNvSpPr/>
            <p:nvPr/>
          </p:nvSpPr>
          <p:spPr>
            <a:xfrm>
              <a:off x="1066500" y="2977275"/>
              <a:ext cx="92300" cy="25925"/>
            </a:xfrm>
            <a:custGeom>
              <a:rect b="b" l="l" r="r" t="t"/>
              <a:pathLst>
                <a:path extrusionOk="0" h="1037" w="3692">
                  <a:moveTo>
                    <a:pt x="24" y="1"/>
                  </a:moveTo>
                  <a:lnTo>
                    <a:pt x="24" y="25"/>
                  </a:lnTo>
                  <a:cubicBezTo>
                    <a:pt x="36" y="120"/>
                    <a:pt x="24" y="203"/>
                    <a:pt x="0" y="275"/>
                  </a:cubicBezTo>
                  <a:lnTo>
                    <a:pt x="3655" y="1037"/>
                  </a:lnTo>
                  <a:lnTo>
                    <a:pt x="3655" y="1013"/>
                  </a:lnTo>
                  <a:cubicBezTo>
                    <a:pt x="3643" y="918"/>
                    <a:pt x="3643" y="834"/>
                    <a:pt x="3691" y="751"/>
                  </a:cubicBezTo>
                  <a:lnTo>
                    <a:pt x="2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3"/>
            <p:cNvSpPr/>
            <p:nvPr/>
          </p:nvSpPr>
          <p:spPr>
            <a:xfrm>
              <a:off x="1237650" y="3057050"/>
              <a:ext cx="96150" cy="61950"/>
            </a:xfrm>
            <a:custGeom>
              <a:rect b="b" l="l" r="r" t="t"/>
              <a:pathLst>
                <a:path extrusionOk="0" h="2478" w="3846">
                  <a:moveTo>
                    <a:pt x="3715" y="1"/>
                  </a:moveTo>
                  <a:lnTo>
                    <a:pt x="0" y="2263"/>
                  </a:lnTo>
                  <a:cubicBezTo>
                    <a:pt x="84" y="2287"/>
                    <a:pt x="179" y="2370"/>
                    <a:pt x="191" y="2477"/>
                  </a:cubicBezTo>
                  <a:lnTo>
                    <a:pt x="3846" y="239"/>
                  </a:lnTo>
                  <a:cubicBezTo>
                    <a:pt x="3786" y="167"/>
                    <a:pt x="3751" y="96"/>
                    <a:pt x="371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3"/>
            <p:cNvSpPr/>
            <p:nvPr/>
          </p:nvSpPr>
          <p:spPr>
            <a:xfrm>
              <a:off x="1071550" y="2841850"/>
              <a:ext cx="93775" cy="152425"/>
            </a:xfrm>
            <a:custGeom>
              <a:rect b="b" l="l" r="r" t="t"/>
              <a:pathLst>
                <a:path extrusionOk="0" h="6097" w="3751">
                  <a:moveTo>
                    <a:pt x="227" y="0"/>
                  </a:moveTo>
                  <a:cubicBezTo>
                    <a:pt x="167" y="60"/>
                    <a:pt x="96" y="119"/>
                    <a:pt x="1" y="143"/>
                  </a:cubicBezTo>
                  <a:lnTo>
                    <a:pt x="3525" y="6096"/>
                  </a:lnTo>
                  <a:cubicBezTo>
                    <a:pt x="3584" y="6025"/>
                    <a:pt x="3668" y="5965"/>
                    <a:pt x="3751" y="5930"/>
                  </a:cubicBez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3"/>
            <p:cNvSpPr/>
            <p:nvPr/>
          </p:nvSpPr>
          <p:spPr>
            <a:xfrm>
              <a:off x="1169475" y="3008825"/>
              <a:ext cx="65525" cy="109275"/>
            </a:xfrm>
            <a:custGeom>
              <a:rect b="b" l="l" r="r" t="t"/>
              <a:pathLst>
                <a:path extrusionOk="0" h="4371" w="2621">
                  <a:moveTo>
                    <a:pt x="251" y="1"/>
                  </a:moveTo>
                  <a:cubicBezTo>
                    <a:pt x="191" y="60"/>
                    <a:pt x="108" y="84"/>
                    <a:pt x="13" y="108"/>
                  </a:cubicBezTo>
                  <a:lnTo>
                    <a:pt x="1" y="108"/>
                  </a:lnTo>
                  <a:lnTo>
                    <a:pt x="2406" y="4370"/>
                  </a:lnTo>
                  <a:cubicBezTo>
                    <a:pt x="2441" y="4287"/>
                    <a:pt x="2513" y="4216"/>
                    <a:pt x="2620" y="4192"/>
                  </a:cubicBezTo>
                  <a:lnTo>
                    <a:pt x="2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3"/>
            <p:cNvSpPr/>
            <p:nvPr/>
          </p:nvSpPr>
          <p:spPr>
            <a:xfrm>
              <a:off x="1232575" y="3125225"/>
              <a:ext cx="48550" cy="124150"/>
            </a:xfrm>
            <a:custGeom>
              <a:rect b="b" l="l" r="r" t="t"/>
              <a:pathLst>
                <a:path extrusionOk="0" h="4966" w="1942">
                  <a:moveTo>
                    <a:pt x="275" y="0"/>
                  </a:moveTo>
                  <a:cubicBezTo>
                    <a:pt x="239" y="12"/>
                    <a:pt x="215" y="36"/>
                    <a:pt x="167" y="48"/>
                  </a:cubicBezTo>
                  <a:cubicBezTo>
                    <a:pt x="108" y="48"/>
                    <a:pt x="48" y="36"/>
                    <a:pt x="1" y="12"/>
                  </a:cubicBezTo>
                  <a:lnTo>
                    <a:pt x="1" y="72"/>
                  </a:lnTo>
                  <a:lnTo>
                    <a:pt x="1656" y="4965"/>
                  </a:lnTo>
                  <a:lnTo>
                    <a:pt x="1942" y="4965"/>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
            <p:cNvSpPr/>
            <p:nvPr/>
          </p:nvSpPr>
          <p:spPr>
            <a:xfrm>
              <a:off x="1356400" y="3074925"/>
              <a:ext cx="20275" cy="174450"/>
            </a:xfrm>
            <a:custGeom>
              <a:rect b="b" l="l" r="r" t="t"/>
              <a:pathLst>
                <a:path extrusionOk="0" h="6978" w="811">
                  <a:moveTo>
                    <a:pt x="275" y="0"/>
                  </a:moveTo>
                  <a:cubicBezTo>
                    <a:pt x="273" y="0"/>
                    <a:pt x="272" y="0"/>
                    <a:pt x="271" y="1"/>
                  </a:cubicBezTo>
                  <a:lnTo>
                    <a:pt x="271" y="1"/>
                  </a:lnTo>
                  <a:cubicBezTo>
                    <a:pt x="166" y="24"/>
                    <a:pt x="83" y="24"/>
                    <a:pt x="1" y="24"/>
                  </a:cubicBezTo>
                  <a:lnTo>
                    <a:pt x="548" y="6977"/>
                  </a:lnTo>
                  <a:lnTo>
                    <a:pt x="810" y="6977"/>
                  </a:lnTo>
                  <a:lnTo>
                    <a:pt x="810" y="6894"/>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
            <p:cNvSpPr/>
            <p:nvPr/>
          </p:nvSpPr>
          <p:spPr>
            <a:xfrm>
              <a:off x="1378125" y="3063600"/>
              <a:ext cx="123575" cy="114025"/>
            </a:xfrm>
            <a:custGeom>
              <a:rect b="b" l="l" r="r" t="t"/>
              <a:pathLst>
                <a:path extrusionOk="0" h="4561" w="4943">
                  <a:moveTo>
                    <a:pt x="191" y="1"/>
                  </a:moveTo>
                  <a:cubicBezTo>
                    <a:pt x="132" y="72"/>
                    <a:pt x="60" y="143"/>
                    <a:pt x="1" y="191"/>
                  </a:cubicBezTo>
                  <a:lnTo>
                    <a:pt x="4752" y="4561"/>
                  </a:lnTo>
                  <a:cubicBezTo>
                    <a:pt x="4799" y="4477"/>
                    <a:pt x="4847" y="4418"/>
                    <a:pt x="4942" y="4370"/>
                  </a:cubicBezTo>
                  <a:lnTo>
                    <a:pt x="19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
            <p:cNvSpPr/>
            <p:nvPr/>
          </p:nvSpPr>
          <p:spPr>
            <a:xfrm>
              <a:off x="1512075" y="3187125"/>
              <a:ext cx="68200" cy="62250"/>
            </a:xfrm>
            <a:custGeom>
              <a:rect b="b" l="l" r="r" t="t"/>
              <a:pathLst>
                <a:path extrusionOk="0" h="2490" w="2728">
                  <a:moveTo>
                    <a:pt x="179" y="1"/>
                  </a:moveTo>
                  <a:cubicBezTo>
                    <a:pt x="156" y="84"/>
                    <a:pt x="72" y="155"/>
                    <a:pt x="1" y="203"/>
                  </a:cubicBezTo>
                  <a:lnTo>
                    <a:pt x="2453" y="2489"/>
                  </a:lnTo>
                  <a:lnTo>
                    <a:pt x="2620" y="2489"/>
                  </a:lnTo>
                  <a:lnTo>
                    <a:pt x="2727" y="2382"/>
                  </a:lnTo>
                  <a:lnTo>
                    <a:pt x="17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
            <p:cNvSpPr/>
            <p:nvPr/>
          </p:nvSpPr>
          <p:spPr>
            <a:xfrm>
              <a:off x="1516850" y="3091575"/>
              <a:ext cx="207475" cy="93200"/>
            </a:xfrm>
            <a:custGeom>
              <a:rect b="b" l="l" r="r" t="t"/>
              <a:pathLst>
                <a:path extrusionOk="0" h="3728" w="8299">
                  <a:moveTo>
                    <a:pt x="8299" y="1"/>
                  </a:moveTo>
                  <a:lnTo>
                    <a:pt x="0" y="3454"/>
                  </a:lnTo>
                  <a:cubicBezTo>
                    <a:pt x="24" y="3501"/>
                    <a:pt x="36" y="3537"/>
                    <a:pt x="48" y="3573"/>
                  </a:cubicBezTo>
                  <a:cubicBezTo>
                    <a:pt x="36" y="3632"/>
                    <a:pt x="24" y="3680"/>
                    <a:pt x="24" y="3727"/>
                  </a:cubicBezTo>
                  <a:cubicBezTo>
                    <a:pt x="36" y="3727"/>
                    <a:pt x="48" y="3727"/>
                    <a:pt x="84" y="3715"/>
                  </a:cubicBezTo>
                  <a:lnTo>
                    <a:pt x="7846" y="477"/>
                  </a:lnTo>
                  <a:lnTo>
                    <a:pt x="829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
            <p:cNvSpPr/>
            <p:nvPr/>
          </p:nvSpPr>
          <p:spPr>
            <a:xfrm>
              <a:off x="1920175" y="3218375"/>
              <a:ext cx="54200" cy="31275"/>
            </a:xfrm>
            <a:custGeom>
              <a:rect b="b" l="l" r="r" t="t"/>
              <a:pathLst>
                <a:path extrusionOk="0" h="1251" w="2168">
                  <a:moveTo>
                    <a:pt x="215" y="1"/>
                  </a:moveTo>
                  <a:lnTo>
                    <a:pt x="167" y="25"/>
                  </a:lnTo>
                  <a:cubicBezTo>
                    <a:pt x="155" y="48"/>
                    <a:pt x="119" y="84"/>
                    <a:pt x="95" y="96"/>
                  </a:cubicBezTo>
                  <a:lnTo>
                    <a:pt x="0" y="191"/>
                  </a:lnTo>
                  <a:lnTo>
                    <a:pt x="1655" y="1251"/>
                  </a:lnTo>
                  <a:lnTo>
                    <a:pt x="2167" y="1251"/>
                  </a:ln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
            <p:cNvSpPr/>
            <p:nvPr/>
          </p:nvSpPr>
          <p:spPr>
            <a:xfrm>
              <a:off x="1726700" y="3093675"/>
              <a:ext cx="96450" cy="65500"/>
            </a:xfrm>
            <a:custGeom>
              <a:rect b="b" l="l" r="r" t="t"/>
              <a:pathLst>
                <a:path extrusionOk="0" h="2620" w="3858">
                  <a:moveTo>
                    <a:pt x="179" y="0"/>
                  </a:moveTo>
                  <a:lnTo>
                    <a:pt x="0" y="202"/>
                  </a:lnTo>
                  <a:lnTo>
                    <a:pt x="3751" y="2619"/>
                  </a:lnTo>
                  <a:lnTo>
                    <a:pt x="3858" y="234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3"/>
            <p:cNvSpPr/>
            <p:nvPr/>
          </p:nvSpPr>
          <p:spPr>
            <a:xfrm>
              <a:off x="1826400" y="3156175"/>
              <a:ext cx="88425" cy="62825"/>
            </a:xfrm>
            <a:custGeom>
              <a:rect b="b" l="l" r="r" t="t"/>
              <a:pathLst>
                <a:path extrusionOk="0" h="2513" w="3537">
                  <a:moveTo>
                    <a:pt x="108" y="0"/>
                  </a:moveTo>
                  <a:lnTo>
                    <a:pt x="1" y="262"/>
                  </a:lnTo>
                  <a:lnTo>
                    <a:pt x="3513" y="2513"/>
                  </a:lnTo>
                  <a:cubicBezTo>
                    <a:pt x="3501" y="2489"/>
                    <a:pt x="3489" y="2441"/>
                    <a:pt x="3477" y="2405"/>
                  </a:cubicBezTo>
                  <a:cubicBezTo>
                    <a:pt x="3454" y="2334"/>
                    <a:pt x="3489" y="2263"/>
                    <a:pt x="3537" y="2203"/>
                  </a:cubicBezTo>
                  <a:lnTo>
                    <a:pt x="10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3"/>
            <p:cNvSpPr/>
            <p:nvPr/>
          </p:nvSpPr>
          <p:spPr>
            <a:xfrm>
              <a:off x="1577875" y="2880550"/>
              <a:ext cx="344700" cy="368825"/>
            </a:xfrm>
            <a:custGeom>
              <a:rect b="b" l="l" r="r" t="t"/>
              <a:pathLst>
                <a:path extrusionOk="0" h="14753" w="13788">
                  <a:moveTo>
                    <a:pt x="13668" y="0"/>
                  </a:moveTo>
                  <a:lnTo>
                    <a:pt x="5834" y="8466"/>
                  </a:lnTo>
                  <a:lnTo>
                    <a:pt x="5394" y="8942"/>
                  </a:lnTo>
                  <a:lnTo>
                    <a:pt x="107" y="14645"/>
                  </a:lnTo>
                  <a:lnTo>
                    <a:pt x="0" y="14752"/>
                  </a:lnTo>
                  <a:lnTo>
                    <a:pt x="381" y="14752"/>
                  </a:lnTo>
                  <a:lnTo>
                    <a:pt x="5953" y="8727"/>
                  </a:lnTo>
                  <a:lnTo>
                    <a:pt x="6156" y="8525"/>
                  </a:lnTo>
                  <a:lnTo>
                    <a:pt x="13692" y="357"/>
                  </a:lnTo>
                  <a:lnTo>
                    <a:pt x="13787" y="119"/>
                  </a:lnTo>
                  <a:cubicBezTo>
                    <a:pt x="13740" y="84"/>
                    <a:pt x="13692" y="36"/>
                    <a:pt x="1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3"/>
            <p:cNvSpPr/>
            <p:nvPr/>
          </p:nvSpPr>
          <p:spPr>
            <a:xfrm>
              <a:off x="1787125" y="2882925"/>
              <a:ext cx="142000" cy="366450"/>
            </a:xfrm>
            <a:custGeom>
              <a:rect b="b" l="l" r="r" t="t"/>
              <a:pathLst>
                <a:path extrusionOk="0" h="14658" w="5680">
                  <a:moveTo>
                    <a:pt x="5417" y="0"/>
                  </a:moveTo>
                  <a:lnTo>
                    <a:pt x="5322" y="239"/>
                  </a:lnTo>
                  <a:lnTo>
                    <a:pt x="1441" y="10776"/>
                  </a:lnTo>
                  <a:lnTo>
                    <a:pt x="1334" y="11049"/>
                  </a:lnTo>
                  <a:lnTo>
                    <a:pt x="0" y="14657"/>
                  </a:lnTo>
                  <a:lnTo>
                    <a:pt x="298" y="14657"/>
                  </a:lnTo>
                  <a:lnTo>
                    <a:pt x="1572" y="11192"/>
                  </a:lnTo>
                  <a:lnTo>
                    <a:pt x="1679" y="10930"/>
                  </a:lnTo>
                  <a:lnTo>
                    <a:pt x="5679" y="72"/>
                  </a:lnTo>
                  <a:cubicBezTo>
                    <a:pt x="5584" y="72"/>
                    <a:pt x="5489" y="60"/>
                    <a:pt x="54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
            <p:cNvSpPr/>
            <p:nvPr/>
          </p:nvSpPr>
          <p:spPr>
            <a:xfrm>
              <a:off x="1937125" y="2875175"/>
              <a:ext cx="202450" cy="98250"/>
            </a:xfrm>
            <a:custGeom>
              <a:rect b="b" l="l" r="r" t="t"/>
              <a:pathLst>
                <a:path extrusionOk="0" h="3930" w="8098">
                  <a:moveTo>
                    <a:pt x="96" y="1"/>
                  </a:moveTo>
                  <a:cubicBezTo>
                    <a:pt x="84" y="96"/>
                    <a:pt x="60" y="180"/>
                    <a:pt x="1" y="251"/>
                  </a:cubicBezTo>
                  <a:lnTo>
                    <a:pt x="8097" y="3930"/>
                  </a:lnTo>
                  <a:lnTo>
                    <a:pt x="8097" y="3632"/>
                  </a:lnTo>
                  <a:lnTo>
                    <a:pt x="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
            <p:cNvSpPr/>
            <p:nvPr/>
          </p:nvSpPr>
          <p:spPr>
            <a:xfrm>
              <a:off x="2088050" y="3163325"/>
              <a:ext cx="43175" cy="86050"/>
            </a:xfrm>
            <a:custGeom>
              <a:rect b="b" l="l" r="r" t="t"/>
              <a:pathLst>
                <a:path extrusionOk="0" h="3442" w="1727">
                  <a:moveTo>
                    <a:pt x="1560" y="0"/>
                  </a:moveTo>
                  <a:lnTo>
                    <a:pt x="0" y="3441"/>
                  </a:lnTo>
                  <a:lnTo>
                    <a:pt x="298" y="3441"/>
                  </a:lnTo>
                  <a:lnTo>
                    <a:pt x="1727" y="322"/>
                  </a:lnTo>
                  <a:lnTo>
                    <a:pt x="156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
            <p:cNvSpPr/>
            <p:nvPr/>
          </p:nvSpPr>
          <p:spPr>
            <a:xfrm>
              <a:off x="2130900" y="3136825"/>
              <a:ext cx="8675" cy="26525"/>
            </a:xfrm>
            <a:custGeom>
              <a:rect b="b" l="l" r="r" t="t"/>
              <a:pathLst>
                <a:path extrusionOk="0" h="1061" w="347">
                  <a:moveTo>
                    <a:pt x="346" y="0"/>
                  </a:moveTo>
                  <a:lnTo>
                    <a:pt x="1" y="739"/>
                  </a:lnTo>
                  <a:lnTo>
                    <a:pt x="168" y="1060"/>
                  </a:lnTo>
                  <a:lnTo>
                    <a:pt x="346" y="655"/>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
            <p:cNvSpPr/>
            <p:nvPr/>
          </p:nvSpPr>
          <p:spPr>
            <a:xfrm>
              <a:off x="1923750" y="3070450"/>
              <a:ext cx="155700" cy="148550"/>
            </a:xfrm>
            <a:custGeom>
              <a:rect b="b" l="l" r="r" t="t"/>
              <a:pathLst>
                <a:path extrusionOk="0" h="5942" w="6228">
                  <a:moveTo>
                    <a:pt x="6037" y="0"/>
                  </a:moveTo>
                  <a:lnTo>
                    <a:pt x="3596" y="2263"/>
                  </a:lnTo>
                  <a:cubicBezTo>
                    <a:pt x="3608" y="2298"/>
                    <a:pt x="3632" y="2346"/>
                    <a:pt x="3643" y="2370"/>
                  </a:cubicBezTo>
                  <a:cubicBezTo>
                    <a:pt x="3667" y="2501"/>
                    <a:pt x="3572" y="2644"/>
                    <a:pt x="3429" y="2655"/>
                  </a:cubicBezTo>
                  <a:cubicBezTo>
                    <a:pt x="3417" y="2658"/>
                    <a:pt x="3405" y="2659"/>
                    <a:pt x="3392" y="2659"/>
                  </a:cubicBezTo>
                  <a:cubicBezTo>
                    <a:pt x="3334" y="2659"/>
                    <a:pt x="3278" y="2635"/>
                    <a:pt x="3239" y="2596"/>
                  </a:cubicBezTo>
                  <a:lnTo>
                    <a:pt x="0" y="5620"/>
                  </a:lnTo>
                  <a:cubicBezTo>
                    <a:pt x="36" y="5656"/>
                    <a:pt x="72" y="5703"/>
                    <a:pt x="83" y="5763"/>
                  </a:cubicBezTo>
                  <a:cubicBezTo>
                    <a:pt x="95" y="5834"/>
                    <a:pt x="83" y="5894"/>
                    <a:pt x="36" y="5942"/>
                  </a:cubicBezTo>
                  <a:lnTo>
                    <a:pt x="83" y="5918"/>
                  </a:lnTo>
                  <a:lnTo>
                    <a:pt x="6227" y="215"/>
                  </a:lnTo>
                  <a:cubicBezTo>
                    <a:pt x="6144" y="155"/>
                    <a:pt x="6072" y="96"/>
                    <a:pt x="603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
            <p:cNvSpPr/>
            <p:nvPr/>
          </p:nvSpPr>
          <p:spPr>
            <a:xfrm>
              <a:off x="1881475" y="3218975"/>
              <a:ext cx="41100" cy="30100"/>
            </a:xfrm>
            <a:custGeom>
              <a:rect b="b" l="l" r="r" t="t"/>
              <a:pathLst>
                <a:path extrusionOk="0" h="1204" w="1644">
                  <a:moveTo>
                    <a:pt x="1643" y="60"/>
                  </a:moveTo>
                  <a:lnTo>
                    <a:pt x="1613" y="87"/>
                  </a:lnTo>
                  <a:lnTo>
                    <a:pt x="1613" y="87"/>
                  </a:lnTo>
                  <a:cubicBezTo>
                    <a:pt x="1622" y="80"/>
                    <a:pt x="1632" y="71"/>
                    <a:pt x="1643" y="60"/>
                  </a:cubicBezTo>
                  <a:close/>
                  <a:moveTo>
                    <a:pt x="1310" y="1"/>
                  </a:moveTo>
                  <a:lnTo>
                    <a:pt x="0" y="1203"/>
                  </a:lnTo>
                  <a:lnTo>
                    <a:pt x="405" y="1203"/>
                  </a:lnTo>
                  <a:lnTo>
                    <a:pt x="1548" y="143"/>
                  </a:lnTo>
                  <a:lnTo>
                    <a:pt x="1613" y="87"/>
                  </a:lnTo>
                  <a:lnTo>
                    <a:pt x="1613" y="87"/>
                  </a:lnTo>
                  <a:cubicBezTo>
                    <a:pt x="1592" y="102"/>
                    <a:pt x="1573" y="108"/>
                    <a:pt x="1548" y="108"/>
                  </a:cubicBezTo>
                  <a:cubicBezTo>
                    <a:pt x="1540" y="109"/>
                    <a:pt x="1531" y="110"/>
                    <a:pt x="1522" y="110"/>
                  </a:cubicBezTo>
                  <a:cubicBezTo>
                    <a:pt x="1446" y="110"/>
                    <a:pt x="1363" y="65"/>
                    <a:pt x="131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
            <p:cNvSpPr/>
            <p:nvPr/>
          </p:nvSpPr>
          <p:spPr>
            <a:xfrm>
              <a:off x="2085975" y="3074925"/>
              <a:ext cx="53900" cy="112825"/>
            </a:xfrm>
            <a:custGeom>
              <a:rect b="b" l="l" r="r" t="t"/>
              <a:pathLst>
                <a:path extrusionOk="0" h="4513" w="2156">
                  <a:moveTo>
                    <a:pt x="250" y="0"/>
                  </a:moveTo>
                  <a:cubicBezTo>
                    <a:pt x="191" y="48"/>
                    <a:pt x="119" y="83"/>
                    <a:pt x="36" y="95"/>
                  </a:cubicBezTo>
                  <a:lnTo>
                    <a:pt x="0" y="95"/>
                  </a:lnTo>
                  <a:lnTo>
                    <a:pt x="1679" y="3536"/>
                  </a:lnTo>
                  <a:lnTo>
                    <a:pt x="1822" y="3846"/>
                  </a:lnTo>
                  <a:lnTo>
                    <a:pt x="2155" y="4512"/>
                  </a:lnTo>
                  <a:lnTo>
                    <a:pt x="2155" y="3893"/>
                  </a:lnTo>
                  <a:lnTo>
                    <a:pt x="1965" y="3536"/>
                  </a:lnTo>
                  <a:lnTo>
                    <a:pt x="1810" y="3215"/>
                  </a:lnTo>
                  <a:lnTo>
                    <a:pt x="25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
            <p:cNvSpPr/>
            <p:nvPr/>
          </p:nvSpPr>
          <p:spPr>
            <a:xfrm>
              <a:off x="2128225" y="3239825"/>
              <a:ext cx="11350" cy="9550"/>
            </a:xfrm>
            <a:custGeom>
              <a:rect b="b" l="l" r="r" t="t"/>
              <a:pathLst>
                <a:path extrusionOk="0" h="382" w="454">
                  <a:moveTo>
                    <a:pt x="453" y="0"/>
                  </a:moveTo>
                  <a:lnTo>
                    <a:pt x="1" y="381"/>
                  </a:lnTo>
                  <a:lnTo>
                    <a:pt x="417" y="381"/>
                  </a:lnTo>
                  <a:lnTo>
                    <a:pt x="453" y="357"/>
                  </a:lnTo>
                  <a:lnTo>
                    <a:pt x="45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
            <p:cNvSpPr/>
            <p:nvPr/>
          </p:nvSpPr>
          <p:spPr>
            <a:xfrm>
              <a:off x="1326050" y="3014475"/>
              <a:ext cx="64325" cy="61350"/>
            </a:xfrm>
            <a:custGeom>
              <a:rect b="b" l="l" r="r" t="t"/>
              <a:pathLst>
                <a:path extrusionOk="0" h="2454" w="2573">
                  <a:moveTo>
                    <a:pt x="1305" y="1"/>
                  </a:moveTo>
                  <a:cubicBezTo>
                    <a:pt x="1248" y="1"/>
                    <a:pt x="1190" y="5"/>
                    <a:pt x="1131" y="13"/>
                  </a:cubicBezTo>
                  <a:cubicBezTo>
                    <a:pt x="465" y="96"/>
                    <a:pt x="0" y="727"/>
                    <a:pt x="96" y="1394"/>
                  </a:cubicBezTo>
                  <a:cubicBezTo>
                    <a:pt x="108" y="1513"/>
                    <a:pt x="131" y="1620"/>
                    <a:pt x="179" y="1727"/>
                  </a:cubicBezTo>
                  <a:cubicBezTo>
                    <a:pt x="227" y="1811"/>
                    <a:pt x="274" y="1882"/>
                    <a:pt x="310" y="1966"/>
                  </a:cubicBezTo>
                  <a:cubicBezTo>
                    <a:pt x="524" y="2239"/>
                    <a:pt x="846" y="2418"/>
                    <a:pt x="1203" y="2454"/>
                  </a:cubicBezTo>
                  <a:cubicBezTo>
                    <a:pt x="1298" y="2454"/>
                    <a:pt x="1381" y="2442"/>
                    <a:pt x="1477" y="2442"/>
                  </a:cubicBezTo>
                  <a:cubicBezTo>
                    <a:pt x="1715" y="2406"/>
                    <a:pt x="1917" y="2299"/>
                    <a:pt x="2084" y="2168"/>
                  </a:cubicBezTo>
                  <a:cubicBezTo>
                    <a:pt x="2155" y="2108"/>
                    <a:pt x="2215" y="2049"/>
                    <a:pt x="2274" y="1977"/>
                  </a:cubicBezTo>
                  <a:cubicBezTo>
                    <a:pt x="2477" y="1727"/>
                    <a:pt x="2572" y="1394"/>
                    <a:pt x="2513" y="1049"/>
                  </a:cubicBezTo>
                  <a:cubicBezTo>
                    <a:pt x="2437" y="440"/>
                    <a:pt x="1904" y="1"/>
                    <a:pt x="130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
            <p:cNvSpPr/>
            <p:nvPr/>
          </p:nvSpPr>
          <p:spPr>
            <a:xfrm>
              <a:off x="1048925" y="2815500"/>
              <a:ext cx="33075" cy="31625"/>
            </a:xfrm>
            <a:custGeom>
              <a:rect b="b" l="l" r="r" t="t"/>
              <a:pathLst>
                <a:path extrusionOk="0" h="1265" w="1323">
                  <a:moveTo>
                    <a:pt x="669" y="1"/>
                  </a:moveTo>
                  <a:cubicBezTo>
                    <a:pt x="641" y="1"/>
                    <a:pt x="613" y="3"/>
                    <a:pt x="584" y="7"/>
                  </a:cubicBezTo>
                  <a:cubicBezTo>
                    <a:pt x="239" y="66"/>
                    <a:pt x="1" y="376"/>
                    <a:pt x="48" y="721"/>
                  </a:cubicBezTo>
                  <a:cubicBezTo>
                    <a:pt x="84" y="983"/>
                    <a:pt x="286" y="1197"/>
                    <a:pt x="536" y="1245"/>
                  </a:cubicBezTo>
                  <a:cubicBezTo>
                    <a:pt x="571" y="1259"/>
                    <a:pt x="610" y="1265"/>
                    <a:pt x="656" y="1265"/>
                  </a:cubicBezTo>
                  <a:cubicBezTo>
                    <a:pt x="688" y="1265"/>
                    <a:pt x="723" y="1262"/>
                    <a:pt x="763" y="1257"/>
                  </a:cubicBezTo>
                  <a:cubicBezTo>
                    <a:pt x="775" y="1257"/>
                    <a:pt x="786" y="1257"/>
                    <a:pt x="798" y="1245"/>
                  </a:cubicBezTo>
                  <a:cubicBezTo>
                    <a:pt x="834" y="1233"/>
                    <a:pt x="882" y="1233"/>
                    <a:pt x="906" y="1209"/>
                  </a:cubicBezTo>
                  <a:cubicBezTo>
                    <a:pt x="1001" y="1185"/>
                    <a:pt x="1072" y="1126"/>
                    <a:pt x="1132" y="1066"/>
                  </a:cubicBezTo>
                  <a:cubicBezTo>
                    <a:pt x="1251" y="935"/>
                    <a:pt x="1322" y="733"/>
                    <a:pt x="1298" y="542"/>
                  </a:cubicBezTo>
                  <a:cubicBezTo>
                    <a:pt x="1244" y="227"/>
                    <a:pt x="971" y="1"/>
                    <a:pt x="66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
            <p:cNvSpPr/>
            <p:nvPr/>
          </p:nvSpPr>
          <p:spPr>
            <a:xfrm>
              <a:off x="1026600" y="3246400"/>
              <a:ext cx="18475" cy="2975"/>
            </a:xfrm>
            <a:custGeom>
              <a:rect b="b" l="l" r="r" t="t"/>
              <a:pathLst>
                <a:path extrusionOk="0" h="119" w="739">
                  <a:moveTo>
                    <a:pt x="348" y="1"/>
                  </a:moveTo>
                  <a:cubicBezTo>
                    <a:pt x="321" y="1"/>
                    <a:pt x="292" y="4"/>
                    <a:pt x="263" y="11"/>
                  </a:cubicBezTo>
                  <a:cubicBezTo>
                    <a:pt x="167" y="35"/>
                    <a:pt x="72" y="70"/>
                    <a:pt x="1" y="118"/>
                  </a:cubicBezTo>
                  <a:lnTo>
                    <a:pt x="739" y="118"/>
                  </a:lnTo>
                  <a:cubicBezTo>
                    <a:pt x="679" y="82"/>
                    <a:pt x="608" y="47"/>
                    <a:pt x="536" y="23"/>
                  </a:cubicBezTo>
                  <a:cubicBezTo>
                    <a:pt x="471" y="15"/>
                    <a:pt x="411" y="1"/>
                    <a:pt x="34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
            <p:cNvSpPr/>
            <p:nvPr/>
          </p:nvSpPr>
          <p:spPr>
            <a:xfrm>
              <a:off x="895625" y="2943300"/>
              <a:ext cx="11950" cy="10575"/>
            </a:xfrm>
            <a:custGeom>
              <a:rect b="b" l="l" r="r" t="t"/>
              <a:pathLst>
                <a:path extrusionOk="0" h="423" w="478">
                  <a:moveTo>
                    <a:pt x="236" y="1"/>
                  </a:moveTo>
                  <a:cubicBezTo>
                    <a:pt x="225" y="1"/>
                    <a:pt x="214" y="1"/>
                    <a:pt x="203" y="2"/>
                  </a:cubicBezTo>
                  <a:cubicBezTo>
                    <a:pt x="84" y="14"/>
                    <a:pt x="1" y="133"/>
                    <a:pt x="25" y="252"/>
                  </a:cubicBezTo>
                  <a:cubicBezTo>
                    <a:pt x="49" y="300"/>
                    <a:pt x="60" y="348"/>
                    <a:pt x="84" y="372"/>
                  </a:cubicBezTo>
                  <a:cubicBezTo>
                    <a:pt x="133" y="401"/>
                    <a:pt x="182" y="422"/>
                    <a:pt x="244" y="422"/>
                  </a:cubicBezTo>
                  <a:cubicBezTo>
                    <a:pt x="258" y="422"/>
                    <a:pt x="272" y="421"/>
                    <a:pt x="287" y="419"/>
                  </a:cubicBezTo>
                  <a:cubicBezTo>
                    <a:pt x="310" y="419"/>
                    <a:pt x="346" y="395"/>
                    <a:pt x="370" y="383"/>
                  </a:cubicBezTo>
                  <a:cubicBezTo>
                    <a:pt x="441" y="336"/>
                    <a:pt x="477" y="264"/>
                    <a:pt x="465" y="181"/>
                  </a:cubicBezTo>
                  <a:cubicBezTo>
                    <a:pt x="465" y="157"/>
                    <a:pt x="441" y="145"/>
                    <a:pt x="441" y="133"/>
                  </a:cubicBezTo>
                  <a:cubicBezTo>
                    <a:pt x="420" y="48"/>
                    <a:pt x="331" y="1"/>
                    <a:pt x="2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3"/>
            <p:cNvSpPr/>
            <p:nvPr/>
          </p:nvSpPr>
          <p:spPr>
            <a:xfrm>
              <a:off x="1156975" y="2989650"/>
              <a:ext cx="22950" cy="21900"/>
            </a:xfrm>
            <a:custGeom>
              <a:rect b="b" l="l" r="r" t="t"/>
              <a:pathLst>
                <a:path extrusionOk="0" h="876" w="918">
                  <a:moveTo>
                    <a:pt x="458" y="1"/>
                  </a:moveTo>
                  <a:cubicBezTo>
                    <a:pt x="437" y="1"/>
                    <a:pt x="415" y="3"/>
                    <a:pt x="394" y="6"/>
                  </a:cubicBezTo>
                  <a:cubicBezTo>
                    <a:pt x="370" y="6"/>
                    <a:pt x="346" y="18"/>
                    <a:pt x="322" y="18"/>
                  </a:cubicBezTo>
                  <a:cubicBezTo>
                    <a:pt x="227" y="53"/>
                    <a:pt x="155" y="113"/>
                    <a:pt x="96" y="184"/>
                  </a:cubicBezTo>
                  <a:cubicBezTo>
                    <a:pt x="84" y="220"/>
                    <a:pt x="72" y="232"/>
                    <a:pt x="48" y="256"/>
                  </a:cubicBezTo>
                  <a:cubicBezTo>
                    <a:pt x="24" y="339"/>
                    <a:pt x="1" y="411"/>
                    <a:pt x="24" y="494"/>
                  </a:cubicBezTo>
                  <a:lnTo>
                    <a:pt x="24" y="530"/>
                  </a:lnTo>
                  <a:cubicBezTo>
                    <a:pt x="70" y="725"/>
                    <a:pt x="249" y="876"/>
                    <a:pt x="464" y="876"/>
                  </a:cubicBezTo>
                  <a:cubicBezTo>
                    <a:pt x="472" y="876"/>
                    <a:pt x="481" y="875"/>
                    <a:pt x="489" y="875"/>
                  </a:cubicBezTo>
                  <a:lnTo>
                    <a:pt x="501" y="875"/>
                  </a:lnTo>
                  <a:cubicBezTo>
                    <a:pt x="620" y="851"/>
                    <a:pt x="691" y="827"/>
                    <a:pt x="751" y="768"/>
                  </a:cubicBezTo>
                  <a:cubicBezTo>
                    <a:pt x="858" y="673"/>
                    <a:pt x="917" y="530"/>
                    <a:pt x="882" y="375"/>
                  </a:cubicBezTo>
                  <a:cubicBezTo>
                    <a:pt x="860" y="158"/>
                    <a:pt x="671" y="1"/>
                    <a:pt x="45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3"/>
            <p:cNvSpPr/>
            <p:nvPr/>
          </p:nvSpPr>
          <p:spPr>
            <a:xfrm>
              <a:off x="2073450" y="3055500"/>
              <a:ext cx="22950" cy="21425"/>
            </a:xfrm>
            <a:custGeom>
              <a:rect b="b" l="l" r="r" t="t"/>
              <a:pathLst>
                <a:path extrusionOk="0" h="857" w="918">
                  <a:moveTo>
                    <a:pt x="454" y="1"/>
                  </a:moveTo>
                  <a:cubicBezTo>
                    <a:pt x="438" y="1"/>
                    <a:pt x="422" y="1"/>
                    <a:pt x="406" y="3"/>
                  </a:cubicBezTo>
                  <a:cubicBezTo>
                    <a:pt x="168" y="51"/>
                    <a:pt x="1" y="277"/>
                    <a:pt x="37" y="491"/>
                  </a:cubicBezTo>
                  <a:cubicBezTo>
                    <a:pt x="37" y="527"/>
                    <a:pt x="49" y="551"/>
                    <a:pt x="60" y="587"/>
                  </a:cubicBezTo>
                  <a:cubicBezTo>
                    <a:pt x="96" y="670"/>
                    <a:pt x="156" y="753"/>
                    <a:pt x="239" y="789"/>
                  </a:cubicBezTo>
                  <a:cubicBezTo>
                    <a:pt x="304" y="826"/>
                    <a:pt x="369" y="856"/>
                    <a:pt x="440" y="856"/>
                  </a:cubicBezTo>
                  <a:cubicBezTo>
                    <a:pt x="460" y="856"/>
                    <a:pt x="480" y="854"/>
                    <a:pt x="501" y="848"/>
                  </a:cubicBezTo>
                  <a:lnTo>
                    <a:pt x="537" y="848"/>
                  </a:lnTo>
                  <a:cubicBezTo>
                    <a:pt x="545" y="850"/>
                    <a:pt x="553" y="851"/>
                    <a:pt x="561" y="851"/>
                  </a:cubicBezTo>
                  <a:cubicBezTo>
                    <a:pt x="618" y="851"/>
                    <a:pt x="687" y="818"/>
                    <a:pt x="739" y="777"/>
                  </a:cubicBezTo>
                  <a:cubicBezTo>
                    <a:pt x="858" y="694"/>
                    <a:pt x="918" y="539"/>
                    <a:pt x="894" y="372"/>
                  </a:cubicBezTo>
                  <a:cubicBezTo>
                    <a:pt x="872" y="150"/>
                    <a:pt x="674" y="1"/>
                    <a:pt x="45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3"/>
            <p:cNvSpPr/>
            <p:nvPr/>
          </p:nvSpPr>
          <p:spPr>
            <a:xfrm>
              <a:off x="1916900" y="2863525"/>
              <a:ext cx="22350" cy="21800"/>
            </a:xfrm>
            <a:custGeom>
              <a:rect b="b" l="l" r="r" t="t"/>
              <a:pathLst>
                <a:path extrusionOk="0" h="872" w="894">
                  <a:moveTo>
                    <a:pt x="453" y="0"/>
                  </a:moveTo>
                  <a:cubicBezTo>
                    <a:pt x="437" y="0"/>
                    <a:pt x="421" y="1"/>
                    <a:pt x="405" y="3"/>
                  </a:cubicBezTo>
                  <a:cubicBezTo>
                    <a:pt x="167" y="50"/>
                    <a:pt x="0" y="276"/>
                    <a:pt x="36" y="491"/>
                  </a:cubicBezTo>
                  <a:cubicBezTo>
                    <a:pt x="48" y="550"/>
                    <a:pt x="60" y="610"/>
                    <a:pt x="84" y="669"/>
                  </a:cubicBezTo>
                  <a:cubicBezTo>
                    <a:pt x="131" y="717"/>
                    <a:pt x="179" y="765"/>
                    <a:pt x="226" y="800"/>
                  </a:cubicBezTo>
                  <a:cubicBezTo>
                    <a:pt x="298" y="836"/>
                    <a:pt x="393" y="872"/>
                    <a:pt x="488" y="872"/>
                  </a:cubicBezTo>
                  <a:lnTo>
                    <a:pt x="536" y="872"/>
                  </a:lnTo>
                  <a:cubicBezTo>
                    <a:pt x="643" y="848"/>
                    <a:pt x="727" y="812"/>
                    <a:pt x="786" y="741"/>
                  </a:cubicBezTo>
                  <a:cubicBezTo>
                    <a:pt x="846" y="657"/>
                    <a:pt x="893" y="586"/>
                    <a:pt x="893" y="479"/>
                  </a:cubicBezTo>
                  <a:lnTo>
                    <a:pt x="893" y="372"/>
                  </a:lnTo>
                  <a:cubicBezTo>
                    <a:pt x="871" y="150"/>
                    <a:pt x="673" y="0"/>
                    <a:pt x="4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3"/>
            <p:cNvSpPr/>
            <p:nvPr/>
          </p:nvSpPr>
          <p:spPr>
            <a:xfrm>
              <a:off x="1495125" y="3172075"/>
              <a:ext cx="22625" cy="21700"/>
            </a:xfrm>
            <a:custGeom>
              <a:rect b="b" l="l" r="r" t="t"/>
              <a:pathLst>
                <a:path extrusionOk="0" h="868" w="905">
                  <a:moveTo>
                    <a:pt x="456" y="0"/>
                  </a:moveTo>
                  <a:cubicBezTo>
                    <a:pt x="431" y="0"/>
                    <a:pt x="406" y="3"/>
                    <a:pt x="381" y="7"/>
                  </a:cubicBezTo>
                  <a:cubicBezTo>
                    <a:pt x="333" y="7"/>
                    <a:pt x="286" y="31"/>
                    <a:pt x="250" y="43"/>
                  </a:cubicBezTo>
                  <a:cubicBezTo>
                    <a:pt x="155" y="91"/>
                    <a:pt x="95" y="162"/>
                    <a:pt x="60" y="234"/>
                  </a:cubicBezTo>
                  <a:cubicBezTo>
                    <a:pt x="24" y="317"/>
                    <a:pt x="0" y="400"/>
                    <a:pt x="12" y="495"/>
                  </a:cubicBezTo>
                  <a:lnTo>
                    <a:pt x="12" y="519"/>
                  </a:lnTo>
                  <a:cubicBezTo>
                    <a:pt x="24" y="615"/>
                    <a:pt x="72" y="698"/>
                    <a:pt x="143" y="757"/>
                  </a:cubicBezTo>
                  <a:cubicBezTo>
                    <a:pt x="223" y="838"/>
                    <a:pt x="330" y="867"/>
                    <a:pt x="440" y="867"/>
                  </a:cubicBezTo>
                  <a:cubicBezTo>
                    <a:pt x="460" y="867"/>
                    <a:pt x="480" y="866"/>
                    <a:pt x="500" y="865"/>
                  </a:cubicBezTo>
                  <a:cubicBezTo>
                    <a:pt x="560" y="865"/>
                    <a:pt x="607" y="841"/>
                    <a:pt x="667" y="805"/>
                  </a:cubicBezTo>
                  <a:cubicBezTo>
                    <a:pt x="774" y="757"/>
                    <a:pt x="834" y="686"/>
                    <a:pt x="857" y="603"/>
                  </a:cubicBezTo>
                  <a:cubicBezTo>
                    <a:pt x="869" y="567"/>
                    <a:pt x="869" y="543"/>
                    <a:pt x="893" y="507"/>
                  </a:cubicBezTo>
                  <a:cubicBezTo>
                    <a:pt x="905" y="460"/>
                    <a:pt x="905" y="412"/>
                    <a:pt x="893" y="365"/>
                  </a:cubicBezTo>
                  <a:cubicBezTo>
                    <a:pt x="893" y="317"/>
                    <a:pt x="869" y="269"/>
                    <a:pt x="845" y="245"/>
                  </a:cubicBezTo>
                  <a:cubicBezTo>
                    <a:pt x="783" y="100"/>
                    <a:pt x="622" y="0"/>
                    <a:pt x="45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
            <p:cNvSpPr/>
            <p:nvPr/>
          </p:nvSpPr>
          <p:spPr>
            <a:xfrm>
              <a:off x="1045650" y="2968400"/>
              <a:ext cx="21750" cy="21700"/>
            </a:xfrm>
            <a:custGeom>
              <a:rect b="b" l="l" r="r" t="t"/>
              <a:pathLst>
                <a:path extrusionOk="0" h="868" w="870">
                  <a:moveTo>
                    <a:pt x="436" y="0"/>
                  </a:moveTo>
                  <a:cubicBezTo>
                    <a:pt x="414" y="0"/>
                    <a:pt x="392" y="3"/>
                    <a:pt x="370" y="10"/>
                  </a:cubicBezTo>
                  <a:cubicBezTo>
                    <a:pt x="334" y="10"/>
                    <a:pt x="322" y="22"/>
                    <a:pt x="298" y="22"/>
                  </a:cubicBezTo>
                  <a:cubicBezTo>
                    <a:pt x="203" y="46"/>
                    <a:pt x="132" y="106"/>
                    <a:pt x="72" y="189"/>
                  </a:cubicBezTo>
                  <a:cubicBezTo>
                    <a:pt x="13" y="261"/>
                    <a:pt x="1" y="344"/>
                    <a:pt x="1" y="451"/>
                  </a:cubicBezTo>
                  <a:lnTo>
                    <a:pt x="1" y="499"/>
                  </a:lnTo>
                  <a:cubicBezTo>
                    <a:pt x="13" y="642"/>
                    <a:pt x="120" y="761"/>
                    <a:pt x="239" y="820"/>
                  </a:cubicBezTo>
                  <a:cubicBezTo>
                    <a:pt x="310" y="856"/>
                    <a:pt x="394" y="868"/>
                    <a:pt x="489" y="868"/>
                  </a:cubicBezTo>
                  <a:lnTo>
                    <a:pt x="501" y="868"/>
                  </a:lnTo>
                  <a:cubicBezTo>
                    <a:pt x="644" y="844"/>
                    <a:pt x="775" y="749"/>
                    <a:pt x="810" y="618"/>
                  </a:cubicBezTo>
                  <a:cubicBezTo>
                    <a:pt x="858" y="546"/>
                    <a:pt x="870" y="475"/>
                    <a:pt x="858" y="380"/>
                  </a:cubicBezTo>
                  <a:lnTo>
                    <a:pt x="858" y="344"/>
                  </a:lnTo>
                  <a:cubicBezTo>
                    <a:pt x="834" y="201"/>
                    <a:pt x="715" y="82"/>
                    <a:pt x="572" y="22"/>
                  </a:cubicBezTo>
                  <a:cubicBezTo>
                    <a:pt x="531" y="14"/>
                    <a:pt x="484" y="0"/>
                    <a:pt x="43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3"/>
            <p:cNvSpPr/>
            <p:nvPr/>
          </p:nvSpPr>
          <p:spPr>
            <a:xfrm>
              <a:off x="1912725" y="3209100"/>
              <a:ext cx="13425" cy="12625"/>
            </a:xfrm>
            <a:custGeom>
              <a:rect b="b" l="l" r="r" t="t"/>
              <a:pathLst>
                <a:path extrusionOk="0" h="505" w="537">
                  <a:moveTo>
                    <a:pt x="263" y="0"/>
                  </a:moveTo>
                  <a:cubicBezTo>
                    <a:pt x="252" y="0"/>
                    <a:pt x="240" y="1"/>
                    <a:pt x="227" y="3"/>
                  </a:cubicBezTo>
                  <a:cubicBezTo>
                    <a:pt x="167" y="3"/>
                    <a:pt x="108" y="38"/>
                    <a:pt x="84" y="86"/>
                  </a:cubicBezTo>
                  <a:cubicBezTo>
                    <a:pt x="36" y="146"/>
                    <a:pt x="1" y="217"/>
                    <a:pt x="24" y="288"/>
                  </a:cubicBezTo>
                  <a:cubicBezTo>
                    <a:pt x="24" y="336"/>
                    <a:pt x="36" y="360"/>
                    <a:pt x="60" y="396"/>
                  </a:cubicBezTo>
                  <a:lnTo>
                    <a:pt x="60" y="408"/>
                  </a:lnTo>
                  <a:cubicBezTo>
                    <a:pt x="113" y="461"/>
                    <a:pt x="186" y="505"/>
                    <a:pt x="269" y="505"/>
                  </a:cubicBezTo>
                  <a:cubicBezTo>
                    <a:pt x="278" y="505"/>
                    <a:pt x="288" y="504"/>
                    <a:pt x="298" y="503"/>
                  </a:cubicBezTo>
                  <a:cubicBezTo>
                    <a:pt x="334" y="503"/>
                    <a:pt x="382" y="479"/>
                    <a:pt x="405" y="467"/>
                  </a:cubicBezTo>
                  <a:cubicBezTo>
                    <a:pt x="441" y="455"/>
                    <a:pt x="465" y="419"/>
                    <a:pt x="477" y="396"/>
                  </a:cubicBezTo>
                  <a:cubicBezTo>
                    <a:pt x="513" y="348"/>
                    <a:pt x="536" y="277"/>
                    <a:pt x="524" y="217"/>
                  </a:cubicBezTo>
                  <a:cubicBezTo>
                    <a:pt x="513" y="157"/>
                    <a:pt x="477" y="98"/>
                    <a:pt x="441" y="62"/>
                  </a:cubicBezTo>
                  <a:cubicBezTo>
                    <a:pt x="390" y="31"/>
                    <a:pt x="338" y="0"/>
                    <a:pt x="26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3"/>
            <p:cNvSpPr/>
            <p:nvPr/>
          </p:nvSpPr>
          <p:spPr>
            <a:xfrm>
              <a:off x="2001725" y="3124475"/>
              <a:ext cx="13725" cy="12675"/>
            </a:xfrm>
            <a:custGeom>
              <a:rect b="b" l="l" r="r" t="t"/>
              <a:pathLst>
                <a:path extrusionOk="0" h="507" w="549">
                  <a:moveTo>
                    <a:pt x="287" y="0"/>
                  </a:moveTo>
                  <a:cubicBezTo>
                    <a:pt x="271" y="0"/>
                    <a:pt x="255" y="2"/>
                    <a:pt x="239" y="6"/>
                  </a:cubicBezTo>
                  <a:cubicBezTo>
                    <a:pt x="108" y="30"/>
                    <a:pt x="1" y="161"/>
                    <a:pt x="36" y="280"/>
                  </a:cubicBezTo>
                  <a:cubicBezTo>
                    <a:pt x="48" y="340"/>
                    <a:pt x="72" y="399"/>
                    <a:pt x="120" y="447"/>
                  </a:cubicBezTo>
                  <a:cubicBezTo>
                    <a:pt x="167" y="494"/>
                    <a:pt x="239" y="506"/>
                    <a:pt x="310" y="506"/>
                  </a:cubicBezTo>
                  <a:cubicBezTo>
                    <a:pt x="453" y="483"/>
                    <a:pt x="548" y="364"/>
                    <a:pt x="524" y="221"/>
                  </a:cubicBezTo>
                  <a:cubicBezTo>
                    <a:pt x="524" y="185"/>
                    <a:pt x="513" y="149"/>
                    <a:pt x="477" y="125"/>
                  </a:cubicBezTo>
                  <a:cubicBezTo>
                    <a:pt x="437" y="46"/>
                    <a:pt x="365" y="0"/>
                    <a:pt x="28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3"/>
            <p:cNvSpPr/>
            <p:nvPr/>
          </p:nvSpPr>
          <p:spPr>
            <a:xfrm>
              <a:off x="1487375" y="3210250"/>
              <a:ext cx="14025" cy="12500"/>
            </a:xfrm>
            <a:custGeom>
              <a:rect b="b" l="l" r="r" t="t"/>
              <a:pathLst>
                <a:path extrusionOk="0" h="500" w="561">
                  <a:moveTo>
                    <a:pt x="291" y="1"/>
                  </a:moveTo>
                  <a:cubicBezTo>
                    <a:pt x="277" y="1"/>
                    <a:pt x="264" y="2"/>
                    <a:pt x="251" y="4"/>
                  </a:cubicBezTo>
                  <a:cubicBezTo>
                    <a:pt x="108" y="40"/>
                    <a:pt x="1" y="159"/>
                    <a:pt x="36" y="290"/>
                  </a:cubicBezTo>
                  <a:cubicBezTo>
                    <a:pt x="67" y="404"/>
                    <a:pt x="161" y="499"/>
                    <a:pt x="271" y="499"/>
                  </a:cubicBezTo>
                  <a:cubicBezTo>
                    <a:pt x="288" y="499"/>
                    <a:pt x="305" y="497"/>
                    <a:pt x="322" y="492"/>
                  </a:cubicBezTo>
                  <a:cubicBezTo>
                    <a:pt x="453" y="469"/>
                    <a:pt x="560" y="350"/>
                    <a:pt x="524" y="219"/>
                  </a:cubicBezTo>
                  <a:cubicBezTo>
                    <a:pt x="503" y="91"/>
                    <a:pt x="405" y="1"/>
                    <a:pt x="29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3"/>
            <p:cNvSpPr/>
            <p:nvPr/>
          </p:nvSpPr>
          <p:spPr>
            <a:xfrm>
              <a:off x="1315625" y="3080850"/>
              <a:ext cx="13725" cy="12425"/>
            </a:xfrm>
            <a:custGeom>
              <a:rect b="b" l="l" r="r" t="t"/>
              <a:pathLst>
                <a:path extrusionOk="0" h="497" w="549">
                  <a:moveTo>
                    <a:pt x="261" y="0"/>
                  </a:moveTo>
                  <a:cubicBezTo>
                    <a:pt x="254" y="0"/>
                    <a:pt x="246" y="0"/>
                    <a:pt x="239" y="1"/>
                  </a:cubicBezTo>
                  <a:cubicBezTo>
                    <a:pt x="108" y="37"/>
                    <a:pt x="1" y="168"/>
                    <a:pt x="36" y="287"/>
                  </a:cubicBezTo>
                  <a:cubicBezTo>
                    <a:pt x="57" y="401"/>
                    <a:pt x="149" y="496"/>
                    <a:pt x="259" y="496"/>
                  </a:cubicBezTo>
                  <a:cubicBezTo>
                    <a:pt x="276" y="496"/>
                    <a:pt x="293" y="494"/>
                    <a:pt x="310" y="489"/>
                  </a:cubicBezTo>
                  <a:cubicBezTo>
                    <a:pt x="441" y="465"/>
                    <a:pt x="548" y="346"/>
                    <a:pt x="525" y="215"/>
                  </a:cubicBezTo>
                  <a:cubicBezTo>
                    <a:pt x="513" y="92"/>
                    <a:pt x="385" y="0"/>
                    <a:pt x="26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3"/>
            <p:cNvSpPr/>
            <p:nvPr/>
          </p:nvSpPr>
          <p:spPr>
            <a:xfrm>
              <a:off x="1229600" y="3113600"/>
              <a:ext cx="13125" cy="12650"/>
            </a:xfrm>
            <a:custGeom>
              <a:rect b="b" l="l" r="r" t="t"/>
              <a:pathLst>
                <a:path extrusionOk="0" h="506" w="525">
                  <a:moveTo>
                    <a:pt x="227" y="1"/>
                  </a:moveTo>
                  <a:cubicBezTo>
                    <a:pt x="120" y="25"/>
                    <a:pt x="48" y="96"/>
                    <a:pt x="25" y="179"/>
                  </a:cubicBezTo>
                  <a:cubicBezTo>
                    <a:pt x="1" y="215"/>
                    <a:pt x="1" y="263"/>
                    <a:pt x="25" y="287"/>
                  </a:cubicBezTo>
                  <a:cubicBezTo>
                    <a:pt x="36" y="382"/>
                    <a:pt x="84" y="441"/>
                    <a:pt x="144" y="465"/>
                  </a:cubicBezTo>
                  <a:cubicBezTo>
                    <a:pt x="170" y="492"/>
                    <a:pt x="211" y="505"/>
                    <a:pt x="254" y="505"/>
                  </a:cubicBezTo>
                  <a:cubicBezTo>
                    <a:pt x="269" y="505"/>
                    <a:pt x="283" y="504"/>
                    <a:pt x="298" y="501"/>
                  </a:cubicBezTo>
                  <a:cubicBezTo>
                    <a:pt x="346" y="501"/>
                    <a:pt x="382" y="477"/>
                    <a:pt x="406" y="453"/>
                  </a:cubicBezTo>
                  <a:cubicBezTo>
                    <a:pt x="477" y="406"/>
                    <a:pt x="525" y="298"/>
                    <a:pt x="513" y="215"/>
                  </a:cubicBezTo>
                  <a:lnTo>
                    <a:pt x="513" y="203"/>
                  </a:lnTo>
                  <a:cubicBezTo>
                    <a:pt x="477" y="108"/>
                    <a:pt x="406" y="37"/>
                    <a:pt x="32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3"/>
            <p:cNvSpPr/>
            <p:nvPr/>
          </p:nvSpPr>
          <p:spPr>
            <a:xfrm>
              <a:off x="1729075" y="3062625"/>
              <a:ext cx="13725" cy="12475"/>
            </a:xfrm>
            <a:custGeom>
              <a:rect b="b" l="l" r="r" t="t"/>
              <a:pathLst>
                <a:path extrusionOk="0" h="499" w="549">
                  <a:moveTo>
                    <a:pt x="279" y="0"/>
                  </a:moveTo>
                  <a:cubicBezTo>
                    <a:pt x="265" y="0"/>
                    <a:pt x="252" y="1"/>
                    <a:pt x="239" y="4"/>
                  </a:cubicBezTo>
                  <a:cubicBezTo>
                    <a:pt x="108" y="16"/>
                    <a:pt x="0" y="159"/>
                    <a:pt x="24" y="290"/>
                  </a:cubicBezTo>
                  <a:cubicBezTo>
                    <a:pt x="55" y="403"/>
                    <a:pt x="149" y="499"/>
                    <a:pt x="259" y="499"/>
                  </a:cubicBezTo>
                  <a:cubicBezTo>
                    <a:pt x="276" y="499"/>
                    <a:pt x="293" y="497"/>
                    <a:pt x="310" y="492"/>
                  </a:cubicBezTo>
                  <a:cubicBezTo>
                    <a:pt x="441" y="468"/>
                    <a:pt x="548" y="349"/>
                    <a:pt x="524" y="218"/>
                  </a:cubicBezTo>
                  <a:cubicBezTo>
                    <a:pt x="492" y="90"/>
                    <a:pt x="393" y="0"/>
                    <a:pt x="27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2" name="Google Shape;252;p3"/>
          <p:cNvSpPr txBox="1"/>
          <p:nvPr>
            <p:ph type="title"/>
          </p:nvPr>
        </p:nvSpPr>
        <p:spPr>
          <a:xfrm>
            <a:off x="253950" y="265325"/>
            <a:ext cx="86361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53" name="Google Shape;253;p3"/>
          <p:cNvSpPr txBox="1"/>
          <p:nvPr>
            <p:ph idx="1" type="body"/>
          </p:nvPr>
        </p:nvSpPr>
        <p:spPr>
          <a:xfrm>
            <a:off x="253950" y="965800"/>
            <a:ext cx="8636100" cy="39195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Clr>
                <a:schemeClr val="lt2"/>
              </a:buClr>
              <a:buSzPts val="1800"/>
              <a:buFont typeface="Didact Gothic"/>
              <a:buAutoNum type="arabicPeriod"/>
              <a:defRPr b="1" sz="1800">
                <a:solidFill>
                  <a:schemeClr val="lt2"/>
                </a:solidFill>
                <a:latin typeface="Didact Gothic"/>
                <a:ea typeface="Didact Gothic"/>
                <a:cs typeface="Didact Gothic"/>
                <a:sym typeface="Didact Gothic"/>
              </a:defRPr>
            </a:lvl1pPr>
            <a:lvl2pPr indent="-342900" lvl="1" marL="914400" algn="l">
              <a:lnSpc>
                <a:spcPct val="115000"/>
              </a:lnSpc>
              <a:spcBef>
                <a:spcPts val="1600"/>
              </a:spcBef>
              <a:spcAft>
                <a:spcPts val="0"/>
              </a:spcAft>
              <a:buClr>
                <a:schemeClr val="lt2"/>
              </a:buClr>
              <a:buSzPts val="1800"/>
              <a:buFont typeface="Didact Gothic"/>
              <a:buAutoNum type="alphaLcPeriod"/>
              <a:defRPr b="1" sz="1800">
                <a:solidFill>
                  <a:schemeClr val="lt2"/>
                </a:solidFill>
                <a:latin typeface="Didact Gothic"/>
                <a:ea typeface="Didact Gothic"/>
                <a:cs typeface="Didact Gothic"/>
                <a:sym typeface="Didact Gothic"/>
              </a:defRPr>
            </a:lvl2pPr>
            <a:lvl3pPr indent="-342900" lvl="2" marL="1371600" algn="l">
              <a:lnSpc>
                <a:spcPct val="115000"/>
              </a:lnSpc>
              <a:spcBef>
                <a:spcPts val="1600"/>
              </a:spcBef>
              <a:spcAft>
                <a:spcPts val="0"/>
              </a:spcAft>
              <a:buClr>
                <a:schemeClr val="lt2"/>
              </a:buClr>
              <a:buSzPts val="1800"/>
              <a:buFont typeface="Didact Gothic"/>
              <a:buAutoNum type="romanLcPeriod"/>
              <a:defRPr b="1" sz="1800">
                <a:solidFill>
                  <a:schemeClr val="lt2"/>
                </a:solidFill>
                <a:latin typeface="Didact Gothic"/>
                <a:ea typeface="Didact Gothic"/>
                <a:cs typeface="Didact Gothic"/>
                <a:sym typeface="Didact Gothic"/>
              </a:defRPr>
            </a:lvl3pPr>
            <a:lvl4pPr indent="-342900" lvl="3" marL="1828800" algn="l">
              <a:lnSpc>
                <a:spcPct val="115000"/>
              </a:lnSpc>
              <a:spcBef>
                <a:spcPts val="1600"/>
              </a:spcBef>
              <a:spcAft>
                <a:spcPts val="0"/>
              </a:spcAft>
              <a:buClr>
                <a:schemeClr val="lt2"/>
              </a:buClr>
              <a:buSzPts val="1800"/>
              <a:buFont typeface="Didact Gothic"/>
              <a:buAutoNum type="arabicPeriod"/>
              <a:defRPr b="1" sz="1800">
                <a:solidFill>
                  <a:schemeClr val="lt2"/>
                </a:solidFill>
                <a:latin typeface="Didact Gothic"/>
                <a:ea typeface="Didact Gothic"/>
                <a:cs typeface="Didact Gothic"/>
                <a:sym typeface="Didact Gothic"/>
              </a:defRPr>
            </a:lvl4pPr>
            <a:lvl5pPr indent="-342900" lvl="4" marL="2286000" algn="l">
              <a:lnSpc>
                <a:spcPct val="115000"/>
              </a:lnSpc>
              <a:spcBef>
                <a:spcPts val="1600"/>
              </a:spcBef>
              <a:spcAft>
                <a:spcPts val="0"/>
              </a:spcAft>
              <a:buClr>
                <a:schemeClr val="lt2"/>
              </a:buClr>
              <a:buSzPts val="1800"/>
              <a:buFont typeface="Didact Gothic"/>
              <a:buAutoNum type="alphaLcPeriod"/>
              <a:defRPr b="1" sz="1800">
                <a:solidFill>
                  <a:schemeClr val="lt2"/>
                </a:solidFill>
                <a:latin typeface="Didact Gothic"/>
                <a:ea typeface="Didact Gothic"/>
                <a:cs typeface="Didact Gothic"/>
                <a:sym typeface="Didact Gothic"/>
              </a:defRPr>
            </a:lvl5pPr>
            <a:lvl6pPr indent="-342900" lvl="5" marL="2743200" algn="l">
              <a:lnSpc>
                <a:spcPct val="115000"/>
              </a:lnSpc>
              <a:spcBef>
                <a:spcPts val="1600"/>
              </a:spcBef>
              <a:spcAft>
                <a:spcPts val="0"/>
              </a:spcAft>
              <a:buClr>
                <a:schemeClr val="lt2"/>
              </a:buClr>
              <a:buSzPts val="1800"/>
              <a:buFont typeface="Didact Gothic"/>
              <a:buAutoNum type="romanLcPeriod"/>
              <a:defRPr b="1" sz="1800">
                <a:solidFill>
                  <a:schemeClr val="lt2"/>
                </a:solidFill>
                <a:latin typeface="Didact Gothic"/>
                <a:ea typeface="Didact Gothic"/>
                <a:cs typeface="Didact Gothic"/>
                <a:sym typeface="Didact Gothic"/>
              </a:defRPr>
            </a:lvl6pPr>
            <a:lvl7pPr indent="-342900" lvl="6" marL="3200400" algn="l">
              <a:lnSpc>
                <a:spcPct val="115000"/>
              </a:lnSpc>
              <a:spcBef>
                <a:spcPts val="1600"/>
              </a:spcBef>
              <a:spcAft>
                <a:spcPts val="0"/>
              </a:spcAft>
              <a:buClr>
                <a:schemeClr val="lt2"/>
              </a:buClr>
              <a:buSzPts val="1800"/>
              <a:buFont typeface="Didact Gothic"/>
              <a:buAutoNum type="arabicPeriod"/>
              <a:defRPr b="1" sz="1800">
                <a:solidFill>
                  <a:schemeClr val="lt2"/>
                </a:solidFill>
                <a:latin typeface="Didact Gothic"/>
                <a:ea typeface="Didact Gothic"/>
                <a:cs typeface="Didact Gothic"/>
                <a:sym typeface="Didact Gothic"/>
              </a:defRPr>
            </a:lvl7pPr>
            <a:lvl8pPr indent="-342900" lvl="7" marL="3657600" algn="l">
              <a:lnSpc>
                <a:spcPct val="115000"/>
              </a:lnSpc>
              <a:spcBef>
                <a:spcPts val="1600"/>
              </a:spcBef>
              <a:spcAft>
                <a:spcPts val="0"/>
              </a:spcAft>
              <a:buClr>
                <a:schemeClr val="lt2"/>
              </a:buClr>
              <a:buSzPts val="1800"/>
              <a:buFont typeface="Didact Gothic"/>
              <a:buAutoNum type="alphaLcPeriod"/>
              <a:defRPr b="1" sz="1800">
                <a:solidFill>
                  <a:schemeClr val="lt2"/>
                </a:solidFill>
                <a:latin typeface="Didact Gothic"/>
                <a:ea typeface="Didact Gothic"/>
                <a:cs typeface="Didact Gothic"/>
                <a:sym typeface="Didact Gothic"/>
              </a:defRPr>
            </a:lvl8pPr>
            <a:lvl9pPr indent="-342900" lvl="8" marL="4114800" algn="l">
              <a:lnSpc>
                <a:spcPct val="115000"/>
              </a:lnSpc>
              <a:spcBef>
                <a:spcPts val="1600"/>
              </a:spcBef>
              <a:spcAft>
                <a:spcPts val="1600"/>
              </a:spcAft>
              <a:buClr>
                <a:schemeClr val="lt2"/>
              </a:buClr>
              <a:buSzPts val="1800"/>
              <a:buFont typeface="Didact Gothic"/>
              <a:buAutoNum type="romanLcPeriod"/>
              <a:defRPr b="1" sz="1800">
                <a:solidFill>
                  <a:schemeClr val="lt2"/>
                </a:solidFill>
                <a:latin typeface="Didact Gothic"/>
                <a:ea typeface="Didact Gothic"/>
                <a:cs typeface="Didact Gothic"/>
                <a:sym typeface="Didact Gothic"/>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4" name="Shape 254"/>
        <p:cNvGrpSpPr/>
        <p:nvPr/>
      </p:nvGrpSpPr>
      <p:grpSpPr>
        <a:xfrm>
          <a:off x="0" y="0"/>
          <a:ext cx="0" cy="0"/>
          <a:chOff x="0" y="0"/>
          <a:chExt cx="0" cy="0"/>
        </a:xfrm>
      </p:grpSpPr>
      <p:grpSp>
        <p:nvGrpSpPr>
          <p:cNvPr id="255" name="Google Shape;255;p4"/>
          <p:cNvGrpSpPr/>
          <p:nvPr/>
        </p:nvGrpSpPr>
        <p:grpSpPr>
          <a:xfrm flipH="1" rot="10800000">
            <a:off x="4945033" y="3106601"/>
            <a:ext cx="4198961" cy="2036907"/>
            <a:chOff x="4643125" y="3610400"/>
            <a:chExt cx="2050875" cy="994875"/>
          </a:xfrm>
        </p:grpSpPr>
        <p:sp>
          <p:nvSpPr>
            <p:cNvPr id="256" name="Google Shape;256;p4"/>
            <p:cNvSpPr/>
            <p:nvPr/>
          </p:nvSpPr>
          <p:spPr>
            <a:xfrm>
              <a:off x="5600100" y="3665175"/>
              <a:ext cx="147050" cy="30375"/>
            </a:xfrm>
            <a:custGeom>
              <a:rect b="b" l="l" r="r" t="t"/>
              <a:pathLst>
                <a:path extrusionOk="0" h="1215" w="5882">
                  <a:moveTo>
                    <a:pt x="5810" y="0"/>
                  </a:moveTo>
                  <a:lnTo>
                    <a:pt x="72" y="905"/>
                  </a:lnTo>
                  <a:lnTo>
                    <a:pt x="0" y="1214"/>
                  </a:lnTo>
                  <a:lnTo>
                    <a:pt x="5882" y="286"/>
                  </a:lnTo>
                  <a:cubicBezTo>
                    <a:pt x="5834" y="191"/>
                    <a:pt x="5799" y="107"/>
                    <a:pt x="581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4"/>
            <p:cNvSpPr/>
            <p:nvPr/>
          </p:nvSpPr>
          <p:spPr>
            <a:xfrm>
              <a:off x="5504550" y="3688675"/>
              <a:ext cx="89625" cy="20275"/>
            </a:xfrm>
            <a:custGeom>
              <a:rect b="b" l="l" r="r" t="t"/>
              <a:pathLst>
                <a:path extrusionOk="0" h="811" w="3585">
                  <a:moveTo>
                    <a:pt x="3584" y="1"/>
                  </a:moveTo>
                  <a:lnTo>
                    <a:pt x="0" y="560"/>
                  </a:lnTo>
                  <a:lnTo>
                    <a:pt x="0" y="655"/>
                  </a:lnTo>
                  <a:lnTo>
                    <a:pt x="262" y="810"/>
                  </a:lnTo>
                  <a:lnTo>
                    <a:pt x="3513" y="310"/>
                  </a:lnTo>
                  <a:lnTo>
                    <a:pt x="358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4"/>
            <p:cNvSpPr/>
            <p:nvPr/>
          </p:nvSpPr>
          <p:spPr>
            <a:xfrm>
              <a:off x="5497700" y="3708925"/>
              <a:ext cx="25" cy="625"/>
            </a:xfrm>
            <a:custGeom>
              <a:rect b="b" l="l" r="r" t="t"/>
              <a:pathLst>
                <a:path extrusionOk="0" h="25" w="1">
                  <a:moveTo>
                    <a:pt x="0" y="0"/>
                  </a:moveTo>
                  <a:cubicBezTo>
                    <a:pt x="0" y="0"/>
                    <a:pt x="0" y="24"/>
                    <a:pt x="0" y="0"/>
                  </a:cubicBezTo>
                  <a:cubicBezTo>
                    <a:pt x="0" y="24"/>
                    <a:pt x="0"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4"/>
            <p:cNvSpPr/>
            <p:nvPr/>
          </p:nvSpPr>
          <p:spPr>
            <a:xfrm>
              <a:off x="5498600" y="371010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4"/>
            <p:cNvSpPr/>
            <p:nvPr/>
          </p:nvSpPr>
          <p:spPr>
            <a:xfrm>
              <a:off x="5497400" y="3708925"/>
              <a:ext cx="325" cy="25"/>
            </a:xfrm>
            <a:custGeom>
              <a:rect b="b" l="l" r="r" t="t"/>
              <a:pathLst>
                <a:path extrusionOk="0" h="1" w="13">
                  <a:moveTo>
                    <a:pt x="1" y="0"/>
                  </a:moveTo>
                  <a:cubicBezTo>
                    <a:pt x="12" y="0"/>
                    <a:pt x="12" y="0"/>
                    <a:pt x="1" y="0"/>
                  </a:cubicBezTo>
                  <a:cubicBezTo>
                    <a:pt x="12" y="0"/>
                    <a:pt x="12" y="0"/>
                    <a:pt x="1" y="0"/>
                  </a:cubicBezTo>
                  <a:cubicBezTo>
                    <a:pt x="12" y="0"/>
                    <a:pt x="1" y="0"/>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
            <p:cNvSpPr/>
            <p:nvPr/>
          </p:nvSpPr>
          <p:spPr>
            <a:xfrm>
              <a:off x="5498000" y="3709525"/>
              <a:ext cx="925" cy="300"/>
            </a:xfrm>
            <a:custGeom>
              <a:rect b="b" l="l" r="r" t="t"/>
              <a:pathLst>
                <a:path extrusionOk="0" h="12" w="37">
                  <a:moveTo>
                    <a:pt x="0" y="0"/>
                  </a:moveTo>
                  <a:cubicBezTo>
                    <a:pt x="0" y="12"/>
                    <a:pt x="24" y="12"/>
                    <a:pt x="36" y="12"/>
                  </a:cubicBezTo>
                  <a:lnTo>
                    <a:pt x="36" y="12"/>
                  </a:lnTo>
                  <a:cubicBezTo>
                    <a:pt x="24" y="12"/>
                    <a:pt x="0" y="12"/>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4"/>
            <p:cNvSpPr/>
            <p:nvPr/>
          </p:nvSpPr>
          <p:spPr>
            <a:xfrm>
              <a:off x="5497100" y="3707125"/>
              <a:ext cx="25" cy="325"/>
            </a:xfrm>
            <a:custGeom>
              <a:rect b="b" l="l" r="r" t="t"/>
              <a:pathLst>
                <a:path extrusionOk="0" h="13" w="1">
                  <a:moveTo>
                    <a:pt x="1" y="1"/>
                  </a:moveTo>
                  <a:cubicBezTo>
                    <a:pt x="1" y="13"/>
                    <a:pt x="1" y="13"/>
                    <a:pt x="1" y="1"/>
                  </a:cubicBezTo>
                  <a:lnTo>
                    <a:pt x="1" y="13"/>
                  </a:lnTo>
                  <a:lnTo>
                    <a:pt x="1" y="1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4"/>
            <p:cNvSpPr/>
            <p:nvPr/>
          </p:nvSpPr>
          <p:spPr>
            <a:xfrm>
              <a:off x="5695050" y="3824700"/>
              <a:ext cx="212250" cy="130700"/>
            </a:xfrm>
            <a:custGeom>
              <a:rect b="b" l="l" r="r" t="t"/>
              <a:pathLst>
                <a:path extrusionOk="0" h="5228" w="8490">
                  <a:moveTo>
                    <a:pt x="298" y="1"/>
                  </a:moveTo>
                  <a:lnTo>
                    <a:pt x="0" y="167"/>
                  </a:lnTo>
                  <a:lnTo>
                    <a:pt x="8370" y="5228"/>
                  </a:lnTo>
                  <a:cubicBezTo>
                    <a:pt x="8382" y="5132"/>
                    <a:pt x="8430" y="5061"/>
                    <a:pt x="8489" y="4989"/>
                  </a:cubicBezTo>
                  <a:lnTo>
                    <a:pt x="8466" y="4930"/>
                  </a:ln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4"/>
            <p:cNvSpPr/>
            <p:nvPr/>
          </p:nvSpPr>
          <p:spPr>
            <a:xfrm>
              <a:off x="5583725" y="3754175"/>
              <a:ext cx="111650" cy="70250"/>
            </a:xfrm>
            <a:custGeom>
              <a:rect b="b" l="l" r="r" t="t"/>
              <a:pathLst>
                <a:path extrusionOk="0" h="2810" w="4466">
                  <a:moveTo>
                    <a:pt x="72" y="0"/>
                  </a:moveTo>
                  <a:lnTo>
                    <a:pt x="0" y="298"/>
                  </a:lnTo>
                  <a:lnTo>
                    <a:pt x="4168" y="2810"/>
                  </a:lnTo>
                  <a:lnTo>
                    <a:pt x="4465" y="2643"/>
                  </a:ln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4"/>
            <p:cNvSpPr/>
            <p:nvPr/>
          </p:nvSpPr>
          <p:spPr>
            <a:xfrm>
              <a:off x="5498600" y="3705050"/>
              <a:ext cx="80375" cy="52400"/>
            </a:xfrm>
            <a:custGeom>
              <a:rect b="b" l="l" r="r" t="t"/>
              <a:pathLst>
                <a:path extrusionOk="0" h="2096" w="3215">
                  <a:moveTo>
                    <a:pt x="0" y="203"/>
                  </a:moveTo>
                  <a:cubicBezTo>
                    <a:pt x="18" y="212"/>
                    <a:pt x="44" y="228"/>
                    <a:pt x="65" y="235"/>
                  </a:cubicBezTo>
                  <a:lnTo>
                    <a:pt x="65" y="235"/>
                  </a:lnTo>
                  <a:lnTo>
                    <a:pt x="12" y="203"/>
                  </a:lnTo>
                  <a:close/>
                  <a:moveTo>
                    <a:pt x="238" y="0"/>
                  </a:moveTo>
                  <a:lnTo>
                    <a:pt x="238" y="84"/>
                  </a:lnTo>
                  <a:cubicBezTo>
                    <a:pt x="238" y="155"/>
                    <a:pt x="179" y="239"/>
                    <a:pt x="84" y="239"/>
                  </a:cubicBezTo>
                  <a:cubicBezTo>
                    <a:pt x="78" y="239"/>
                    <a:pt x="72" y="237"/>
                    <a:pt x="65" y="235"/>
                  </a:cubicBezTo>
                  <a:lnTo>
                    <a:pt x="65" y="235"/>
                  </a:lnTo>
                  <a:lnTo>
                    <a:pt x="3132" y="2096"/>
                  </a:lnTo>
                  <a:lnTo>
                    <a:pt x="3215" y="1798"/>
                  </a:lnTo>
                  <a:lnTo>
                    <a:pt x="500" y="155"/>
                  </a:lnTo>
                  <a:lnTo>
                    <a:pt x="23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4"/>
            <p:cNvSpPr/>
            <p:nvPr/>
          </p:nvSpPr>
          <p:spPr>
            <a:xfrm>
              <a:off x="5497100" y="3708025"/>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4"/>
            <p:cNvSpPr/>
            <p:nvPr/>
          </p:nvSpPr>
          <p:spPr>
            <a:xfrm>
              <a:off x="5498600" y="371010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4"/>
            <p:cNvSpPr/>
            <p:nvPr/>
          </p:nvSpPr>
          <p:spPr>
            <a:xfrm>
              <a:off x="5497700" y="3708925"/>
              <a:ext cx="25" cy="25"/>
            </a:xfrm>
            <a:custGeom>
              <a:rect b="b" l="l" r="r" t="t"/>
              <a:pathLst>
                <a:path extrusionOk="0" h="1" w="1">
                  <a:moveTo>
                    <a:pt x="0" y="0"/>
                  </a:moveTo>
                  <a:lnTo>
                    <a:pt x="0" y="0"/>
                  </a:ln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4"/>
            <p:cNvSpPr/>
            <p:nvPr/>
          </p:nvSpPr>
          <p:spPr>
            <a:xfrm>
              <a:off x="4643125" y="3610700"/>
              <a:ext cx="30400" cy="48250"/>
            </a:xfrm>
            <a:custGeom>
              <a:rect b="b" l="l" r="r" t="t"/>
              <a:pathLst>
                <a:path extrusionOk="0" h="1930" w="1216">
                  <a:moveTo>
                    <a:pt x="1" y="0"/>
                  </a:moveTo>
                  <a:lnTo>
                    <a:pt x="953" y="1929"/>
                  </a:lnTo>
                  <a:lnTo>
                    <a:pt x="1215" y="1810"/>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
            <p:cNvSpPr/>
            <p:nvPr/>
          </p:nvSpPr>
          <p:spPr>
            <a:xfrm>
              <a:off x="4743450" y="3642850"/>
              <a:ext cx="94675" cy="72950"/>
            </a:xfrm>
            <a:custGeom>
              <a:rect b="b" l="l" r="r" t="t"/>
              <a:pathLst>
                <a:path extrusionOk="0" h="2918" w="3787">
                  <a:moveTo>
                    <a:pt x="179" y="0"/>
                  </a:moveTo>
                  <a:cubicBezTo>
                    <a:pt x="155" y="107"/>
                    <a:pt x="95" y="179"/>
                    <a:pt x="0" y="238"/>
                  </a:cubicBezTo>
                  <a:lnTo>
                    <a:pt x="3627" y="2879"/>
                  </a:lnTo>
                  <a:lnTo>
                    <a:pt x="3627" y="2879"/>
                  </a:lnTo>
                  <a:cubicBezTo>
                    <a:pt x="3622" y="2872"/>
                    <a:pt x="3620" y="2864"/>
                    <a:pt x="3620" y="2858"/>
                  </a:cubicBezTo>
                  <a:cubicBezTo>
                    <a:pt x="3596" y="2786"/>
                    <a:pt x="3631" y="2691"/>
                    <a:pt x="3715" y="2667"/>
                  </a:cubicBezTo>
                  <a:lnTo>
                    <a:pt x="3786" y="2631"/>
                  </a:lnTo>
                  <a:lnTo>
                    <a:pt x="179" y="0"/>
                  </a:lnTo>
                  <a:close/>
                  <a:moveTo>
                    <a:pt x="3627" y="2879"/>
                  </a:moveTo>
                  <a:lnTo>
                    <a:pt x="3627" y="2879"/>
                  </a:lnTo>
                  <a:cubicBezTo>
                    <a:pt x="3638" y="2898"/>
                    <a:pt x="3662" y="2917"/>
                    <a:pt x="3679" y="2917"/>
                  </a:cubicBezTo>
                  <a:lnTo>
                    <a:pt x="3627" y="2879"/>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
            <p:cNvSpPr/>
            <p:nvPr/>
          </p:nvSpPr>
          <p:spPr>
            <a:xfrm>
              <a:off x="4835125" y="3716075"/>
              <a:ext cx="600" cy="300"/>
            </a:xfrm>
            <a:custGeom>
              <a:rect b="b" l="l" r="r" t="t"/>
              <a:pathLst>
                <a:path extrusionOk="0" h="12" w="24">
                  <a:moveTo>
                    <a:pt x="0" y="0"/>
                  </a:moveTo>
                  <a:cubicBezTo>
                    <a:pt x="12" y="0"/>
                    <a:pt x="12" y="12"/>
                    <a:pt x="24" y="12"/>
                  </a:cubicBezTo>
                  <a:cubicBezTo>
                    <a:pt x="12" y="12"/>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4"/>
            <p:cNvSpPr/>
            <p:nvPr/>
          </p:nvSpPr>
          <p:spPr>
            <a:xfrm>
              <a:off x="4833325" y="3649975"/>
              <a:ext cx="176825" cy="67000"/>
            </a:xfrm>
            <a:custGeom>
              <a:rect b="b" l="l" r="r" t="t"/>
              <a:pathLst>
                <a:path extrusionOk="0" h="2680" w="7073">
                  <a:moveTo>
                    <a:pt x="7049" y="1"/>
                  </a:moveTo>
                  <a:lnTo>
                    <a:pt x="191" y="2358"/>
                  </a:lnTo>
                  <a:lnTo>
                    <a:pt x="120" y="2394"/>
                  </a:lnTo>
                  <a:cubicBezTo>
                    <a:pt x="36" y="2418"/>
                    <a:pt x="1" y="2501"/>
                    <a:pt x="25" y="2584"/>
                  </a:cubicBezTo>
                  <a:cubicBezTo>
                    <a:pt x="36" y="2620"/>
                    <a:pt x="60" y="2644"/>
                    <a:pt x="84" y="2656"/>
                  </a:cubicBezTo>
                  <a:cubicBezTo>
                    <a:pt x="96" y="2656"/>
                    <a:pt x="96" y="2680"/>
                    <a:pt x="120" y="2680"/>
                  </a:cubicBezTo>
                  <a:lnTo>
                    <a:pt x="215" y="2680"/>
                  </a:lnTo>
                  <a:lnTo>
                    <a:pt x="7073" y="310"/>
                  </a:lnTo>
                  <a:cubicBezTo>
                    <a:pt x="7025" y="239"/>
                    <a:pt x="7002" y="156"/>
                    <a:pt x="7025" y="72"/>
                  </a:cubicBezTo>
                  <a:cubicBezTo>
                    <a:pt x="7025" y="37"/>
                    <a:pt x="7037" y="25"/>
                    <a:pt x="704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
            <p:cNvSpPr/>
            <p:nvPr/>
          </p:nvSpPr>
          <p:spPr>
            <a:xfrm>
              <a:off x="4694925" y="3610700"/>
              <a:ext cx="34250" cy="24725"/>
            </a:xfrm>
            <a:custGeom>
              <a:rect b="b" l="l" r="r" t="t"/>
              <a:pathLst>
                <a:path extrusionOk="0" h="989" w="1370">
                  <a:moveTo>
                    <a:pt x="0" y="0"/>
                  </a:moveTo>
                  <a:lnTo>
                    <a:pt x="1119" y="988"/>
                  </a:lnTo>
                  <a:lnTo>
                    <a:pt x="1262" y="929"/>
                  </a:lnTo>
                  <a:cubicBezTo>
                    <a:pt x="1274" y="881"/>
                    <a:pt x="1322" y="834"/>
                    <a:pt x="1370" y="798"/>
                  </a:cubicBezTo>
                  <a:lnTo>
                    <a:pt x="44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
            <p:cNvSpPr/>
            <p:nvPr/>
          </p:nvSpPr>
          <p:spPr>
            <a:xfrm>
              <a:off x="4663675" y="3633900"/>
              <a:ext cx="62525" cy="32775"/>
            </a:xfrm>
            <a:custGeom>
              <a:rect b="b" l="l" r="r" t="t"/>
              <a:pathLst>
                <a:path extrusionOk="0" h="1311" w="2501">
                  <a:moveTo>
                    <a:pt x="2500" y="1"/>
                  </a:moveTo>
                  <a:lnTo>
                    <a:pt x="2358" y="60"/>
                  </a:lnTo>
                  <a:lnTo>
                    <a:pt x="381" y="894"/>
                  </a:lnTo>
                  <a:lnTo>
                    <a:pt x="119" y="1013"/>
                  </a:lnTo>
                  <a:lnTo>
                    <a:pt x="95" y="1025"/>
                  </a:lnTo>
                  <a:cubicBezTo>
                    <a:pt x="24" y="1061"/>
                    <a:pt x="0" y="1144"/>
                    <a:pt x="24" y="1215"/>
                  </a:cubicBezTo>
                  <a:cubicBezTo>
                    <a:pt x="36" y="1251"/>
                    <a:pt x="60" y="1263"/>
                    <a:pt x="72" y="1275"/>
                  </a:cubicBezTo>
                  <a:cubicBezTo>
                    <a:pt x="95" y="1299"/>
                    <a:pt x="119" y="1311"/>
                    <a:pt x="143" y="1311"/>
                  </a:cubicBezTo>
                  <a:cubicBezTo>
                    <a:pt x="131" y="1263"/>
                    <a:pt x="119" y="1215"/>
                    <a:pt x="131" y="1156"/>
                  </a:cubicBezTo>
                  <a:cubicBezTo>
                    <a:pt x="142" y="1040"/>
                    <a:pt x="245" y="961"/>
                    <a:pt x="352" y="961"/>
                  </a:cubicBezTo>
                  <a:cubicBezTo>
                    <a:pt x="366" y="961"/>
                    <a:pt x="379" y="963"/>
                    <a:pt x="393" y="965"/>
                  </a:cubicBezTo>
                  <a:cubicBezTo>
                    <a:pt x="488" y="977"/>
                    <a:pt x="560" y="1061"/>
                    <a:pt x="572" y="1132"/>
                  </a:cubicBezTo>
                  <a:lnTo>
                    <a:pt x="2453" y="346"/>
                  </a:lnTo>
                  <a:cubicBezTo>
                    <a:pt x="2453" y="287"/>
                    <a:pt x="2441" y="203"/>
                    <a:pt x="2453" y="132"/>
                  </a:cubicBezTo>
                  <a:cubicBezTo>
                    <a:pt x="2453" y="84"/>
                    <a:pt x="2477" y="49"/>
                    <a:pt x="250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4"/>
            <p:cNvSpPr/>
            <p:nvPr/>
          </p:nvSpPr>
          <p:spPr>
            <a:xfrm>
              <a:off x="4740175" y="3610700"/>
              <a:ext cx="60725" cy="22925"/>
            </a:xfrm>
            <a:custGeom>
              <a:rect b="b" l="l" r="r" t="t"/>
              <a:pathLst>
                <a:path extrusionOk="0" h="917" w="2429">
                  <a:moveTo>
                    <a:pt x="1667" y="0"/>
                  </a:moveTo>
                  <a:lnTo>
                    <a:pt x="0" y="703"/>
                  </a:lnTo>
                  <a:cubicBezTo>
                    <a:pt x="107" y="738"/>
                    <a:pt x="214" y="810"/>
                    <a:pt x="274" y="917"/>
                  </a:cubicBezTo>
                  <a:lnTo>
                    <a:pt x="242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4"/>
            <p:cNvSpPr/>
            <p:nvPr/>
          </p:nvSpPr>
          <p:spPr>
            <a:xfrm>
              <a:off x="4999125" y="3610700"/>
              <a:ext cx="19375" cy="36925"/>
            </a:xfrm>
            <a:custGeom>
              <a:rect b="b" l="l" r="r" t="t"/>
              <a:pathLst>
                <a:path extrusionOk="0" h="1477" w="775">
                  <a:moveTo>
                    <a:pt x="0" y="0"/>
                  </a:moveTo>
                  <a:lnTo>
                    <a:pt x="477" y="1477"/>
                  </a:lnTo>
                  <a:cubicBezTo>
                    <a:pt x="526" y="1437"/>
                    <a:pt x="584" y="1414"/>
                    <a:pt x="656" y="1414"/>
                  </a:cubicBezTo>
                  <a:cubicBezTo>
                    <a:pt x="671" y="1414"/>
                    <a:pt x="687" y="1415"/>
                    <a:pt x="703" y="1417"/>
                  </a:cubicBezTo>
                  <a:cubicBezTo>
                    <a:pt x="727" y="1417"/>
                    <a:pt x="762" y="1429"/>
                    <a:pt x="774" y="1453"/>
                  </a:cubicBezTo>
                  <a:lnTo>
                    <a:pt x="31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4"/>
            <p:cNvSpPr/>
            <p:nvPr/>
          </p:nvSpPr>
          <p:spPr>
            <a:xfrm>
              <a:off x="5014900" y="3656825"/>
              <a:ext cx="92900" cy="270000"/>
            </a:xfrm>
            <a:custGeom>
              <a:rect b="b" l="l" r="r" t="t"/>
              <a:pathLst>
                <a:path extrusionOk="0" h="10800" w="3716">
                  <a:moveTo>
                    <a:pt x="239" y="1"/>
                  </a:moveTo>
                  <a:cubicBezTo>
                    <a:pt x="187" y="74"/>
                    <a:pt x="116" y="110"/>
                    <a:pt x="36" y="110"/>
                  </a:cubicBezTo>
                  <a:cubicBezTo>
                    <a:pt x="24" y="110"/>
                    <a:pt x="12" y="109"/>
                    <a:pt x="1" y="108"/>
                  </a:cubicBezTo>
                  <a:lnTo>
                    <a:pt x="1" y="108"/>
                  </a:lnTo>
                  <a:lnTo>
                    <a:pt x="3430" y="10800"/>
                  </a:lnTo>
                  <a:cubicBezTo>
                    <a:pt x="3513" y="10740"/>
                    <a:pt x="3608" y="10704"/>
                    <a:pt x="3715" y="10704"/>
                  </a:cubicBezTo>
                  <a:lnTo>
                    <a:pt x="274" y="24"/>
                  </a:lnTo>
                  <a:cubicBezTo>
                    <a:pt x="262" y="24"/>
                    <a:pt x="251" y="1"/>
                    <a:pt x="23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4"/>
            <p:cNvSpPr/>
            <p:nvPr/>
          </p:nvSpPr>
          <p:spPr>
            <a:xfrm>
              <a:off x="5021150" y="3610400"/>
              <a:ext cx="159875" cy="46900"/>
            </a:xfrm>
            <a:custGeom>
              <a:rect b="b" l="l" r="r" t="t"/>
              <a:pathLst>
                <a:path extrusionOk="0" h="1876" w="6395">
                  <a:moveTo>
                    <a:pt x="5370" y="0"/>
                  </a:moveTo>
                  <a:lnTo>
                    <a:pt x="60" y="1584"/>
                  </a:lnTo>
                  <a:lnTo>
                    <a:pt x="36" y="1584"/>
                  </a:lnTo>
                  <a:lnTo>
                    <a:pt x="48" y="1739"/>
                  </a:lnTo>
                  <a:cubicBezTo>
                    <a:pt x="48" y="1786"/>
                    <a:pt x="12" y="1822"/>
                    <a:pt x="1" y="1846"/>
                  </a:cubicBezTo>
                  <a:cubicBezTo>
                    <a:pt x="12" y="1858"/>
                    <a:pt x="24" y="1858"/>
                    <a:pt x="48" y="1858"/>
                  </a:cubicBezTo>
                  <a:cubicBezTo>
                    <a:pt x="60" y="1870"/>
                    <a:pt x="75" y="1876"/>
                    <a:pt x="90" y="1876"/>
                  </a:cubicBezTo>
                  <a:cubicBezTo>
                    <a:pt x="105" y="1876"/>
                    <a:pt x="120" y="1870"/>
                    <a:pt x="132" y="1858"/>
                  </a:cubicBezTo>
                  <a:lnTo>
                    <a:pt x="639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4"/>
            <p:cNvSpPr/>
            <p:nvPr/>
          </p:nvSpPr>
          <p:spPr>
            <a:xfrm>
              <a:off x="5109250" y="3610700"/>
              <a:ext cx="133375" cy="317625"/>
            </a:xfrm>
            <a:custGeom>
              <a:rect b="b" l="l" r="r" t="t"/>
              <a:pathLst>
                <a:path extrusionOk="0" h="12705" w="5335">
                  <a:moveTo>
                    <a:pt x="5013" y="0"/>
                  </a:moveTo>
                  <a:lnTo>
                    <a:pt x="1" y="12561"/>
                  </a:lnTo>
                  <a:lnTo>
                    <a:pt x="13" y="12561"/>
                  </a:lnTo>
                  <a:cubicBezTo>
                    <a:pt x="120" y="12585"/>
                    <a:pt x="203" y="12621"/>
                    <a:pt x="275" y="12704"/>
                  </a:cubicBezTo>
                  <a:lnTo>
                    <a:pt x="533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4"/>
            <p:cNvSpPr/>
            <p:nvPr/>
          </p:nvSpPr>
          <p:spPr>
            <a:xfrm>
              <a:off x="5497100" y="3610700"/>
              <a:ext cx="7475" cy="100325"/>
            </a:xfrm>
            <a:custGeom>
              <a:rect b="b" l="l" r="r" t="t"/>
              <a:pathLst>
                <a:path extrusionOk="0" h="4013" w="299">
                  <a:moveTo>
                    <a:pt x="1" y="0"/>
                  </a:moveTo>
                  <a:lnTo>
                    <a:pt x="1" y="3858"/>
                  </a:lnTo>
                  <a:lnTo>
                    <a:pt x="1" y="3870"/>
                  </a:lnTo>
                  <a:lnTo>
                    <a:pt x="1" y="3882"/>
                  </a:lnTo>
                  <a:lnTo>
                    <a:pt x="1" y="3905"/>
                  </a:lnTo>
                  <a:lnTo>
                    <a:pt x="1" y="3917"/>
                  </a:lnTo>
                  <a:lnTo>
                    <a:pt x="1" y="3929"/>
                  </a:lnTo>
                  <a:lnTo>
                    <a:pt x="1" y="3953"/>
                  </a:lnTo>
                  <a:lnTo>
                    <a:pt x="1" y="3965"/>
                  </a:lnTo>
                  <a:cubicBezTo>
                    <a:pt x="1" y="3977"/>
                    <a:pt x="13" y="3977"/>
                    <a:pt x="24" y="3977"/>
                  </a:cubicBezTo>
                  <a:cubicBezTo>
                    <a:pt x="60" y="3989"/>
                    <a:pt x="84" y="4013"/>
                    <a:pt x="120" y="4013"/>
                  </a:cubicBezTo>
                  <a:cubicBezTo>
                    <a:pt x="239" y="4013"/>
                    <a:pt x="298" y="3929"/>
                    <a:pt x="298" y="3858"/>
                  </a:cubicBezTo>
                  <a:lnTo>
                    <a:pt x="298" y="3774"/>
                  </a:lnTo>
                  <a:lnTo>
                    <a:pt x="298" y="3679"/>
                  </a:lnTo>
                  <a:lnTo>
                    <a:pt x="29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4"/>
            <p:cNvSpPr/>
            <p:nvPr/>
          </p:nvSpPr>
          <p:spPr>
            <a:xfrm>
              <a:off x="5539175" y="3610700"/>
              <a:ext cx="82375" cy="297075"/>
            </a:xfrm>
            <a:custGeom>
              <a:rect b="b" l="l" r="r" t="t"/>
              <a:pathLst>
                <a:path extrusionOk="0" h="11883" w="3295">
                  <a:moveTo>
                    <a:pt x="2997" y="0"/>
                  </a:moveTo>
                  <a:lnTo>
                    <a:pt x="2211" y="3120"/>
                  </a:lnTo>
                  <a:lnTo>
                    <a:pt x="2140" y="3429"/>
                  </a:lnTo>
                  <a:lnTo>
                    <a:pt x="1604" y="5572"/>
                  </a:lnTo>
                  <a:lnTo>
                    <a:pt x="1532" y="5870"/>
                  </a:lnTo>
                  <a:lnTo>
                    <a:pt x="30" y="11797"/>
                  </a:lnTo>
                  <a:lnTo>
                    <a:pt x="30" y="11797"/>
                  </a:lnTo>
                  <a:cubicBezTo>
                    <a:pt x="42" y="11783"/>
                    <a:pt x="59" y="11772"/>
                    <a:pt x="80" y="11764"/>
                  </a:cubicBezTo>
                  <a:lnTo>
                    <a:pt x="377" y="11597"/>
                  </a:lnTo>
                  <a:lnTo>
                    <a:pt x="1782" y="6037"/>
                  </a:lnTo>
                  <a:lnTo>
                    <a:pt x="1854" y="5739"/>
                  </a:lnTo>
                  <a:lnTo>
                    <a:pt x="2449" y="3382"/>
                  </a:lnTo>
                  <a:lnTo>
                    <a:pt x="2521" y="3072"/>
                  </a:lnTo>
                  <a:lnTo>
                    <a:pt x="3294" y="0"/>
                  </a:lnTo>
                  <a:close/>
                  <a:moveTo>
                    <a:pt x="30" y="11797"/>
                  </a:moveTo>
                  <a:cubicBezTo>
                    <a:pt x="8" y="11821"/>
                    <a:pt x="1" y="11852"/>
                    <a:pt x="8" y="11883"/>
                  </a:cubicBezTo>
                  <a:lnTo>
                    <a:pt x="30" y="11797"/>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4"/>
            <p:cNvSpPr/>
            <p:nvPr/>
          </p:nvSpPr>
          <p:spPr>
            <a:xfrm>
              <a:off x="5722725" y="3610700"/>
              <a:ext cx="32775" cy="47350"/>
            </a:xfrm>
            <a:custGeom>
              <a:rect b="b" l="l" r="r" t="t"/>
              <a:pathLst>
                <a:path extrusionOk="0" h="1894" w="1311">
                  <a:moveTo>
                    <a:pt x="1" y="0"/>
                  </a:moveTo>
                  <a:lnTo>
                    <a:pt x="1048" y="1893"/>
                  </a:lnTo>
                  <a:cubicBezTo>
                    <a:pt x="1120" y="1822"/>
                    <a:pt x="1215" y="1774"/>
                    <a:pt x="1310" y="1762"/>
                  </a:cubicBez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4"/>
            <p:cNvSpPr/>
            <p:nvPr/>
          </p:nvSpPr>
          <p:spPr>
            <a:xfrm>
              <a:off x="5759625" y="3674100"/>
              <a:ext cx="51525" cy="86350"/>
            </a:xfrm>
            <a:custGeom>
              <a:rect b="b" l="l" r="r" t="t"/>
              <a:pathLst>
                <a:path extrusionOk="0" h="3454" w="2061">
                  <a:moveTo>
                    <a:pt x="251" y="0"/>
                  </a:moveTo>
                  <a:cubicBezTo>
                    <a:pt x="191" y="72"/>
                    <a:pt x="108" y="131"/>
                    <a:pt x="1" y="143"/>
                  </a:cubicBezTo>
                  <a:lnTo>
                    <a:pt x="1799" y="3453"/>
                  </a:lnTo>
                  <a:lnTo>
                    <a:pt x="2061" y="3298"/>
                  </a:lnTo>
                  <a:lnTo>
                    <a:pt x="25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4"/>
            <p:cNvSpPr/>
            <p:nvPr/>
          </p:nvSpPr>
          <p:spPr>
            <a:xfrm>
              <a:off x="5811425" y="3763100"/>
              <a:ext cx="102425" cy="186350"/>
            </a:xfrm>
            <a:custGeom>
              <a:rect b="b" l="l" r="r" t="t"/>
              <a:pathLst>
                <a:path extrusionOk="0" h="7454" w="4097">
                  <a:moveTo>
                    <a:pt x="120" y="0"/>
                  </a:moveTo>
                  <a:lnTo>
                    <a:pt x="1" y="84"/>
                  </a:lnTo>
                  <a:cubicBezTo>
                    <a:pt x="132" y="119"/>
                    <a:pt x="227" y="250"/>
                    <a:pt x="203" y="393"/>
                  </a:cubicBezTo>
                  <a:cubicBezTo>
                    <a:pt x="191" y="476"/>
                    <a:pt x="167" y="536"/>
                    <a:pt x="108" y="560"/>
                  </a:cubicBezTo>
                  <a:lnTo>
                    <a:pt x="3811" y="7394"/>
                  </a:lnTo>
                  <a:lnTo>
                    <a:pt x="3834" y="7453"/>
                  </a:lnTo>
                  <a:cubicBezTo>
                    <a:pt x="3894" y="7382"/>
                    <a:pt x="4001" y="7334"/>
                    <a:pt x="4096" y="7299"/>
                  </a:cubicBezTo>
                  <a:lnTo>
                    <a:pt x="12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
            <p:cNvSpPr/>
            <p:nvPr/>
          </p:nvSpPr>
          <p:spPr>
            <a:xfrm>
              <a:off x="5767375" y="3647600"/>
              <a:ext cx="243200" cy="24725"/>
            </a:xfrm>
            <a:custGeom>
              <a:rect b="b" l="l" r="r" t="t"/>
              <a:pathLst>
                <a:path extrusionOk="0" h="989" w="9728">
                  <a:moveTo>
                    <a:pt x="9728" y="1"/>
                  </a:moveTo>
                  <a:lnTo>
                    <a:pt x="60" y="691"/>
                  </a:lnTo>
                  <a:cubicBezTo>
                    <a:pt x="84" y="727"/>
                    <a:pt x="84" y="774"/>
                    <a:pt x="60" y="822"/>
                  </a:cubicBezTo>
                  <a:cubicBezTo>
                    <a:pt x="48" y="882"/>
                    <a:pt x="36" y="929"/>
                    <a:pt x="1" y="965"/>
                  </a:cubicBezTo>
                  <a:cubicBezTo>
                    <a:pt x="12" y="965"/>
                    <a:pt x="36" y="989"/>
                    <a:pt x="60" y="989"/>
                  </a:cubicBezTo>
                  <a:lnTo>
                    <a:pt x="9097" y="346"/>
                  </a:lnTo>
                  <a:lnTo>
                    <a:pt x="972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
            <p:cNvSpPr/>
            <p:nvPr/>
          </p:nvSpPr>
          <p:spPr>
            <a:xfrm>
              <a:off x="6011150" y="3652075"/>
              <a:ext cx="80100" cy="97650"/>
            </a:xfrm>
            <a:custGeom>
              <a:rect b="b" l="l" r="r" t="t"/>
              <a:pathLst>
                <a:path extrusionOk="0" h="3906" w="3204">
                  <a:moveTo>
                    <a:pt x="251" y="0"/>
                  </a:moveTo>
                  <a:lnTo>
                    <a:pt x="1" y="155"/>
                  </a:lnTo>
                  <a:lnTo>
                    <a:pt x="3013" y="3905"/>
                  </a:lnTo>
                  <a:lnTo>
                    <a:pt x="3204" y="3667"/>
                  </a:lnTo>
                  <a:lnTo>
                    <a:pt x="25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4"/>
            <p:cNvSpPr/>
            <p:nvPr/>
          </p:nvSpPr>
          <p:spPr>
            <a:xfrm>
              <a:off x="6091225" y="3749700"/>
              <a:ext cx="73550" cy="93200"/>
            </a:xfrm>
            <a:custGeom>
              <a:rect b="b" l="l" r="r" t="t"/>
              <a:pathLst>
                <a:path extrusionOk="0" h="3728" w="2942">
                  <a:moveTo>
                    <a:pt x="191" y="0"/>
                  </a:moveTo>
                  <a:lnTo>
                    <a:pt x="1" y="239"/>
                  </a:lnTo>
                  <a:lnTo>
                    <a:pt x="2810" y="3727"/>
                  </a:lnTo>
                  <a:cubicBezTo>
                    <a:pt x="2798" y="3691"/>
                    <a:pt x="2798" y="3656"/>
                    <a:pt x="2810" y="3608"/>
                  </a:cubicBezTo>
                  <a:cubicBezTo>
                    <a:pt x="2822" y="3525"/>
                    <a:pt x="2870" y="3465"/>
                    <a:pt x="2941" y="3418"/>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4"/>
            <p:cNvSpPr/>
            <p:nvPr/>
          </p:nvSpPr>
          <p:spPr>
            <a:xfrm>
              <a:off x="6167125" y="3845850"/>
              <a:ext cx="108675" cy="131575"/>
            </a:xfrm>
            <a:custGeom>
              <a:rect b="b" l="l" r="r" t="t"/>
              <a:pathLst>
                <a:path extrusionOk="0" h="5263" w="4347">
                  <a:moveTo>
                    <a:pt x="263" y="0"/>
                  </a:moveTo>
                  <a:lnTo>
                    <a:pt x="215" y="36"/>
                  </a:lnTo>
                  <a:cubicBezTo>
                    <a:pt x="191" y="48"/>
                    <a:pt x="155" y="60"/>
                    <a:pt x="120" y="72"/>
                  </a:cubicBezTo>
                  <a:lnTo>
                    <a:pt x="1" y="131"/>
                  </a:lnTo>
                  <a:lnTo>
                    <a:pt x="4108" y="5263"/>
                  </a:lnTo>
                  <a:cubicBezTo>
                    <a:pt x="4168" y="5179"/>
                    <a:pt x="4251" y="5120"/>
                    <a:pt x="4346" y="5084"/>
                  </a:cubicBezTo>
                  <a:lnTo>
                    <a:pt x="26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4"/>
            <p:cNvSpPr/>
            <p:nvPr/>
          </p:nvSpPr>
          <p:spPr>
            <a:xfrm>
              <a:off x="5539375" y="3610700"/>
              <a:ext cx="553650" cy="299750"/>
            </a:xfrm>
            <a:custGeom>
              <a:rect b="b" l="l" r="r" t="t"/>
              <a:pathLst>
                <a:path extrusionOk="0" h="11990" w="22146">
                  <a:moveTo>
                    <a:pt x="21539" y="0"/>
                  </a:moveTo>
                  <a:lnTo>
                    <a:pt x="18848" y="1477"/>
                  </a:lnTo>
                  <a:lnTo>
                    <a:pt x="18217" y="1822"/>
                  </a:lnTo>
                  <a:lnTo>
                    <a:pt x="10859" y="5834"/>
                  </a:lnTo>
                  <a:lnTo>
                    <a:pt x="10609" y="5989"/>
                  </a:lnTo>
                  <a:lnTo>
                    <a:pt x="6239" y="8382"/>
                  </a:lnTo>
                  <a:lnTo>
                    <a:pt x="5942" y="8549"/>
                  </a:lnTo>
                  <a:lnTo>
                    <a:pt x="369" y="11597"/>
                  </a:lnTo>
                  <a:lnTo>
                    <a:pt x="72" y="11764"/>
                  </a:lnTo>
                  <a:cubicBezTo>
                    <a:pt x="24" y="11787"/>
                    <a:pt x="0" y="11835"/>
                    <a:pt x="0" y="11895"/>
                  </a:cubicBezTo>
                  <a:lnTo>
                    <a:pt x="84" y="11895"/>
                  </a:lnTo>
                  <a:cubicBezTo>
                    <a:pt x="167" y="11906"/>
                    <a:pt x="238" y="11942"/>
                    <a:pt x="298" y="11990"/>
                  </a:cubicBezTo>
                  <a:lnTo>
                    <a:pt x="6251" y="8727"/>
                  </a:lnTo>
                  <a:lnTo>
                    <a:pt x="6549" y="8561"/>
                  </a:lnTo>
                  <a:lnTo>
                    <a:pt x="7073" y="8263"/>
                  </a:lnTo>
                  <a:lnTo>
                    <a:pt x="7073" y="8239"/>
                  </a:lnTo>
                  <a:cubicBezTo>
                    <a:pt x="7093" y="8105"/>
                    <a:pt x="7213" y="8006"/>
                    <a:pt x="7330" y="8006"/>
                  </a:cubicBezTo>
                  <a:cubicBezTo>
                    <a:pt x="7348" y="8006"/>
                    <a:pt x="7365" y="8008"/>
                    <a:pt x="7382" y="8013"/>
                  </a:cubicBezTo>
                  <a:cubicBezTo>
                    <a:pt x="7418" y="8013"/>
                    <a:pt x="7442" y="8025"/>
                    <a:pt x="7454" y="8037"/>
                  </a:cubicBezTo>
                  <a:lnTo>
                    <a:pt x="10537" y="6358"/>
                  </a:lnTo>
                  <a:cubicBezTo>
                    <a:pt x="10579" y="6244"/>
                    <a:pt x="10684" y="6175"/>
                    <a:pt x="10797" y="6175"/>
                  </a:cubicBezTo>
                  <a:cubicBezTo>
                    <a:pt x="10813" y="6175"/>
                    <a:pt x="10830" y="6176"/>
                    <a:pt x="10847" y="6180"/>
                  </a:cubicBezTo>
                  <a:lnTo>
                    <a:pt x="10859" y="6180"/>
                  </a:lnTo>
                  <a:lnTo>
                    <a:pt x="11002" y="6108"/>
                  </a:lnTo>
                  <a:lnTo>
                    <a:pt x="18860" y="1810"/>
                  </a:lnTo>
                  <a:lnTo>
                    <a:pt x="19122" y="1655"/>
                  </a:lnTo>
                  <a:lnTo>
                    <a:pt x="221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4"/>
            <p:cNvSpPr/>
            <p:nvPr/>
          </p:nvSpPr>
          <p:spPr>
            <a:xfrm>
              <a:off x="5910250" y="3967875"/>
              <a:ext cx="8650" cy="4525"/>
            </a:xfrm>
            <a:custGeom>
              <a:rect b="b" l="l" r="r" t="t"/>
              <a:pathLst>
                <a:path extrusionOk="0" h="181" w="346">
                  <a:moveTo>
                    <a:pt x="24" y="1"/>
                  </a:moveTo>
                  <a:lnTo>
                    <a:pt x="24" y="1"/>
                  </a:lnTo>
                  <a:cubicBezTo>
                    <a:pt x="1" y="60"/>
                    <a:pt x="24" y="120"/>
                    <a:pt x="60" y="155"/>
                  </a:cubicBezTo>
                  <a:cubicBezTo>
                    <a:pt x="82" y="173"/>
                    <a:pt x="109" y="181"/>
                    <a:pt x="136" y="181"/>
                  </a:cubicBezTo>
                  <a:cubicBezTo>
                    <a:pt x="185" y="181"/>
                    <a:pt x="237" y="157"/>
                    <a:pt x="274" y="120"/>
                  </a:cubicBezTo>
                  <a:lnTo>
                    <a:pt x="346" y="24"/>
                  </a:lnTo>
                  <a:lnTo>
                    <a:pt x="346" y="24"/>
                  </a:lnTo>
                  <a:cubicBezTo>
                    <a:pt x="311" y="42"/>
                    <a:pt x="263" y="53"/>
                    <a:pt x="212" y="53"/>
                  </a:cubicBezTo>
                  <a:cubicBezTo>
                    <a:pt x="194" y="53"/>
                    <a:pt x="174" y="51"/>
                    <a:pt x="155" y="48"/>
                  </a:cubicBezTo>
                  <a:lnTo>
                    <a:pt x="2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4"/>
            <p:cNvSpPr/>
            <p:nvPr/>
          </p:nvSpPr>
          <p:spPr>
            <a:xfrm>
              <a:off x="5925125" y="3610700"/>
              <a:ext cx="282500" cy="339050"/>
            </a:xfrm>
            <a:custGeom>
              <a:rect b="b" l="l" r="r" t="t"/>
              <a:pathLst>
                <a:path extrusionOk="0" h="13562" w="11300">
                  <a:moveTo>
                    <a:pt x="10931" y="0"/>
                  </a:moveTo>
                  <a:lnTo>
                    <a:pt x="6645" y="5322"/>
                  </a:lnTo>
                  <a:lnTo>
                    <a:pt x="6454" y="5560"/>
                  </a:lnTo>
                  <a:lnTo>
                    <a:pt x="1" y="13561"/>
                  </a:lnTo>
                  <a:lnTo>
                    <a:pt x="584" y="13311"/>
                  </a:lnTo>
                  <a:lnTo>
                    <a:pt x="6645" y="5799"/>
                  </a:lnTo>
                  <a:lnTo>
                    <a:pt x="6835" y="5560"/>
                  </a:lnTo>
                  <a:lnTo>
                    <a:pt x="1130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
            <p:cNvSpPr/>
            <p:nvPr/>
          </p:nvSpPr>
          <p:spPr>
            <a:xfrm>
              <a:off x="6413300" y="3610700"/>
              <a:ext cx="111625" cy="99125"/>
            </a:xfrm>
            <a:custGeom>
              <a:rect b="b" l="l" r="r" t="t"/>
              <a:pathLst>
                <a:path extrusionOk="0" h="3965" w="4465">
                  <a:moveTo>
                    <a:pt x="0" y="0"/>
                  </a:moveTo>
                  <a:lnTo>
                    <a:pt x="4263" y="3965"/>
                  </a:lnTo>
                  <a:cubicBezTo>
                    <a:pt x="4310" y="3894"/>
                    <a:pt x="4382" y="3810"/>
                    <a:pt x="4465" y="3774"/>
                  </a:cubicBezTo>
                  <a:lnTo>
                    <a:pt x="44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4"/>
            <p:cNvSpPr/>
            <p:nvPr/>
          </p:nvSpPr>
          <p:spPr>
            <a:xfrm>
              <a:off x="6404950" y="3728850"/>
              <a:ext cx="119975" cy="132500"/>
            </a:xfrm>
            <a:custGeom>
              <a:rect b="b" l="l" r="r" t="t"/>
              <a:pathLst>
                <a:path extrusionOk="0" h="5300" w="4799">
                  <a:moveTo>
                    <a:pt x="4585" y="1"/>
                  </a:moveTo>
                  <a:lnTo>
                    <a:pt x="1" y="4918"/>
                  </a:lnTo>
                  <a:lnTo>
                    <a:pt x="36" y="5299"/>
                  </a:lnTo>
                  <a:lnTo>
                    <a:pt x="4799" y="191"/>
                  </a:lnTo>
                  <a:cubicBezTo>
                    <a:pt x="4716" y="144"/>
                    <a:pt x="4644" y="72"/>
                    <a:pt x="458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4"/>
            <p:cNvSpPr/>
            <p:nvPr/>
          </p:nvSpPr>
          <p:spPr>
            <a:xfrm>
              <a:off x="6291250" y="3858950"/>
              <a:ext cx="108375" cy="119975"/>
            </a:xfrm>
            <a:custGeom>
              <a:rect b="b" l="l" r="r" t="t"/>
              <a:pathLst>
                <a:path extrusionOk="0" h="4799" w="4335">
                  <a:moveTo>
                    <a:pt x="4287" y="0"/>
                  </a:moveTo>
                  <a:lnTo>
                    <a:pt x="1" y="4596"/>
                  </a:lnTo>
                  <a:cubicBezTo>
                    <a:pt x="84" y="4643"/>
                    <a:pt x="155" y="4715"/>
                    <a:pt x="203" y="4798"/>
                  </a:cubicBezTo>
                  <a:lnTo>
                    <a:pt x="262" y="4762"/>
                  </a:lnTo>
                  <a:lnTo>
                    <a:pt x="4334" y="369"/>
                  </a:lnTo>
                  <a:lnTo>
                    <a:pt x="4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4"/>
            <p:cNvSpPr/>
            <p:nvPr/>
          </p:nvSpPr>
          <p:spPr>
            <a:xfrm>
              <a:off x="6172200" y="3745825"/>
              <a:ext cx="206875" cy="100625"/>
            </a:xfrm>
            <a:custGeom>
              <a:rect b="b" l="l" r="r" t="t"/>
              <a:pathLst>
                <a:path extrusionOk="0" h="4025" w="8275">
                  <a:moveTo>
                    <a:pt x="8168" y="1"/>
                  </a:moveTo>
                  <a:lnTo>
                    <a:pt x="4893" y="1477"/>
                  </a:lnTo>
                  <a:cubicBezTo>
                    <a:pt x="4917" y="1525"/>
                    <a:pt x="4917" y="1548"/>
                    <a:pt x="4893" y="1596"/>
                  </a:cubicBezTo>
                  <a:cubicBezTo>
                    <a:pt x="4871" y="1731"/>
                    <a:pt x="4753" y="1823"/>
                    <a:pt x="4610" y="1823"/>
                  </a:cubicBezTo>
                  <a:cubicBezTo>
                    <a:pt x="4601" y="1823"/>
                    <a:pt x="4593" y="1823"/>
                    <a:pt x="4584" y="1822"/>
                  </a:cubicBezTo>
                  <a:cubicBezTo>
                    <a:pt x="4512" y="1798"/>
                    <a:pt x="4441" y="1763"/>
                    <a:pt x="4405" y="1703"/>
                  </a:cubicBezTo>
                  <a:lnTo>
                    <a:pt x="60" y="3668"/>
                  </a:lnTo>
                  <a:cubicBezTo>
                    <a:pt x="95" y="3727"/>
                    <a:pt x="107" y="3787"/>
                    <a:pt x="107" y="3858"/>
                  </a:cubicBezTo>
                  <a:cubicBezTo>
                    <a:pt x="98" y="3914"/>
                    <a:pt x="74" y="3963"/>
                    <a:pt x="36" y="3998"/>
                  </a:cubicBezTo>
                  <a:lnTo>
                    <a:pt x="36" y="3998"/>
                  </a:lnTo>
                  <a:lnTo>
                    <a:pt x="48" y="3989"/>
                  </a:lnTo>
                  <a:lnTo>
                    <a:pt x="8275" y="274"/>
                  </a:lnTo>
                  <a:cubicBezTo>
                    <a:pt x="8215" y="191"/>
                    <a:pt x="8168" y="96"/>
                    <a:pt x="8168" y="1"/>
                  </a:cubicBezTo>
                  <a:close/>
                  <a:moveTo>
                    <a:pt x="36" y="3998"/>
                  </a:moveTo>
                  <a:lnTo>
                    <a:pt x="0" y="4025"/>
                  </a:lnTo>
                  <a:cubicBezTo>
                    <a:pt x="13" y="4017"/>
                    <a:pt x="25" y="4008"/>
                    <a:pt x="36" y="3998"/>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4"/>
            <p:cNvSpPr/>
            <p:nvPr/>
          </p:nvSpPr>
          <p:spPr>
            <a:xfrm>
              <a:off x="5924825" y="3842875"/>
              <a:ext cx="244400" cy="112525"/>
            </a:xfrm>
            <a:custGeom>
              <a:rect b="b" l="l" r="r" t="t"/>
              <a:pathLst>
                <a:path extrusionOk="0" h="4501" w="9776">
                  <a:moveTo>
                    <a:pt x="9776" y="179"/>
                  </a:moveTo>
                  <a:lnTo>
                    <a:pt x="9744" y="195"/>
                  </a:lnTo>
                  <a:lnTo>
                    <a:pt x="9744" y="195"/>
                  </a:lnTo>
                  <a:cubicBezTo>
                    <a:pt x="9757" y="192"/>
                    <a:pt x="9768" y="187"/>
                    <a:pt x="9776" y="179"/>
                  </a:cubicBezTo>
                  <a:close/>
                  <a:moveTo>
                    <a:pt x="9454" y="0"/>
                  </a:moveTo>
                  <a:lnTo>
                    <a:pt x="584" y="4024"/>
                  </a:lnTo>
                  <a:lnTo>
                    <a:pt x="1" y="4274"/>
                  </a:lnTo>
                  <a:cubicBezTo>
                    <a:pt x="49" y="4334"/>
                    <a:pt x="84" y="4405"/>
                    <a:pt x="108" y="4489"/>
                  </a:cubicBezTo>
                  <a:lnTo>
                    <a:pt x="227" y="4501"/>
                  </a:lnTo>
                  <a:lnTo>
                    <a:pt x="9657" y="238"/>
                  </a:lnTo>
                  <a:lnTo>
                    <a:pt x="9744" y="195"/>
                  </a:lnTo>
                  <a:lnTo>
                    <a:pt x="9744" y="195"/>
                  </a:lnTo>
                  <a:cubicBezTo>
                    <a:pt x="9738" y="196"/>
                    <a:pt x="9732" y="197"/>
                    <a:pt x="9725" y="197"/>
                  </a:cubicBezTo>
                  <a:cubicBezTo>
                    <a:pt x="9705" y="197"/>
                    <a:pt x="9681" y="191"/>
                    <a:pt x="9657" y="179"/>
                  </a:cubicBezTo>
                  <a:cubicBezTo>
                    <a:pt x="9562" y="167"/>
                    <a:pt x="9478" y="95"/>
                    <a:pt x="945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4"/>
            <p:cNvSpPr/>
            <p:nvPr/>
          </p:nvSpPr>
          <p:spPr>
            <a:xfrm>
              <a:off x="5926625" y="3955375"/>
              <a:ext cx="339650" cy="35450"/>
            </a:xfrm>
            <a:custGeom>
              <a:rect b="b" l="l" r="r" t="t"/>
              <a:pathLst>
                <a:path extrusionOk="0" h="1418" w="13586">
                  <a:moveTo>
                    <a:pt x="48" y="1"/>
                  </a:moveTo>
                  <a:lnTo>
                    <a:pt x="48" y="1"/>
                  </a:lnTo>
                  <a:cubicBezTo>
                    <a:pt x="60" y="60"/>
                    <a:pt x="60" y="108"/>
                    <a:pt x="48" y="167"/>
                  </a:cubicBezTo>
                  <a:lnTo>
                    <a:pt x="0" y="298"/>
                  </a:lnTo>
                  <a:lnTo>
                    <a:pt x="13573" y="1417"/>
                  </a:lnTo>
                  <a:cubicBezTo>
                    <a:pt x="13562" y="1334"/>
                    <a:pt x="13562" y="1263"/>
                    <a:pt x="13573" y="1191"/>
                  </a:cubicBezTo>
                  <a:cubicBezTo>
                    <a:pt x="13573" y="1156"/>
                    <a:pt x="13585" y="1144"/>
                    <a:pt x="13585" y="1120"/>
                  </a:cubicBezTo>
                  <a:lnTo>
                    <a:pt x="167" y="13"/>
                  </a:ln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4"/>
            <p:cNvSpPr/>
            <p:nvPr/>
          </p:nvSpPr>
          <p:spPr>
            <a:xfrm>
              <a:off x="5920375" y="3963425"/>
              <a:ext cx="554850" cy="615875"/>
            </a:xfrm>
            <a:custGeom>
              <a:rect b="b" l="l" r="r" t="t"/>
              <a:pathLst>
                <a:path extrusionOk="0" h="24635" w="22194">
                  <a:moveTo>
                    <a:pt x="227" y="0"/>
                  </a:moveTo>
                  <a:cubicBezTo>
                    <a:pt x="167" y="95"/>
                    <a:pt x="96" y="155"/>
                    <a:pt x="0" y="202"/>
                  </a:cubicBezTo>
                  <a:lnTo>
                    <a:pt x="21967" y="24634"/>
                  </a:lnTo>
                  <a:cubicBezTo>
                    <a:pt x="22027" y="24563"/>
                    <a:pt x="22098" y="24491"/>
                    <a:pt x="22194" y="24444"/>
                  </a:cubicBez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4"/>
            <p:cNvSpPr/>
            <p:nvPr/>
          </p:nvSpPr>
          <p:spPr>
            <a:xfrm>
              <a:off x="6287975" y="3999125"/>
              <a:ext cx="141700" cy="223275"/>
            </a:xfrm>
            <a:custGeom>
              <a:rect b="b" l="l" r="r" t="t"/>
              <a:pathLst>
                <a:path extrusionOk="0" h="8931" w="5668">
                  <a:moveTo>
                    <a:pt x="251" y="1"/>
                  </a:moveTo>
                  <a:cubicBezTo>
                    <a:pt x="179" y="84"/>
                    <a:pt x="108" y="120"/>
                    <a:pt x="1" y="168"/>
                  </a:cubicBezTo>
                  <a:lnTo>
                    <a:pt x="5418" y="8931"/>
                  </a:lnTo>
                  <a:cubicBezTo>
                    <a:pt x="5489" y="8871"/>
                    <a:pt x="5585" y="8811"/>
                    <a:pt x="5668" y="8788"/>
                  </a:cubicBezTo>
                  <a:lnTo>
                    <a:pt x="2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4"/>
            <p:cNvSpPr/>
            <p:nvPr/>
          </p:nvSpPr>
          <p:spPr>
            <a:xfrm>
              <a:off x="6385000" y="3756250"/>
              <a:ext cx="29800" cy="175050"/>
            </a:xfrm>
            <a:custGeom>
              <a:rect b="b" l="l" r="r" t="t"/>
              <a:pathLst>
                <a:path extrusionOk="0" h="7002" w="1192">
                  <a:moveTo>
                    <a:pt x="287" y="0"/>
                  </a:moveTo>
                  <a:cubicBezTo>
                    <a:pt x="233" y="27"/>
                    <a:pt x="180" y="41"/>
                    <a:pt x="116" y="41"/>
                  </a:cubicBezTo>
                  <a:cubicBezTo>
                    <a:pt x="95" y="41"/>
                    <a:pt x="72" y="39"/>
                    <a:pt x="49" y="36"/>
                  </a:cubicBezTo>
                  <a:cubicBezTo>
                    <a:pt x="37" y="36"/>
                    <a:pt x="25" y="12"/>
                    <a:pt x="1" y="12"/>
                  </a:cubicBezTo>
                  <a:lnTo>
                    <a:pt x="537" y="4108"/>
                  </a:lnTo>
                  <a:lnTo>
                    <a:pt x="584" y="4477"/>
                  </a:lnTo>
                  <a:lnTo>
                    <a:pt x="918" y="7001"/>
                  </a:lnTo>
                  <a:lnTo>
                    <a:pt x="1192" y="6882"/>
                  </a:lnTo>
                  <a:lnTo>
                    <a:pt x="834" y="4203"/>
                  </a:lnTo>
                  <a:lnTo>
                    <a:pt x="799" y="3822"/>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4"/>
            <p:cNvSpPr/>
            <p:nvPr/>
          </p:nvSpPr>
          <p:spPr>
            <a:xfrm>
              <a:off x="6414775" y="3936025"/>
              <a:ext cx="1525" cy="1825"/>
            </a:xfrm>
            <a:custGeom>
              <a:rect b="b" l="l" r="r" t="t"/>
              <a:pathLst>
                <a:path extrusionOk="0" h="73" w="61">
                  <a:moveTo>
                    <a:pt x="48" y="1"/>
                  </a:moveTo>
                  <a:lnTo>
                    <a:pt x="1" y="13"/>
                  </a:lnTo>
                  <a:cubicBezTo>
                    <a:pt x="24" y="25"/>
                    <a:pt x="48" y="48"/>
                    <a:pt x="60" y="72"/>
                  </a:cubicBez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
            <p:cNvSpPr/>
            <p:nvPr/>
          </p:nvSpPr>
          <p:spPr>
            <a:xfrm>
              <a:off x="6410025" y="3943775"/>
              <a:ext cx="42875" cy="272675"/>
            </a:xfrm>
            <a:custGeom>
              <a:rect b="b" l="l" r="r" t="t"/>
              <a:pathLst>
                <a:path extrusionOk="0" h="10907" w="1715">
                  <a:moveTo>
                    <a:pt x="298" y="0"/>
                  </a:moveTo>
                  <a:cubicBezTo>
                    <a:pt x="243" y="111"/>
                    <a:pt x="146" y="180"/>
                    <a:pt x="28" y="180"/>
                  </a:cubicBezTo>
                  <a:cubicBezTo>
                    <a:pt x="19" y="180"/>
                    <a:pt x="10" y="180"/>
                    <a:pt x="0" y="179"/>
                  </a:cubicBezTo>
                  <a:lnTo>
                    <a:pt x="0" y="179"/>
                  </a:lnTo>
                  <a:lnTo>
                    <a:pt x="1405" y="10871"/>
                  </a:lnTo>
                  <a:cubicBezTo>
                    <a:pt x="1465" y="10871"/>
                    <a:pt x="1524" y="10871"/>
                    <a:pt x="1596" y="10883"/>
                  </a:cubicBezTo>
                  <a:cubicBezTo>
                    <a:pt x="1619" y="10883"/>
                    <a:pt x="1655" y="10894"/>
                    <a:pt x="1703" y="10906"/>
                  </a:cubicBezTo>
                  <a:cubicBezTo>
                    <a:pt x="1715" y="10894"/>
                    <a:pt x="1715" y="10871"/>
                    <a:pt x="1715" y="10835"/>
                  </a:cubicBezTo>
                  <a:lnTo>
                    <a:pt x="29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
            <p:cNvSpPr/>
            <p:nvPr/>
          </p:nvSpPr>
          <p:spPr>
            <a:xfrm>
              <a:off x="6296300" y="3868175"/>
              <a:ext cx="262875" cy="117600"/>
            </a:xfrm>
            <a:custGeom>
              <a:rect b="b" l="l" r="r" t="t"/>
              <a:pathLst>
                <a:path extrusionOk="0" h="4704" w="10515">
                  <a:moveTo>
                    <a:pt x="10395" y="0"/>
                  </a:moveTo>
                  <a:lnTo>
                    <a:pt x="4763" y="2381"/>
                  </a:lnTo>
                  <a:lnTo>
                    <a:pt x="4478" y="2500"/>
                  </a:lnTo>
                  <a:lnTo>
                    <a:pt x="60" y="4382"/>
                  </a:lnTo>
                  <a:lnTo>
                    <a:pt x="1" y="4429"/>
                  </a:lnTo>
                  <a:cubicBezTo>
                    <a:pt x="60" y="4513"/>
                    <a:pt x="84" y="4608"/>
                    <a:pt x="96" y="4703"/>
                  </a:cubicBezTo>
                  <a:lnTo>
                    <a:pt x="4299" y="2917"/>
                  </a:lnTo>
                  <a:lnTo>
                    <a:pt x="4299" y="2893"/>
                  </a:lnTo>
                  <a:cubicBezTo>
                    <a:pt x="4321" y="2748"/>
                    <a:pt x="4459" y="2666"/>
                    <a:pt x="4584" y="2666"/>
                  </a:cubicBezTo>
                  <a:cubicBezTo>
                    <a:pt x="4592" y="2666"/>
                    <a:pt x="4600" y="2666"/>
                    <a:pt x="4609" y="2667"/>
                  </a:cubicBezTo>
                  <a:cubicBezTo>
                    <a:pt x="4656" y="2679"/>
                    <a:pt x="4704" y="2703"/>
                    <a:pt x="4728" y="2727"/>
                  </a:cubicBezTo>
                  <a:lnTo>
                    <a:pt x="4775" y="2715"/>
                  </a:lnTo>
                  <a:lnTo>
                    <a:pt x="10514" y="274"/>
                  </a:lnTo>
                  <a:lnTo>
                    <a:pt x="10443" y="226"/>
                  </a:lnTo>
                  <a:cubicBezTo>
                    <a:pt x="10431" y="226"/>
                    <a:pt x="10431" y="214"/>
                    <a:pt x="10431" y="214"/>
                  </a:cubicBezTo>
                  <a:lnTo>
                    <a:pt x="10431" y="191"/>
                  </a:lnTo>
                  <a:cubicBezTo>
                    <a:pt x="10431" y="191"/>
                    <a:pt x="10431" y="179"/>
                    <a:pt x="10419" y="179"/>
                  </a:cubicBezTo>
                  <a:lnTo>
                    <a:pt x="10419" y="167"/>
                  </a:lnTo>
                  <a:lnTo>
                    <a:pt x="10419" y="155"/>
                  </a:lnTo>
                  <a:lnTo>
                    <a:pt x="10419" y="131"/>
                  </a:lnTo>
                  <a:lnTo>
                    <a:pt x="10419" y="119"/>
                  </a:lnTo>
                  <a:lnTo>
                    <a:pt x="1039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4"/>
            <p:cNvSpPr/>
            <p:nvPr/>
          </p:nvSpPr>
          <p:spPr>
            <a:xfrm>
              <a:off x="6562125" y="3681225"/>
              <a:ext cx="131575" cy="189050"/>
            </a:xfrm>
            <a:custGeom>
              <a:rect b="b" l="l" r="r" t="t"/>
              <a:pathLst>
                <a:path extrusionOk="0" h="7562" w="5263">
                  <a:moveTo>
                    <a:pt x="5263" y="1"/>
                  </a:moveTo>
                  <a:lnTo>
                    <a:pt x="0" y="7216"/>
                  </a:lnTo>
                  <a:lnTo>
                    <a:pt x="48" y="7502"/>
                  </a:lnTo>
                  <a:lnTo>
                    <a:pt x="119" y="7561"/>
                  </a:lnTo>
                  <a:lnTo>
                    <a:pt x="5263" y="501"/>
                  </a:lnTo>
                  <a:lnTo>
                    <a:pt x="526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4"/>
            <p:cNvSpPr/>
            <p:nvPr/>
          </p:nvSpPr>
          <p:spPr>
            <a:xfrm>
              <a:off x="6533550" y="3734225"/>
              <a:ext cx="29775" cy="137825"/>
            </a:xfrm>
            <a:custGeom>
              <a:rect b="b" l="l" r="r" t="t"/>
              <a:pathLst>
                <a:path extrusionOk="0" h="5513" w="1191">
                  <a:moveTo>
                    <a:pt x="286" y="0"/>
                  </a:moveTo>
                  <a:cubicBezTo>
                    <a:pt x="191" y="48"/>
                    <a:pt x="107" y="84"/>
                    <a:pt x="0" y="84"/>
                  </a:cubicBezTo>
                  <a:lnTo>
                    <a:pt x="893" y="5382"/>
                  </a:lnTo>
                  <a:lnTo>
                    <a:pt x="901" y="5464"/>
                  </a:lnTo>
                  <a:lnTo>
                    <a:pt x="901" y="5464"/>
                  </a:lnTo>
                  <a:cubicBezTo>
                    <a:pt x="904" y="5435"/>
                    <a:pt x="918" y="5409"/>
                    <a:pt x="941" y="5394"/>
                  </a:cubicBezTo>
                  <a:cubicBezTo>
                    <a:pt x="971" y="5356"/>
                    <a:pt x="1016" y="5327"/>
                    <a:pt x="1063" y="5327"/>
                  </a:cubicBezTo>
                  <a:cubicBezTo>
                    <a:pt x="1090" y="5327"/>
                    <a:pt x="1117" y="5337"/>
                    <a:pt x="1143" y="5358"/>
                  </a:cubicBezTo>
                  <a:lnTo>
                    <a:pt x="1191" y="5394"/>
                  </a:lnTo>
                  <a:lnTo>
                    <a:pt x="1143" y="5108"/>
                  </a:lnTo>
                  <a:lnTo>
                    <a:pt x="286" y="0"/>
                  </a:lnTo>
                  <a:close/>
                  <a:moveTo>
                    <a:pt x="901" y="5464"/>
                  </a:moveTo>
                  <a:lnTo>
                    <a:pt x="901" y="5464"/>
                  </a:lnTo>
                  <a:cubicBezTo>
                    <a:pt x="900" y="5479"/>
                    <a:pt x="901" y="5496"/>
                    <a:pt x="905" y="5513"/>
                  </a:cubicBezTo>
                  <a:lnTo>
                    <a:pt x="905" y="5501"/>
                  </a:lnTo>
                  <a:lnTo>
                    <a:pt x="901" y="5464"/>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4"/>
            <p:cNvSpPr/>
            <p:nvPr/>
          </p:nvSpPr>
          <p:spPr>
            <a:xfrm>
              <a:off x="6557650" y="3873825"/>
              <a:ext cx="25" cy="25"/>
            </a:xfrm>
            <a:custGeom>
              <a:rect b="b" l="l" r="r" t="t"/>
              <a:pathLst>
                <a:path extrusionOk="0" h="1" w="1">
                  <a:moveTo>
                    <a:pt x="1"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4"/>
            <p:cNvSpPr/>
            <p:nvPr/>
          </p:nvSpPr>
          <p:spPr>
            <a:xfrm>
              <a:off x="6679700" y="3952700"/>
              <a:ext cx="14000" cy="17300"/>
            </a:xfrm>
            <a:custGeom>
              <a:rect b="b" l="l" r="r" t="t"/>
              <a:pathLst>
                <a:path extrusionOk="0" h="692" w="560">
                  <a:moveTo>
                    <a:pt x="84" y="0"/>
                  </a:moveTo>
                  <a:lnTo>
                    <a:pt x="0" y="298"/>
                  </a:lnTo>
                  <a:lnTo>
                    <a:pt x="560" y="691"/>
                  </a:lnTo>
                  <a:lnTo>
                    <a:pt x="560" y="334"/>
                  </a:lnTo>
                  <a:lnTo>
                    <a:pt x="8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4"/>
            <p:cNvSpPr/>
            <p:nvPr/>
          </p:nvSpPr>
          <p:spPr>
            <a:xfrm>
              <a:off x="6555875" y="3867675"/>
              <a:ext cx="119375" cy="88025"/>
            </a:xfrm>
            <a:custGeom>
              <a:rect b="b" l="l" r="r" t="t"/>
              <a:pathLst>
                <a:path extrusionOk="0" h="3521" w="4775">
                  <a:moveTo>
                    <a:pt x="157" y="0"/>
                  </a:moveTo>
                  <a:cubicBezTo>
                    <a:pt x="107" y="0"/>
                    <a:pt x="54" y="19"/>
                    <a:pt x="24" y="56"/>
                  </a:cubicBezTo>
                  <a:cubicBezTo>
                    <a:pt x="0" y="80"/>
                    <a:pt x="0" y="127"/>
                    <a:pt x="0" y="175"/>
                  </a:cubicBezTo>
                  <a:cubicBezTo>
                    <a:pt x="4" y="171"/>
                    <a:pt x="6" y="170"/>
                    <a:pt x="8" y="170"/>
                  </a:cubicBezTo>
                  <a:cubicBezTo>
                    <a:pt x="12" y="170"/>
                    <a:pt x="12" y="178"/>
                    <a:pt x="12" y="187"/>
                  </a:cubicBezTo>
                  <a:cubicBezTo>
                    <a:pt x="24" y="199"/>
                    <a:pt x="24" y="199"/>
                    <a:pt x="24" y="222"/>
                  </a:cubicBezTo>
                  <a:cubicBezTo>
                    <a:pt x="24" y="222"/>
                    <a:pt x="24" y="234"/>
                    <a:pt x="48" y="234"/>
                  </a:cubicBezTo>
                  <a:lnTo>
                    <a:pt x="48" y="246"/>
                  </a:lnTo>
                  <a:lnTo>
                    <a:pt x="60" y="258"/>
                  </a:lnTo>
                  <a:lnTo>
                    <a:pt x="131" y="306"/>
                  </a:lnTo>
                  <a:lnTo>
                    <a:pt x="4691" y="3521"/>
                  </a:lnTo>
                  <a:lnTo>
                    <a:pt x="4775" y="3223"/>
                  </a:lnTo>
                  <a:lnTo>
                    <a:pt x="357" y="103"/>
                  </a:lnTo>
                  <a:lnTo>
                    <a:pt x="286" y="56"/>
                  </a:lnTo>
                  <a:lnTo>
                    <a:pt x="238" y="20"/>
                  </a:lnTo>
                  <a:cubicBezTo>
                    <a:pt x="216" y="7"/>
                    <a:pt x="187" y="0"/>
                    <a:pt x="15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4"/>
            <p:cNvSpPr/>
            <p:nvPr/>
          </p:nvSpPr>
          <p:spPr>
            <a:xfrm>
              <a:off x="6604375" y="4211350"/>
              <a:ext cx="3600" cy="2725"/>
            </a:xfrm>
            <a:custGeom>
              <a:rect b="b" l="l" r="r" t="t"/>
              <a:pathLst>
                <a:path extrusionOk="0" h="109" w="144">
                  <a:moveTo>
                    <a:pt x="25" y="1"/>
                  </a:moveTo>
                  <a:lnTo>
                    <a:pt x="1" y="108"/>
                  </a:lnTo>
                  <a:cubicBezTo>
                    <a:pt x="60" y="108"/>
                    <a:pt x="120" y="72"/>
                    <a:pt x="144" y="13"/>
                  </a:cubicBezTo>
                  <a:cubicBezTo>
                    <a:pt x="96" y="1"/>
                    <a:pt x="72" y="1"/>
                    <a:pt x="2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4"/>
            <p:cNvSpPr/>
            <p:nvPr/>
          </p:nvSpPr>
          <p:spPr>
            <a:xfrm>
              <a:off x="6613600" y="3885425"/>
              <a:ext cx="80400" cy="282800"/>
            </a:xfrm>
            <a:custGeom>
              <a:rect b="b" l="l" r="r" t="t"/>
              <a:pathLst>
                <a:path extrusionOk="0" h="11312" w="3216">
                  <a:moveTo>
                    <a:pt x="3216" y="1"/>
                  </a:moveTo>
                  <a:lnTo>
                    <a:pt x="2489" y="2525"/>
                  </a:lnTo>
                  <a:lnTo>
                    <a:pt x="2394" y="2811"/>
                  </a:lnTo>
                  <a:lnTo>
                    <a:pt x="1" y="11204"/>
                  </a:lnTo>
                  <a:cubicBezTo>
                    <a:pt x="108" y="11216"/>
                    <a:pt x="191" y="11252"/>
                    <a:pt x="287" y="11312"/>
                  </a:cubicBezTo>
                  <a:lnTo>
                    <a:pt x="2644" y="3001"/>
                  </a:lnTo>
                  <a:lnTo>
                    <a:pt x="2739" y="2703"/>
                  </a:lnTo>
                  <a:lnTo>
                    <a:pt x="3216" y="1072"/>
                  </a:lnTo>
                  <a:lnTo>
                    <a:pt x="321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4"/>
            <p:cNvSpPr/>
            <p:nvPr/>
          </p:nvSpPr>
          <p:spPr>
            <a:xfrm>
              <a:off x="6443950" y="4280425"/>
              <a:ext cx="42875" cy="292625"/>
            </a:xfrm>
            <a:custGeom>
              <a:rect b="b" l="l" r="r" t="t"/>
              <a:pathLst>
                <a:path extrusionOk="0" h="11705" w="1715">
                  <a:moveTo>
                    <a:pt x="298" y="0"/>
                  </a:moveTo>
                  <a:cubicBezTo>
                    <a:pt x="191" y="36"/>
                    <a:pt x="108" y="48"/>
                    <a:pt x="0" y="48"/>
                  </a:cubicBezTo>
                  <a:lnTo>
                    <a:pt x="1417" y="11704"/>
                  </a:lnTo>
                  <a:cubicBezTo>
                    <a:pt x="1475" y="11696"/>
                    <a:pt x="1538" y="11682"/>
                    <a:pt x="1599" y="11682"/>
                  </a:cubicBezTo>
                  <a:cubicBezTo>
                    <a:pt x="1626" y="11682"/>
                    <a:pt x="1653" y="11685"/>
                    <a:pt x="1679" y="11692"/>
                  </a:cubicBezTo>
                  <a:lnTo>
                    <a:pt x="1715" y="11692"/>
                  </a:lnTo>
                  <a:lnTo>
                    <a:pt x="29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4"/>
            <p:cNvSpPr/>
            <p:nvPr/>
          </p:nvSpPr>
          <p:spPr>
            <a:xfrm>
              <a:off x="6486800" y="4208675"/>
              <a:ext cx="118200" cy="365250"/>
            </a:xfrm>
            <a:custGeom>
              <a:rect b="b" l="l" r="r" t="t"/>
              <a:pathLst>
                <a:path extrusionOk="0" h="14610" w="4728">
                  <a:moveTo>
                    <a:pt x="4442" y="1"/>
                  </a:moveTo>
                  <a:lnTo>
                    <a:pt x="1" y="14574"/>
                  </a:lnTo>
                  <a:cubicBezTo>
                    <a:pt x="37" y="14586"/>
                    <a:pt x="84" y="14586"/>
                    <a:pt x="108" y="14610"/>
                  </a:cubicBezTo>
                  <a:lnTo>
                    <a:pt x="430" y="14181"/>
                  </a:lnTo>
                  <a:lnTo>
                    <a:pt x="4704" y="215"/>
                  </a:lnTo>
                  <a:lnTo>
                    <a:pt x="4728" y="108"/>
                  </a:lnTo>
                  <a:cubicBezTo>
                    <a:pt x="4621" y="96"/>
                    <a:pt x="4537" y="48"/>
                    <a:pt x="4442"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
            <p:cNvSpPr/>
            <p:nvPr/>
          </p:nvSpPr>
          <p:spPr>
            <a:xfrm>
              <a:off x="6475500" y="4189625"/>
              <a:ext cx="112550" cy="56575"/>
            </a:xfrm>
            <a:custGeom>
              <a:rect b="b" l="l" r="r" t="t"/>
              <a:pathLst>
                <a:path extrusionOk="0" h="2263" w="4502">
                  <a:moveTo>
                    <a:pt x="4418" y="1"/>
                  </a:moveTo>
                  <a:lnTo>
                    <a:pt x="0" y="1965"/>
                  </a:lnTo>
                  <a:cubicBezTo>
                    <a:pt x="36" y="2061"/>
                    <a:pt x="48" y="2168"/>
                    <a:pt x="60" y="2263"/>
                  </a:cubicBezTo>
                  <a:lnTo>
                    <a:pt x="4501" y="298"/>
                  </a:lnTo>
                  <a:cubicBezTo>
                    <a:pt x="4453" y="215"/>
                    <a:pt x="4442" y="108"/>
                    <a:pt x="4418"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
            <p:cNvSpPr/>
            <p:nvPr/>
          </p:nvSpPr>
          <p:spPr>
            <a:xfrm>
              <a:off x="6626125" y="4142000"/>
              <a:ext cx="67575" cy="36350"/>
            </a:xfrm>
            <a:custGeom>
              <a:rect b="b" l="l" r="r" t="t"/>
              <a:pathLst>
                <a:path extrusionOk="0" h="1454" w="2703">
                  <a:moveTo>
                    <a:pt x="2703" y="1"/>
                  </a:moveTo>
                  <a:lnTo>
                    <a:pt x="0" y="1191"/>
                  </a:lnTo>
                  <a:cubicBezTo>
                    <a:pt x="60" y="1287"/>
                    <a:pt x="119" y="1358"/>
                    <a:pt x="167" y="1453"/>
                  </a:cubicBezTo>
                  <a:lnTo>
                    <a:pt x="2703" y="334"/>
                  </a:lnTo>
                  <a:lnTo>
                    <a:pt x="27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
            <p:cNvSpPr/>
            <p:nvPr/>
          </p:nvSpPr>
          <p:spPr>
            <a:xfrm>
              <a:off x="6489775" y="4289950"/>
              <a:ext cx="203925" cy="288750"/>
            </a:xfrm>
            <a:custGeom>
              <a:rect b="b" l="l" r="r" t="t"/>
              <a:pathLst>
                <a:path extrusionOk="0" h="11550" w="8157">
                  <a:moveTo>
                    <a:pt x="8157" y="0"/>
                  </a:moveTo>
                  <a:lnTo>
                    <a:pt x="311" y="10930"/>
                  </a:lnTo>
                  <a:lnTo>
                    <a:pt x="1" y="11371"/>
                  </a:lnTo>
                  <a:cubicBezTo>
                    <a:pt x="84" y="11406"/>
                    <a:pt x="180" y="11466"/>
                    <a:pt x="239" y="11549"/>
                  </a:cubicBezTo>
                  <a:lnTo>
                    <a:pt x="8157" y="500"/>
                  </a:lnTo>
                  <a:lnTo>
                    <a:pt x="815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
            <p:cNvSpPr/>
            <p:nvPr/>
          </p:nvSpPr>
          <p:spPr>
            <a:xfrm>
              <a:off x="6585925" y="4164825"/>
              <a:ext cx="47350" cy="46925"/>
            </a:xfrm>
            <a:custGeom>
              <a:rect b="b" l="l" r="r" t="t"/>
              <a:pathLst>
                <a:path extrusionOk="0" h="1877" w="1894">
                  <a:moveTo>
                    <a:pt x="941" y="0"/>
                  </a:moveTo>
                  <a:cubicBezTo>
                    <a:pt x="489" y="0"/>
                    <a:pt x="98" y="315"/>
                    <a:pt x="25" y="779"/>
                  </a:cubicBezTo>
                  <a:cubicBezTo>
                    <a:pt x="1" y="850"/>
                    <a:pt x="1" y="921"/>
                    <a:pt x="1" y="993"/>
                  </a:cubicBezTo>
                  <a:cubicBezTo>
                    <a:pt x="1" y="1100"/>
                    <a:pt x="36" y="1195"/>
                    <a:pt x="84" y="1290"/>
                  </a:cubicBezTo>
                  <a:cubicBezTo>
                    <a:pt x="155" y="1493"/>
                    <a:pt x="298" y="1648"/>
                    <a:pt x="501" y="1755"/>
                  </a:cubicBezTo>
                  <a:cubicBezTo>
                    <a:pt x="584" y="1802"/>
                    <a:pt x="679" y="1826"/>
                    <a:pt x="775" y="1862"/>
                  </a:cubicBezTo>
                  <a:cubicBezTo>
                    <a:pt x="810" y="1862"/>
                    <a:pt x="858" y="1874"/>
                    <a:pt x="882" y="1874"/>
                  </a:cubicBezTo>
                  <a:cubicBezTo>
                    <a:pt x="905" y="1876"/>
                    <a:pt x="927" y="1876"/>
                    <a:pt x="950" y="1876"/>
                  </a:cubicBezTo>
                  <a:cubicBezTo>
                    <a:pt x="1387" y="1876"/>
                    <a:pt x="1779" y="1553"/>
                    <a:pt x="1870" y="1112"/>
                  </a:cubicBezTo>
                  <a:cubicBezTo>
                    <a:pt x="1894" y="921"/>
                    <a:pt x="1870" y="719"/>
                    <a:pt x="1787" y="552"/>
                  </a:cubicBezTo>
                  <a:cubicBezTo>
                    <a:pt x="1751" y="457"/>
                    <a:pt x="1691" y="374"/>
                    <a:pt x="1632" y="302"/>
                  </a:cubicBezTo>
                  <a:cubicBezTo>
                    <a:pt x="1572" y="219"/>
                    <a:pt x="1477" y="159"/>
                    <a:pt x="1406" y="124"/>
                  </a:cubicBezTo>
                  <a:cubicBezTo>
                    <a:pt x="1310" y="76"/>
                    <a:pt x="1227" y="40"/>
                    <a:pt x="1120" y="17"/>
                  </a:cubicBezTo>
                  <a:cubicBezTo>
                    <a:pt x="1060" y="6"/>
                    <a:pt x="1000" y="0"/>
                    <a:pt x="9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4"/>
            <p:cNvSpPr/>
            <p:nvPr/>
          </p:nvSpPr>
          <p:spPr>
            <a:xfrm>
              <a:off x="6407925" y="4215525"/>
              <a:ext cx="69375" cy="65800"/>
            </a:xfrm>
            <a:custGeom>
              <a:rect b="b" l="l" r="r" t="t"/>
              <a:pathLst>
                <a:path extrusionOk="0" h="2632" w="2775">
                  <a:moveTo>
                    <a:pt x="1489" y="1"/>
                  </a:moveTo>
                  <a:cubicBezTo>
                    <a:pt x="1263" y="1"/>
                    <a:pt x="1049" y="36"/>
                    <a:pt x="870" y="120"/>
                  </a:cubicBezTo>
                  <a:cubicBezTo>
                    <a:pt x="787" y="155"/>
                    <a:pt x="691" y="203"/>
                    <a:pt x="620" y="263"/>
                  </a:cubicBezTo>
                  <a:cubicBezTo>
                    <a:pt x="370" y="453"/>
                    <a:pt x="191" y="739"/>
                    <a:pt x="132" y="1060"/>
                  </a:cubicBezTo>
                  <a:cubicBezTo>
                    <a:pt x="1" y="1775"/>
                    <a:pt x="477" y="2477"/>
                    <a:pt x="1203" y="2608"/>
                  </a:cubicBezTo>
                  <a:cubicBezTo>
                    <a:pt x="1275" y="2632"/>
                    <a:pt x="1370" y="2632"/>
                    <a:pt x="1441" y="2632"/>
                  </a:cubicBezTo>
                  <a:cubicBezTo>
                    <a:pt x="1549" y="2632"/>
                    <a:pt x="1632" y="2608"/>
                    <a:pt x="1739" y="2596"/>
                  </a:cubicBezTo>
                  <a:cubicBezTo>
                    <a:pt x="2239" y="2477"/>
                    <a:pt x="2644" y="2072"/>
                    <a:pt x="2751" y="1537"/>
                  </a:cubicBezTo>
                  <a:cubicBezTo>
                    <a:pt x="2763" y="1441"/>
                    <a:pt x="2775" y="1322"/>
                    <a:pt x="2763" y="1215"/>
                  </a:cubicBezTo>
                  <a:cubicBezTo>
                    <a:pt x="2763" y="1108"/>
                    <a:pt x="2739" y="1001"/>
                    <a:pt x="2703" y="917"/>
                  </a:cubicBezTo>
                  <a:cubicBezTo>
                    <a:pt x="2573" y="501"/>
                    <a:pt x="2227" y="155"/>
                    <a:pt x="1787" y="36"/>
                  </a:cubicBezTo>
                  <a:cubicBezTo>
                    <a:pt x="1751" y="24"/>
                    <a:pt x="1727" y="24"/>
                    <a:pt x="1680" y="13"/>
                  </a:cubicBezTo>
                  <a:cubicBezTo>
                    <a:pt x="1620" y="1"/>
                    <a:pt x="1560" y="1"/>
                    <a:pt x="148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4"/>
            <p:cNvSpPr/>
            <p:nvPr/>
          </p:nvSpPr>
          <p:spPr>
            <a:xfrm>
              <a:off x="4666950" y="3657525"/>
              <a:ext cx="11925" cy="12150"/>
            </a:xfrm>
            <a:custGeom>
              <a:rect b="b" l="l" r="r" t="t"/>
              <a:pathLst>
                <a:path extrusionOk="0" h="486" w="477">
                  <a:moveTo>
                    <a:pt x="233" y="1"/>
                  </a:moveTo>
                  <a:cubicBezTo>
                    <a:pt x="128" y="1"/>
                    <a:pt x="22" y="87"/>
                    <a:pt x="12" y="199"/>
                  </a:cubicBezTo>
                  <a:cubicBezTo>
                    <a:pt x="0" y="247"/>
                    <a:pt x="12" y="306"/>
                    <a:pt x="24" y="354"/>
                  </a:cubicBezTo>
                  <a:cubicBezTo>
                    <a:pt x="60" y="413"/>
                    <a:pt x="119" y="461"/>
                    <a:pt x="203" y="485"/>
                  </a:cubicBezTo>
                  <a:cubicBezTo>
                    <a:pt x="213" y="486"/>
                    <a:pt x="223" y="486"/>
                    <a:pt x="233" y="486"/>
                  </a:cubicBezTo>
                  <a:cubicBezTo>
                    <a:pt x="362" y="486"/>
                    <a:pt x="465" y="416"/>
                    <a:pt x="476" y="294"/>
                  </a:cubicBezTo>
                  <a:lnTo>
                    <a:pt x="476" y="187"/>
                  </a:lnTo>
                  <a:cubicBezTo>
                    <a:pt x="429" y="92"/>
                    <a:pt x="369" y="20"/>
                    <a:pt x="286" y="8"/>
                  </a:cubicBezTo>
                  <a:cubicBezTo>
                    <a:pt x="269" y="3"/>
                    <a:pt x="251" y="1"/>
                    <a:pt x="23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4"/>
            <p:cNvSpPr/>
            <p:nvPr/>
          </p:nvSpPr>
          <p:spPr>
            <a:xfrm>
              <a:off x="5526275" y="3907750"/>
              <a:ext cx="25325" cy="23650"/>
            </a:xfrm>
            <a:custGeom>
              <a:rect b="b" l="l" r="r" t="t"/>
              <a:pathLst>
                <a:path extrusionOk="0" h="946" w="1013">
                  <a:moveTo>
                    <a:pt x="512" y="1"/>
                  </a:moveTo>
                  <a:cubicBezTo>
                    <a:pt x="286" y="13"/>
                    <a:pt x="84" y="167"/>
                    <a:pt x="48" y="382"/>
                  </a:cubicBezTo>
                  <a:cubicBezTo>
                    <a:pt x="0" y="644"/>
                    <a:pt x="179" y="894"/>
                    <a:pt x="441" y="941"/>
                  </a:cubicBezTo>
                  <a:cubicBezTo>
                    <a:pt x="462" y="944"/>
                    <a:pt x="484" y="946"/>
                    <a:pt x="505" y="946"/>
                  </a:cubicBezTo>
                  <a:cubicBezTo>
                    <a:pt x="732" y="946"/>
                    <a:pt x="945" y="777"/>
                    <a:pt x="989" y="548"/>
                  </a:cubicBezTo>
                  <a:cubicBezTo>
                    <a:pt x="1012" y="370"/>
                    <a:pt x="941" y="191"/>
                    <a:pt x="798" y="84"/>
                  </a:cubicBezTo>
                  <a:cubicBezTo>
                    <a:pt x="739" y="48"/>
                    <a:pt x="679" y="13"/>
                    <a:pt x="58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4"/>
            <p:cNvSpPr/>
            <p:nvPr/>
          </p:nvSpPr>
          <p:spPr>
            <a:xfrm>
              <a:off x="6515675" y="3702325"/>
              <a:ext cx="35450" cy="33100"/>
            </a:xfrm>
            <a:custGeom>
              <a:rect b="b" l="l" r="r" t="t"/>
              <a:pathLst>
                <a:path extrusionOk="0" h="1324" w="1418">
                  <a:moveTo>
                    <a:pt x="679" y="0"/>
                  </a:moveTo>
                  <a:cubicBezTo>
                    <a:pt x="563" y="0"/>
                    <a:pt x="454" y="33"/>
                    <a:pt x="358" y="86"/>
                  </a:cubicBezTo>
                  <a:cubicBezTo>
                    <a:pt x="275" y="133"/>
                    <a:pt x="191" y="205"/>
                    <a:pt x="132" y="276"/>
                  </a:cubicBezTo>
                  <a:cubicBezTo>
                    <a:pt x="96" y="360"/>
                    <a:pt x="48" y="443"/>
                    <a:pt x="37" y="538"/>
                  </a:cubicBezTo>
                  <a:cubicBezTo>
                    <a:pt x="1" y="717"/>
                    <a:pt x="48" y="907"/>
                    <a:pt x="156" y="1038"/>
                  </a:cubicBezTo>
                  <a:cubicBezTo>
                    <a:pt x="215" y="1145"/>
                    <a:pt x="287" y="1205"/>
                    <a:pt x="370" y="1252"/>
                  </a:cubicBezTo>
                  <a:cubicBezTo>
                    <a:pt x="429" y="1276"/>
                    <a:pt x="513" y="1312"/>
                    <a:pt x="572" y="1312"/>
                  </a:cubicBezTo>
                  <a:cubicBezTo>
                    <a:pt x="608" y="1324"/>
                    <a:pt x="656" y="1324"/>
                    <a:pt x="703" y="1324"/>
                  </a:cubicBezTo>
                  <a:cubicBezTo>
                    <a:pt x="810" y="1324"/>
                    <a:pt x="894" y="1300"/>
                    <a:pt x="989" y="1252"/>
                  </a:cubicBezTo>
                  <a:cubicBezTo>
                    <a:pt x="1168" y="1157"/>
                    <a:pt x="1299" y="979"/>
                    <a:pt x="1346" y="776"/>
                  </a:cubicBezTo>
                  <a:cubicBezTo>
                    <a:pt x="1418" y="419"/>
                    <a:pt x="1168" y="62"/>
                    <a:pt x="810" y="14"/>
                  </a:cubicBezTo>
                  <a:cubicBezTo>
                    <a:pt x="766" y="5"/>
                    <a:pt x="722" y="0"/>
                    <a:pt x="67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4"/>
            <p:cNvSpPr/>
            <p:nvPr/>
          </p:nvSpPr>
          <p:spPr>
            <a:xfrm>
              <a:off x="6265350" y="3971075"/>
              <a:ext cx="33375" cy="33075"/>
            </a:xfrm>
            <a:custGeom>
              <a:rect b="b" l="l" r="r" t="t"/>
              <a:pathLst>
                <a:path extrusionOk="0" h="1323" w="1335">
                  <a:moveTo>
                    <a:pt x="652" y="1"/>
                  </a:moveTo>
                  <a:cubicBezTo>
                    <a:pt x="556" y="1"/>
                    <a:pt x="466" y="26"/>
                    <a:pt x="382" y="51"/>
                  </a:cubicBezTo>
                  <a:cubicBezTo>
                    <a:pt x="298" y="99"/>
                    <a:pt x="227" y="158"/>
                    <a:pt x="144" y="230"/>
                  </a:cubicBezTo>
                  <a:cubicBezTo>
                    <a:pt x="84" y="289"/>
                    <a:pt x="48" y="385"/>
                    <a:pt x="24" y="468"/>
                  </a:cubicBezTo>
                  <a:cubicBezTo>
                    <a:pt x="24" y="504"/>
                    <a:pt x="13" y="516"/>
                    <a:pt x="13" y="551"/>
                  </a:cubicBezTo>
                  <a:cubicBezTo>
                    <a:pt x="1" y="623"/>
                    <a:pt x="1" y="694"/>
                    <a:pt x="13" y="766"/>
                  </a:cubicBezTo>
                  <a:cubicBezTo>
                    <a:pt x="60" y="1039"/>
                    <a:pt x="263" y="1278"/>
                    <a:pt x="548" y="1301"/>
                  </a:cubicBezTo>
                  <a:cubicBezTo>
                    <a:pt x="595" y="1316"/>
                    <a:pt x="642" y="1322"/>
                    <a:pt x="689" y="1322"/>
                  </a:cubicBezTo>
                  <a:cubicBezTo>
                    <a:pt x="759" y="1322"/>
                    <a:pt x="829" y="1306"/>
                    <a:pt x="894" y="1278"/>
                  </a:cubicBezTo>
                  <a:cubicBezTo>
                    <a:pt x="977" y="1242"/>
                    <a:pt x="1072" y="1182"/>
                    <a:pt x="1144" y="1111"/>
                  </a:cubicBezTo>
                  <a:cubicBezTo>
                    <a:pt x="1251" y="1039"/>
                    <a:pt x="1310" y="920"/>
                    <a:pt x="1322" y="789"/>
                  </a:cubicBezTo>
                  <a:cubicBezTo>
                    <a:pt x="1334" y="706"/>
                    <a:pt x="1334" y="647"/>
                    <a:pt x="1322" y="575"/>
                  </a:cubicBezTo>
                  <a:cubicBezTo>
                    <a:pt x="1310" y="468"/>
                    <a:pt x="1275" y="385"/>
                    <a:pt x="1215" y="289"/>
                  </a:cubicBezTo>
                  <a:cubicBezTo>
                    <a:pt x="1179" y="218"/>
                    <a:pt x="1096" y="147"/>
                    <a:pt x="1025" y="99"/>
                  </a:cubicBezTo>
                  <a:cubicBezTo>
                    <a:pt x="953" y="51"/>
                    <a:pt x="858" y="27"/>
                    <a:pt x="775" y="16"/>
                  </a:cubicBezTo>
                  <a:cubicBezTo>
                    <a:pt x="733" y="5"/>
                    <a:pt x="692" y="1"/>
                    <a:pt x="65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4"/>
            <p:cNvSpPr/>
            <p:nvPr/>
          </p:nvSpPr>
          <p:spPr>
            <a:xfrm>
              <a:off x="6376075" y="3733725"/>
              <a:ext cx="25025" cy="23625"/>
            </a:xfrm>
            <a:custGeom>
              <a:rect b="b" l="l" r="r" t="t"/>
              <a:pathLst>
                <a:path extrusionOk="0" h="945" w="1001">
                  <a:moveTo>
                    <a:pt x="490" y="1"/>
                  </a:moveTo>
                  <a:cubicBezTo>
                    <a:pt x="268" y="1"/>
                    <a:pt x="56" y="168"/>
                    <a:pt x="25" y="401"/>
                  </a:cubicBezTo>
                  <a:cubicBezTo>
                    <a:pt x="25" y="425"/>
                    <a:pt x="1" y="473"/>
                    <a:pt x="1" y="497"/>
                  </a:cubicBezTo>
                  <a:cubicBezTo>
                    <a:pt x="1" y="604"/>
                    <a:pt x="48" y="699"/>
                    <a:pt x="108" y="770"/>
                  </a:cubicBezTo>
                  <a:cubicBezTo>
                    <a:pt x="179" y="830"/>
                    <a:pt x="263" y="889"/>
                    <a:pt x="358" y="913"/>
                  </a:cubicBezTo>
                  <a:cubicBezTo>
                    <a:pt x="370" y="913"/>
                    <a:pt x="394" y="937"/>
                    <a:pt x="406" y="937"/>
                  </a:cubicBezTo>
                  <a:cubicBezTo>
                    <a:pt x="436" y="941"/>
                    <a:pt x="467" y="944"/>
                    <a:pt x="497" y="944"/>
                  </a:cubicBezTo>
                  <a:cubicBezTo>
                    <a:pt x="550" y="944"/>
                    <a:pt x="603" y="936"/>
                    <a:pt x="656" y="913"/>
                  </a:cubicBezTo>
                  <a:cubicBezTo>
                    <a:pt x="810" y="854"/>
                    <a:pt x="929" y="723"/>
                    <a:pt x="953" y="556"/>
                  </a:cubicBezTo>
                  <a:cubicBezTo>
                    <a:pt x="1001" y="306"/>
                    <a:pt x="834" y="56"/>
                    <a:pt x="572" y="8"/>
                  </a:cubicBezTo>
                  <a:cubicBezTo>
                    <a:pt x="545" y="3"/>
                    <a:pt x="518" y="1"/>
                    <a:pt x="49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
            <p:cNvSpPr/>
            <p:nvPr/>
          </p:nvSpPr>
          <p:spPr>
            <a:xfrm>
              <a:off x="6507050" y="3935025"/>
              <a:ext cx="26225" cy="23850"/>
            </a:xfrm>
            <a:custGeom>
              <a:rect b="b" l="l" r="r" t="t"/>
              <a:pathLst>
                <a:path extrusionOk="0" h="954" w="1049">
                  <a:moveTo>
                    <a:pt x="532" y="0"/>
                  </a:moveTo>
                  <a:cubicBezTo>
                    <a:pt x="306" y="0"/>
                    <a:pt x="103" y="169"/>
                    <a:pt x="48" y="398"/>
                  </a:cubicBezTo>
                  <a:cubicBezTo>
                    <a:pt x="1" y="648"/>
                    <a:pt x="167" y="898"/>
                    <a:pt x="441" y="946"/>
                  </a:cubicBezTo>
                  <a:cubicBezTo>
                    <a:pt x="470" y="951"/>
                    <a:pt x="498" y="954"/>
                    <a:pt x="527" y="954"/>
                  </a:cubicBezTo>
                  <a:cubicBezTo>
                    <a:pt x="746" y="954"/>
                    <a:pt x="947" y="796"/>
                    <a:pt x="989" y="565"/>
                  </a:cubicBezTo>
                  <a:cubicBezTo>
                    <a:pt x="1048" y="291"/>
                    <a:pt x="870" y="53"/>
                    <a:pt x="596" y="5"/>
                  </a:cubicBezTo>
                  <a:cubicBezTo>
                    <a:pt x="574" y="2"/>
                    <a:pt x="553" y="0"/>
                    <a:pt x="53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
            <p:cNvSpPr/>
            <p:nvPr/>
          </p:nvSpPr>
          <p:spPr>
            <a:xfrm>
              <a:off x="5903100" y="3945425"/>
              <a:ext cx="25025" cy="23875"/>
            </a:xfrm>
            <a:custGeom>
              <a:rect b="b" l="l" r="r" t="t"/>
              <a:pathLst>
                <a:path extrusionOk="0" h="955" w="1001">
                  <a:moveTo>
                    <a:pt x="537" y="0"/>
                  </a:moveTo>
                  <a:cubicBezTo>
                    <a:pt x="497" y="0"/>
                    <a:pt x="457" y="6"/>
                    <a:pt x="417" y="6"/>
                  </a:cubicBezTo>
                  <a:cubicBezTo>
                    <a:pt x="322" y="30"/>
                    <a:pt x="227" y="89"/>
                    <a:pt x="167" y="160"/>
                  </a:cubicBezTo>
                  <a:cubicBezTo>
                    <a:pt x="108" y="220"/>
                    <a:pt x="60" y="303"/>
                    <a:pt x="48" y="399"/>
                  </a:cubicBezTo>
                  <a:cubicBezTo>
                    <a:pt x="1" y="601"/>
                    <a:pt x="120" y="815"/>
                    <a:pt x="298" y="899"/>
                  </a:cubicBezTo>
                  <a:cubicBezTo>
                    <a:pt x="346" y="922"/>
                    <a:pt x="382" y="934"/>
                    <a:pt x="441" y="946"/>
                  </a:cubicBezTo>
                  <a:cubicBezTo>
                    <a:pt x="471" y="951"/>
                    <a:pt x="500" y="954"/>
                    <a:pt x="529" y="954"/>
                  </a:cubicBezTo>
                  <a:cubicBezTo>
                    <a:pt x="570" y="954"/>
                    <a:pt x="609" y="948"/>
                    <a:pt x="644" y="934"/>
                  </a:cubicBezTo>
                  <a:cubicBezTo>
                    <a:pt x="656" y="934"/>
                    <a:pt x="679" y="922"/>
                    <a:pt x="691" y="922"/>
                  </a:cubicBezTo>
                  <a:cubicBezTo>
                    <a:pt x="798" y="887"/>
                    <a:pt x="870" y="815"/>
                    <a:pt x="929" y="720"/>
                  </a:cubicBezTo>
                  <a:cubicBezTo>
                    <a:pt x="929" y="708"/>
                    <a:pt x="941" y="696"/>
                    <a:pt x="941" y="684"/>
                  </a:cubicBezTo>
                  <a:cubicBezTo>
                    <a:pt x="953" y="637"/>
                    <a:pt x="977" y="601"/>
                    <a:pt x="989" y="541"/>
                  </a:cubicBezTo>
                  <a:cubicBezTo>
                    <a:pt x="1001" y="482"/>
                    <a:pt x="1001" y="446"/>
                    <a:pt x="989" y="387"/>
                  </a:cubicBezTo>
                  <a:cubicBezTo>
                    <a:pt x="977" y="303"/>
                    <a:pt x="941" y="232"/>
                    <a:pt x="882" y="172"/>
                  </a:cubicBezTo>
                  <a:cubicBezTo>
                    <a:pt x="810" y="101"/>
                    <a:pt x="727" y="41"/>
                    <a:pt x="596" y="6"/>
                  </a:cubicBezTo>
                  <a:cubicBezTo>
                    <a:pt x="576" y="2"/>
                    <a:pt x="556" y="0"/>
                    <a:pt x="53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
            <p:cNvSpPr/>
            <p:nvPr/>
          </p:nvSpPr>
          <p:spPr>
            <a:xfrm>
              <a:off x="5745650" y="3654300"/>
              <a:ext cx="23825" cy="23825"/>
            </a:xfrm>
            <a:custGeom>
              <a:rect b="b" l="l" r="r" t="t"/>
              <a:pathLst>
                <a:path extrusionOk="0" h="953" w="953">
                  <a:moveTo>
                    <a:pt x="471" y="0"/>
                  </a:moveTo>
                  <a:cubicBezTo>
                    <a:pt x="444" y="0"/>
                    <a:pt x="417" y="6"/>
                    <a:pt x="393" y="18"/>
                  </a:cubicBezTo>
                  <a:cubicBezTo>
                    <a:pt x="298" y="30"/>
                    <a:pt x="203" y="78"/>
                    <a:pt x="131" y="149"/>
                  </a:cubicBezTo>
                  <a:cubicBezTo>
                    <a:pt x="72" y="209"/>
                    <a:pt x="24" y="292"/>
                    <a:pt x="0" y="387"/>
                  </a:cubicBezTo>
                  <a:lnTo>
                    <a:pt x="0" y="423"/>
                  </a:lnTo>
                  <a:cubicBezTo>
                    <a:pt x="0" y="518"/>
                    <a:pt x="12" y="626"/>
                    <a:pt x="60" y="721"/>
                  </a:cubicBezTo>
                  <a:cubicBezTo>
                    <a:pt x="131" y="840"/>
                    <a:pt x="238" y="923"/>
                    <a:pt x="381" y="935"/>
                  </a:cubicBezTo>
                  <a:cubicBezTo>
                    <a:pt x="411" y="947"/>
                    <a:pt x="441" y="953"/>
                    <a:pt x="471" y="953"/>
                  </a:cubicBezTo>
                  <a:cubicBezTo>
                    <a:pt x="500" y="953"/>
                    <a:pt x="530" y="947"/>
                    <a:pt x="560" y="935"/>
                  </a:cubicBezTo>
                  <a:cubicBezTo>
                    <a:pt x="667" y="923"/>
                    <a:pt x="750" y="864"/>
                    <a:pt x="810" y="792"/>
                  </a:cubicBezTo>
                  <a:cubicBezTo>
                    <a:pt x="846" y="757"/>
                    <a:pt x="858" y="733"/>
                    <a:pt x="870" y="697"/>
                  </a:cubicBezTo>
                  <a:cubicBezTo>
                    <a:pt x="905" y="661"/>
                    <a:pt x="917" y="614"/>
                    <a:pt x="929" y="554"/>
                  </a:cubicBezTo>
                  <a:cubicBezTo>
                    <a:pt x="953" y="506"/>
                    <a:pt x="953" y="459"/>
                    <a:pt x="929" y="423"/>
                  </a:cubicBezTo>
                  <a:cubicBezTo>
                    <a:pt x="905" y="221"/>
                    <a:pt x="750" y="42"/>
                    <a:pt x="548" y="18"/>
                  </a:cubicBezTo>
                  <a:cubicBezTo>
                    <a:pt x="524" y="6"/>
                    <a:pt x="497" y="0"/>
                    <a:pt x="47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
            <p:cNvSpPr/>
            <p:nvPr/>
          </p:nvSpPr>
          <p:spPr>
            <a:xfrm>
              <a:off x="4724975" y="3627350"/>
              <a:ext cx="23850" cy="23175"/>
            </a:xfrm>
            <a:custGeom>
              <a:rect b="b" l="l" r="r" t="t"/>
              <a:pathLst>
                <a:path extrusionOk="0" h="927" w="954">
                  <a:moveTo>
                    <a:pt x="446" y="1"/>
                  </a:moveTo>
                  <a:cubicBezTo>
                    <a:pt x="336" y="1"/>
                    <a:pt x="241" y="44"/>
                    <a:pt x="168" y="108"/>
                  </a:cubicBezTo>
                  <a:cubicBezTo>
                    <a:pt x="120" y="144"/>
                    <a:pt x="84" y="191"/>
                    <a:pt x="60" y="251"/>
                  </a:cubicBezTo>
                  <a:cubicBezTo>
                    <a:pt x="48" y="287"/>
                    <a:pt x="13" y="334"/>
                    <a:pt x="13" y="382"/>
                  </a:cubicBezTo>
                  <a:cubicBezTo>
                    <a:pt x="1" y="453"/>
                    <a:pt x="1" y="513"/>
                    <a:pt x="13" y="572"/>
                  </a:cubicBezTo>
                  <a:cubicBezTo>
                    <a:pt x="60" y="751"/>
                    <a:pt x="191" y="882"/>
                    <a:pt x="382" y="918"/>
                  </a:cubicBezTo>
                  <a:cubicBezTo>
                    <a:pt x="416" y="924"/>
                    <a:pt x="450" y="926"/>
                    <a:pt x="482" y="926"/>
                  </a:cubicBezTo>
                  <a:cubicBezTo>
                    <a:pt x="581" y="926"/>
                    <a:pt x="667" y="898"/>
                    <a:pt x="739" y="834"/>
                  </a:cubicBezTo>
                  <a:cubicBezTo>
                    <a:pt x="822" y="811"/>
                    <a:pt x="882" y="739"/>
                    <a:pt x="906" y="632"/>
                  </a:cubicBezTo>
                  <a:cubicBezTo>
                    <a:pt x="918" y="608"/>
                    <a:pt x="918" y="584"/>
                    <a:pt x="918" y="561"/>
                  </a:cubicBezTo>
                  <a:cubicBezTo>
                    <a:pt x="953" y="441"/>
                    <a:pt x="918" y="334"/>
                    <a:pt x="858" y="227"/>
                  </a:cubicBezTo>
                  <a:cubicBezTo>
                    <a:pt x="799" y="132"/>
                    <a:pt x="715" y="49"/>
                    <a:pt x="596" y="25"/>
                  </a:cubicBezTo>
                  <a:cubicBezTo>
                    <a:pt x="584" y="25"/>
                    <a:pt x="560" y="13"/>
                    <a:pt x="549" y="13"/>
                  </a:cubicBezTo>
                  <a:cubicBezTo>
                    <a:pt x="513" y="5"/>
                    <a:pt x="479" y="1"/>
                    <a:pt x="44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
            <p:cNvSpPr/>
            <p:nvPr/>
          </p:nvSpPr>
          <p:spPr>
            <a:xfrm>
              <a:off x="5094675" y="3924725"/>
              <a:ext cx="25325" cy="23725"/>
            </a:xfrm>
            <a:custGeom>
              <a:rect b="b" l="l" r="r" t="t"/>
              <a:pathLst>
                <a:path extrusionOk="0" h="949" w="1013">
                  <a:moveTo>
                    <a:pt x="524" y="0"/>
                  </a:moveTo>
                  <a:cubicBezTo>
                    <a:pt x="417" y="0"/>
                    <a:pt x="334" y="36"/>
                    <a:pt x="239" y="96"/>
                  </a:cubicBezTo>
                  <a:cubicBezTo>
                    <a:pt x="131" y="167"/>
                    <a:pt x="60" y="274"/>
                    <a:pt x="48" y="393"/>
                  </a:cubicBezTo>
                  <a:cubicBezTo>
                    <a:pt x="0" y="643"/>
                    <a:pt x="167" y="893"/>
                    <a:pt x="429" y="941"/>
                  </a:cubicBezTo>
                  <a:cubicBezTo>
                    <a:pt x="459" y="946"/>
                    <a:pt x="489" y="949"/>
                    <a:pt x="518" y="949"/>
                  </a:cubicBezTo>
                  <a:cubicBezTo>
                    <a:pt x="746" y="949"/>
                    <a:pt x="946" y="792"/>
                    <a:pt x="989" y="560"/>
                  </a:cubicBezTo>
                  <a:cubicBezTo>
                    <a:pt x="1012" y="405"/>
                    <a:pt x="977" y="238"/>
                    <a:pt x="870" y="143"/>
                  </a:cubicBezTo>
                  <a:cubicBezTo>
                    <a:pt x="774" y="84"/>
                    <a:pt x="691" y="24"/>
                    <a:pt x="58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4"/>
            <p:cNvSpPr/>
            <p:nvPr/>
          </p:nvSpPr>
          <p:spPr>
            <a:xfrm>
              <a:off x="6464775" y="4572300"/>
              <a:ext cx="35450" cy="32975"/>
            </a:xfrm>
            <a:custGeom>
              <a:rect b="b" l="l" r="r" t="t"/>
              <a:pathLst>
                <a:path extrusionOk="0" h="1319" w="1418">
                  <a:moveTo>
                    <a:pt x="729" y="1"/>
                  </a:moveTo>
                  <a:cubicBezTo>
                    <a:pt x="680" y="1"/>
                    <a:pt x="630" y="9"/>
                    <a:pt x="584" y="29"/>
                  </a:cubicBezTo>
                  <a:cubicBezTo>
                    <a:pt x="525" y="41"/>
                    <a:pt x="477" y="53"/>
                    <a:pt x="418" y="89"/>
                  </a:cubicBezTo>
                  <a:cubicBezTo>
                    <a:pt x="322" y="136"/>
                    <a:pt x="251" y="208"/>
                    <a:pt x="191" y="279"/>
                  </a:cubicBezTo>
                  <a:cubicBezTo>
                    <a:pt x="132" y="351"/>
                    <a:pt x="84" y="446"/>
                    <a:pt x="72" y="553"/>
                  </a:cubicBezTo>
                  <a:cubicBezTo>
                    <a:pt x="1" y="910"/>
                    <a:pt x="251" y="1267"/>
                    <a:pt x="608" y="1303"/>
                  </a:cubicBezTo>
                  <a:cubicBezTo>
                    <a:pt x="653" y="1314"/>
                    <a:pt x="698" y="1319"/>
                    <a:pt x="743" y="1319"/>
                  </a:cubicBezTo>
                  <a:cubicBezTo>
                    <a:pt x="1051" y="1319"/>
                    <a:pt x="1328" y="1079"/>
                    <a:pt x="1370" y="767"/>
                  </a:cubicBezTo>
                  <a:cubicBezTo>
                    <a:pt x="1418" y="565"/>
                    <a:pt x="1358" y="374"/>
                    <a:pt x="1215" y="220"/>
                  </a:cubicBezTo>
                  <a:cubicBezTo>
                    <a:pt x="1180" y="160"/>
                    <a:pt x="1096" y="100"/>
                    <a:pt x="1001" y="53"/>
                  </a:cubicBezTo>
                  <a:cubicBezTo>
                    <a:pt x="953" y="41"/>
                    <a:pt x="918" y="29"/>
                    <a:pt x="882" y="17"/>
                  </a:cubicBezTo>
                  <a:lnTo>
                    <a:pt x="846" y="17"/>
                  </a:lnTo>
                  <a:cubicBezTo>
                    <a:pt x="809" y="6"/>
                    <a:pt x="769" y="1"/>
                    <a:pt x="72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4"/>
            <p:cNvSpPr/>
            <p:nvPr/>
          </p:nvSpPr>
          <p:spPr>
            <a:xfrm>
              <a:off x="6403775" y="3934525"/>
              <a:ext cx="13700" cy="13725"/>
            </a:xfrm>
            <a:custGeom>
              <a:rect b="b" l="l" r="r" t="t"/>
              <a:pathLst>
                <a:path extrusionOk="0" h="549" w="548">
                  <a:moveTo>
                    <a:pt x="295" y="0"/>
                  </a:moveTo>
                  <a:cubicBezTo>
                    <a:pt x="163" y="0"/>
                    <a:pt x="45" y="82"/>
                    <a:pt x="12" y="227"/>
                  </a:cubicBezTo>
                  <a:lnTo>
                    <a:pt x="12" y="251"/>
                  </a:lnTo>
                  <a:cubicBezTo>
                    <a:pt x="0" y="406"/>
                    <a:pt x="72" y="537"/>
                    <a:pt x="226" y="549"/>
                  </a:cubicBezTo>
                  <a:lnTo>
                    <a:pt x="250" y="549"/>
                  </a:lnTo>
                  <a:cubicBezTo>
                    <a:pt x="369" y="549"/>
                    <a:pt x="488" y="489"/>
                    <a:pt x="524" y="370"/>
                  </a:cubicBezTo>
                  <a:cubicBezTo>
                    <a:pt x="524" y="358"/>
                    <a:pt x="536" y="346"/>
                    <a:pt x="536" y="323"/>
                  </a:cubicBezTo>
                  <a:cubicBezTo>
                    <a:pt x="548" y="251"/>
                    <a:pt x="536" y="180"/>
                    <a:pt x="488" y="120"/>
                  </a:cubicBezTo>
                  <a:cubicBezTo>
                    <a:pt x="476" y="108"/>
                    <a:pt x="453" y="73"/>
                    <a:pt x="441" y="61"/>
                  </a:cubicBezTo>
                  <a:cubicBezTo>
                    <a:pt x="417" y="25"/>
                    <a:pt x="369" y="13"/>
                    <a:pt x="322" y="1"/>
                  </a:cubicBezTo>
                  <a:cubicBezTo>
                    <a:pt x="313" y="0"/>
                    <a:pt x="304" y="0"/>
                    <a:pt x="29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4"/>
            <p:cNvSpPr/>
            <p:nvPr/>
          </p:nvSpPr>
          <p:spPr>
            <a:xfrm>
              <a:off x="6161475" y="3834275"/>
              <a:ext cx="13725" cy="13075"/>
            </a:xfrm>
            <a:custGeom>
              <a:rect b="b" l="l" r="r" t="t"/>
              <a:pathLst>
                <a:path extrusionOk="0" h="523" w="549">
                  <a:moveTo>
                    <a:pt x="255" y="1"/>
                  </a:moveTo>
                  <a:cubicBezTo>
                    <a:pt x="211" y="1"/>
                    <a:pt x="165" y="18"/>
                    <a:pt x="131" y="35"/>
                  </a:cubicBezTo>
                  <a:cubicBezTo>
                    <a:pt x="60" y="70"/>
                    <a:pt x="0" y="142"/>
                    <a:pt x="0" y="213"/>
                  </a:cubicBezTo>
                  <a:lnTo>
                    <a:pt x="0" y="332"/>
                  </a:lnTo>
                  <a:lnTo>
                    <a:pt x="0" y="344"/>
                  </a:lnTo>
                  <a:cubicBezTo>
                    <a:pt x="36" y="439"/>
                    <a:pt x="108" y="511"/>
                    <a:pt x="215" y="523"/>
                  </a:cubicBezTo>
                  <a:lnTo>
                    <a:pt x="334" y="523"/>
                  </a:lnTo>
                  <a:cubicBezTo>
                    <a:pt x="358" y="511"/>
                    <a:pt x="405" y="499"/>
                    <a:pt x="429" y="487"/>
                  </a:cubicBezTo>
                  <a:cubicBezTo>
                    <a:pt x="489" y="439"/>
                    <a:pt x="524" y="380"/>
                    <a:pt x="536" y="320"/>
                  </a:cubicBezTo>
                  <a:cubicBezTo>
                    <a:pt x="548" y="249"/>
                    <a:pt x="536" y="189"/>
                    <a:pt x="512" y="142"/>
                  </a:cubicBezTo>
                  <a:cubicBezTo>
                    <a:pt x="465" y="70"/>
                    <a:pt x="405" y="23"/>
                    <a:pt x="310" y="11"/>
                  </a:cubicBezTo>
                  <a:cubicBezTo>
                    <a:pt x="293" y="4"/>
                    <a:pt x="274" y="1"/>
                    <a:pt x="25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4"/>
            <p:cNvSpPr/>
            <p:nvPr/>
          </p:nvSpPr>
          <p:spPr>
            <a:xfrm>
              <a:off x="6281425" y="3778100"/>
              <a:ext cx="13425" cy="13675"/>
            </a:xfrm>
            <a:custGeom>
              <a:rect b="b" l="l" r="r" t="t"/>
              <a:pathLst>
                <a:path extrusionOk="0" h="547" w="537">
                  <a:moveTo>
                    <a:pt x="266" y="1"/>
                  </a:moveTo>
                  <a:cubicBezTo>
                    <a:pt x="144" y="1"/>
                    <a:pt x="33" y="99"/>
                    <a:pt x="13" y="234"/>
                  </a:cubicBezTo>
                  <a:cubicBezTo>
                    <a:pt x="1" y="305"/>
                    <a:pt x="13" y="365"/>
                    <a:pt x="60" y="424"/>
                  </a:cubicBezTo>
                  <a:cubicBezTo>
                    <a:pt x="84" y="484"/>
                    <a:pt x="143" y="531"/>
                    <a:pt x="215" y="543"/>
                  </a:cubicBezTo>
                  <a:cubicBezTo>
                    <a:pt x="231" y="546"/>
                    <a:pt x="247" y="547"/>
                    <a:pt x="262" y="547"/>
                  </a:cubicBezTo>
                  <a:cubicBezTo>
                    <a:pt x="398" y="547"/>
                    <a:pt x="515" y="456"/>
                    <a:pt x="536" y="317"/>
                  </a:cubicBezTo>
                  <a:lnTo>
                    <a:pt x="536" y="198"/>
                  </a:lnTo>
                  <a:cubicBezTo>
                    <a:pt x="501" y="91"/>
                    <a:pt x="429" y="19"/>
                    <a:pt x="322" y="7"/>
                  </a:cubicBezTo>
                  <a:cubicBezTo>
                    <a:pt x="303" y="3"/>
                    <a:pt x="285" y="1"/>
                    <a:pt x="26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4"/>
            <p:cNvSpPr/>
            <p:nvPr/>
          </p:nvSpPr>
          <p:spPr>
            <a:xfrm>
              <a:off x="5725700" y="3689500"/>
              <a:ext cx="14625" cy="13575"/>
            </a:xfrm>
            <a:custGeom>
              <a:rect b="b" l="l" r="r" t="t"/>
              <a:pathLst>
                <a:path extrusionOk="0" h="543" w="585">
                  <a:moveTo>
                    <a:pt x="305" y="0"/>
                  </a:moveTo>
                  <a:cubicBezTo>
                    <a:pt x="175" y="0"/>
                    <a:pt x="47" y="100"/>
                    <a:pt x="36" y="230"/>
                  </a:cubicBezTo>
                  <a:cubicBezTo>
                    <a:pt x="1" y="384"/>
                    <a:pt x="108" y="527"/>
                    <a:pt x="263" y="539"/>
                  </a:cubicBezTo>
                  <a:cubicBezTo>
                    <a:pt x="277" y="542"/>
                    <a:pt x="292" y="543"/>
                    <a:pt x="307" y="543"/>
                  </a:cubicBezTo>
                  <a:cubicBezTo>
                    <a:pt x="436" y="543"/>
                    <a:pt x="561" y="453"/>
                    <a:pt x="572" y="325"/>
                  </a:cubicBezTo>
                  <a:cubicBezTo>
                    <a:pt x="584" y="182"/>
                    <a:pt x="501" y="39"/>
                    <a:pt x="346" y="3"/>
                  </a:cubicBezTo>
                  <a:cubicBezTo>
                    <a:pt x="332" y="1"/>
                    <a:pt x="319" y="0"/>
                    <a:pt x="30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
            <p:cNvSpPr/>
            <p:nvPr/>
          </p:nvSpPr>
          <p:spPr>
            <a:xfrm>
              <a:off x="5008050" y="3646000"/>
              <a:ext cx="14325" cy="13600"/>
            </a:xfrm>
            <a:custGeom>
              <a:rect b="b" l="l" r="r" t="t"/>
              <a:pathLst>
                <a:path extrusionOk="0" h="544" w="573">
                  <a:moveTo>
                    <a:pt x="295" y="1"/>
                  </a:moveTo>
                  <a:cubicBezTo>
                    <a:pt x="233" y="1"/>
                    <a:pt x="166" y="18"/>
                    <a:pt x="120" y="65"/>
                  </a:cubicBezTo>
                  <a:cubicBezTo>
                    <a:pt x="96" y="88"/>
                    <a:pt x="60" y="124"/>
                    <a:pt x="48" y="148"/>
                  </a:cubicBezTo>
                  <a:cubicBezTo>
                    <a:pt x="36" y="172"/>
                    <a:pt x="36" y="196"/>
                    <a:pt x="13" y="231"/>
                  </a:cubicBezTo>
                  <a:cubicBezTo>
                    <a:pt x="1" y="315"/>
                    <a:pt x="36" y="386"/>
                    <a:pt x="72" y="446"/>
                  </a:cubicBezTo>
                  <a:cubicBezTo>
                    <a:pt x="120" y="493"/>
                    <a:pt x="167" y="529"/>
                    <a:pt x="239" y="541"/>
                  </a:cubicBezTo>
                  <a:lnTo>
                    <a:pt x="275" y="541"/>
                  </a:lnTo>
                  <a:cubicBezTo>
                    <a:pt x="286" y="542"/>
                    <a:pt x="298" y="543"/>
                    <a:pt x="310" y="543"/>
                  </a:cubicBezTo>
                  <a:cubicBezTo>
                    <a:pt x="393" y="543"/>
                    <a:pt x="471" y="507"/>
                    <a:pt x="513" y="434"/>
                  </a:cubicBezTo>
                  <a:cubicBezTo>
                    <a:pt x="536" y="410"/>
                    <a:pt x="548" y="362"/>
                    <a:pt x="548" y="327"/>
                  </a:cubicBezTo>
                  <a:cubicBezTo>
                    <a:pt x="572" y="291"/>
                    <a:pt x="548" y="231"/>
                    <a:pt x="536" y="184"/>
                  </a:cubicBezTo>
                  <a:cubicBezTo>
                    <a:pt x="525" y="124"/>
                    <a:pt x="477" y="65"/>
                    <a:pt x="417" y="29"/>
                  </a:cubicBezTo>
                  <a:cubicBezTo>
                    <a:pt x="394" y="17"/>
                    <a:pt x="370" y="5"/>
                    <a:pt x="346" y="5"/>
                  </a:cubicBezTo>
                  <a:cubicBezTo>
                    <a:pt x="330" y="2"/>
                    <a:pt x="313" y="1"/>
                    <a:pt x="29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4"/>
            <p:cNvSpPr/>
            <p:nvPr/>
          </p:nvSpPr>
          <p:spPr>
            <a:xfrm>
              <a:off x="5802500" y="3765075"/>
              <a:ext cx="14600" cy="13325"/>
            </a:xfrm>
            <a:custGeom>
              <a:rect b="b" l="l" r="r" t="t"/>
              <a:pathLst>
                <a:path extrusionOk="0" h="533" w="584">
                  <a:moveTo>
                    <a:pt x="272" y="0"/>
                  </a:moveTo>
                  <a:cubicBezTo>
                    <a:pt x="159" y="0"/>
                    <a:pt x="54" y="69"/>
                    <a:pt x="12" y="183"/>
                  </a:cubicBezTo>
                  <a:cubicBezTo>
                    <a:pt x="12" y="195"/>
                    <a:pt x="0" y="219"/>
                    <a:pt x="0" y="219"/>
                  </a:cubicBezTo>
                  <a:cubicBezTo>
                    <a:pt x="0" y="362"/>
                    <a:pt x="84" y="517"/>
                    <a:pt x="239" y="528"/>
                  </a:cubicBezTo>
                  <a:cubicBezTo>
                    <a:pt x="255" y="531"/>
                    <a:pt x="273" y="533"/>
                    <a:pt x="291" y="533"/>
                  </a:cubicBezTo>
                  <a:cubicBezTo>
                    <a:pt x="347" y="533"/>
                    <a:pt x="405" y="517"/>
                    <a:pt x="441" y="481"/>
                  </a:cubicBezTo>
                  <a:cubicBezTo>
                    <a:pt x="489" y="433"/>
                    <a:pt x="536" y="397"/>
                    <a:pt x="548" y="314"/>
                  </a:cubicBezTo>
                  <a:cubicBezTo>
                    <a:pt x="584" y="171"/>
                    <a:pt x="489" y="40"/>
                    <a:pt x="346" y="5"/>
                  </a:cubicBezTo>
                  <a:lnTo>
                    <a:pt x="322" y="5"/>
                  </a:lnTo>
                  <a:cubicBezTo>
                    <a:pt x="305" y="1"/>
                    <a:pt x="288" y="0"/>
                    <a:pt x="27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4"/>
            <p:cNvSpPr/>
            <p:nvPr/>
          </p:nvSpPr>
          <p:spPr>
            <a:xfrm>
              <a:off x="6023950" y="3621525"/>
              <a:ext cx="14325" cy="13675"/>
            </a:xfrm>
            <a:custGeom>
              <a:rect b="b" l="l" r="r" t="t"/>
              <a:pathLst>
                <a:path extrusionOk="0" h="547" w="573">
                  <a:moveTo>
                    <a:pt x="262" y="1"/>
                  </a:moveTo>
                  <a:cubicBezTo>
                    <a:pt x="132" y="1"/>
                    <a:pt x="23" y="98"/>
                    <a:pt x="13" y="222"/>
                  </a:cubicBezTo>
                  <a:cubicBezTo>
                    <a:pt x="1" y="377"/>
                    <a:pt x="72" y="520"/>
                    <a:pt x="239" y="544"/>
                  </a:cubicBezTo>
                  <a:cubicBezTo>
                    <a:pt x="252" y="546"/>
                    <a:pt x="266" y="547"/>
                    <a:pt x="279" y="547"/>
                  </a:cubicBezTo>
                  <a:cubicBezTo>
                    <a:pt x="410" y="547"/>
                    <a:pt x="538" y="447"/>
                    <a:pt x="548" y="317"/>
                  </a:cubicBezTo>
                  <a:cubicBezTo>
                    <a:pt x="572" y="163"/>
                    <a:pt x="465" y="20"/>
                    <a:pt x="322" y="8"/>
                  </a:cubicBezTo>
                  <a:cubicBezTo>
                    <a:pt x="302" y="3"/>
                    <a:pt x="282" y="1"/>
                    <a:pt x="26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4"/>
            <p:cNvSpPr/>
            <p:nvPr/>
          </p:nvSpPr>
          <p:spPr>
            <a:xfrm>
              <a:off x="5716175" y="3810850"/>
              <a:ext cx="13725" cy="13675"/>
            </a:xfrm>
            <a:custGeom>
              <a:rect b="b" l="l" r="r" t="t"/>
              <a:pathLst>
                <a:path extrusionOk="0" h="547" w="549">
                  <a:moveTo>
                    <a:pt x="266" y="0"/>
                  </a:moveTo>
                  <a:cubicBezTo>
                    <a:pt x="141" y="0"/>
                    <a:pt x="23" y="99"/>
                    <a:pt x="13" y="233"/>
                  </a:cubicBezTo>
                  <a:lnTo>
                    <a:pt x="13" y="257"/>
                  </a:lnTo>
                  <a:cubicBezTo>
                    <a:pt x="1" y="388"/>
                    <a:pt x="84" y="507"/>
                    <a:pt x="227" y="543"/>
                  </a:cubicBezTo>
                  <a:cubicBezTo>
                    <a:pt x="242" y="545"/>
                    <a:pt x="256" y="547"/>
                    <a:pt x="271" y="547"/>
                  </a:cubicBezTo>
                  <a:cubicBezTo>
                    <a:pt x="400" y="547"/>
                    <a:pt x="526" y="456"/>
                    <a:pt x="536" y="317"/>
                  </a:cubicBezTo>
                  <a:cubicBezTo>
                    <a:pt x="548" y="198"/>
                    <a:pt x="501" y="79"/>
                    <a:pt x="394" y="31"/>
                  </a:cubicBezTo>
                  <a:cubicBezTo>
                    <a:pt x="370" y="19"/>
                    <a:pt x="358" y="7"/>
                    <a:pt x="322" y="7"/>
                  </a:cubicBezTo>
                  <a:cubicBezTo>
                    <a:pt x="303" y="2"/>
                    <a:pt x="285" y="0"/>
                    <a:pt x="26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7" name="Google Shape;337;p4"/>
          <p:cNvSpPr/>
          <p:nvPr/>
        </p:nvSpPr>
        <p:spPr>
          <a:xfrm>
            <a:off x="0" y="4845825"/>
            <a:ext cx="9144000" cy="2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4"/>
          <p:cNvSpPr txBox="1"/>
          <p:nvPr>
            <p:ph type="ctrTitle"/>
          </p:nvPr>
        </p:nvSpPr>
        <p:spPr>
          <a:xfrm>
            <a:off x="3639669" y="1194200"/>
            <a:ext cx="4849500" cy="246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191919"/>
              </a:buClr>
              <a:buSzPts val="5200"/>
              <a:buNone/>
              <a:defRPr sz="5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339" name="Google Shape;339;p4"/>
          <p:cNvSpPr txBox="1"/>
          <p:nvPr>
            <p:ph idx="1" type="subTitle"/>
          </p:nvPr>
        </p:nvSpPr>
        <p:spPr>
          <a:xfrm>
            <a:off x="3639669" y="3663500"/>
            <a:ext cx="4849500" cy="47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340" name="Google Shape;340;p4"/>
          <p:cNvGrpSpPr/>
          <p:nvPr/>
        </p:nvGrpSpPr>
        <p:grpSpPr>
          <a:xfrm flipH="1">
            <a:off x="8" y="1"/>
            <a:ext cx="4198961" cy="2036907"/>
            <a:chOff x="4643125" y="3610400"/>
            <a:chExt cx="2050875" cy="994875"/>
          </a:xfrm>
        </p:grpSpPr>
        <p:sp>
          <p:nvSpPr>
            <p:cNvPr id="341" name="Google Shape;341;p4"/>
            <p:cNvSpPr/>
            <p:nvPr/>
          </p:nvSpPr>
          <p:spPr>
            <a:xfrm>
              <a:off x="5600100" y="3665175"/>
              <a:ext cx="147050" cy="30375"/>
            </a:xfrm>
            <a:custGeom>
              <a:rect b="b" l="l" r="r" t="t"/>
              <a:pathLst>
                <a:path extrusionOk="0" h="1215" w="5882">
                  <a:moveTo>
                    <a:pt x="5810" y="0"/>
                  </a:moveTo>
                  <a:lnTo>
                    <a:pt x="72" y="905"/>
                  </a:lnTo>
                  <a:lnTo>
                    <a:pt x="0" y="1214"/>
                  </a:lnTo>
                  <a:lnTo>
                    <a:pt x="5882" y="286"/>
                  </a:lnTo>
                  <a:cubicBezTo>
                    <a:pt x="5834" y="191"/>
                    <a:pt x="5799" y="107"/>
                    <a:pt x="581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4"/>
            <p:cNvSpPr/>
            <p:nvPr/>
          </p:nvSpPr>
          <p:spPr>
            <a:xfrm>
              <a:off x="5504550" y="3688675"/>
              <a:ext cx="89625" cy="20275"/>
            </a:xfrm>
            <a:custGeom>
              <a:rect b="b" l="l" r="r" t="t"/>
              <a:pathLst>
                <a:path extrusionOk="0" h="811" w="3585">
                  <a:moveTo>
                    <a:pt x="3584" y="1"/>
                  </a:moveTo>
                  <a:lnTo>
                    <a:pt x="0" y="560"/>
                  </a:lnTo>
                  <a:lnTo>
                    <a:pt x="0" y="655"/>
                  </a:lnTo>
                  <a:lnTo>
                    <a:pt x="262" y="810"/>
                  </a:lnTo>
                  <a:lnTo>
                    <a:pt x="3513" y="310"/>
                  </a:lnTo>
                  <a:lnTo>
                    <a:pt x="358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4"/>
            <p:cNvSpPr/>
            <p:nvPr/>
          </p:nvSpPr>
          <p:spPr>
            <a:xfrm>
              <a:off x="5497700" y="3708925"/>
              <a:ext cx="25" cy="625"/>
            </a:xfrm>
            <a:custGeom>
              <a:rect b="b" l="l" r="r" t="t"/>
              <a:pathLst>
                <a:path extrusionOk="0" h="25" w="1">
                  <a:moveTo>
                    <a:pt x="0" y="0"/>
                  </a:moveTo>
                  <a:cubicBezTo>
                    <a:pt x="0" y="0"/>
                    <a:pt x="0" y="24"/>
                    <a:pt x="0" y="0"/>
                  </a:cubicBezTo>
                  <a:cubicBezTo>
                    <a:pt x="0" y="24"/>
                    <a:pt x="0"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4"/>
            <p:cNvSpPr/>
            <p:nvPr/>
          </p:nvSpPr>
          <p:spPr>
            <a:xfrm>
              <a:off x="5498600" y="371010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4"/>
            <p:cNvSpPr/>
            <p:nvPr/>
          </p:nvSpPr>
          <p:spPr>
            <a:xfrm>
              <a:off x="5497400" y="3708925"/>
              <a:ext cx="325" cy="25"/>
            </a:xfrm>
            <a:custGeom>
              <a:rect b="b" l="l" r="r" t="t"/>
              <a:pathLst>
                <a:path extrusionOk="0" h="1" w="13">
                  <a:moveTo>
                    <a:pt x="1" y="0"/>
                  </a:moveTo>
                  <a:cubicBezTo>
                    <a:pt x="12" y="0"/>
                    <a:pt x="12" y="0"/>
                    <a:pt x="1" y="0"/>
                  </a:cubicBezTo>
                  <a:cubicBezTo>
                    <a:pt x="12" y="0"/>
                    <a:pt x="12" y="0"/>
                    <a:pt x="1" y="0"/>
                  </a:cubicBezTo>
                  <a:cubicBezTo>
                    <a:pt x="12" y="0"/>
                    <a:pt x="1" y="0"/>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4"/>
            <p:cNvSpPr/>
            <p:nvPr/>
          </p:nvSpPr>
          <p:spPr>
            <a:xfrm>
              <a:off x="5498000" y="3709525"/>
              <a:ext cx="925" cy="300"/>
            </a:xfrm>
            <a:custGeom>
              <a:rect b="b" l="l" r="r" t="t"/>
              <a:pathLst>
                <a:path extrusionOk="0" h="12" w="37">
                  <a:moveTo>
                    <a:pt x="0" y="0"/>
                  </a:moveTo>
                  <a:cubicBezTo>
                    <a:pt x="0" y="12"/>
                    <a:pt x="24" y="12"/>
                    <a:pt x="36" y="12"/>
                  </a:cubicBezTo>
                  <a:lnTo>
                    <a:pt x="36" y="12"/>
                  </a:lnTo>
                  <a:cubicBezTo>
                    <a:pt x="24" y="12"/>
                    <a:pt x="0" y="12"/>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4"/>
            <p:cNvSpPr/>
            <p:nvPr/>
          </p:nvSpPr>
          <p:spPr>
            <a:xfrm>
              <a:off x="5497100" y="3707125"/>
              <a:ext cx="25" cy="325"/>
            </a:xfrm>
            <a:custGeom>
              <a:rect b="b" l="l" r="r" t="t"/>
              <a:pathLst>
                <a:path extrusionOk="0" h="13" w="1">
                  <a:moveTo>
                    <a:pt x="1" y="1"/>
                  </a:moveTo>
                  <a:cubicBezTo>
                    <a:pt x="1" y="13"/>
                    <a:pt x="1" y="13"/>
                    <a:pt x="1" y="1"/>
                  </a:cubicBezTo>
                  <a:lnTo>
                    <a:pt x="1" y="13"/>
                  </a:lnTo>
                  <a:lnTo>
                    <a:pt x="1" y="1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4"/>
            <p:cNvSpPr/>
            <p:nvPr/>
          </p:nvSpPr>
          <p:spPr>
            <a:xfrm>
              <a:off x="5695050" y="3824700"/>
              <a:ext cx="212250" cy="130700"/>
            </a:xfrm>
            <a:custGeom>
              <a:rect b="b" l="l" r="r" t="t"/>
              <a:pathLst>
                <a:path extrusionOk="0" h="5228" w="8490">
                  <a:moveTo>
                    <a:pt x="298" y="1"/>
                  </a:moveTo>
                  <a:lnTo>
                    <a:pt x="0" y="167"/>
                  </a:lnTo>
                  <a:lnTo>
                    <a:pt x="8370" y="5228"/>
                  </a:lnTo>
                  <a:cubicBezTo>
                    <a:pt x="8382" y="5132"/>
                    <a:pt x="8430" y="5061"/>
                    <a:pt x="8489" y="4989"/>
                  </a:cubicBezTo>
                  <a:lnTo>
                    <a:pt x="8466" y="4930"/>
                  </a:ln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4"/>
            <p:cNvSpPr/>
            <p:nvPr/>
          </p:nvSpPr>
          <p:spPr>
            <a:xfrm>
              <a:off x="5583725" y="3754175"/>
              <a:ext cx="111650" cy="70250"/>
            </a:xfrm>
            <a:custGeom>
              <a:rect b="b" l="l" r="r" t="t"/>
              <a:pathLst>
                <a:path extrusionOk="0" h="2810" w="4466">
                  <a:moveTo>
                    <a:pt x="72" y="0"/>
                  </a:moveTo>
                  <a:lnTo>
                    <a:pt x="0" y="298"/>
                  </a:lnTo>
                  <a:lnTo>
                    <a:pt x="4168" y="2810"/>
                  </a:lnTo>
                  <a:lnTo>
                    <a:pt x="4465" y="2643"/>
                  </a:ln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4"/>
            <p:cNvSpPr/>
            <p:nvPr/>
          </p:nvSpPr>
          <p:spPr>
            <a:xfrm>
              <a:off x="5498600" y="3705050"/>
              <a:ext cx="80375" cy="52400"/>
            </a:xfrm>
            <a:custGeom>
              <a:rect b="b" l="l" r="r" t="t"/>
              <a:pathLst>
                <a:path extrusionOk="0" h="2096" w="3215">
                  <a:moveTo>
                    <a:pt x="0" y="203"/>
                  </a:moveTo>
                  <a:cubicBezTo>
                    <a:pt x="18" y="212"/>
                    <a:pt x="44" y="228"/>
                    <a:pt x="65" y="235"/>
                  </a:cubicBezTo>
                  <a:lnTo>
                    <a:pt x="65" y="235"/>
                  </a:lnTo>
                  <a:lnTo>
                    <a:pt x="12" y="203"/>
                  </a:lnTo>
                  <a:close/>
                  <a:moveTo>
                    <a:pt x="238" y="0"/>
                  </a:moveTo>
                  <a:lnTo>
                    <a:pt x="238" y="84"/>
                  </a:lnTo>
                  <a:cubicBezTo>
                    <a:pt x="238" y="155"/>
                    <a:pt x="179" y="239"/>
                    <a:pt x="84" y="239"/>
                  </a:cubicBezTo>
                  <a:cubicBezTo>
                    <a:pt x="78" y="239"/>
                    <a:pt x="72" y="237"/>
                    <a:pt x="65" y="235"/>
                  </a:cubicBezTo>
                  <a:lnTo>
                    <a:pt x="65" y="235"/>
                  </a:lnTo>
                  <a:lnTo>
                    <a:pt x="3132" y="2096"/>
                  </a:lnTo>
                  <a:lnTo>
                    <a:pt x="3215" y="1798"/>
                  </a:lnTo>
                  <a:lnTo>
                    <a:pt x="500" y="155"/>
                  </a:lnTo>
                  <a:lnTo>
                    <a:pt x="23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4"/>
            <p:cNvSpPr/>
            <p:nvPr/>
          </p:nvSpPr>
          <p:spPr>
            <a:xfrm>
              <a:off x="5497100" y="3708025"/>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4"/>
            <p:cNvSpPr/>
            <p:nvPr/>
          </p:nvSpPr>
          <p:spPr>
            <a:xfrm>
              <a:off x="5498600" y="371010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4"/>
            <p:cNvSpPr/>
            <p:nvPr/>
          </p:nvSpPr>
          <p:spPr>
            <a:xfrm>
              <a:off x="5497700" y="3708925"/>
              <a:ext cx="25" cy="25"/>
            </a:xfrm>
            <a:custGeom>
              <a:rect b="b" l="l" r="r" t="t"/>
              <a:pathLst>
                <a:path extrusionOk="0" h="1" w="1">
                  <a:moveTo>
                    <a:pt x="0" y="0"/>
                  </a:moveTo>
                  <a:lnTo>
                    <a:pt x="0" y="0"/>
                  </a:ln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4"/>
            <p:cNvSpPr/>
            <p:nvPr/>
          </p:nvSpPr>
          <p:spPr>
            <a:xfrm>
              <a:off x="4643125" y="3610700"/>
              <a:ext cx="30400" cy="48250"/>
            </a:xfrm>
            <a:custGeom>
              <a:rect b="b" l="l" r="r" t="t"/>
              <a:pathLst>
                <a:path extrusionOk="0" h="1930" w="1216">
                  <a:moveTo>
                    <a:pt x="1" y="0"/>
                  </a:moveTo>
                  <a:lnTo>
                    <a:pt x="953" y="1929"/>
                  </a:lnTo>
                  <a:lnTo>
                    <a:pt x="1215" y="1810"/>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4"/>
            <p:cNvSpPr/>
            <p:nvPr/>
          </p:nvSpPr>
          <p:spPr>
            <a:xfrm>
              <a:off x="4743450" y="3642850"/>
              <a:ext cx="94675" cy="72950"/>
            </a:xfrm>
            <a:custGeom>
              <a:rect b="b" l="l" r="r" t="t"/>
              <a:pathLst>
                <a:path extrusionOk="0" h="2918" w="3787">
                  <a:moveTo>
                    <a:pt x="179" y="0"/>
                  </a:moveTo>
                  <a:cubicBezTo>
                    <a:pt x="155" y="107"/>
                    <a:pt x="95" y="179"/>
                    <a:pt x="0" y="238"/>
                  </a:cubicBezTo>
                  <a:lnTo>
                    <a:pt x="3627" y="2879"/>
                  </a:lnTo>
                  <a:lnTo>
                    <a:pt x="3627" y="2879"/>
                  </a:lnTo>
                  <a:cubicBezTo>
                    <a:pt x="3622" y="2872"/>
                    <a:pt x="3620" y="2864"/>
                    <a:pt x="3620" y="2858"/>
                  </a:cubicBezTo>
                  <a:cubicBezTo>
                    <a:pt x="3596" y="2786"/>
                    <a:pt x="3631" y="2691"/>
                    <a:pt x="3715" y="2667"/>
                  </a:cubicBezTo>
                  <a:lnTo>
                    <a:pt x="3786" y="2631"/>
                  </a:lnTo>
                  <a:lnTo>
                    <a:pt x="179" y="0"/>
                  </a:lnTo>
                  <a:close/>
                  <a:moveTo>
                    <a:pt x="3627" y="2879"/>
                  </a:moveTo>
                  <a:lnTo>
                    <a:pt x="3627" y="2879"/>
                  </a:lnTo>
                  <a:cubicBezTo>
                    <a:pt x="3638" y="2898"/>
                    <a:pt x="3662" y="2917"/>
                    <a:pt x="3679" y="2917"/>
                  </a:cubicBezTo>
                  <a:lnTo>
                    <a:pt x="3627" y="2879"/>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4"/>
            <p:cNvSpPr/>
            <p:nvPr/>
          </p:nvSpPr>
          <p:spPr>
            <a:xfrm>
              <a:off x="4835125" y="3716075"/>
              <a:ext cx="600" cy="300"/>
            </a:xfrm>
            <a:custGeom>
              <a:rect b="b" l="l" r="r" t="t"/>
              <a:pathLst>
                <a:path extrusionOk="0" h="12" w="24">
                  <a:moveTo>
                    <a:pt x="0" y="0"/>
                  </a:moveTo>
                  <a:cubicBezTo>
                    <a:pt x="12" y="0"/>
                    <a:pt x="12" y="12"/>
                    <a:pt x="24" y="12"/>
                  </a:cubicBezTo>
                  <a:cubicBezTo>
                    <a:pt x="12" y="12"/>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4"/>
            <p:cNvSpPr/>
            <p:nvPr/>
          </p:nvSpPr>
          <p:spPr>
            <a:xfrm>
              <a:off x="4833325" y="3649975"/>
              <a:ext cx="176825" cy="67000"/>
            </a:xfrm>
            <a:custGeom>
              <a:rect b="b" l="l" r="r" t="t"/>
              <a:pathLst>
                <a:path extrusionOk="0" h="2680" w="7073">
                  <a:moveTo>
                    <a:pt x="7049" y="1"/>
                  </a:moveTo>
                  <a:lnTo>
                    <a:pt x="191" y="2358"/>
                  </a:lnTo>
                  <a:lnTo>
                    <a:pt x="120" y="2394"/>
                  </a:lnTo>
                  <a:cubicBezTo>
                    <a:pt x="36" y="2418"/>
                    <a:pt x="1" y="2501"/>
                    <a:pt x="25" y="2584"/>
                  </a:cubicBezTo>
                  <a:cubicBezTo>
                    <a:pt x="36" y="2620"/>
                    <a:pt x="60" y="2644"/>
                    <a:pt x="84" y="2656"/>
                  </a:cubicBezTo>
                  <a:cubicBezTo>
                    <a:pt x="96" y="2656"/>
                    <a:pt x="96" y="2680"/>
                    <a:pt x="120" y="2680"/>
                  </a:cubicBezTo>
                  <a:lnTo>
                    <a:pt x="215" y="2680"/>
                  </a:lnTo>
                  <a:lnTo>
                    <a:pt x="7073" y="310"/>
                  </a:lnTo>
                  <a:cubicBezTo>
                    <a:pt x="7025" y="239"/>
                    <a:pt x="7002" y="156"/>
                    <a:pt x="7025" y="72"/>
                  </a:cubicBezTo>
                  <a:cubicBezTo>
                    <a:pt x="7025" y="37"/>
                    <a:pt x="7037" y="25"/>
                    <a:pt x="704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4"/>
            <p:cNvSpPr/>
            <p:nvPr/>
          </p:nvSpPr>
          <p:spPr>
            <a:xfrm>
              <a:off x="4694925" y="3610700"/>
              <a:ext cx="34250" cy="24725"/>
            </a:xfrm>
            <a:custGeom>
              <a:rect b="b" l="l" r="r" t="t"/>
              <a:pathLst>
                <a:path extrusionOk="0" h="989" w="1370">
                  <a:moveTo>
                    <a:pt x="0" y="0"/>
                  </a:moveTo>
                  <a:lnTo>
                    <a:pt x="1119" y="988"/>
                  </a:lnTo>
                  <a:lnTo>
                    <a:pt x="1262" y="929"/>
                  </a:lnTo>
                  <a:cubicBezTo>
                    <a:pt x="1274" y="881"/>
                    <a:pt x="1322" y="834"/>
                    <a:pt x="1370" y="798"/>
                  </a:cubicBezTo>
                  <a:lnTo>
                    <a:pt x="44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4"/>
            <p:cNvSpPr/>
            <p:nvPr/>
          </p:nvSpPr>
          <p:spPr>
            <a:xfrm>
              <a:off x="4663675" y="3633900"/>
              <a:ext cx="62525" cy="32775"/>
            </a:xfrm>
            <a:custGeom>
              <a:rect b="b" l="l" r="r" t="t"/>
              <a:pathLst>
                <a:path extrusionOk="0" h="1311" w="2501">
                  <a:moveTo>
                    <a:pt x="2500" y="1"/>
                  </a:moveTo>
                  <a:lnTo>
                    <a:pt x="2358" y="60"/>
                  </a:lnTo>
                  <a:lnTo>
                    <a:pt x="381" y="894"/>
                  </a:lnTo>
                  <a:lnTo>
                    <a:pt x="119" y="1013"/>
                  </a:lnTo>
                  <a:lnTo>
                    <a:pt x="95" y="1025"/>
                  </a:lnTo>
                  <a:cubicBezTo>
                    <a:pt x="24" y="1061"/>
                    <a:pt x="0" y="1144"/>
                    <a:pt x="24" y="1215"/>
                  </a:cubicBezTo>
                  <a:cubicBezTo>
                    <a:pt x="36" y="1251"/>
                    <a:pt x="60" y="1263"/>
                    <a:pt x="72" y="1275"/>
                  </a:cubicBezTo>
                  <a:cubicBezTo>
                    <a:pt x="95" y="1299"/>
                    <a:pt x="119" y="1311"/>
                    <a:pt x="143" y="1311"/>
                  </a:cubicBezTo>
                  <a:cubicBezTo>
                    <a:pt x="131" y="1263"/>
                    <a:pt x="119" y="1215"/>
                    <a:pt x="131" y="1156"/>
                  </a:cubicBezTo>
                  <a:cubicBezTo>
                    <a:pt x="142" y="1040"/>
                    <a:pt x="245" y="961"/>
                    <a:pt x="352" y="961"/>
                  </a:cubicBezTo>
                  <a:cubicBezTo>
                    <a:pt x="366" y="961"/>
                    <a:pt x="379" y="963"/>
                    <a:pt x="393" y="965"/>
                  </a:cubicBezTo>
                  <a:cubicBezTo>
                    <a:pt x="488" y="977"/>
                    <a:pt x="560" y="1061"/>
                    <a:pt x="572" y="1132"/>
                  </a:cubicBezTo>
                  <a:lnTo>
                    <a:pt x="2453" y="346"/>
                  </a:lnTo>
                  <a:cubicBezTo>
                    <a:pt x="2453" y="287"/>
                    <a:pt x="2441" y="203"/>
                    <a:pt x="2453" y="132"/>
                  </a:cubicBezTo>
                  <a:cubicBezTo>
                    <a:pt x="2453" y="84"/>
                    <a:pt x="2477" y="49"/>
                    <a:pt x="250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4"/>
            <p:cNvSpPr/>
            <p:nvPr/>
          </p:nvSpPr>
          <p:spPr>
            <a:xfrm>
              <a:off x="4740175" y="3610700"/>
              <a:ext cx="60725" cy="22925"/>
            </a:xfrm>
            <a:custGeom>
              <a:rect b="b" l="l" r="r" t="t"/>
              <a:pathLst>
                <a:path extrusionOk="0" h="917" w="2429">
                  <a:moveTo>
                    <a:pt x="1667" y="0"/>
                  </a:moveTo>
                  <a:lnTo>
                    <a:pt x="0" y="703"/>
                  </a:lnTo>
                  <a:cubicBezTo>
                    <a:pt x="107" y="738"/>
                    <a:pt x="214" y="810"/>
                    <a:pt x="274" y="917"/>
                  </a:cubicBezTo>
                  <a:lnTo>
                    <a:pt x="242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4"/>
            <p:cNvSpPr/>
            <p:nvPr/>
          </p:nvSpPr>
          <p:spPr>
            <a:xfrm>
              <a:off x="4999125" y="3610700"/>
              <a:ext cx="19375" cy="36925"/>
            </a:xfrm>
            <a:custGeom>
              <a:rect b="b" l="l" r="r" t="t"/>
              <a:pathLst>
                <a:path extrusionOk="0" h="1477" w="775">
                  <a:moveTo>
                    <a:pt x="0" y="0"/>
                  </a:moveTo>
                  <a:lnTo>
                    <a:pt x="477" y="1477"/>
                  </a:lnTo>
                  <a:cubicBezTo>
                    <a:pt x="526" y="1437"/>
                    <a:pt x="584" y="1414"/>
                    <a:pt x="656" y="1414"/>
                  </a:cubicBezTo>
                  <a:cubicBezTo>
                    <a:pt x="671" y="1414"/>
                    <a:pt x="687" y="1415"/>
                    <a:pt x="703" y="1417"/>
                  </a:cubicBezTo>
                  <a:cubicBezTo>
                    <a:pt x="727" y="1417"/>
                    <a:pt x="762" y="1429"/>
                    <a:pt x="774" y="1453"/>
                  </a:cubicBezTo>
                  <a:lnTo>
                    <a:pt x="31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4"/>
            <p:cNvSpPr/>
            <p:nvPr/>
          </p:nvSpPr>
          <p:spPr>
            <a:xfrm>
              <a:off x="5014900" y="3656825"/>
              <a:ext cx="92900" cy="270000"/>
            </a:xfrm>
            <a:custGeom>
              <a:rect b="b" l="l" r="r" t="t"/>
              <a:pathLst>
                <a:path extrusionOk="0" h="10800" w="3716">
                  <a:moveTo>
                    <a:pt x="239" y="1"/>
                  </a:moveTo>
                  <a:cubicBezTo>
                    <a:pt x="187" y="74"/>
                    <a:pt x="116" y="110"/>
                    <a:pt x="36" y="110"/>
                  </a:cubicBezTo>
                  <a:cubicBezTo>
                    <a:pt x="24" y="110"/>
                    <a:pt x="12" y="109"/>
                    <a:pt x="1" y="108"/>
                  </a:cubicBezTo>
                  <a:lnTo>
                    <a:pt x="1" y="108"/>
                  </a:lnTo>
                  <a:lnTo>
                    <a:pt x="3430" y="10800"/>
                  </a:lnTo>
                  <a:cubicBezTo>
                    <a:pt x="3513" y="10740"/>
                    <a:pt x="3608" y="10704"/>
                    <a:pt x="3715" y="10704"/>
                  </a:cubicBezTo>
                  <a:lnTo>
                    <a:pt x="274" y="24"/>
                  </a:lnTo>
                  <a:cubicBezTo>
                    <a:pt x="262" y="24"/>
                    <a:pt x="251" y="1"/>
                    <a:pt x="23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4"/>
            <p:cNvSpPr/>
            <p:nvPr/>
          </p:nvSpPr>
          <p:spPr>
            <a:xfrm>
              <a:off x="5021150" y="3610400"/>
              <a:ext cx="159875" cy="46900"/>
            </a:xfrm>
            <a:custGeom>
              <a:rect b="b" l="l" r="r" t="t"/>
              <a:pathLst>
                <a:path extrusionOk="0" h="1876" w="6395">
                  <a:moveTo>
                    <a:pt x="5370" y="0"/>
                  </a:moveTo>
                  <a:lnTo>
                    <a:pt x="60" y="1584"/>
                  </a:lnTo>
                  <a:lnTo>
                    <a:pt x="36" y="1584"/>
                  </a:lnTo>
                  <a:lnTo>
                    <a:pt x="48" y="1739"/>
                  </a:lnTo>
                  <a:cubicBezTo>
                    <a:pt x="48" y="1786"/>
                    <a:pt x="12" y="1822"/>
                    <a:pt x="1" y="1846"/>
                  </a:cubicBezTo>
                  <a:cubicBezTo>
                    <a:pt x="12" y="1858"/>
                    <a:pt x="24" y="1858"/>
                    <a:pt x="48" y="1858"/>
                  </a:cubicBezTo>
                  <a:cubicBezTo>
                    <a:pt x="60" y="1870"/>
                    <a:pt x="75" y="1876"/>
                    <a:pt x="90" y="1876"/>
                  </a:cubicBezTo>
                  <a:cubicBezTo>
                    <a:pt x="105" y="1876"/>
                    <a:pt x="120" y="1870"/>
                    <a:pt x="132" y="1858"/>
                  </a:cubicBezTo>
                  <a:lnTo>
                    <a:pt x="639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4"/>
            <p:cNvSpPr/>
            <p:nvPr/>
          </p:nvSpPr>
          <p:spPr>
            <a:xfrm>
              <a:off x="5109250" y="3610700"/>
              <a:ext cx="133375" cy="317625"/>
            </a:xfrm>
            <a:custGeom>
              <a:rect b="b" l="l" r="r" t="t"/>
              <a:pathLst>
                <a:path extrusionOk="0" h="12705" w="5335">
                  <a:moveTo>
                    <a:pt x="5013" y="0"/>
                  </a:moveTo>
                  <a:lnTo>
                    <a:pt x="1" y="12561"/>
                  </a:lnTo>
                  <a:lnTo>
                    <a:pt x="13" y="12561"/>
                  </a:lnTo>
                  <a:cubicBezTo>
                    <a:pt x="120" y="12585"/>
                    <a:pt x="203" y="12621"/>
                    <a:pt x="275" y="12704"/>
                  </a:cubicBezTo>
                  <a:lnTo>
                    <a:pt x="533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4"/>
            <p:cNvSpPr/>
            <p:nvPr/>
          </p:nvSpPr>
          <p:spPr>
            <a:xfrm>
              <a:off x="5497100" y="3610700"/>
              <a:ext cx="7475" cy="100325"/>
            </a:xfrm>
            <a:custGeom>
              <a:rect b="b" l="l" r="r" t="t"/>
              <a:pathLst>
                <a:path extrusionOk="0" h="4013" w="299">
                  <a:moveTo>
                    <a:pt x="1" y="0"/>
                  </a:moveTo>
                  <a:lnTo>
                    <a:pt x="1" y="3858"/>
                  </a:lnTo>
                  <a:lnTo>
                    <a:pt x="1" y="3870"/>
                  </a:lnTo>
                  <a:lnTo>
                    <a:pt x="1" y="3882"/>
                  </a:lnTo>
                  <a:lnTo>
                    <a:pt x="1" y="3905"/>
                  </a:lnTo>
                  <a:lnTo>
                    <a:pt x="1" y="3917"/>
                  </a:lnTo>
                  <a:lnTo>
                    <a:pt x="1" y="3929"/>
                  </a:lnTo>
                  <a:lnTo>
                    <a:pt x="1" y="3953"/>
                  </a:lnTo>
                  <a:lnTo>
                    <a:pt x="1" y="3965"/>
                  </a:lnTo>
                  <a:cubicBezTo>
                    <a:pt x="1" y="3977"/>
                    <a:pt x="13" y="3977"/>
                    <a:pt x="24" y="3977"/>
                  </a:cubicBezTo>
                  <a:cubicBezTo>
                    <a:pt x="60" y="3989"/>
                    <a:pt x="84" y="4013"/>
                    <a:pt x="120" y="4013"/>
                  </a:cubicBezTo>
                  <a:cubicBezTo>
                    <a:pt x="239" y="4013"/>
                    <a:pt x="298" y="3929"/>
                    <a:pt x="298" y="3858"/>
                  </a:cubicBezTo>
                  <a:lnTo>
                    <a:pt x="298" y="3774"/>
                  </a:lnTo>
                  <a:lnTo>
                    <a:pt x="298" y="3679"/>
                  </a:lnTo>
                  <a:lnTo>
                    <a:pt x="29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4"/>
            <p:cNvSpPr/>
            <p:nvPr/>
          </p:nvSpPr>
          <p:spPr>
            <a:xfrm>
              <a:off x="5539175" y="3610700"/>
              <a:ext cx="82375" cy="297075"/>
            </a:xfrm>
            <a:custGeom>
              <a:rect b="b" l="l" r="r" t="t"/>
              <a:pathLst>
                <a:path extrusionOk="0" h="11883" w="3295">
                  <a:moveTo>
                    <a:pt x="2997" y="0"/>
                  </a:moveTo>
                  <a:lnTo>
                    <a:pt x="2211" y="3120"/>
                  </a:lnTo>
                  <a:lnTo>
                    <a:pt x="2140" y="3429"/>
                  </a:lnTo>
                  <a:lnTo>
                    <a:pt x="1604" y="5572"/>
                  </a:lnTo>
                  <a:lnTo>
                    <a:pt x="1532" y="5870"/>
                  </a:lnTo>
                  <a:lnTo>
                    <a:pt x="30" y="11797"/>
                  </a:lnTo>
                  <a:lnTo>
                    <a:pt x="30" y="11797"/>
                  </a:lnTo>
                  <a:cubicBezTo>
                    <a:pt x="42" y="11783"/>
                    <a:pt x="59" y="11772"/>
                    <a:pt x="80" y="11764"/>
                  </a:cubicBezTo>
                  <a:lnTo>
                    <a:pt x="377" y="11597"/>
                  </a:lnTo>
                  <a:lnTo>
                    <a:pt x="1782" y="6037"/>
                  </a:lnTo>
                  <a:lnTo>
                    <a:pt x="1854" y="5739"/>
                  </a:lnTo>
                  <a:lnTo>
                    <a:pt x="2449" y="3382"/>
                  </a:lnTo>
                  <a:lnTo>
                    <a:pt x="2521" y="3072"/>
                  </a:lnTo>
                  <a:lnTo>
                    <a:pt x="3294" y="0"/>
                  </a:lnTo>
                  <a:close/>
                  <a:moveTo>
                    <a:pt x="30" y="11797"/>
                  </a:moveTo>
                  <a:cubicBezTo>
                    <a:pt x="8" y="11821"/>
                    <a:pt x="1" y="11852"/>
                    <a:pt x="8" y="11883"/>
                  </a:cubicBezTo>
                  <a:lnTo>
                    <a:pt x="30" y="11797"/>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4"/>
            <p:cNvSpPr/>
            <p:nvPr/>
          </p:nvSpPr>
          <p:spPr>
            <a:xfrm>
              <a:off x="5722725" y="3610700"/>
              <a:ext cx="32775" cy="47350"/>
            </a:xfrm>
            <a:custGeom>
              <a:rect b="b" l="l" r="r" t="t"/>
              <a:pathLst>
                <a:path extrusionOk="0" h="1894" w="1311">
                  <a:moveTo>
                    <a:pt x="1" y="0"/>
                  </a:moveTo>
                  <a:lnTo>
                    <a:pt x="1048" y="1893"/>
                  </a:lnTo>
                  <a:cubicBezTo>
                    <a:pt x="1120" y="1822"/>
                    <a:pt x="1215" y="1774"/>
                    <a:pt x="1310" y="1762"/>
                  </a:cubicBez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4"/>
            <p:cNvSpPr/>
            <p:nvPr/>
          </p:nvSpPr>
          <p:spPr>
            <a:xfrm>
              <a:off x="5759625" y="3674100"/>
              <a:ext cx="51525" cy="86350"/>
            </a:xfrm>
            <a:custGeom>
              <a:rect b="b" l="l" r="r" t="t"/>
              <a:pathLst>
                <a:path extrusionOk="0" h="3454" w="2061">
                  <a:moveTo>
                    <a:pt x="251" y="0"/>
                  </a:moveTo>
                  <a:cubicBezTo>
                    <a:pt x="191" y="72"/>
                    <a:pt x="108" y="131"/>
                    <a:pt x="1" y="143"/>
                  </a:cubicBezTo>
                  <a:lnTo>
                    <a:pt x="1799" y="3453"/>
                  </a:lnTo>
                  <a:lnTo>
                    <a:pt x="2061" y="3298"/>
                  </a:lnTo>
                  <a:lnTo>
                    <a:pt x="25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4"/>
            <p:cNvSpPr/>
            <p:nvPr/>
          </p:nvSpPr>
          <p:spPr>
            <a:xfrm>
              <a:off x="5811425" y="3763100"/>
              <a:ext cx="102425" cy="186350"/>
            </a:xfrm>
            <a:custGeom>
              <a:rect b="b" l="l" r="r" t="t"/>
              <a:pathLst>
                <a:path extrusionOk="0" h="7454" w="4097">
                  <a:moveTo>
                    <a:pt x="120" y="0"/>
                  </a:moveTo>
                  <a:lnTo>
                    <a:pt x="1" y="84"/>
                  </a:lnTo>
                  <a:cubicBezTo>
                    <a:pt x="132" y="119"/>
                    <a:pt x="227" y="250"/>
                    <a:pt x="203" y="393"/>
                  </a:cubicBezTo>
                  <a:cubicBezTo>
                    <a:pt x="191" y="476"/>
                    <a:pt x="167" y="536"/>
                    <a:pt x="108" y="560"/>
                  </a:cubicBezTo>
                  <a:lnTo>
                    <a:pt x="3811" y="7394"/>
                  </a:lnTo>
                  <a:lnTo>
                    <a:pt x="3834" y="7453"/>
                  </a:lnTo>
                  <a:cubicBezTo>
                    <a:pt x="3894" y="7382"/>
                    <a:pt x="4001" y="7334"/>
                    <a:pt x="4096" y="7299"/>
                  </a:cubicBezTo>
                  <a:lnTo>
                    <a:pt x="12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4"/>
            <p:cNvSpPr/>
            <p:nvPr/>
          </p:nvSpPr>
          <p:spPr>
            <a:xfrm>
              <a:off x="5767375" y="3647600"/>
              <a:ext cx="243200" cy="24725"/>
            </a:xfrm>
            <a:custGeom>
              <a:rect b="b" l="l" r="r" t="t"/>
              <a:pathLst>
                <a:path extrusionOk="0" h="989" w="9728">
                  <a:moveTo>
                    <a:pt x="9728" y="1"/>
                  </a:moveTo>
                  <a:lnTo>
                    <a:pt x="60" y="691"/>
                  </a:lnTo>
                  <a:cubicBezTo>
                    <a:pt x="84" y="727"/>
                    <a:pt x="84" y="774"/>
                    <a:pt x="60" y="822"/>
                  </a:cubicBezTo>
                  <a:cubicBezTo>
                    <a:pt x="48" y="882"/>
                    <a:pt x="36" y="929"/>
                    <a:pt x="1" y="965"/>
                  </a:cubicBezTo>
                  <a:cubicBezTo>
                    <a:pt x="12" y="965"/>
                    <a:pt x="36" y="989"/>
                    <a:pt x="60" y="989"/>
                  </a:cubicBezTo>
                  <a:lnTo>
                    <a:pt x="9097" y="346"/>
                  </a:lnTo>
                  <a:lnTo>
                    <a:pt x="972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4"/>
            <p:cNvSpPr/>
            <p:nvPr/>
          </p:nvSpPr>
          <p:spPr>
            <a:xfrm>
              <a:off x="6011150" y="3652075"/>
              <a:ext cx="80100" cy="97650"/>
            </a:xfrm>
            <a:custGeom>
              <a:rect b="b" l="l" r="r" t="t"/>
              <a:pathLst>
                <a:path extrusionOk="0" h="3906" w="3204">
                  <a:moveTo>
                    <a:pt x="251" y="0"/>
                  </a:moveTo>
                  <a:lnTo>
                    <a:pt x="1" y="155"/>
                  </a:lnTo>
                  <a:lnTo>
                    <a:pt x="3013" y="3905"/>
                  </a:lnTo>
                  <a:lnTo>
                    <a:pt x="3204" y="3667"/>
                  </a:lnTo>
                  <a:lnTo>
                    <a:pt x="25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4"/>
            <p:cNvSpPr/>
            <p:nvPr/>
          </p:nvSpPr>
          <p:spPr>
            <a:xfrm>
              <a:off x="6091225" y="3749700"/>
              <a:ext cx="73550" cy="93200"/>
            </a:xfrm>
            <a:custGeom>
              <a:rect b="b" l="l" r="r" t="t"/>
              <a:pathLst>
                <a:path extrusionOk="0" h="3728" w="2942">
                  <a:moveTo>
                    <a:pt x="191" y="0"/>
                  </a:moveTo>
                  <a:lnTo>
                    <a:pt x="1" y="239"/>
                  </a:lnTo>
                  <a:lnTo>
                    <a:pt x="2810" y="3727"/>
                  </a:lnTo>
                  <a:cubicBezTo>
                    <a:pt x="2798" y="3691"/>
                    <a:pt x="2798" y="3656"/>
                    <a:pt x="2810" y="3608"/>
                  </a:cubicBezTo>
                  <a:cubicBezTo>
                    <a:pt x="2822" y="3525"/>
                    <a:pt x="2870" y="3465"/>
                    <a:pt x="2941" y="3418"/>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4"/>
            <p:cNvSpPr/>
            <p:nvPr/>
          </p:nvSpPr>
          <p:spPr>
            <a:xfrm>
              <a:off x="6167125" y="3845850"/>
              <a:ext cx="108675" cy="131575"/>
            </a:xfrm>
            <a:custGeom>
              <a:rect b="b" l="l" r="r" t="t"/>
              <a:pathLst>
                <a:path extrusionOk="0" h="5263" w="4347">
                  <a:moveTo>
                    <a:pt x="263" y="0"/>
                  </a:moveTo>
                  <a:lnTo>
                    <a:pt x="215" y="36"/>
                  </a:lnTo>
                  <a:cubicBezTo>
                    <a:pt x="191" y="48"/>
                    <a:pt x="155" y="60"/>
                    <a:pt x="120" y="72"/>
                  </a:cubicBezTo>
                  <a:lnTo>
                    <a:pt x="1" y="131"/>
                  </a:lnTo>
                  <a:lnTo>
                    <a:pt x="4108" y="5263"/>
                  </a:lnTo>
                  <a:cubicBezTo>
                    <a:pt x="4168" y="5179"/>
                    <a:pt x="4251" y="5120"/>
                    <a:pt x="4346" y="5084"/>
                  </a:cubicBezTo>
                  <a:lnTo>
                    <a:pt x="26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4"/>
            <p:cNvSpPr/>
            <p:nvPr/>
          </p:nvSpPr>
          <p:spPr>
            <a:xfrm>
              <a:off x="5539375" y="3610700"/>
              <a:ext cx="553650" cy="299750"/>
            </a:xfrm>
            <a:custGeom>
              <a:rect b="b" l="l" r="r" t="t"/>
              <a:pathLst>
                <a:path extrusionOk="0" h="11990" w="22146">
                  <a:moveTo>
                    <a:pt x="21539" y="0"/>
                  </a:moveTo>
                  <a:lnTo>
                    <a:pt x="18848" y="1477"/>
                  </a:lnTo>
                  <a:lnTo>
                    <a:pt x="18217" y="1822"/>
                  </a:lnTo>
                  <a:lnTo>
                    <a:pt x="10859" y="5834"/>
                  </a:lnTo>
                  <a:lnTo>
                    <a:pt x="10609" y="5989"/>
                  </a:lnTo>
                  <a:lnTo>
                    <a:pt x="6239" y="8382"/>
                  </a:lnTo>
                  <a:lnTo>
                    <a:pt x="5942" y="8549"/>
                  </a:lnTo>
                  <a:lnTo>
                    <a:pt x="369" y="11597"/>
                  </a:lnTo>
                  <a:lnTo>
                    <a:pt x="72" y="11764"/>
                  </a:lnTo>
                  <a:cubicBezTo>
                    <a:pt x="24" y="11787"/>
                    <a:pt x="0" y="11835"/>
                    <a:pt x="0" y="11895"/>
                  </a:cubicBezTo>
                  <a:lnTo>
                    <a:pt x="84" y="11895"/>
                  </a:lnTo>
                  <a:cubicBezTo>
                    <a:pt x="167" y="11906"/>
                    <a:pt x="238" y="11942"/>
                    <a:pt x="298" y="11990"/>
                  </a:cubicBezTo>
                  <a:lnTo>
                    <a:pt x="6251" y="8727"/>
                  </a:lnTo>
                  <a:lnTo>
                    <a:pt x="6549" y="8561"/>
                  </a:lnTo>
                  <a:lnTo>
                    <a:pt x="7073" y="8263"/>
                  </a:lnTo>
                  <a:lnTo>
                    <a:pt x="7073" y="8239"/>
                  </a:lnTo>
                  <a:cubicBezTo>
                    <a:pt x="7093" y="8105"/>
                    <a:pt x="7213" y="8006"/>
                    <a:pt x="7330" y="8006"/>
                  </a:cubicBezTo>
                  <a:cubicBezTo>
                    <a:pt x="7348" y="8006"/>
                    <a:pt x="7365" y="8008"/>
                    <a:pt x="7382" y="8013"/>
                  </a:cubicBezTo>
                  <a:cubicBezTo>
                    <a:pt x="7418" y="8013"/>
                    <a:pt x="7442" y="8025"/>
                    <a:pt x="7454" y="8037"/>
                  </a:cubicBezTo>
                  <a:lnTo>
                    <a:pt x="10537" y="6358"/>
                  </a:lnTo>
                  <a:cubicBezTo>
                    <a:pt x="10579" y="6244"/>
                    <a:pt x="10684" y="6175"/>
                    <a:pt x="10797" y="6175"/>
                  </a:cubicBezTo>
                  <a:cubicBezTo>
                    <a:pt x="10813" y="6175"/>
                    <a:pt x="10830" y="6176"/>
                    <a:pt x="10847" y="6180"/>
                  </a:cubicBezTo>
                  <a:lnTo>
                    <a:pt x="10859" y="6180"/>
                  </a:lnTo>
                  <a:lnTo>
                    <a:pt x="11002" y="6108"/>
                  </a:lnTo>
                  <a:lnTo>
                    <a:pt x="18860" y="1810"/>
                  </a:lnTo>
                  <a:lnTo>
                    <a:pt x="19122" y="1655"/>
                  </a:lnTo>
                  <a:lnTo>
                    <a:pt x="221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4"/>
            <p:cNvSpPr/>
            <p:nvPr/>
          </p:nvSpPr>
          <p:spPr>
            <a:xfrm>
              <a:off x="5910250" y="3967875"/>
              <a:ext cx="8650" cy="4525"/>
            </a:xfrm>
            <a:custGeom>
              <a:rect b="b" l="l" r="r" t="t"/>
              <a:pathLst>
                <a:path extrusionOk="0" h="181" w="346">
                  <a:moveTo>
                    <a:pt x="24" y="1"/>
                  </a:moveTo>
                  <a:lnTo>
                    <a:pt x="24" y="1"/>
                  </a:lnTo>
                  <a:cubicBezTo>
                    <a:pt x="1" y="60"/>
                    <a:pt x="24" y="120"/>
                    <a:pt x="60" y="155"/>
                  </a:cubicBezTo>
                  <a:cubicBezTo>
                    <a:pt x="82" y="173"/>
                    <a:pt x="109" y="181"/>
                    <a:pt x="136" y="181"/>
                  </a:cubicBezTo>
                  <a:cubicBezTo>
                    <a:pt x="185" y="181"/>
                    <a:pt x="237" y="157"/>
                    <a:pt x="274" y="120"/>
                  </a:cubicBezTo>
                  <a:lnTo>
                    <a:pt x="346" y="24"/>
                  </a:lnTo>
                  <a:lnTo>
                    <a:pt x="346" y="24"/>
                  </a:lnTo>
                  <a:cubicBezTo>
                    <a:pt x="311" y="42"/>
                    <a:pt x="263" y="53"/>
                    <a:pt x="212" y="53"/>
                  </a:cubicBezTo>
                  <a:cubicBezTo>
                    <a:pt x="194" y="53"/>
                    <a:pt x="174" y="51"/>
                    <a:pt x="155" y="48"/>
                  </a:cubicBezTo>
                  <a:lnTo>
                    <a:pt x="2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4"/>
            <p:cNvSpPr/>
            <p:nvPr/>
          </p:nvSpPr>
          <p:spPr>
            <a:xfrm>
              <a:off x="5925125" y="3610700"/>
              <a:ext cx="282500" cy="339050"/>
            </a:xfrm>
            <a:custGeom>
              <a:rect b="b" l="l" r="r" t="t"/>
              <a:pathLst>
                <a:path extrusionOk="0" h="13562" w="11300">
                  <a:moveTo>
                    <a:pt x="10931" y="0"/>
                  </a:moveTo>
                  <a:lnTo>
                    <a:pt x="6645" y="5322"/>
                  </a:lnTo>
                  <a:lnTo>
                    <a:pt x="6454" y="5560"/>
                  </a:lnTo>
                  <a:lnTo>
                    <a:pt x="1" y="13561"/>
                  </a:lnTo>
                  <a:lnTo>
                    <a:pt x="584" y="13311"/>
                  </a:lnTo>
                  <a:lnTo>
                    <a:pt x="6645" y="5799"/>
                  </a:lnTo>
                  <a:lnTo>
                    <a:pt x="6835" y="5560"/>
                  </a:lnTo>
                  <a:lnTo>
                    <a:pt x="1130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4"/>
            <p:cNvSpPr/>
            <p:nvPr/>
          </p:nvSpPr>
          <p:spPr>
            <a:xfrm>
              <a:off x="6413300" y="3610700"/>
              <a:ext cx="111625" cy="99125"/>
            </a:xfrm>
            <a:custGeom>
              <a:rect b="b" l="l" r="r" t="t"/>
              <a:pathLst>
                <a:path extrusionOk="0" h="3965" w="4465">
                  <a:moveTo>
                    <a:pt x="0" y="0"/>
                  </a:moveTo>
                  <a:lnTo>
                    <a:pt x="4263" y="3965"/>
                  </a:lnTo>
                  <a:cubicBezTo>
                    <a:pt x="4310" y="3894"/>
                    <a:pt x="4382" y="3810"/>
                    <a:pt x="4465" y="3774"/>
                  </a:cubicBezTo>
                  <a:lnTo>
                    <a:pt x="44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4"/>
            <p:cNvSpPr/>
            <p:nvPr/>
          </p:nvSpPr>
          <p:spPr>
            <a:xfrm>
              <a:off x="6404950" y="3728850"/>
              <a:ext cx="119975" cy="132500"/>
            </a:xfrm>
            <a:custGeom>
              <a:rect b="b" l="l" r="r" t="t"/>
              <a:pathLst>
                <a:path extrusionOk="0" h="5300" w="4799">
                  <a:moveTo>
                    <a:pt x="4585" y="1"/>
                  </a:moveTo>
                  <a:lnTo>
                    <a:pt x="1" y="4918"/>
                  </a:lnTo>
                  <a:lnTo>
                    <a:pt x="36" y="5299"/>
                  </a:lnTo>
                  <a:lnTo>
                    <a:pt x="4799" y="191"/>
                  </a:lnTo>
                  <a:cubicBezTo>
                    <a:pt x="4716" y="144"/>
                    <a:pt x="4644" y="72"/>
                    <a:pt x="458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4"/>
            <p:cNvSpPr/>
            <p:nvPr/>
          </p:nvSpPr>
          <p:spPr>
            <a:xfrm>
              <a:off x="6291250" y="3858950"/>
              <a:ext cx="108375" cy="119975"/>
            </a:xfrm>
            <a:custGeom>
              <a:rect b="b" l="l" r="r" t="t"/>
              <a:pathLst>
                <a:path extrusionOk="0" h="4799" w="4335">
                  <a:moveTo>
                    <a:pt x="4287" y="0"/>
                  </a:moveTo>
                  <a:lnTo>
                    <a:pt x="1" y="4596"/>
                  </a:lnTo>
                  <a:cubicBezTo>
                    <a:pt x="84" y="4643"/>
                    <a:pt x="155" y="4715"/>
                    <a:pt x="203" y="4798"/>
                  </a:cubicBezTo>
                  <a:lnTo>
                    <a:pt x="262" y="4762"/>
                  </a:lnTo>
                  <a:lnTo>
                    <a:pt x="4334" y="369"/>
                  </a:lnTo>
                  <a:lnTo>
                    <a:pt x="4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4"/>
            <p:cNvSpPr/>
            <p:nvPr/>
          </p:nvSpPr>
          <p:spPr>
            <a:xfrm>
              <a:off x="6172200" y="3745825"/>
              <a:ext cx="206875" cy="100625"/>
            </a:xfrm>
            <a:custGeom>
              <a:rect b="b" l="l" r="r" t="t"/>
              <a:pathLst>
                <a:path extrusionOk="0" h="4025" w="8275">
                  <a:moveTo>
                    <a:pt x="8168" y="1"/>
                  </a:moveTo>
                  <a:lnTo>
                    <a:pt x="4893" y="1477"/>
                  </a:lnTo>
                  <a:cubicBezTo>
                    <a:pt x="4917" y="1525"/>
                    <a:pt x="4917" y="1548"/>
                    <a:pt x="4893" y="1596"/>
                  </a:cubicBezTo>
                  <a:cubicBezTo>
                    <a:pt x="4871" y="1731"/>
                    <a:pt x="4753" y="1823"/>
                    <a:pt x="4610" y="1823"/>
                  </a:cubicBezTo>
                  <a:cubicBezTo>
                    <a:pt x="4601" y="1823"/>
                    <a:pt x="4593" y="1823"/>
                    <a:pt x="4584" y="1822"/>
                  </a:cubicBezTo>
                  <a:cubicBezTo>
                    <a:pt x="4512" y="1798"/>
                    <a:pt x="4441" y="1763"/>
                    <a:pt x="4405" y="1703"/>
                  </a:cubicBezTo>
                  <a:lnTo>
                    <a:pt x="60" y="3668"/>
                  </a:lnTo>
                  <a:cubicBezTo>
                    <a:pt x="95" y="3727"/>
                    <a:pt x="107" y="3787"/>
                    <a:pt x="107" y="3858"/>
                  </a:cubicBezTo>
                  <a:cubicBezTo>
                    <a:pt x="98" y="3914"/>
                    <a:pt x="74" y="3963"/>
                    <a:pt x="36" y="3998"/>
                  </a:cubicBezTo>
                  <a:lnTo>
                    <a:pt x="36" y="3998"/>
                  </a:lnTo>
                  <a:lnTo>
                    <a:pt x="48" y="3989"/>
                  </a:lnTo>
                  <a:lnTo>
                    <a:pt x="8275" y="274"/>
                  </a:lnTo>
                  <a:cubicBezTo>
                    <a:pt x="8215" y="191"/>
                    <a:pt x="8168" y="96"/>
                    <a:pt x="8168" y="1"/>
                  </a:cubicBezTo>
                  <a:close/>
                  <a:moveTo>
                    <a:pt x="36" y="3998"/>
                  </a:moveTo>
                  <a:lnTo>
                    <a:pt x="0" y="4025"/>
                  </a:lnTo>
                  <a:cubicBezTo>
                    <a:pt x="13" y="4017"/>
                    <a:pt x="25" y="4008"/>
                    <a:pt x="36" y="3998"/>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4"/>
            <p:cNvSpPr/>
            <p:nvPr/>
          </p:nvSpPr>
          <p:spPr>
            <a:xfrm>
              <a:off x="5924825" y="3842875"/>
              <a:ext cx="244400" cy="112525"/>
            </a:xfrm>
            <a:custGeom>
              <a:rect b="b" l="l" r="r" t="t"/>
              <a:pathLst>
                <a:path extrusionOk="0" h="4501" w="9776">
                  <a:moveTo>
                    <a:pt x="9776" y="179"/>
                  </a:moveTo>
                  <a:lnTo>
                    <a:pt x="9744" y="195"/>
                  </a:lnTo>
                  <a:lnTo>
                    <a:pt x="9744" y="195"/>
                  </a:lnTo>
                  <a:cubicBezTo>
                    <a:pt x="9757" y="192"/>
                    <a:pt x="9768" y="187"/>
                    <a:pt x="9776" y="179"/>
                  </a:cubicBezTo>
                  <a:close/>
                  <a:moveTo>
                    <a:pt x="9454" y="0"/>
                  </a:moveTo>
                  <a:lnTo>
                    <a:pt x="584" y="4024"/>
                  </a:lnTo>
                  <a:lnTo>
                    <a:pt x="1" y="4274"/>
                  </a:lnTo>
                  <a:cubicBezTo>
                    <a:pt x="49" y="4334"/>
                    <a:pt x="84" y="4405"/>
                    <a:pt x="108" y="4489"/>
                  </a:cubicBezTo>
                  <a:lnTo>
                    <a:pt x="227" y="4501"/>
                  </a:lnTo>
                  <a:lnTo>
                    <a:pt x="9657" y="238"/>
                  </a:lnTo>
                  <a:lnTo>
                    <a:pt x="9744" y="195"/>
                  </a:lnTo>
                  <a:lnTo>
                    <a:pt x="9744" y="195"/>
                  </a:lnTo>
                  <a:cubicBezTo>
                    <a:pt x="9738" y="196"/>
                    <a:pt x="9732" y="197"/>
                    <a:pt x="9725" y="197"/>
                  </a:cubicBezTo>
                  <a:cubicBezTo>
                    <a:pt x="9705" y="197"/>
                    <a:pt x="9681" y="191"/>
                    <a:pt x="9657" y="179"/>
                  </a:cubicBezTo>
                  <a:cubicBezTo>
                    <a:pt x="9562" y="167"/>
                    <a:pt x="9478" y="95"/>
                    <a:pt x="945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4"/>
            <p:cNvSpPr/>
            <p:nvPr/>
          </p:nvSpPr>
          <p:spPr>
            <a:xfrm>
              <a:off x="5926625" y="3955375"/>
              <a:ext cx="339650" cy="35450"/>
            </a:xfrm>
            <a:custGeom>
              <a:rect b="b" l="l" r="r" t="t"/>
              <a:pathLst>
                <a:path extrusionOk="0" h="1418" w="13586">
                  <a:moveTo>
                    <a:pt x="48" y="1"/>
                  </a:moveTo>
                  <a:lnTo>
                    <a:pt x="48" y="1"/>
                  </a:lnTo>
                  <a:cubicBezTo>
                    <a:pt x="60" y="60"/>
                    <a:pt x="60" y="108"/>
                    <a:pt x="48" y="167"/>
                  </a:cubicBezTo>
                  <a:lnTo>
                    <a:pt x="0" y="298"/>
                  </a:lnTo>
                  <a:lnTo>
                    <a:pt x="13573" y="1417"/>
                  </a:lnTo>
                  <a:cubicBezTo>
                    <a:pt x="13562" y="1334"/>
                    <a:pt x="13562" y="1263"/>
                    <a:pt x="13573" y="1191"/>
                  </a:cubicBezTo>
                  <a:cubicBezTo>
                    <a:pt x="13573" y="1156"/>
                    <a:pt x="13585" y="1144"/>
                    <a:pt x="13585" y="1120"/>
                  </a:cubicBezTo>
                  <a:lnTo>
                    <a:pt x="167" y="13"/>
                  </a:ln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4"/>
            <p:cNvSpPr/>
            <p:nvPr/>
          </p:nvSpPr>
          <p:spPr>
            <a:xfrm>
              <a:off x="5920375" y="3963425"/>
              <a:ext cx="554850" cy="615875"/>
            </a:xfrm>
            <a:custGeom>
              <a:rect b="b" l="l" r="r" t="t"/>
              <a:pathLst>
                <a:path extrusionOk="0" h="24635" w="22194">
                  <a:moveTo>
                    <a:pt x="227" y="0"/>
                  </a:moveTo>
                  <a:cubicBezTo>
                    <a:pt x="167" y="95"/>
                    <a:pt x="96" y="155"/>
                    <a:pt x="0" y="202"/>
                  </a:cubicBezTo>
                  <a:lnTo>
                    <a:pt x="21967" y="24634"/>
                  </a:lnTo>
                  <a:cubicBezTo>
                    <a:pt x="22027" y="24563"/>
                    <a:pt x="22098" y="24491"/>
                    <a:pt x="22194" y="24444"/>
                  </a:cubicBez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4"/>
            <p:cNvSpPr/>
            <p:nvPr/>
          </p:nvSpPr>
          <p:spPr>
            <a:xfrm>
              <a:off x="6287975" y="3999125"/>
              <a:ext cx="141700" cy="223275"/>
            </a:xfrm>
            <a:custGeom>
              <a:rect b="b" l="l" r="r" t="t"/>
              <a:pathLst>
                <a:path extrusionOk="0" h="8931" w="5668">
                  <a:moveTo>
                    <a:pt x="251" y="1"/>
                  </a:moveTo>
                  <a:cubicBezTo>
                    <a:pt x="179" y="84"/>
                    <a:pt x="108" y="120"/>
                    <a:pt x="1" y="168"/>
                  </a:cubicBezTo>
                  <a:lnTo>
                    <a:pt x="5418" y="8931"/>
                  </a:lnTo>
                  <a:cubicBezTo>
                    <a:pt x="5489" y="8871"/>
                    <a:pt x="5585" y="8811"/>
                    <a:pt x="5668" y="8788"/>
                  </a:cubicBezTo>
                  <a:lnTo>
                    <a:pt x="2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4"/>
            <p:cNvSpPr/>
            <p:nvPr/>
          </p:nvSpPr>
          <p:spPr>
            <a:xfrm>
              <a:off x="6385000" y="3756250"/>
              <a:ext cx="29800" cy="175050"/>
            </a:xfrm>
            <a:custGeom>
              <a:rect b="b" l="l" r="r" t="t"/>
              <a:pathLst>
                <a:path extrusionOk="0" h="7002" w="1192">
                  <a:moveTo>
                    <a:pt x="287" y="0"/>
                  </a:moveTo>
                  <a:cubicBezTo>
                    <a:pt x="233" y="27"/>
                    <a:pt x="180" y="41"/>
                    <a:pt x="116" y="41"/>
                  </a:cubicBezTo>
                  <a:cubicBezTo>
                    <a:pt x="95" y="41"/>
                    <a:pt x="72" y="39"/>
                    <a:pt x="49" y="36"/>
                  </a:cubicBezTo>
                  <a:cubicBezTo>
                    <a:pt x="37" y="36"/>
                    <a:pt x="25" y="12"/>
                    <a:pt x="1" y="12"/>
                  </a:cubicBezTo>
                  <a:lnTo>
                    <a:pt x="537" y="4108"/>
                  </a:lnTo>
                  <a:lnTo>
                    <a:pt x="584" y="4477"/>
                  </a:lnTo>
                  <a:lnTo>
                    <a:pt x="918" y="7001"/>
                  </a:lnTo>
                  <a:lnTo>
                    <a:pt x="1192" y="6882"/>
                  </a:lnTo>
                  <a:lnTo>
                    <a:pt x="834" y="4203"/>
                  </a:lnTo>
                  <a:lnTo>
                    <a:pt x="799" y="3822"/>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4"/>
            <p:cNvSpPr/>
            <p:nvPr/>
          </p:nvSpPr>
          <p:spPr>
            <a:xfrm>
              <a:off x="6414775" y="3936025"/>
              <a:ext cx="1525" cy="1825"/>
            </a:xfrm>
            <a:custGeom>
              <a:rect b="b" l="l" r="r" t="t"/>
              <a:pathLst>
                <a:path extrusionOk="0" h="73" w="61">
                  <a:moveTo>
                    <a:pt x="48" y="1"/>
                  </a:moveTo>
                  <a:lnTo>
                    <a:pt x="1" y="13"/>
                  </a:lnTo>
                  <a:cubicBezTo>
                    <a:pt x="24" y="25"/>
                    <a:pt x="48" y="48"/>
                    <a:pt x="60" y="72"/>
                  </a:cubicBez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
            <p:cNvSpPr/>
            <p:nvPr/>
          </p:nvSpPr>
          <p:spPr>
            <a:xfrm>
              <a:off x="6410025" y="3943775"/>
              <a:ext cx="42875" cy="272675"/>
            </a:xfrm>
            <a:custGeom>
              <a:rect b="b" l="l" r="r" t="t"/>
              <a:pathLst>
                <a:path extrusionOk="0" h="10907" w="1715">
                  <a:moveTo>
                    <a:pt x="298" y="0"/>
                  </a:moveTo>
                  <a:cubicBezTo>
                    <a:pt x="243" y="111"/>
                    <a:pt x="146" y="180"/>
                    <a:pt x="28" y="180"/>
                  </a:cubicBezTo>
                  <a:cubicBezTo>
                    <a:pt x="19" y="180"/>
                    <a:pt x="10" y="180"/>
                    <a:pt x="0" y="179"/>
                  </a:cubicBezTo>
                  <a:lnTo>
                    <a:pt x="0" y="179"/>
                  </a:lnTo>
                  <a:lnTo>
                    <a:pt x="1405" y="10871"/>
                  </a:lnTo>
                  <a:cubicBezTo>
                    <a:pt x="1465" y="10871"/>
                    <a:pt x="1524" y="10871"/>
                    <a:pt x="1596" y="10883"/>
                  </a:cubicBezTo>
                  <a:cubicBezTo>
                    <a:pt x="1619" y="10883"/>
                    <a:pt x="1655" y="10894"/>
                    <a:pt x="1703" y="10906"/>
                  </a:cubicBezTo>
                  <a:cubicBezTo>
                    <a:pt x="1715" y="10894"/>
                    <a:pt x="1715" y="10871"/>
                    <a:pt x="1715" y="10835"/>
                  </a:cubicBezTo>
                  <a:lnTo>
                    <a:pt x="29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
            <p:cNvSpPr/>
            <p:nvPr/>
          </p:nvSpPr>
          <p:spPr>
            <a:xfrm>
              <a:off x="6296300" y="3868175"/>
              <a:ext cx="262875" cy="117600"/>
            </a:xfrm>
            <a:custGeom>
              <a:rect b="b" l="l" r="r" t="t"/>
              <a:pathLst>
                <a:path extrusionOk="0" h="4704" w="10515">
                  <a:moveTo>
                    <a:pt x="10395" y="0"/>
                  </a:moveTo>
                  <a:lnTo>
                    <a:pt x="4763" y="2381"/>
                  </a:lnTo>
                  <a:lnTo>
                    <a:pt x="4478" y="2500"/>
                  </a:lnTo>
                  <a:lnTo>
                    <a:pt x="60" y="4382"/>
                  </a:lnTo>
                  <a:lnTo>
                    <a:pt x="1" y="4429"/>
                  </a:lnTo>
                  <a:cubicBezTo>
                    <a:pt x="60" y="4513"/>
                    <a:pt x="84" y="4608"/>
                    <a:pt x="96" y="4703"/>
                  </a:cubicBezTo>
                  <a:lnTo>
                    <a:pt x="4299" y="2917"/>
                  </a:lnTo>
                  <a:lnTo>
                    <a:pt x="4299" y="2893"/>
                  </a:lnTo>
                  <a:cubicBezTo>
                    <a:pt x="4321" y="2748"/>
                    <a:pt x="4459" y="2666"/>
                    <a:pt x="4584" y="2666"/>
                  </a:cubicBezTo>
                  <a:cubicBezTo>
                    <a:pt x="4592" y="2666"/>
                    <a:pt x="4600" y="2666"/>
                    <a:pt x="4609" y="2667"/>
                  </a:cubicBezTo>
                  <a:cubicBezTo>
                    <a:pt x="4656" y="2679"/>
                    <a:pt x="4704" y="2703"/>
                    <a:pt x="4728" y="2727"/>
                  </a:cubicBezTo>
                  <a:lnTo>
                    <a:pt x="4775" y="2715"/>
                  </a:lnTo>
                  <a:lnTo>
                    <a:pt x="10514" y="274"/>
                  </a:lnTo>
                  <a:lnTo>
                    <a:pt x="10443" y="226"/>
                  </a:lnTo>
                  <a:cubicBezTo>
                    <a:pt x="10431" y="226"/>
                    <a:pt x="10431" y="214"/>
                    <a:pt x="10431" y="214"/>
                  </a:cubicBezTo>
                  <a:lnTo>
                    <a:pt x="10431" y="191"/>
                  </a:lnTo>
                  <a:cubicBezTo>
                    <a:pt x="10431" y="191"/>
                    <a:pt x="10431" y="179"/>
                    <a:pt x="10419" y="179"/>
                  </a:cubicBezTo>
                  <a:lnTo>
                    <a:pt x="10419" y="167"/>
                  </a:lnTo>
                  <a:lnTo>
                    <a:pt x="10419" y="155"/>
                  </a:lnTo>
                  <a:lnTo>
                    <a:pt x="10419" y="131"/>
                  </a:lnTo>
                  <a:lnTo>
                    <a:pt x="10419" y="119"/>
                  </a:lnTo>
                  <a:lnTo>
                    <a:pt x="1039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
            <p:cNvSpPr/>
            <p:nvPr/>
          </p:nvSpPr>
          <p:spPr>
            <a:xfrm>
              <a:off x="6562125" y="3681225"/>
              <a:ext cx="131575" cy="189050"/>
            </a:xfrm>
            <a:custGeom>
              <a:rect b="b" l="l" r="r" t="t"/>
              <a:pathLst>
                <a:path extrusionOk="0" h="7562" w="5263">
                  <a:moveTo>
                    <a:pt x="5263" y="1"/>
                  </a:moveTo>
                  <a:lnTo>
                    <a:pt x="0" y="7216"/>
                  </a:lnTo>
                  <a:lnTo>
                    <a:pt x="48" y="7502"/>
                  </a:lnTo>
                  <a:lnTo>
                    <a:pt x="119" y="7561"/>
                  </a:lnTo>
                  <a:lnTo>
                    <a:pt x="5263" y="501"/>
                  </a:lnTo>
                  <a:lnTo>
                    <a:pt x="526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4"/>
            <p:cNvSpPr/>
            <p:nvPr/>
          </p:nvSpPr>
          <p:spPr>
            <a:xfrm>
              <a:off x="6533550" y="3734225"/>
              <a:ext cx="29775" cy="137825"/>
            </a:xfrm>
            <a:custGeom>
              <a:rect b="b" l="l" r="r" t="t"/>
              <a:pathLst>
                <a:path extrusionOk="0" h="5513" w="1191">
                  <a:moveTo>
                    <a:pt x="286" y="0"/>
                  </a:moveTo>
                  <a:cubicBezTo>
                    <a:pt x="191" y="48"/>
                    <a:pt x="107" y="84"/>
                    <a:pt x="0" y="84"/>
                  </a:cubicBezTo>
                  <a:lnTo>
                    <a:pt x="893" y="5382"/>
                  </a:lnTo>
                  <a:lnTo>
                    <a:pt x="901" y="5464"/>
                  </a:lnTo>
                  <a:lnTo>
                    <a:pt x="901" y="5464"/>
                  </a:lnTo>
                  <a:cubicBezTo>
                    <a:pt x="904" y="5435"/>
                    <a:pt x="918" y="5409"/>
                    <a:pt x="941" y="5394"/>
                  </a:cubicBezTo>
                  <a:cubicBezTo>
                    <a:pt x="971" y="5356"/>
                    <a:pt x="1016" y="5327"/>
                    <a:pt x="1063" y="5327"/>
                  </a:cubicBezTo>
                  <a:cubicBezTo>
                    <a:pt x="1090" y="5327"/>
                    <a:pt x="1117" y="5337"/>
                    <a:pt x="1143" y="5358"/>
                  </a:cubicBezTo>
                  <a:lnTo>
                    <a:pt x="1191" y="5394"/>
                  </a:lnTo>
                  <a:lnTo>
                    <a:pt x="1143" y="5108"/>
                  </a:lnTo>
                  <a:lnTo>
                    <a:pt x="286" y="0"/>
                  </a:lnTo>
                  <a:close/>
                  <a:moveTo>
                    <a:pt x="901" y="5464"/>
                  </a:moveTo>
                  <a:lnTo>
                    <a:pt x="901" y="5464"/>
                  </a:lnTo>
                  <a:cubicBezTo>
                    <a:pt x="900" y="5479"/>
                    <a:pt x="901" y="5496"/>
                    <a:pt x="905" y="5513"/>
                  </a:cubicBezTo>
                  <a:lnTo>
                    <a:pt x="905" y="5501"/>
                  </a:lnTo>
                  <a:lnTo>
                    <a:pt x="901" y="5464"/>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4"/>
            <p:cNvSpPr/>
            <p:nvPr/>
          </p:nvSpPr>
          <p:spPr>
            <a:xfrm>
              <a:off x="6557650" y="3873825"/>
              <a:ext cx="25" cy="25"/>
            </a:xfrm>
            <a:custGeom>
              <a:rect b="b" l="l" r="r" t="t"/>
              <a:pathLst>
                <a:path extrusionOk="0" h="1" w="1">
                  <a:moveTo>
                    <a:pt x="1"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4"/>
            <p:cNvSpPr/>
            <p:nvPr/>
          </p:nvSpPr>
          <p:spPr>
            <a:xfrm>
              <a:off x="6679700" y="3952700"/>
              <a:ext cx="14000" cy="17300"/>
            </a:xfrm>
            <a:custGeom>
              <a:rect b="b" l="l" r="r" t="t"/>
              <a:pathLst>
                <a:path extrusionOk="0" h="692" w="560">
                  <a:moveTo>
                    <a:pt x="84" y="0"/>
                  </a:moveTo>
                  <a:lnTo>
                    <a:pt x="0" y="298"/>
                  </a:lnTo>
                  <a:lnTo>
                    <a:pt x="560" y="691"/>
                  </a:lnTo>
                  <a:lnTo>
                    <a:pt x="560" y="334"/>
                  </a:lnTo>
                  <a:lnTo>
                    <a:pt x="8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4"/>
            <p:cNvSpPr/>
            <p:nvPr/>
          </p:nvSpPr>
          <p:spPr>
            <a:xfrm>
              <a:off x="6555875" y="3867675"/>
              <a:ext cx="119375" cy="88025"/>
            </a:xfrm>
            <a:custGeom>
              <a:rect b="b" l="l" r="r" t="t"/>
              <a:pathLst>
                <a:path extrusionOk="0" h="3521" w="4775">
                  <a:moveTo>
                    <a:pt x="157" y="0"/>
                  </a:moveTo>
                  <a:cubicBezTo>
                    <a:pt x="107" y="0"/>
                    <a:pt x="54" y="19"/>
                    <a:pt x="24" y="56"/>
                  </a:cubicBezTo>
                  <a:cubicBezTo>
                    <a:pt x="0" y="80"/>
                    <a:pt x="0" y="127"/>
                    <a:pt x="0" y="175"/>
                  </a:cubicBezTo>
                  <a:cubicBezTo>
                    <a:pt x="4" y="171"/>
                    <a:pt x="6" y="170"/>
                    <a:pt x="8" y="170"/>
                  </a:cubicBezTo>
                  <a:cubicBezTo>
                    <a:pt x="12" y="170"/>
                    <a:pt x="12" y="178"/>
                    <a:pt x="12" y="187"/>
                  </a:cubicBezTo>
                  <a:cubicBezTo>
                    <a:pt x="24" y="199"/>
                    <a:pt x="24" y="199"/>
                    <a:pt x="24" y="222"/>
                  </a:cubicBezTo>
                  <a:cubicBezTo>
                    <a:pt x="24" y="222"/>
                    <a:pt x="24" y="234"/>
                    <a:pt x="48" y="234"/>
                  </a:cubicBezTo>
                  <a:lnTo>
                    <a:pt x="48" y="246"/>
                  </a:lnTo>
                  <a:lnTo>
                    <a:pt x="60" y="258"/>
                  </a:lnTo>
                  <a:lnTo>
                    <a:pt x="131" y="306"/>
                  </a:lnTo>
                  <a:lnTo>
                    <a:pt x="4691" y="3521"/>
                  </a:lnTo>
                  <a:lnTo>
                    <a:pt x="4775" y="3223"/>
                  </a:lnTo>
                  <a:lnTo>
                    <a:pt x="357" y="103"/>
                  </a:lnTo>
                  <a:lnTo>
                    <a:pt x="286" y="56"/>
                  </a:lnTo>
                  <a:lnTo>
                    <a:pt x="238" y="20"/>
                  </a:lnTo>
                  <a:cubicBezTo>
                    <a:pt x="216" y="7"/>
                    <a:pt x="187" y="0"/>
                    <a:pt x="15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4"/>
            <p:cNvSpPr/>
            <p:nvPr/>
          </p:nvSpPr>
          <p:spPr>
            <a:xfrm>
              <a:off x="6604375" y="4211350"/>
              <a:ext cx="3600" cy="2725"/>
            </a:xfrm>
            <a:custGeom>
              <a:rect b="b" l="l" r="r" t="t"/>
              <a:pathLst>
                <a:path extrusionOk="0" h="109" w="144">
                  <a:moveTo>
                    <a:pt x="25" y="1"/>
                  </a:moveTo>
                  <a:lnTo>
                    <a:pt x="1" y="108"/>
                  </a:lnTo>
                  <a:cubicBezTo>
                    <a:pt x="60" y="108"/>
                    <a:pt x="120" y="72"/>
                    <a:pt x="144" y="13"/>
                  </a:cubicBezTo>
                  <a:cubicBezTo>
                    <a:pt x="96" y="1"/>
                    <a:pt x="72" y="1"/>
                    <a:pt x="2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4"/>
            <p:cNvSpPr/>
            <p:nvPr/>
          </p:nvSpPr>
          <p:spPr>
            <a:xfrm>
              <a:off x="6613600" y="3885425"/>
              <a:ext cx="80400" cy="282800"/>
            </a:xfrm>
            <a:custGeom>
              <a:rect b="b" l="l" r="r" t="t"/>
              <a:pathLst>
                <a:path extrusionOk="0" h="11312" w="3216">
                  <a:moveTo>
                    <a:pt x="3216" y="1"/>
                  </a:moveTo>
                  <a:lnTo>
                    <a:pt x="2489" y="2525"/>
                  </a:lnTo>
                  <a:lnTo>
                    <a:pt x="2394" y="2811"/>
                  </a:lnTo>
                  <a:lnTo>
                    <a:pt x="1" y="11204"/>
                  </a:lnTo>
                  <a:cubicBezTo>
                    <a:pt x="108" y="11216"/>
                    <a:pt x="191" y="11252"/>
                    <a:pt x="287" y="11312"/>
                  </a:cubicBezTo>
                  <a:lnTo>
                    <a:pt x="2644" y="3001"/>
                  </a:lnTo>
                  <a:lnTo>
                    <a:pt x="2739" y="2703"/>
                  </a:lnTo>
                  <a:lnTo>
                    <a:pt x="3216" y="1072"/>
                  </a:lnTo>
                  <a:lnTo>
                    <a:pt x="321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4"/>
            <p:cNvSpPr/>
            <p:nvPr/>
          </p:nvSpPr>
          <p:spPr>
            <a:xfrm>
              <a:off x="6443950" y="4280425"/>
              <a:ext cx="42875" cy="292625"/>
            </a:xfrm>
            <a:custGeom>
              <a:rect b="b" l="l" r="r" t="t"/>
              <a:pathLst>
                <a:path extrusionOk="0" h="11705" w="1715">
                  <a:moveTo>
                    <a:pt x="298" y="0"/>
                  </a:moveTo>
                  <a:cubicBezTo>
                    <a:pt x="191" y="36"/>
                    <a:pt x="108" y="48"/>
                    <a:pt x="0" y="48"/>
                  </a:cubicBezTo>
                  <a:lnTo>
                    <a:pt x="1417" y="11704"/>
                  </a:lnTo>
                  <a:cubicBezTo>
                    <a:pt x="1475" y="11696"/>
                    <a:pt x="1538" y="11682"/>
                    <a:pt x="1599" y="11682"/>
                  </a:cubicBezTo>
                  <a:cubicBezTo>
                    <a:pt x="1626" y="11682"/>
                    <a:pt x="1653" y="11685"/>
                    <a:pt x="1679" y="11692"/>
                  </a:cubicBezTo>
                  <a:lnTo>
                    <a:pt x="1715" y="11692"/>
                  </a:lnTo>
                  <a:lnTo>
                    <a:pt x="29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
            <p:cNvSpPr/>
            <p:nvPr/>
          </p:nvSpPr>
          <p:spPr>
            <a:xfrm>
              <a:off x="6486800" y="4208675"/>
              <a:ext cx="118200" cy="365250"/>
            </a:xfrm>
            <a:custGeom>
              <a:rect b="b" l="l" r="r" t="t"/>
              <a:pathLst>
                <a:path extrusionOk="0" h="14610" w="4728">
                  <a:moveTo>
                    <a:pt x="4442" y="1"/>
                  </a:moveTo>
                  <a:lnTo>
                    <a:pt x="1" y="14574"/>
                  </a:lnTo>
                  <a:cubicBezTo>
                    <a:pt x="37" y="14586"/>
                    <a:pt x="84" y="14586"/>
                    <a:pt x="108" y="14610"/>
                  </a:cubicBezTo>
                  <a:lnTo>
                    <a:pt x="430" y="14181"/>
                  </a:lnTo>
                  <a:lnTo>
                    <a:pt x="4704" y="215"/>
                  </a:lnTo>
                  <a:lnTo>
                    <a:pt x="4728" y="108"/>
                  </a:lnTo>
                  <a:cubicBezTo>
                    <a:pt x="4621" y="96"/>
                    <a:pt x="4537" y="48"/>
                    <a:pt x="4442"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
            <p:cNvSpPr/>
            <p:nvPr/>
          </p:nvSpPr>
          <p:spPr>
            <a:xfrm>
              <a:off x="6475500" y="4189625"/>
              <a:ext cx="112550" cy="56575"/>
            </a:xfrm>
            <a:custGeom>
              <a:rect b="b" l="l" r="r" t="t"/>
              <a:pathLst>
                <a:path extrusionOk="0" h="2263" w="4502">
                  <a:moveTo>
                    <a:pt x="4418" y="1"/>
                  </a:moveTo>
                  <a:lnTo>
                    <a:pt x="0" y="1965"/>
                  </a:lnTo>
                  <a:cubicBezTo>
                    <a:pt x="36" y="2061"/>
                    <a:pt x="48" y="2168"/>
                    <a:pt x="60" y="2263"/>
                  </a:cubicBezTo>
                  <a:lnTo>
                    <a:pt x="4501" y="298"/>
                  </a:lnTo>
                  <a:cubicBezTo>
                    <a:pt x="4453" y="215"/>
                    <a:pt x="4442" y="108"/>
                    <a:pt x="4418"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
            <p:cNvSpPr/>
            <p:nvPr/>
          </p:nvSpPr>
          <p:spPr>
            <a:xfrm>
              <a:off x="6626125" y="4142000"/>
              <a:ext cx="67575" cy="36350"/>
            </a:xfrm>
            <a:custGeom>
              <a:rect b="b" l="l" r="r" t="t"/>
              <a:pathLst>
                <a:path extrusionOk="0" h="1454" w="2703">
                  <a:moveTo>
                    <a:pt x="2703" y="1"/>
                  </a:moveTo>
                  <a:lnTo>
                    <a:pt x="0" y="1191"/>
                  </a:lnTo>
                  <a:cubicBezTo>
                    <a:pt x="60" y="1287"/>
                    <a:pt x="119" y="1358"/>
                    <a:pt x="167" y="1453"/>
                  </a:cubicBezTo>
                  <a:lnTo>
                    <a:pt x="2703" y="334"/>
                  </a:lnTo>
                  <a:lnTo>
                    <a:pt x="27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
            <p:cNvSpPr/>
            <p:nvPr/>
          </p:nvSpPr>
          <p:spPr>
            <a:xfrm>
              <a:off x="6489775" y="4289950"/>
              <a:ext cx="203925" cy="288750"/>
            </a:xfrm>
            <a:custGeom>
              <a:rect b="b" l="l" r="r" t="t"/>
              <a:pathLst>
                <a:path extrusionOk="0" h="11550" w="8157">
                  <a:moveTo>
                    <a:pt x="8157" y="0"/>
                  </a:moveTo>
                  <a:lnTo>
                    <a:pt x="311" y="10930"/>
                  </a:lnTo>
                  <a:lnTo>
                    <a:pt x="1" y="11371"/>
                  </a:lnTo>
                  <a:cubicBezTo>
                    <a:pt x="84" y="11406"/>
                    <a:pt x="180" y="11466"/>
                    <a:pt x="239" y="11549"/>
                  </a:cubicBezTo>
                  <a:lnTo>
                    <a:pt x="8157" y="500"/>
                  </a:lnTo>
                  <a:lnTo>
                    <a:pt x="815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4"/>
            <p:cNvSpPr/>
            <p:nvPr/>
          </p:nvSpPr>
          <p:spPr>
            <a:xfrm>
              <a:off x="6585925" y="4164825"/>
              <a:ext cx="47350" cy="46925"/>
            </a:xfrm>
            <a:custGeom>
              <a:rect b="b" l="l" r="r" t="t"/>
              <a:pathLst>
                <a:path extrusionOk="0" h="1877" w="1894">
                  <a:moveTo>
                    <a:pt x="941" y="0"/>
                  </a:moveTo>
                  <a:cubicBezTo>
                    <a:pt x="489" y="0"/>
                    <a:pt x="98" y="315"/>
                    <a:pt x="25" y="779"/>
                  </a:cubicBezTo>
                  <a:cubicBezTo>
                    <a:pt x="1" y="850"/>
                    <a:pt x="1" y="921"/>
                    <a:pt x="1" y="993"/>
                  </a:cubicBezTo>
                  <a:cubicBezTo>
                    <a:pt x="1" y="1100"/>
                    <a:pt x="36" y="1195"/>
                    <a:pt x="84" y="1290"/>
                  </a:cubicBezTo>
                  <a:cubicBezTo>
                    <a:pt x="155" y="1493"/>
                    <a:pt x="298" y="1648"/>
                    <a:pt x="501" y="1755"/>
                  </a:cubicBezTo>
                  <a:cubicBezTo>
                    <a:pt x="584" y="1802"/>
                    <a:pt x="679" y="1826"/>
                    <a:pt x="775" y="1862"/>
                  </a:cubicBezTo>
                  <a:cubicBezTo>
                    <a:pt x="810" y="1862"/>
                    <a:pt x="858" y="1874"/>
                    <a:pt x="882" y="1874"/>
                  </a:cubicBezTo>
                  <a:cubicBezTo>
                    <a:pt x="905" y="1876"/>
                    <a:pt x="927" y="1876"/>
                    <a:pt x="950" y="1876"/>
                  </a:cubicBezTo>
                  <a:cubicBezTo>
                    <a:pt x="1387" y="1876"/>
                    <a:pt x="1779" y="1553"/>
                    <a:pt x="1870" y="1112"/>
                  </a:cubicBezTo>
                  <a:cubicBezTo>
                    <a:pt x="1894" y="921"/>
                    <a:pt x="1870" y="719"/>
                    <a:pt x="1787" y="552"/>
                  </a:cubicBezTo>
                  <a:cubicBezTo>
                    <a:pt x="1751" y="457"/>
                    <a:pt x="1691" y="374"/>
                    <a:pt x="1632" y="302"/>
                  </a:cubicBezTo>
                  <a:cubicBezTo>
                    <a:pt x="1572" y="219"/>
                    <a:pt x="1477" y="159"/>
                    <a:pt x="1406" y="124"/>
                  </a:cubicBezTo>
                  <a:cubicBezTo>
                    <a:pt x="1310" y="76"/>
                    <a:pt x="1227" y="40"/>
                    <a:pt x="1120" y="17"/>
                  </a:cubicBezTo>
                  <a:cubicBezTo>
                    <a:pt x="1060" y="6"/>
                    <a:pt x="1000" y="0"/>
                    <a:pt x="9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
            <p:cNvSpPr/>
            <p:nvPr/>
          </p:nvSpPr>
          <p:spPr>
            <a:xfrm>
              <a:off x="6407925" y="4215525"/>
              <a:ext cx="69375" cy="65800"/>
            </a:xfrm>
            <a:custGeom>
              <a:rect b="b" l="l" r="r" t="t"/>
              <a:pathLst>
                <a:path extrusionOk="0" h="2632" w="2775">
                  <a:moveTo>
                    <a:pt x="1489" y="1"/>
                  </a:moveTo>
                  <a:cubicBezTo>
                    <a:pt x="1263" y="1"/>
                    <a:pt x="1049" y="36"/>
                    <a:pt x="870" y="120"/>
                  </a:cubicBezTo>
                  <a:cubicBezTo>
                    <a:pt x="787" y="155"/>
                    <a:pt x="691" y="203"/>
                    <a:pt x="620" y="263"/>
                  </a:cubicBezTo>
                  <a:cubicBezTo>
                    <a:pt x="370" y="453"/>
                    <a:pt x="191" y="739"/>
                    <a:pt x="132" y="1060"/>
                  </a:cubicBezTo>
                  <a:cubicBezTo>
                    <a:pt x="1" y="1775"/>
                    <a:pt x="477" y="2477"/>
                    <a:pt x="1203" y="2608"/>
                  </a:cubicBezTo>
                  <a:cubicBezTo>
                    <a:pt x="1275" y="2632"/>
                    <a:pt x="1370" y="2632"/>
                    <a:pt x="1441" y="2632"/>
                  </a:cubicBezTo>
                  <a:cubicBezTo>
                    <a:pt x="1549" y="2632"/>
                    <a:pt x="1632" y="2608"/>
                    <a:pt x="1739" y="2596"/>
                  </a:cubicBezTo>
                  <a:cubicBezTo>
                    <a:pt x="2239" y="2477"/>
                    <a:pt x="2644" y="2072"/>
                    <a:pt x="2751" y="1537"/>
                  </a:cubicBezTo>
                  <a:cubicBezTo>
                    <a:pt x="2763" y="1441"/>
                    <a:pt x="2775" y="1322"/>
                    <a:pt x="2763" y="1215"/>
                  </a:cubicBezTo>
                  <a:cubicBezTo>
                    <a:pt x="2763" y="1108"/>
                    <a:pt x="2739" y="1001"/>
                    <a:pt x="2703" y="917"/>
                  </a:cubicBezTo>
                  <a:cubicBezTo>
                    <a:pt x="2573" y="501"/>
                    <a:pt x="2227" y="155"/>
                    <a:pt x="1787" y="36"/>
                  </a:cubicBezTo>
                  <a:cubicBezTo>
                    <a:pt x="1751" y="24"/>
                    <a:pt x="1727" y="24"/>
                    <a:pt x="1680" y="13"/>
                  </a:cubicBezTo>
                  <a:cubicBezTo>
                    <a:pt x="1620" y="1"/>
                    <a:pt x="1560" y="1"/>
                    <a:pt x="148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
            <p:cNvSpPr/>
            <p:nvPr/>
          </p:nvSpPr>
          <p:spPr>
            <a:xfrm>
              <a:off x="4666950" y="3657525"/>
              <a:ext cx="11925" cy="12150"/>
            </a:xfrm>
            <a:custGeom>
              <a:rect b="b" l="l" r="r" t="t"/>
              <a:pathLst>
                <a:path extrusionOk="0" h="486" w="477">
                  <a:moveTo>
                    <a:pt x="233" y="1"/>
                  </a:moveTo>
                  <a:cubicBezTo>
                    <a:pt x="128" y="1"/>
                    <a:pt x="22" y="87"/>
                    <a:pt x="12" y="199"/>
                  </a:cubicBezTo>
                  <a:cubicBezTo>
                    <a:pt x="0" y="247"/>
                    <a:pt x="12" y="306"/>
                    <a:pt x="24" y="354"/>
                  </a:cubicBezTo>
                  <a:cubicBezTo>
                    <a:pt x="60" y="413"/>
                    <a:pt x="119" y="461"/>
                    <a:pt x="203" y="485"/>
                  </a:cubicBezTo>
                  <a:cubicBezTo>
                    <a:pt x="213" y="486"/>
                    <a:pt x="223" y="486"/>
                    <a:pt x="233" y="486"/>
                  </a:cubicBezTo>
                  <a:cubicBezTo>
                    <a:pt x="362" y="486"/>
                    <a:pt x="465" y="416"/>
                    <a:pt x="476" y="294"/>
                  </a:cubicBezTo>
                  <a:lnTo>
                    <a:pt x="476" y="187"/>
                  </a:lnTo>
                  <a:cubicBezTo>
                    <a:pt x="429" y="92"/>
                    <a:pt x="369" y="20"/>
                    <a:pt x="286" y="8"/>
                  </a:cubicBezTo>
                  <a:cubicBezTo>
                    <a:pt x="269" y="3"/>
                    <a:pt x="251" y="1"/>
                    <a:pt x="23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
            <p:cNvSpPr/>
            <p:nvPr/>
          </p:nvSpPr>
          <p:spPr>
            <a:xfrm>
              <a:off x="5526275" y="3907750"/>
              <a:ext cx="25325" cy="23650"/>
            </a:xfrm>
            <a:custGeom>
              <a:rect b="b" l="l" r="r" t="t"/>
              <a:pathLst>
                <a:path extrusionOk="0" h="946" w="1013">
                  <a:moveTo>
                    <a:pt x="512" y="1"/>
                  </a:moveTo>
                  <a:cubicBezTo>
                    <a:pt x="286" y="13"/>
                    <a:pt x="84" y="167"/>
                    <a:pt x="48" y="382"/>
                  </a:cubicBezTo>
                  <a:cubicBezTo>
                    <a:pt x="0" y="644"/>
                    <a:pt x="179" y="894"/>
                    <a:pt x="441" y="941"/>
                  </a:cubicBezTo>
                  <a:cubicBezTo>
                    <a:pt x="462" y="944"/>
                    <a:pt x="484" y="946"/>
                    <a:pt x="505" y="946"/>
                  </a:cubicBezTo>
                  <a:cubicBezTo>
                    <a:pt x="732" y="946"/>
                    <a:pt x="945" y="777"/>
                    <a:pt x="989" y="548"/>
                  </a:cubicBezTo>
                  <a:cubicBezTo>
                    <a:pt x="1012" y="370"/>
                    <a:pt x="941" y="191"/>
                    <a:pt x="798" y="84"/>
                  </a:cubicBezTo>
                  <a:cubicBezTo>
                    <a:pt x="739" y="48"/>
                    <a:pt x="679" y="13"/>
                    <a:pt x="58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
            <p:cNvSpPr/>
            <p:nvPr/>
          </p:nvSpPr>
          <p:spPr>
            <a:xfrm>
              <a:off x="6515675" y="3702325"/>
              <a:ext cx="35450" cy="33100"/>
            </a:xfrm>
            <a:custGeom>
              <a:rect b="b" l="l" r="r" t="t"/>
              <a:pathLst>
                <a:path extrusionOk="0" h="1324" w="1418">
                  <a:moveTo>
                    <a:pt x="679" y="0"/>
                  </a:moveTo>
                  <a:cubicBezTo>
                    <a:pt x="563" y="0"/>
                    <a:pt x="454" y="33"/>
                    <a:pt x="358" y="86"/>
                  </a:cubicBezTo>
                  <a:cubicBezTo>
                    <a:pt x="275" y="133"/>
                    <a:pt x="191" y="205"/>
                    <a:pt x="132" y="276"/>
                  </a:cubicBezTo>
                  <a:cubicBezTo>
                    <a:pt x="96" y="360"/>
                    <a:pt x="48" y="443"/>
                    <a:pt x="37" y="538"/>
                  </a:cubicBezTo>
                  <a:cubicBezTo>
                    <a:pt x="1" y="717"/>
                    <a:pt x="48" y="907"/>
                    <a:pt x="156" y="1038"/>
                  </a:cubicBezTo>
                  <a:cubicBezTo>
                    <a:pt x="215" y="1145"/>
                    <a:pt x="287" y="1205"/>
                    <a:pt x="370" y="1252"/>
                  </a:cubicBezTo>
                  <a:cubicBezTo>
                    <a:pt x="429" y="1276"/>
                    <a:pt x="513" y="1312"/>
                    <a:pt x="572" y="1312"/>
                  </a:cubicBezTo>
                  <a:cubicBezTo>
                    <a:pt x="608" y="1324"/>
                    <a:pt x="656" y="1324"/>
                    <a:pt x="703" y="1324"/>
                  </a:cubicBezTo>
                  <a:cubicBezTo>
                    <a:pt x="810" y="1324"/>
                    <a:pt x="894" y="1300"/>
                    <a:pt x="989" y="1252"/>
                  </a:cubicBezTo>
                  <a:cubicBezTo>
                    <a:pt x="1168" y="1157"/>
                    <a:pt x="1299" y="979"/>
                    <a:pt x="1346" y="776"/>
                  </a:cubicBezTo>
                  <a:cubicBezTo>
                    <a:pt x="1418" y="419"/>
                    <a:pt x="1168" y="62"/>
                    <a:pt x="810" y="14"/>
                  </a:cubicBezTo>
                  <a:cubicBezTo>
                    <a:pt x="766" y="5"/>
                    <a:pt x="722" y="0"/>
                    <a:pt x="67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4"/>
            <p:cNvSpPr/>
            <p:nvPr/>
          </p:nvSpPr>
          <p:spPr>
            <a:xfrm>
              <a:off x="6265350" y="3971075"/>
              <a:ext cx="33375" cy="33075"/>
            </a:xfrm>
            <a:custGeom>
              <a:rect b="b" l="l" r="r" t="t"/>
              <a:pathLst>
                <a:path extrusionOk="0" h="1323" w="1335">
                  <a:moveTo>
                    <a:pt x="652" y="1"/>
                  </a:moveTo>
                  <a:cubicBezTo>
                    <a:pt x="556" y="1"/>
                    <a:pt x="466" y="26"/>
                    <a:pt x="382" y="51"/>
                  </a:cubicBezTo>
                  <a:cubicBezTo>
                    <a:pt x="298" y="99"/>
                    <a:pt x="227" y="158"/>
                    <a:pt x="144" y="230"/>
                  </a:cubicBezTo>
                  <a:cubicBezTo>
                    <a:pt x="84" y="289"/>
                    <a:pt x="48" y="385"/>
                    <a:pt x="24" y="468"/>
                  </a:cubicBezTo>
                  <a:cubicBezTo>
                    <a:pt x="24" y="504"/>
                    <a:pt x="13" y="516"/>
                    <a:pt x="13" y="551"/>
                  </a:cubicBezTo>
                  <a:cubicBezTo>
                    <a:pt x="1" y="623"/>
                    <a:pt x="1" y="694"/>
                    <a:pt x="13" y="766"/>
                  </a:cubicBezTo>
                  <a:cubicBezTo>
                    <a:pt x="60" y="1039"/>
                    <a:pt x="263" y="1278"/>
                    <a:pt x="548" y="1301"/>
                  </a:cubicBezTo>
                  <a:cubicBezTo>
                    <a:pt x="595" y="1316"/>
                    <a:pt x="642" y="1322"/>
                    <a:pt x="689" y="1322"/>
                  </a:cubicBezTo>
                  <a:cubicBezTo>
                    <a:pt x="759" y="1322"/>
                    <a:pt x="829" y="1306"/>
                    <a:pt x="894" y="1278"/>
                  </a:cubicBezTo>
                  <a:cubicBezTo>
                    <a:pt x="977" y="1242"/>
                    <a:pt x="1072" y="1182"/>
                    <a:pt x="1144" y="1111"/>
                  </a:cubicBezTo>
                  <a:cubicBezTo>
                    <a:pt x="1251" y="1039"/>
                    <a:pt x="1310" y="920"/>
                    <a:pt x="1322" y="789"/>
                  </a:cubicBezTo>
                  <a:cubicBezTo>
                    <a:pt x="1334" y="706"/>
                    <a:pt x="1334" y="647"/>
                    <a:pt x="1322" y="575"/>
                  </a:cubicBezTo>
                  <a:cubicBezTo>
                    <a:pt x="1310" y="468"/>
                    <a:pt x="1275" y="385"/>
                    <a:pt x="1215" y="289"/>
                  </a:cubicBezTo>
                  <a:cubicBezTo>
                    <a:pt x="1179" y="218"/>
                    <a:pt x="1096" y="147"/>
                    <a:pt x="1025" y="99"/>
                  </a:cubicBezTo>
                  <a:cubicBezTo>
                    <a:pt x="953" y="51"/>
                    <a:pt x="858" y="27"/>
                    <a:pt x="775" y="16"/>
                  </a:cubicBezTo>
                  <a:cubicBezTo>
                    <a:pt x="733" y="5"/>
                    <a:pt x="692" y="1"/>
                    <a:pt x="65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4"/>
            <p:cNvSpPr/>
            <p:nvPr/>
          </p:nvSpPr>
          <p:spPr>
            <a:xfrm>
              <a:off x="6376075" y="3733725"/>
              <a:ext cx="25025" cy="23625"/>
            </a:xfrm>
            <a:custGeom>
              <a:rect b="b" l="l" r="r" t="t"/>
              <a:pathLst>
                <a:path extrusionOk="0" h="945" w="1001">
                  <a:moveTo>
                    <a:pt x="490" y="1"/>
                  </a:moveTo>
                  <a:cubicBezTo>
                    <a:pt x="268" y="1"/>
                    <a:pt x="56" y="168"/>
                    <a:pt x="25" y="401"/>
                  </a:cubicBezTo>
                  <a:cubicBezTo>
                    <a:pt x="25" y="425"/>
                    <a:pt x="1" y="473"/>
                    <a:pt x="1" y="497"/>
                  </a:cubicBezTo>
                  <a:cubicBezTo>
                    <a:pt x="1" y="604"/>
                    <a:pt x="48" y="699"/>
                    <a:pt x="108" y="770"/>
                  </a:cubicBezTo>
                  <a:cubicBezTo>
                    <a:pt x="179" y="830"/>
                    <a:pt x="263" y="889"/>
                    <a:pt x="358" y="913"/>
                  </a:cubicBezTo>
                  <a:cubicBezTo>
                    <a:pt x="370" y="913"/>
                    <a:pt x="394" y="937"/>
                    <a:pt x="406" y="937"/>
                  </a:cubicBezTo>
                  <a:cubicBezTo>
                    <a:pt x="436" y="941"/>
                    <a:pt x="467" y="944"/>
                    <a:pt x="497" y="944"/>
                  </a:cubicBezTo>
                  <a:cubicBezTo>
                    <a:pt x="550" y="944"/>
                    <a:pt x="603" y="936"/>
                    <a:pt x="656" y="913"/>
                  </a:cubicBezTo>
                  <a:cubicBezTo>
                    <a:pt x="810" y="854"/>
                    <a:pt x="929" y="723"/>
                    <a:pt x="953" y="556"/>
                  </a:cubicBezTo>
                  <a:cubicBezTo>
                    <a:pt x="1001" y="306"/>
                    <a:pt x="834" y="56"/>
                    <a:pt x="572" y="8"/>
                  </a:cubicBezTo>
                  <a:cubicBezTo>
                    <a:pt x="545" y="3"/>
                    <a:pt x="518" y="1"/>
                    <a:pt x="49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
            <p:cNvSpPr/>
            <p:nvPr/>
          </p:nvSpPr>
          <p:spPr>
            <a:xfrm>
              <a:off x="6507050" y="3935025"/>
              <a:ext cx="26225" cy="23850"/>
            </a:xfrm>
            <a:custGeom>
              <a:rect b="b" l="l" r="r" t="t"/>
              <a:pathLst>
                <a:path extrusionOk="0" h="954" w="1049">
                  <a:moveTo>
                    <a:pt x="532" y="0"/>
                  </a:moveTo>
                  <a:cubicBezTo>
                    <a:pt x="306" y="0"/>
                    <a:pt x="103" y="169"/>
                    <a:pt x="48" y="398"/>
                  </a:cubicBezTo>
                  <a:cubicBezTo>
                    <a:pt x="1" y="648"/>
                    <a:pt x="167" y="898"/>
                    <a:pt x="441" y="946"/>
                  </a:cubicBezTo>
                  <a:cubicBezTo>
                    <a:pt x="470" y="951"/>
                    <a:pt x="498" y="954"/>
                    <a:pt x="527" y="954"/>
                  </a:cubicBezTo>
                  <a:cubicBezTo>
                    <a:pt x="746" y="954"/>
                    <a:pt x="947" y="796"/>
                    <a:pt x="989" y="565"/>
                  </a:cubicBezTo>
                  <a:cubicBezTo>
                    <a:pt x="1048" y="291"/>
                    <a:pt x="870" y="53"/>
                    <a:pt x="596" y="5"/>
                  </a:cubicBezTo>
                  <a:cubicBezTo>
                    <a:pt x="574" y="2"/>
                    <a:pt x="553" y="0"/>
                    <a:pt x="53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
            <p:cNvSpPr/>
            <p:nvPr/>
          </p:nvSpPr>
          <p:spPr>
            <a:xfrm>
              <a:off x="5903100" y="3945425"/>
              <a:ext cx="25025" cy="23875"/>
            </a:xfrm>
            <a:custGeom>
              <a:rect b="b" l="l" r="r" t="t"/>
              <a:pathLst>
                <a:path extrusionOk="0" h="955" w="1001">
                  <a:moveTo>
                    <a:pt x="537" y="0"/>
                  </a:moveTo>
                  <a:cubicBezTo>
                    <a:pt x="497" y="0"/>
                    <a:pt x="457" y="6"/>
                    <a:pt x="417" y="6"/>
                  </a:cubicBezTo>
                  <a:cubicBezTo>
                    <a:pt x="322" y="30"/>
                    <a:pt x="227" y="89"/>
                    <a:pt x="167" y="160"/>
                  </a:cubicBezTo>
                  <a:cubicBezTo>
                    <a:pt x="108" y="220"/>
                    <a:pt x="60" y="303"/>
                    <a:pt x="48" y="399"/>
                  </a:cubicBezTo>
                  <a:cubicBezTo>
                    <a:pt x="1" y="601"/>
                    <a:pt x="120" y="815"/>
                    <a:pt x="298" y="899"/>
                  </a:cubicBezTo>
                  <a:cubicBezTo>
                    <a:pt x="346" y="922"/>
                    <a:pt x="382" y="934"/>
                    <a:pt x="441" y="946"/>
                  </a:cubicBezTo>
                  <a:cubicBezTo>
                    <a:pt x="471" y="951"/>
                    <a:pt x="500" y="954"/>
                    <a:pt x="529" y="954"/>
                  </a:cubicBezTo>
                  <a:cubicBezTo>
                    <a:pt x="570" y="954"/>
                    <a:pt x="609" y="948"/>
                    <a:pt x="644" y="934"/>
                  </a:cubicBezTo>
                  <a:cubicBezTo>
                    <a:pt x="656" y="934"/>
                    <a:pt x="679" y="922"/>
                    <a:pt x="691" y="922"/>
                  </a:cubicBezTo>
                  <a:cubicBezTo>
                    <a:pt x="798" y="887"/>
                    <a:pt x="870" y="815"/>
                    <a:pt x="929" y="720"/>
                  </a:cubicBezTo>
                  <a:cubicBezTo>
                    <a:pt x="929" y="708"/>
                    <a:pt x="941" y="696"/>
                    <a:pt x="941" y="684"/>
                  </a:cubicBezTo>
                  <a:cubicBezTo>
                    <a:pt x="953" y="637"/>
                    <a:pt x="977" y="601"/>
                    <a:pt x="989" y="541"/>
                  </a:cubicBezTo>
                  <a:cubicBezTo>
                    <a:pt x="1001" y="482"/>
                    <a:pt x="1001" y="446"/>
                    <a:pt x="989" y="387"/>
                  </a:cubicBezTo>
                  <a:cubicBezTo>
                    <a:pt x="977" y="303"/>
                    <a:pt x="941" y="232"/>
                    <a:pt x="882" y="172"/>
                  </a:cubicBezTo>
                  <a:cubicBezTo>
                    <a:pt x="810" y="101"/>
                    <a:pt x="727" y="41"/>
                    <a:pt x="596" y="6"/>
                  </a:cubicBezTo>
                  <a:cubicBezTo>
                    <a:pt x="576" y="2"/>
                    <a:pt x="556" y="0"/>
                    <a:pt x="53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4"/>
            <p:cNvSpPr/>
            <p:nvPr/>
          </p:nvSpPr>
          <p:spPr>
            <a:xfrm>
              <a:off x="5745650" y="3654300"/>
              <a:ext cx="23825" cy="23825"/>
            </a:xfrm>
            <a:custGeom>
              <a:rect b="b" l="l" r="r" t="t"/>
              <a:pathLst>
                <a:path extrusionOk="0" h="953" w="953">
                  <a:moveTo>
                    <a:pt x="471" y="0"/>
                  </a:moveTo>
                  <a:cubicBezTo>
                    <a:pt x="444" y="0"/>
                    <a:pt x="417" y="6"/>
                    <a:pt x="393" y="18"/>
                  </a:cubicBezTo>
                  <a:cubicBezTo>
                    <a:pt x="298" y="30"/>
                    <a:pt x="203" y="78"/>
                    <a:pt x="131" y="149"/>
                  </a:cubicBezTo>
                  <a:cubicBezTo>
                    <a:pt x="72" y="209"/>
                    <a:pt x="24" y="292"/>
                    <a:pt x="0" y="387"/>
                  </a:cubicBezTo>
                  <a:lnTo>
                    <a:pt x="0" y="423"/>
                  </a:lnTo>
                  <a:cubicBezTo>
                    <a:pt x="0" y="518"/>
                    <a:pt x="12" y="626"/>
                    <a:pt x="60" y="721"/>
                  </a:cubicBezTo>
                  <a:cubicBezTo>
                    <a:pt x="131" y="840"/>
                    <a:pt x="238" y="923"/>
                    <a:pt x="381" y="935"/>
                  </a:cubicBezTo>
                  <a:cubicBezTo>
                    <a:pt x="411" y="947"/>
                    <a:pt x="441" y="953"/>
                    <a:pt x="471" y="953"/>
                  </a:cubicBezTo>
                  <a:cubicBezTo>
                    <a:pt x="500" y="953"/>
                    <a:pt x="530" y="947"/>
                    <a:pt x="560" y="935"/>
                  </a:cubicBezTo>
                  <a:cubicBezTo>
                    <a:pt x="667" y="923"/>
                    <a:pt x="750" y="864"/>
                    <a:pt x="810" y="792"/>
                  </a:cubicBezTo>
                  <a:cubicBezTo>
                    <a:pt x="846" y="757"/>
                    <a:pt x="858" y="733"/>
                    <a:pt x="870" y="697"/>
                  </a:cubicBezTo>
                  <a:cubicBezTo>
                    <a:pt x="905" y="661"/>
                    <a:pt x="917" y="614"/>
                    <a:pt x="929" y="554"/>
                  </a:cubicBezTo>
                  <a:cubicBezTo>
                    <a:pt x="953" y="506"/>
                    <a:pt x="953" y="459"/>
                    <a:pt x="929" y="423"/>
                  </a:cubicBezTo>
                  <a:cubicBezTo>
                    <a:pt x="905" y="221"/>
                    <a:pt x="750" y="42"/>
                    <a:pt x="548" y="18"/>
                  </a:cubicBezTo>
                  <a:cubicBezTo>
                    <a:pt x="524" y="6"/>
                    <a:pt x="497" y="0"/>
                    <a:pt x="47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
            <p:cNvSpPr/>
            <p:nvPr/>
          </p:nvSpPr>
          <p:spPr>
            <a:xfrm>
              <a:off x="4724975" y="3627350"/>
              <a:ext cx="23850" cy="23175"/>
            </a:xfrm>
            <a:custGeom>
              <a:rect b="b" l="l" r="r" t="t"/>
              <a:pathLst>
                <a:path extrusionOk="0" h="927" w="954">
                  <a:moveTo>
                    <a:pt x="446" y="1"/>
                  </a:moveTo>
                  <a:cubicBezTo>
                    <a:pt x="336" y="1"/>
                    <a:pt x="241" y="44"/>
                    <a:pt x="168" y="108"/>
                  </a:cubicBezTo>
                  <a:cubicBezTo>
                    <a:pt x="120" y="144"/>
                    <a:pt x="84" y="191"/>
                    <a:pt x="60" y="251"/>
                  </a:cubicBezTo>
                  <a:cubicBezTo>
                    <a:pt x="48" y="287"/>
                    <a:pt x="13" y="334"/>
                    <a:pt x="13" y="382"/>
                  </a:cubicBezTo>
                  <a:cubicBezTo>
                    <a:pt x="1" y="453"/>
                    <a:pt x="1" y="513"/>
                    <a:pt x="13" y="572"/>
                  </a:cubicBezTo>
                  <a:cubicBezTo>
                    <a:pt x="60" y="751"/>
                    <a:pt x="191" y="882"/>
                    <a:pt x="382" y="918"/>
                  </a:cubicBezTo>
                  <a:cubicBezTo>
                    <a:pt x="416" y="924"/>
                    <a:pt x="450" y="926"/>
                    <a:pt x="482" y="926"/>
                  </a:cubicBezTo>
                  <a:cubicBezTo>
                    <a:pt x="581" y="926"/>
                    <a:pt x="667" y="898"/>
                    <a:pt x="739" y="834"/>
                  </a:cubicBezTo>
                  <a:cubicBezTo>
                    <a:pt x="822" y="811"/>
                    <a:pt x="882" y="739"/>
                    <a:pt x="906" y="632"/>
                  </a:cubicBezTo>
                  <a:cubicBezTo>
                    <a:pt x="918" y="608"/>
                    <a:pt x="918" y="584"/>
                    <a:pt x="918" y="561"/>
                  </a:cubicBezTo>
                  <a:cubicBezTo>
                    <a:pt x="953" y="441"/>
                    <a:pt x="918" y="334"/>
                    <a:pt x="858" y="227"/>
                  </a:cubicBezTo>
                  <a:cubicBezTo>
                    <a:pt x="799" y="132"/>
                    <a:pt x="715" y="49"/>
                    <a:pt x="596" y="25"/>
                  </a:cubicBezTo>
                  <a:cubicBezTo>
                    <a:pt x="584" y="25"/>
                    <a:pt x="560" y="13"/>
                    <a:pt x="549" y="13"/>
                  </a:cubicBezTo>
                  <a:cubicBezTo>
                    <a:pt x="513" y="5"/>
                    <a:pt x="479" y="1"/>
                    <a:pt x="44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4"/>
            <p:cNvSpPr/>
            <p:nvPr/>
          </p:nvSpPr>
          <p:spPr>
            <a:xfrm>
              <a:off x="5094675" y="3924725"/>
              <a:ext cx="25325" cy="23725"/>
            </a:xfrm>
            <a:custGeom>
              <a:rect b="b" l="l" r="r" t="t"/>
              <a:pathLst>
                <a:path extrusionOk="0" h="949" w="1013">
                  <a:moveTo>
                    <a:pt x="524" y="0"/>
                  </a:moveTo>
                  <a:cubicBezTo>
                    <a:pt x="417" y="0"/>
                    <a:pt x="334" y="36"/>
                    <a:pt x="239" y="96"/>
                  </a:cubicBezTo>
                  <a:cubicBezTo>
                    <a:pt x="131" y="167"/>
                    <a:pt x="60" y="274"/>
                    <a:pt x="48" y="393"/>
                  </a:cubicBezTo>
                  <a:cubicBezTo>
                    <a:pt x="0" y="643"/>
                    <a:pt x="167" y="893"/>
                    <a:pt x="429" y="941"/>
                  </a:cubicBezTo>
                  <a:cubicBezTo>
                    <a:pt x="459" y="946"/>
                    <a:pt x="489" y="949"/>
                    <a:pt x="518" y="949"/>
                  </a:cubicBezTo>
                  <a:cubicBezTo>
                    <a:pt x="746" y="949"/>
                    <a:pt x="946" y="792"/>
                    <a:pt x="989" y="560"/>
                  </a:cubicBezTo>
                  <a:cubicBezTo>
                    <a:pt x="1012" y="405"/>
                    <a:pt x="977" y="238"/>
                    <a:pt x="870" y="143"/>
                  </a:cubicBezTo>
                  <a:cubicBezTo>
                    <a:pt x="774" y="84"/>
                    <a:pt x="691" y="24"/>
                    <a:pt x="58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
            <p:cNvSpPr/>
            <p:nvPr/>
          </p:nvSpPr>
          <p:spPr>
            <a:xfrm>
              <a:off x="6464775" y="4572300"/>
              <a:ext cx="35450" cy="32975"/>
            </a:xfrm>
            <a:custGeom>
              <a:rect b="b" l="l" r="r" t="t"/>
              <a:pathLst>
                <a:path extrusionOk="0" h="1319" w="1418">
                  <a:moveTo>
                    <a:pt x="729" y="1"/>
                  </a:moveTo>
                  <a:cubicBezTo>
                    <a:pt x="680" y="1"/>
                    <a:pt x="630" y="9"/>
                    <a:pt x="584" y="29"/>
                  </a:cubicBezTo>
                  <a:cubicBezTo>
                    <a:pt x="525" y="41"/>
                    <a:pt x="477" y="53"/>
                    <a:pt x="418" y="89"/>
                  </a:cubicBezTo>
                  <a:cubicBezTo>
                    <a:pt x="322" y="136"/>
                    <a:pt x="251" y="208"/>
                    <a:pt x="191" y="279"/>
                  </a:cubicBezTo>
                  <a:cubicBezTo>
                    <a:pt x="132" y="351"/>
                    <a:pt x="84" y="446"/>
                    <a:pt x="72" y="553"/>
                  </a:cubicBezTo>
                  <a:cubicBezTo>
                    <a:pt x="1" y="910"/>
                    <a:pt x="251" y="1267"/>
                    <a:pt x="608" y="1303"/>
                  </a:cubicBezTo>
                  <a:cubicBezTo>
                    <a:pt x="653" y="1314"/>
                    <a:pt x="698" y="1319"/>
                    <a:pt x="743" y="1319"/>
                  </a:cubicBezTo>
                  <a:cubicBezTo>
                    <a:pt x="1051" y="1319"/>
                    <a:pt x="1328" y="1079"/>
                    <a:pt x="1370" y="767"/>
                  </a:cubicBezTo>
                  <a:cubicBezTo>
                    <a:pt x="1418" y="565"/>
                    <a:pt x="1358" y="374"/>
                    <a:pt x="1215" y="220"/>
                  </a:cubicBezTo>
                  <a:cubicBezTo>
                    <a:pt x="1180" y="160"/>
                    <a:pt x="1096" y="100"/>
                    <a:pt x="1001" y="53"/>
                  </a:cubicBezTo>
                  <a:cubicBezTo>
                    <a:pt x="953" y="41"/>
                    <a:pt x="918" y="29"/>
                    <a:pt x="882" y="17"/>
                  </a:cubicBezTo>
                  <a:lnTo>
                    <a:pt x="846" y="17"/>
                  </a:lnTo>
                  <a:cubicBezTo>
                    <a:pt x="809" y="6"/>
                    <a:pt x="769" y="1"/>
                    <a:pt x="72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4"/>
            <p:cNvSpPr/>
            <p:nvPr/>
          </p:nvSpPr>
          <p:spPr>
            <a:xfrm>
              <a:off x="6403775" y="3934525"/>
              <a:ext cx="13700" cy="13725"/>
            </a:xfrm>
            <a:custGeom>
              <a:rect b="b" l="l" r="r" t="t"/>
              <a:pathLst>
                <a:path extrusionOk="0" h="549" w="548">
                  <a:moveTo>
                    <a:pt x="295" y="0"/>
                  </a:moveTo>
                  <a:cubicBezTo>
                    <a:pt x="163" y="0"/>
                    <a:pt x="45" y="82"/>
                    <a:pt x="12" y="227"/>
                  </a:cubicBezTo>
                  <a:lnTo>
                    <a:pt x="12" y="251"/>
                  </a:lnTo>
                  <a:cubicBezTo>
                    <a:pt x="0" y="406"/>
                    <a:pt x="72" y="537"/>
                    <a:pt x="226" y="549"/>
                  </a:cubicBezTo>
                  <a:lnTo>
                    <a:pt x="250" y="549"/>
                  </a:lnTo>
                  <a:cubicBezTo>
                    <a:pt x="369" y="549"/>
                    <a:pt x="488" y="489"/>
                    <a:pt x="524" y="370"/>
                  </a:cubicBezTo>
                  <a:cubicBezTo>
                    <a:pt x="524" y="358"/>
                    <a:pt x="536" y="346"/>
                    <a:pt x="536" y="323"/>
                  </a:cubicBezTo>
                  <a:cubicBezTo>
                    <a:pt x="548" y="251"/>
                    <a:pt x="536" y="180"/>
                    <a:pt x="488" y="120"/>
                  </a:cubicBezTo>
                  <a:cubicBezTo>
                    <a:pt x="476" y="108"/>
                    <a:pt x="453" y="73"/>
                    <a:pt x="441" y="61"/>
                  </a:cubicBezTo>
                  <a:cubicBezTo>
                    <a:pt x="417" y="25"/>
                    <a:pt x="369" y="13"/>
                    <a:pt x="322" y="1"/>
                  </a:cubicBezTo>
                  <a:cubicBezTo>
                    <a:pt x="313" y="0"/>
                    <a:pt x="304" y="0"/>
                    <a:pt x="29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
            <p:cNvSpPr/>
            <p:nvPr/>
          </p:nvSpPr>
          <p:spPr>
            <a:xfrm>
              <a:off x="6161475" y="3834275"/>
              <a:ext cx="13725" cy="13075"/>
            </a:xfrm>
            <a:custGeom>
              <a:rect b="b" l="l" r="r" t="t"/>
              <a:pathLst>
                <a:path extrusionOk="0" h="523" w="549">
                  <a:moveTo>
                    <a:pt x="255" y="1"/>
                  </a:moveTo>
                  <a:cubicBezTo>
                    <a:pt x="211" y="1"/>
                    <a:pt x="165" y="18"/>
                    <a:pt x="131" y="35"/>
                  </a:cubicBezTo>
                  <a:cubicBezTo>
                    <a:pt x="60" y="70"/>
                    <a:pt x="0" y="142"/>
                    <a:pt x="0" y="213"/>
                  </a:cubicBezTo>
                  <a:lnTo>
                    <a:pt x="0" y="332"/>
                  </a:lnTo>
                  <a:lnTo>
                    <a:pt x="0" y="344"/>
                  </a:lnTo>
                  <a:cubicBezTo>
                    <a:pt x="36" y="439"/>
                    <a:pt x="108" y="511"/>
                    <a:pt x="215" y="523"/>
                  </a:cubicBezTo>
                  <a:lnTo>
                    <a:pt x="334" y="523"/>
                  </a:lnTo>
                  <a:cubicBezTo>
                    <a:pt x="358" y="511"/>
                    <a:pt x="405" y="499"/>
                    <a:pt x="429" y="487"/>
                  </a:cubicBezTo>
                  <a:cubicBezTo>
                    <a:pt x="489" y="439"/>
                    <a:pt x="524" y="380"/>
                    <a:pt x="536" y="320"/>
                  </a:cubicBezTo>
                  <a:cubicBezTo>
                    <a:pt x="548" y="249"/>
                    <a:pt x="536" y="189"/>
                    <a:pt x="512" y="142"/>
                  </a:cubicBezTo>
                  <a:cubicBezTo>
                    <a:pt x="465" y="70"/>
                    <a:pt x="405" y="23"/>
                    <a:pt x="310" y="11"/>
                  </a:cubicBezTo>
                  <a:cubicBezTo>
                    <a:pt x="293" y="4"/>
                    <a:pt x="274" y="1"/>
                    <a:pt x="25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4"/>
            <p:cNvSpPr/>
            <p:nvPr/>
          </p:nvSpPr>
          <p:spPr>
            <a:xfrm>
              <a:off x="6281425" y="3778100"/>
              <a:ext cx="13425" cy="13675"/>
            </a:xfrm>
            <a:custGeom>
              <a:rect b="b" l="l" r="r" t="t"/>
              <a:pathLst>
                <a:path extrusionOk="0" h="547" w="537">
                  <a:moveTo>
                    <a:pt x="266" y="1"/>
                  </a:moveTo>
                  <a:cubicBezTo>
                    <a:pt x="144" y="1"/>
                    <a:pt x="33" y="99"/>
                    <a:pt x="13" y="234"/>
                  </a:cubicBezTo>
                  <a:cubicBezTo>
                    <a:pt x="1" y="305"/>
                    <a:pt x="13" y="365"/>
                    <a:pt x="60" y="424"/>
                  </a:cubicBezTo>
                  <a:cubicBezTo>
                    <a:pt x="84" y="484"/>
                    <a:pt x="143" y="531"/>
                    <a:pt x="215" y="543"/>
                  </a:cubicBezTo>
                  <a:cubicBezTo>
                    <a:pt x="231" y="546"/>
                    <a:pt x="247" y="547"/>
                    <a:pt x="262" y="547"/>
                  </a:cubicBezTo>
                  <a:cubicBezTo>
                    <a:pt x="398" y="547"/>
                    <a:pt x="515" y="456"/>
                    <a:pt x="536" y="317"/>
                  </a:cubicBezTo>
                  <a:lnTo>
                    <a:pt x="536" y="198"/>
                  </a:lnTo>
                  <a:cubicBezTo>
                    <a:pt x="501" y="91"/>
                    <a:pt x="429" y="19"/>
                    <a:pt x="322" y="7"/>
                  </a:cubicBezTo>
                  <a:cubicBezTo>
                    <a:pt x="303" y="3"/>
                    <a:pt x="285" y="1"/>
                    <a:pt x="26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4"/>
            <p:cNvSpPr/>
            <p:nvPr/>
          </p:nvSpPr>
          <p:spPr>
            <a:xfrm>
              <a:off x="5725700" y="3689500"/>
              <a:ext cx="14625" cy="13575"/>
            </a:xfrm>
            <a:custGeom>
              <a:rect b="b" l="l" r="r" t="t"/>
              <a:pathLst>
                <a:path extrusionOk="0" h="543" w="585">
                  <a:moveTo>
                    <a:pt x="305" y="0"/>
                  </a:moveTo>
                  <a:cubicBezTo>
                    <a:pt x="175" y="0"/>
                    <a:pt x="47" y="100"/>
                    <a:pt x="36" y="230"/>
                  </a:cubicBezTo>
                  <a:cubicBezTo>
                    <a:pt x="1" y="384"/>
                    <a:pt x="108" y="527"/>
                    <a:pt x="263" y="539"/>
                  </a:cubicBezTo>
                  <a:cubicBezTo>
                    <a:pt x="277" y="542"/>
                    <a:pt x="292" y="543"/>
                    <a:pt x="307" y="543"/>
                  </a:cubicBezTo>
                  <a:cubicBezTo>
                    <a:pt x="436" y="543"/>
                    <a:pt x="561" y="453"/>
                    <a:pt x="572" y="325"/>
                  </a:cubicBezTo>
                  <a:cubicBezTo>
                    <a:pt x="584" y="182"/>
                    <a:pt x="501" y="39"/>
                    <a:pt x="346" y="3"/>
                  </a:cubicBezTo>
                  <a:cubicBezTo>
                    <a:pt x="332" y="1"/>
                    <a:pt x="319" y="0"/>
                    <a:pt x="30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4"/>
            <p:cNvSpPr/>
            <p:nvPr/>
          </p:nvSpPr>
          <p:spPr>
            <a:xfrm>
              <a:off x="5008050" y="3646000"/>
              <a:ext cx="14325" cy="13600"/>
            </a:xfrm>
            <a:custGeom>
              <a:rect b="b" l="l" r="r" t="t"/>
              <a:pathLst>
                <a:path extrusionOk="0" h="544" w="573">
                  <a:moveTo>
                    <a:pt x="295" y="1"/>
                  </a:moveTo>
                  <a:cubicBezTo>
                    <a:pt x="233" y="1"/>
                    <a:pt x="166" y="18"/>
                    <a:pt x="120" y="65"/>
                  </a:cubicBezTo>
                  <a:cubicBezTo>
                    <a:pt x="96" y="88"/>
                    <a:pt x="60" y="124"/>
                    <a:pt x="48" y="148"/>
                  </a:cubicBezTo>
                  <a:cubicBezTo>
                    <a:pt x="36" y="172"/>
                    <a:pt x="36" y="196"/>
                    <a:pt x="13" y="231"/>
                  </a:cubicBezTo>
                  <a:cubicBezTo>
                    <a:pt x="1" y="315"/>
                    <a:pt x="36" y="386"/>
                    <a:pt x="72" y="446"/>
                  </a:cubicBezTo>
                  <a:cubicBezTo>
                    <a:pt x="120" y="493"/>
                    <a:pt x="167" y="529"/>
                    <a:pt x="239" y="541"/>
                  </a:cubicBezTo>
                  <a:lnTo>
                    <a:pt x="275" y="541"/>
                  </a:lnTo>
                  <a:cubicBezTo>
                    <a:pt x="286" y="542"/>
                    <a:pt x="298" y="543"/>
                    <a:pt x="310" y="543"/>
                  </a:cubicBezTo>
                  <a:cubicBezTo>
                    <a:pt x="393" y="543"/>
                    <a:pt x="471" y="507"/>
                    <a:pt x="513" y="434"/>
                  </a:cubicBezTo>
                  <a:cubicBezTo>
                    <a:pt x="536" y="410"/>
                    <a:pt x="548" y="362"/>
                    <a:pt x="548" y="327"/>
                  </a:cubicBezTo>
                  <a:cubicBezTo>
                    <a:pt x="572" y="291"/>
                    <a:pt x="548" y="231"/>
                    <a:pt x="536" y="184"/>
                  </a:cubicBezTo>
                  <a:cubicBezTo>
                    <a:pt x="525" y="124"/>
                    <a:pt x="477" y="65"/>
                    <a:pt x="417" y="29"/>
                  </a:cubicBezTo>
                  <a:cubicBezTo>
                    <a:pt x="394" y="17"/>
                    <a:pt x="370" y="5"/>
                    <a:pt x="346" y="5"/>
                  </a:cubicBezTo>
                  <a:cubicBezTo>
                    <a:pt x="330" y="2"/>
                    <a:pt x="313" y="1"/>
                    <a:pt x="29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4"/>
            <p:cNvSpPr/>
            <p:nvPr/>
          </p:nvSpPr>
          <p:spPr>
            <a:xfrm>
              <a:off x="5802500" y="3765075"/>
              <a:ext cx="14600" cy="13325"/>
            </a:xfrm>
            <a:custGeom>
              <a:rect b="b" l="l" r="r" t="t"/>
              <a:pathLst>
                <a:path extrusionOk="0" h="533" w="584">
                  <a:moveTo>
                    <a:pt x="272" y="0"/>
                  </a:moveTo>
                  <a:cubicBezTo>
                    <a:pt x="159" y="0"/>
                    <a:pt x="54" y="69"/>
                    <a:pt x="12" y="183"/>
                  </a:cubicBezTo>
                  <a:cubicBezTo>
                    <a:pt x="12" y="195"/>
                    <a:pt x="0" y="219"/>
                    <a:pt x="0" y="219"/>
                  </a:cubicBezTo>
                  <a:cubicBezTo>
                    <a:pt x="0" y="362"/>
                    <a:pt x="84" y="517"/>
                    <a:pt x="239" y="528"/>
                  </a:cubicBezTo>
                  <a:cubicBezTo>
                    <a:pt x="255" y="531"/>
                    <a:pt x="273" y="533"/>
                    <a:pt x="291" y="533"/>
                  </a:cubicBezTo>
                  <a:cubicBezTo>
                    <a:pt x="347" y="533"/>
                    <a:pt x="405" y="517"/>
                    <a:pt x="441" y="481"/>
                  </a:cubicBezTo>
                  <a:cubicBezTo>
                    <a:pt x="489" y="433"/>
                    <a:pt x="536" y="397"/>
                    <a:pt x="548" y="314"/>
                  </a:cubicBezTo>
                  <a:cubicBezTo>
                    <a:pt x="584" y="171"/>
                    <a:pt x="489" y="40"/>
                    <a:pt x="346" y="5"/>
                  </a:cubicBezTo>
                  <a:lnTo>
                    <a:pt x="322" y="5"/>
                  </a:lnTo>
                  <a:cubicBezTo>
                    <a:pt x="305" y="1"/>
                    <a:pt x="288" y="0"/>
                    <a:pt x="27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
            <p:cNvSpPr/>
            <p:nvPr/>
          </p:nvSpPr>
          <p:spPr>
            <a:xfrm>
              <a:off x="6023950" y="3621525"/>
              <a:ext cx="14325" cy="13675"/>
            </a:xfrm>
            <a:custGeom>
              <a:rect b="b" l="l" r="r" t="t"/>
              <a:pathLst>
                <a:path extrusionOk="0" h="547" w="573">
                  <a:moveTo>
                    <a:pt x="262" y="1"/>
                  </a:moveTo>
                  <a:cubicBezTo>
                    <a:pt x="132" y="1"/>
                    <a:pt x="23" y="98"/>
                    <a:pt x="13" y="222"/>
                  </a:cubicBezTo>
                  <a:cubicBezTo>
                    <a:pt x="1" y="377"/>
                    <a:pt x="72" y="520"/>
                    <a:pt x="239" y="544"/>
                  </a:cubicBezTo>
                  <a:cubicBezTo>
                    <a:pt x="252" y="546"/>
                    <a:pt x="266" y="547"/>
                    <a:pt x="279" y="547"/>
                  </a:cubicBezTo>
                  <a:cubicBezTo>
                    <a:pt x="410" y="547"/>
                    <a:pt x="538" y="447"/>
                    <a:pt x="548" y="317"/>
                  </a:cubicBezTo>
                  <a:cubicBezTo>
                    <a:pt x="572" y="163"/>
                    <a:pt x="465" y="20"/>
                    <a:pt x="322" y="8"/>
                  </a:cubicBezTo>
                  <a:cubicBezTo>
                    <a:pt x="302" y="3"/>
                    <a:pt x="282" y="1"/>
                    <a:pt x="26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
            <p:cNvSpPr/>
            <p:nvPr/>
          </p:nvSpPr>
          <p:spPr>
            <a:xfrm>
              <a:off x="5716175" y="3810850"/>
              <a:ext cx="13725" cy="13675"/>
            </a:xfrm>
            <a:custGeom>
              <a:rect b="b" l="l" r="r" t="t"/>
              <a:pathLst>
                <a:path extrusionOk="0" h="547" w="549">
                  <a:moveTo>
                    <a:pt x="266" y="0"/>
                  </a:moveTo>
                  <a:cubicBezTo>
                    <a:pt x="141" y="0"/>
                    <a:pt x="23" y="99"/>
                    <a:pt x="13" y="233"/>
                  </a:cubicBezTo>
                  <a:lnTo>
                    <a:pt x="13" y="257"/>
                  </a:lnTo>
                  <a:cubicBezTo>
                    <a:pt x="1" y="388"/>
                    <a:pt x="84" y="507"/>
                    <a:pt x="227" y="543"/>
                  </a:cubicBezTo>
                  <a:cubicBezTo>
                    <a:pt x="242" y="545"/>
                    <a:pt x="256" y="547"/>
                    <a:pt x="271" y="547"/>
                  </a:cubicBezTo>
                  <a:cubicBezTo>
                    <a:pt x="400" y="547"/>
                    <a:pt x="526" y="456"/>
                    <a:pt x="536" y="317"/>
                  </a:cubicBezTo>
                  <a:cubicBezTo>
                    <a:pt x="548" y="198"/>
                    <a:pt x="501" y="79"/>
                    <a:pt x="394" y="31"/>
                  </a:cubicBezTo>
                  <a:cubicBezTo>
                    <a:pt x="370" y="19"/>
                    <a:pt x="358" y="7"/>
                    <a:pt x="322" y="7"/>
                  </a:cubicBezTo>
                  <a:cubicBezTo>
                    <a:pt x="303" y="2"/>
                    <a:pt x="285" y="0"/>
                    <a:pt x="26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2" name="Shape 422"/>
        <p:cNvGrpSpPr/>
        <p:nvPr/>
      </p:nvGrpSpPr>
      <p:grpSpPr>
        <a:xfrm>
          <a:off x="0" y="0"/>
          <a:ext cx="0" cy="0"/>
          <a:chOff x="0" y="0"/>
          <a:chExt cx="0" cy="0"/>
        </a:xfrm>
      </p:grpSpPr>
      <p:grpSp>
        <p:nvGrpSpPr>
          <p:cNvPr id="423" name="Google Shape;423;p5"/>
          <p:cNvGrpSpPr/>
          <p:nvPr/>
        </p:nvGrpSpPr>
        <p:grpSpPr>
          <a:xfrm>
            <a:off x="4738143" y="3686402"/>
            <a:ext cx="4405850" cy="1428689"/>
            <a:chOff x="800100" y="2815500"/>
            <a:chExt cx="1339775" cy="434450"/>
          </a:xfrm>
        </p:grpSpPr>
        <p:sp>
          <p:nvSpPr>
            <p:cNvPr id="424" name="Google Shape;424;p5"/>
            <p:cNvSpPr/>
            <p:nvPr/>
          </p:nvSpPr>
          <p:spPr>
            <a:xfrm>
              <a:off x="1376350" y="3185050"/>
              <a:ext cx="122650" cy="64600"/>
            </a:xfrm>
            <a:custGeom>
              <a:rect b="b" l="l" r="r" t="t"/>
              <a:pathLst>
                <a:path extrusionOk="0" h="2584" w="4906">
                  <a:moveTo>
                    <a:pt x="4775" y="0"/>
                  </a:moveTo>
                  <a:lnTo>
                    <a:pt x="1" y="2489"/>
                  </a:lnTo>
                  <a:lnTo>
                    <a:pt x="1" y="2584"/>
                  </a:lnTo>
                  <a:lnTo>
                    <a:pt x="393" y="2584"/>
                  </a:lnTo>
                  <a:lnTo>
                    <a:pt x="4906" y="238"/>
                  </a:lnTo>
                  <a:cubicBezTo>
                    <a:pt x="4834" y="179"/>
                    <a:pt x="4787" y="96"/>
                    <a:pt x="477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5"/>
            <p:cNvSpPr/>
            <p:nvPr/>
          </p:nvSpPr>
          <p:spPr>
            <a:xfrm>
              <a:off x="800100" y="2952275"/>
              <a:ext cx="104775" cy="297100"/>
            </a:xfrm>
            <a:custGeom>
              <a:rect b="b" l="l" r="r" t="t"/>
              <a:pathLst>
                <a:path extrusionOk="0" h="11884" w="4191">
                  <a:moveTo>
                    <a:pt x="3929" y="1"/>
                  </a:moveTo>
                  <a:lnTo>
                    <a:pt x="0" y="11883"/>
                  </a:lnTo>
                  <a:lnTo>
                    <a:pt x="274" y="11883"/>
                  </a:lnTo>
                  <a:lnTo>
                    <a:pt x="4191" y="24"/>
                  </a:lnTo>
                  <a:lnTo>
                    <a:pt x="4191" y="24"/>
                  </a:lnTo>
                  <a:cubicBezTo>
                    <a:pt x="4167" y="48"/>
                    <a:pt x="4131" y="60"/>
                    <a:pt x="4108" y="60"/>
                  </a:cubicBezTo>
                  <a:cubicBezTo>
                    <a:pt x="4096" y="62"/>
                    <a:pt x="4086" y="63"/>
                    <a:pt x="4075" y="63"/>
                  </a:cubicBezTo>
                  <a:cubicBezTo>
                    <a:pt x="4009" y="63"/>
                    <a:pt x="3960" y="32"/>
                    <a:pt x="392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5"/>
            <p:cNvSpPr/>
            <p:nvPr/>
          </p:nvSpPr>
          <p:spPr>
            <a:xfrm>
              <a:off x="904875" y="2946325"/>
              <a:ext cx="142600" cy="33075"/>
            </a:xfrm>
            <a:custGeom>
              <a:rect b="b" l="l" r="r" t="t"/>
              <a:pathLst>
                <a:path extrusionOk="0" h="1323" w="5704">
                  <a:moveTo>
                    <a:pt x="71" y="1"/>
                  </a:moveTo>
                  <a:cubicBezTo>
                    <a:pt x="71" y="12"/>
                    <a:pt x="95" y="24"/>
                    <a:pt x="95" y="36"/>
                  </a:cubicBezTo>
                  <a:cubicBezTo>
                    <a:pt x="107" y="131"/>
                    <a:pt x="60" y="203"/>
                    <a:pt x="0" y="251"/>
                  </a:cubicBezTo>
                  <a:lnTo>
                    <a:pt x="5632" y="1322"/>
                  </a:lnTo>
                  <a:cubicBezTo>
                    <a:pt x="5632" y="1215"/>
                    <a:pt x="5655" y="1132"/>
                    <a:pt x="5703" y="1060"/>
                  </a:cubicBezTo>
                  <a:lnTo>
                    <a:pt x="7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5"/>
            <p:cNvSpPr/>
            <p:nvPr/>
          </p:nvSpPr>
          <p:spPr>
            <a:xfrm>
              <a:off x="1048625" y="3121050"/>
              <a:ext cx="184275" cy="128900"/>
            </a:xfrm>
            <a:custGeom>
              <a:rect b="b" l="l" r="r" t="t"/>
              <a:pathLst>
                <a:path extrusionOk="0" h="5156" w="7371">
                  <a:moveTo>
                    <a:pt x="7240" y="0"/>
                  </a:moveTo>
                  <a:lnTo>
                    <a:pt x="1" y="5156"/>
                  </a:lnTo>
                  <a:lnTo>
                    <a:pt x="477" y="5156"/>
                  </a:lnTo>
                  <a:lnTo>
                    <a:pt x="7371" y="262"/>
                  </a:lnTo>
                  <a:cubicBezTo>
                    <a:pt x="7359" y="215"/>
                    <a:pt x="7359" y="203"/>
                    <a:pt x="7359" y="179"/>
                  </a:cubicBezTo>
                  <a:cubicBezTo>
                    <a:pt x="7299" y="155"/>
                    <a:pt x="7240" y="72"/>
                    <a:pt x="724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5"/>
            <p:cNvSpPr/>
            <p:nvPr/>
          </p:nvSpPr>
          <p:spPr>
            <a:xfrm>
              <a:off x="1033150" y="2989475"/>
              <a:ext cx="25925" cy="257800"/>
            </a:xfrm>
            <a:custGeom>
              <a:rect b="b" l="l" r="r" t="t"/>
              <a:pathLst>
                <a:path extrusionOk="0" h="10312" w="1037">
                  <a:moveTo>
                    <a:pt x="751" y="1"/>
                  </a:moveTo>
                  <a:lnTo>
                    <a:pt x="1" y="10300"/>
                  </a:lnTo>
                  <a:lnTo>
                    <a:pt x="24" y="10300"/>
                  </a:lnTo>
                  <a:cubicBezTo>
                    <a:pt x="49" y="10296"/>
                    <a:pt x="73" y="10295"/>
                    <a:pt x="98" y="10295"/>
                  </a:cubicBezTo>
                  <a:cubicBezTo>
                    <a:pt x="158" y="10295"/>
                    <a:pt x="219" y="10303"/>
                    <a:pt x="286" y="10312"/>
                  </a:cubicBezTo>
                  <a:lnTo>
                    <a:pt x="1036" y="49"/>
                  </a:lnTo>
                  <a:lnTo>
                    <a:pt x="1013" y="49"/>
                  </a:lnTo>
                  <a:cubicBezTo>
                    <a:pt x="917" y="49"/>
                    <a:pt x="822" y="25"/>
                    <a:pt x="75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5"/>
            <p:cNvSpPr/>
            <p:nvPr/>
          </p:nvSpPr>
          <p:spPr>
            <a:xfrm>
              <a:off x="1053400" y="2846600"/>
              <a:ext cx="15500" cy="122375"/>
            </a:xfrm>
            <a:custGeom>
              <a:rect b="b" l="l" r="r" t="t"/>
              <a:pathLst>
                <a:path extrusionOk="0" h="4895" w="620">
                  <a:moveTo>
                    <a:pt x="357" y="1"/>
                  </a:moveTo>
                  <a:lnTo>
                    <a:pt x="0" y="4894"/>
                  </a:lnTo>
                  <a:cubicBezTo>
                    <a:pt x="24" y="4882"/>
                    <a:pt x="48" y="4882"/>
                    <a:pt x="72" y="4882"/>
                  </a:cubicBezTo>
                  <a:cubicBezTo>
                    <a:pt x="89" y="4879"/>
                    <a:pt x="108" y="4878"/>
                    <a:pt x="126" y="4878"/>
                  </a:cubicBezTo>
                  <a:cubicBezTo>
                    <a:pt x="172" y="4878"/>
                    <a:pt x="220" y="4886"/>
                    <a:pt x="262" y="4894"/>
                  </a:cubicBezTo>
                  <a:lnTo>
                    <a:pt x="619" y="1"/>
                  </a:lnTo>
                  <a:cubicBezTo>
                    <a:pt x="607" y="1"/>
                    <a:pt x="596" y="1"/>
                    <a:pt x="584" y="13"/>
                  </a:cubicBezTo>
                  <a:cubicBezTo>
                    <a:pt x="549" y="18"/>
                    <a:pt x="515" y="21"/>
                    <a:pt x="482" y="21"/>
                  </a:cubicBezTo>
                  <a:cubicBezTo>
                    <a:pt x="435" y="21"/>
                    <a:pt x="392" y="15"/>
                    <a:pt x="35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5"/>
            <p:cNvSpPr/>
            <p:nvPr/>
          </p:nvSpPr>
          <p:spPr>
            <a:xfrm>
              <a:off x="1066500" y="2977275"/>
              <a:ext cx="92300" cy="25925"/>
            </a:xfrm>
            <a:custGeom>
              <a:rect b="b" l="l" r="r" t="t"/>
              <a:pathLst>
                <a:path extrusionOk="0" h="1037" w="3692">
                  <a:moveTo>
                    <a:pt x="24" y="1"/>
                  </a:moveTo>
                  <a:lnTo>
                    <a:pt x="24" y="25"/>
                  </a:lnTo>
                  <a:cubicBezTo>
                    <a:pt x="36" y="120"/>
                    <a:pt x="24" y="203"/>
                    <a:pt x="0" y="275"/>
                  </a:cubicBezTo>
                  <a:lnTo>
                    <a:pt x="3655" y="1037"/>
                  </a:lnTo>
                  <a:lnTo>
                    <a:pt x="3655" y="1013"/>
                  </a:lnTo>
                  <a:cubicBezTo>
                    <a:pt x="3643" y="918"/>
                    <a:pt x="3643" y="834"/>
                    <a:pt x="3691" y="751"/>
                  </a:cubicBezTo>
                  <a:lnTo>
                    <a:pt x="2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5"/>
            <p:cNvSpPr/>
            <p:nvPr/>
          </p:nvSpPr>
          <p:spPr>
            <a:xfrm>
              <a:off x="1237650" y="3057050"/>
              <a:ext cx="96150" cy="61950"/>
            </a:xfrm>
            <a:custGeom>
              <a:rect b="b" l="l" r="r" t="t"/>
              <a:pathLst>
                <a:path extrusionOk="0" h="2478" w="3846">
                  <a:moveTo>
                    <a:pt x="3715" y="1"/>
                  </a:moveTo>
                  <a:lnTo>
                    <a:pt x="0" y="2263"/>
                  </a:lnTo>
                  <a:cubicBezTo>
                    <a:pt x="84" y="2287"/>
                    <a:pt x="179" y="2370"/>
                    <a:pt x="191" y="2477"/>
                  </a:cubicBezTo>
                  <a:lnTo>
                    <a:pt x="3846" y="239"/>
                  </a:lnTo>
                  <a:cubicBezTo>
                    <a:pt x="3786" y="167"/>
                    <a:pt x="3751" y="96"/>
                    <a:pt x="371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5"/>
            <p:cNvSpPr/>
            <p:nvPr/>
          </p:nvSpPr>
          <p:spPr>
            <a:xfrm>
              <a:off x="1071550" y="2841850"/>
              <a:ext cx="93775" cy="152425"/>
            </a:xfrm>
            <a:custGeom>
              <a:rect b="b" l="l" r="r" t="t"/>
              <a:pathLst>
                <a:path extrusionOk="0" h="6097" w="3751">
                  <a:moveTo>
                    <a:pt x="227" y="0"/>
                  </a:moveTo>
                  <a:cubicBezTo>
                    <a:pt x="167" y="60"/>
                    <a:pt x="96" y="119"/>
                    <a:pt x="1" y="143"/>
                  </a:cubicBezTo>
                  <a:lnTo>
                    <a:pt x="3525" y="6096"/>
                  </a:lnTo>
                  <a:cubicBezTo>
                    <a:pt x="3584" y="6025"/>
                    <a:pt x="3668" y="5965"/>
                    <a:pt x="3751" y="5930"/>
                  </a:cubicBez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5"/>
            <p:cNvSpPr/>
            <p:nvPr/>
          </p:nvSpPr>
          <p:spPr>
            <a:xfrm>
              <a:off x="1169475" y="3008825"/>
              <a:ext cx="65525" cy="109275"/>
            </a:xfrm>
            <a:custGeom>
              <a:rect b="b" l="l" r="r" t="t"/>
              <a:pathLst>
                <a:path extrusionOk="0" h="4371" w="2621">
                  <a:moveTo>
                    <a:pt x="251" y="1"/>
                  </a:moveTo>
                  <a:cubicBezTo>
                    <a:pt x="191" y="60"/>
                    <a:pt x="108" y="84"/>
                    <a:pt x="13" y="108"/>
                  </a:cubicBezTo>
                  <a:lnTo>
                    <a:pt x="1" y="108"/>
                  </a:lnTo>
                  <a:lnTo>
                    <a:pt x="2406" y="4370"/>
                  </a:lnTo>
                  <a:cubicBezTo>
                    <a:pt x="2441" y="4287"/>
                    <a:pt x="2513" y="4216"/>
                    <a:pt x="2620" y="4192"/>
                  </a:cubicBezTo>
                  <a:lnTo>
                    <a:pt x="2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5"/>
            <p:cNvSpPr/>
            <p:nvPr/>
          </p:nvSpPr>
          <p:spPr>
            <a:xfrm>
              <a:off x="1232575" y="3125225"/>
              <a:ext cx="48550" cy="124150"/>
            </a:xfrm>
            <a:custGeom>
              <a:rect b="b" l="l" r="r" t="t"/>
              <a:pathLst>
                <a:path extrusionOk="0" h="4966" w="1942">
                  <a:moveTo>
                    <a:pt x="275" y="0"/>
                  </a:moveTo>
                  <a:cubicBezTo>
                    <a:pt x="239" y="12"/>
                    <a:pt x="215" y="36"/>
                    <a:pt x="167" y="48"/>
                  </a:cubicBezTo>
                  <a:cubicBezTo>
                    <a:pt x="108" y="48"/>
                    <a:pt x="48" y="36"/>
                    <a:pt x="1" y="12"/>
                  </a:cubicBezTo>
                  <a:lnTo>
                    <a:pt x="1" y="72"/>
                  </a:lnTo>
                  <a:lnTo>
                    <a:pt x="1656" y="4965"/>
                  </a:lnTo>
                  <a:lnTo>
                    <a:pt x="1942" y="4965"/>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5"/>
            <p:cNvSpPr/>
            <p:nvPr/>
          </p:nvSpPr>
          <p:spPr>
            <a:xfrm>
              <a:off x="1356400" y="3074925"/>
              <a:ext cx="20275" cy="174450"/>
            </a:xfrm>
            <a:custGeom>
              <a:rect b="b" l="l" r="r" t="t"/>
              <a:pathLst>
                <a:path extrusionOk="0" h="6978" w="811">
                  <a:moveTo>
                    <a:pt x="275" y="0"/>
                  </a:moveTo>
                  <a:cubicBezTo>
                    <a:pt x="273" y="0"/>
                    <a:pt x="272" y="0"/>
                    <a:pt x="271" y="1"/>
                  </a:cubicBezTo>
                  <a:lnTo>
                    <a:pt x="271" y="1"/>
                  </a:lnTo>
                  <a:cubicBezTo>
                    <a:pt x="166" y="24"/>
                    <a:pt x="83" y="24"/>
                    <a:pt x="1" y="24"/>
                  </a:cubicBezTo>
                  <a:lnTo>
                    <a:pt x="548" y="6977"/>
                  </a:lnTo>
                  <a:lnTo>
                    <a:pt x="810" y="6977"/>
                  </a:lnTo>
                  <a:lnTo>
                    <a:pt x="810" y="6894"/>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5"/>
            <p:cNvSpPr/>
            <p:nvPr/>
          </p:nvSpPr>
          <p:spPr>
            <a:xfrm>
              <a:off x="1378125" y="3063600"/>
              <a:ext cx="123575" cy="114025"/>
            </a:xfrm>
            <a:custGeom>
              <a:rect b="b" l="l" r="r" t="t"/>
              <a:pathLst>
                <a:path extrusionOk="0" h="4561" w="4943">
                  <a:moveTo>
                    <a:pt x="191" y="1"/>
                  </a:moveTo>
                  <a:cubicBezTo>
                    <a:pt x="132" y="72"/>
                    <a:pt x="60" y="143"/>
                    <a:pt x="1" y="191"/>
                  </a:cubicBezTo>
                  <a:lnTo>
                    <a:pt x="4752" y="4561"/>
                  </a:lnTo>
                  <a:cubicBezTo>
                    <a:pt x="4799" y="4477"/>
                    <a:pt x="4847" y="4418"/>
                    <a:pt x="4942" y="4370"/>
                  </a:cubicBezTo>
                  <a:lnTo>
                    <a:pt x="19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5"/>
            <p:cNvSpPr/>
            <p:nvPr/>
          </p:nvSpPr>
          <p:spPr>
            <a:xfrm>
              <a:off x="1512075" y="3187125"/>
              <a:ext cx="68200" cy="62250"/>
            </a:xfrm>
            <a:custGeom>
              <a:rect b="b" l="l" r="r" t="t"/>
              <a:pathLst>
                <a:path extrusionOk="0" h="2490" w="2728">
                  <a:moveTo>
                    <a:pt x="179" y="1"/>
                  </a:moveTo>
                  <a:cubicBezTo>
                    <a:pt x="156" y="84"/>
                    <a:pt x="72" y="155"/>
                    <a:pt x="1" y="203"/>
                  </a:cubicBezTo>
                  <a:lnTo>
                    <a:pt x="2453" y="2489"/>
                  </a:lnTo>
                  <a:lnTo>
                    <a:pt x="2620" y="2489"/>
                  </a:lnTo>
                  <a:lnTo>
                    <a:pt x="2727" y="2382"/>
                  </a:lnTo>
                  <a:lnTo>
                    <a:pt x="17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5"/>
            <p:cNvSpPr/>
            <p:nvPr/>
          </p:nvSpPr>
          <p:spPr>
            <a:xfrm>
              <a:off x="1516850" y="3091575"/>
              <a:ext cx="207475" cy="93200"/>
            </a:xfrm>
            <a:custGeom>
              <a:rect b="b" l="l" r="r" t="t"/>
              <a:pathLst>
                <a:path extrusionOk="0" h="3728" w="8299">
                  <a:moveTo>
                    <a:pt x="8299" y="1"/>
                  </a:moveTo>
                  <a:lnTo>
                    <a:pt x="0" y="3454"/>
                  </a:lnTo>
                  <a:cubicBezTo>
                    <a:pt x="24" y="3501"/>
                    <a:pt x="36" y="3537"/>
                    <a:pt x="48" y="3573"/>
                  </a:cubicBezTo>
                  <a:cubicBezTo>
                    <a:pt x="36" y="3632"/>
                    <a:pt x="24" y="3680"/>
                    <a:pt x="24" y="3727"/>
                  </a:cubicBezTo>
                  <a:cubicBezTo>
                    <a:pt x="36" y="3727"/>
                    <a:pt x="48" y="3727"/>
                    <a:pt x="84" y="3715"/>
                  </a:cubicBezTo>
                  <a:lnTo>
                    <a:pt x="7846" y="477"/>
                  </a:lnTo>
                  <a:lnTo>
                    <a:pt x="829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5"/>
            <p:cNvSpPr/>
            <p:nvPr/>
          </p:nvSpPr>
          <p:spPr>
            <a:xfrm>
              <a:off x="1920175" y="3218375"/>
              <a:ext cx="54200" cy="31275"/>
            </a:xfrm>
            <a:custGeom>
              <a:rect b="b" l="l" r="r" t="t"/>
              <a:pathLst>
                <a:path extrusionOk="0" h="1251" w="2168">
                  <a:moveTo>
                    <a:pt x="215" y="1"/>
                  </a:moveTo>
                  <a:lnTo>
                    <a:pt x="167" y="25"/>
                  </a:lnTo>
                  <a:cubicBezTo>
                    <a:pt x="155" y="48"/>
                    <a:pt x="119" y="84"/>
                    <a:pt x="95" y="96"/>
                  </a:cubicBezTo>
                  <a:lnTo>
                    <a:pt x="0" y="191"/>
                  </a:lnTo>
                  <a:lnTo>
                    <a:pt x="1655" y="1251"/>
                  </a:lnTo>
                  <a:lnTo>
                    <a:pt x="2167" y="1251"/>
                  </a:ln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5"/>
            <p:cNvSpPr/>
            <p:nvPr/>
          </p:nvSpPr>
          <p:spPr>
            <a:xfrm>
              <a:off x="1726700" y="3093675"/>
              <a:ext cx="96450" cy="65500"/>
            </a:xfrm>
            <a:custGeom>
              <a:rect b="b" l="l" r="r" t="t"/>
              <a:pathLst>
                <a:path extrusionOk="0" h="2620" w="3858">
                  <a:moveTo>
                    <a:pt x="179" y="0"/>
                  </a:moveTo>
                  <a:lnTo>
                    <a:pt x="0" y="202"/>
                  </a:lnTo>
                  <a:lnTo>
                    <a:pt x="3751" y="2619"/>
                  </a:lnTo>
                  <a:lnTo>
                    <a:pt x="3858" y="234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5"/>
            <p:cNvSpPr/>
            <p:nvPr/>
          </p:nvSpPr>
          <p:spPr>
            <a:xfrm>
              <a:off x="1826400" y="3156175"/>
              <a:ext cx="88425" cy="62825"/>
            </a:xfrm>
            <a:custGeom>
              <a:rect b="b" l="l" r="r" t="t"/>
              <a:pathLst>
                <a:path extrusionOk="0" h="2513" w="3537">
                  <a:moveTo>
                    <a:pt x="108" y="0"/>
                  </a:moveTo>
                  <a:lnTo>
                    <a:pt x="1" y="262"/>
                  </a:lnTo>
                  <a:lnTo>
                    <a:pt x="3513" y="2513"/>
                  </a:lnTo>
                  <a:cubicBezTo>
                    <a:pt x="3501" y="2489"/>
                    <a:pt x="3489" y="2441"/>
                    <a:pt x="3477" y="2405"/>
                  </a:cubicBezTo>
                  <a:cubicBezTo>
                    <a:pt x="3454" y="2334"/>
                    <a:pt x="3489" y="2263"/>
                    <a:pt x="3537" y="2203"/>
                  </a:cubicBezTo>
                  <a:lnTo>
                    <a:pt x="10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5"/>
            <p:cNvSpPr/>
            <p:nvPr/>
          </p:nvSpPr>
          <p:spPr>
            <a:xfrm>
              <a:off x="1577875" y="2880550"/>
              <a:ext cx="344700" cy="368825"/>
            </a:xfrm>
            <a:custGeom>
              <a:rect b="b" l="l" r="r" t="t"/>
              <a:pathLst>
                <a:path extrusionOk="0" h="14753" w="13788">
                  <a:moveTo>
                    <a:pt x="13668" y="0"/>
                  </a:moveTo>
                  <a:lnTo>
                    <a:pt x="5834" y="8466"/>
                  </a:lnTo>
                  <a:lnTo>
                    <a:pt x="5394" y="8942"/>
                  </a:lnTo>
                  <a:lnTo>
                    <a:pt x="107" y="14645"/>
                  </a:lnTo>
                  <a:lnTo>
                    <a:pt x="0" y="14752"/>
                  </a:lnTo>
                  <a:lnTo>
                    <a:pt x="381" y="14752"/>
                  </a:lnTo>
                  <a:lnTo>
                    <a:pt x="5953" y="8727"/>
                  </a:lnTo>
                  <a:lnTo>
                    <a:pt x="6156" y="8525"/>
                  </a:lnTo>
                  <a:lnTo>
                    <a:pt x="13692" y="357"/>
                  </a:lnTo>
                  <a:lnTo>
                    <a:pt x="13787" y="119"/>
                  </a:lnTo>
                  <a:cubicBezTo>
                    <a:pt x="13740" y="84"/>
                    <a:pt x="13692" y="36"/>
                    <a:pt x="1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5"/>
            <p:cNvSpPr/>
            <p:nvPr/>
          </p:nvSpPr>
          <p:spPr>
            <a:xfrm>
              <a:off x="1787125" y="2882925"/>
              <a:ext cx="142000" cy="366450"/>
            </a:xfrm>
            <a:custGeom>
              <a:rect b="b" l="l" r="r" t="t"/>
              <a:pathLst>
                <a:path extrusionOk="0" h="14658" w="5680">
                  <a:moveTo>
                    <a:pt x="5417" y="0"/>
                  </a:moveTo>
                  <a:lnTo>
                    <a:pt x="5322" y="239"/>
                  </a:lnTo>
                  <a:lnTo>
                    <a:pt x="1441" y="10776"/>
                  </a:lnTo>
                  <a:lnTo>
                    <a:pt x="1334" y="11049"/>
                  </a:lnTo>
                  <a:lnTo>
                    <a:pt x="0" y="14657"/>
                  </a:lnTo>
                  <a:lnTo>
                    <a:pt x="298" y="14657"/>
                  </a:lnTo>
                  <a:lnTo>
                    <a:pt x="1572" y="11192"/>
                  </a:lnTo>
                  <a:lnTo>
                    <a:pt x="1679" y="10930"/>
                  </a:lnTo>
                  <a:lnTo>
                    <a:pt x="5679" y="72"/>
                  </a:lnTo>
                  <a:cubicBezTo>
                    <a:pt x="5584" y="72"/>
                    <a:pt x="5489" y="60"/>
                    <a:pt x="54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5"/>
            <p:cNvSpPr/>
            <p:nvPr/>
          </p:nvSpPr>
          <p:spPr>
            <a:xfrm>
              <a:off x="1937125" y="2875175"/>
              <a:ext cx="202450" cy="98250"/>
            </a:xfrm>
            <a:custGeom>
              <a:rect b="b" l="l" r="r" t="t"/>
              <a:pathLst>
                <a:path extrusionOk="0" h="3930" w="8098">
                  <a:moveTo>
                    <a:pt x="96" y="1"/>
                  </a:moveTo>
                  <a:cubicBezTo>
                    <a:pt x="84" y="96"/>
                    <a:pt x="60" y="180"/>
                    <a:pt x="1" y="251"/>
                  </a:cubicBezTo>
                  <a:lnTo>
                    <a:pt x="8097" y="3930"/>
                  </a:lnTo>
                  <a:lnTo>
                    <a:pt x="8097" y="3632"/>
                  </a:lnTo>
                  <a:lnTo>
                    <a:pt x="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5"/>
            <p:cNvSpPr/>
            <p:nvPr/>
          </p:nvSpPr>
          <p:spPr>
            <a:xfrm>
              <a:off x="2088050" y="3163325"/>
              <a:ext cx="43175" cy="86050"/>
            </a:xfrm>
            <a:custGeom>
              <a:rect b="b" l="l" r="r" t="t"/>
              <a:pathLst>
                <a:path extrusionOk="0" h="3442" w="1727">
                  <a:moveTo>
                    <a:pt x="1560" y="0"/>
                  </a:moveTo>
                  <a:lnTo>
                    <a:pt x="0" y="3441"/>
                  </a:lnTo>
                  <a:lnTo>
                    <a:pt x="298" y="3441"/>
                  </a:lnTo>
                  <a:lnTo>
                    <a:pt x="1727" y="322"/>
                  </a:lnTo>
                  <a:lnTo>
                    <a:pt x="156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5"/>
            <p:cNvSpPr/>
            <p:nvPr/>
          </p:nvSpPr>
          <p:spPr>
            <a:xfrm>
              <a:off x="2130900" y="3136825"/>
              <a:ext cx="8675" cy="26525"/>
            </a:xfrm>
            <a:custGeom>
              <a:rect b="b" l="l" r="r" t="t"/>
              <a:pathLst>
                <a:path extrusionOk="0" h="1061" w="347">
                  <a:moveTo>
                    <a:pt x="346" y="0"/>
                  </a:moveTo>
                  <a:lnTo>
                    <a:pt x="1" y="739"/>
                  </a:lnTo>
                  <a:lnTo>
                    <a:pt x="168" y="1060"/>
                  </a:lnTo>
                  <a:lnTo>
                    <a:pt x="346" y="655"/>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5"/>
            <p:cNvSpPr/>
            <p:nvPr/>
          </p:nvSpPr>
          <p:spPr>
            <a:xfrm>
              <a:off x="1923750" y="3070450"/>
              <a:ext cx="155700" cy="148550"/>
            </a:xfrm>
            <a:custGeom>
              <a:rect b="b" l="l" r="r" t="t"/>
              <a:pathLst>
                <a:path extrusionOk="0" h="5942" w="6228">
                  <a:moveTo>
                    <a:pt x="6037" y="0"/>
                  </a:moveTo>
                  <a:lnTo>
                    <a:pt x="3596" y="2263"/>
                  </a:lnTo>
                  <a:cubicBezTo>
                    <a:pt x="3608" y="2298"/>
                    <a:pt x="3632" y="2346"/>
                    <a:pt x="3643" y="2370"/>
                  </a:cubicBezTo>
                  <a:cubicBezTo>
                    <a:pt x="3667" y="2501"/>
                    <a:pt x="3572" y="2644"/>
                    <a:pt x="3429" y="2655"/>
                  </a:cubicBezTo>
                  <a:cubicBezTo>
                    <a:pt x="3417" y="2658"/>
                    <a:pt x="3405" y="2659"/>
                    <a:pt x="3392" y="2659"/>
                  </a:cubicBezTo>
                  <a:cubicBezTo>
                    <a:pt x="3334" y="2659"/>
                    <a:pt x="3278" y="2635"/>
                    <a:pt x="3239" y="2596"/>
                  </a:cubicBezTo>
                  <a:lnTo>
                    <a:pt x="0" y="5620"/>
                  </a:lnTo>
                  <a:cubicBezTo>
                    <a:pt x="36" y="5656"/>
                    <a:pt x="72" y="5703"/>
                    <a:pt x="83" y="5763"/>
                  </a:cubicBezTo>
                  <a:cubicBezTo>
                    <a:pt x="95" y="5834"/>
                    <a:pt x="83" y="5894"/>
                    <a:pt x="36" y="5942"/>
                  </a:cubicBezTo>
                  <a:lnTo>
                    <a:pt x="83" y="5918"/>
                  </a:lnTo>
                  <a:lnTo>
                    <a:pt x="6227" y="215"/>
                  </a:lnTo>
                  <a:cubicBezTo>
                    <a:pt x="6144" y="155"/>
                    <a:pt x="6072" y="96"/>
                    <a:pt x="603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5"/>
            <p:cNvSpPr/>
            <p:nvPr/>
          </p:nvSpPr>
          <p:spPr>
            <a:xfrm>
              <a:off x="1881475" y="3218975"/>
              <a:ext cx="41100" cy="30100"/>
            </a:xfrm>
            <a:custGeom>
              <a:rect b="b" l="l" r="r" t="t"/>
              <a:pathLst>
                <a:path extrusionOk="0" h="1204" w="1644">
                  <a:moveTo>
                    <a:pt x="1643" y="60"/>
                  </a:moveTo>
                  <a:lnTo>
                    <a:pt x="1613" y="87"/>
                  </a:lnTo>
                  <a:lnTo>
                    <a:pt x="1613" y="87"/>
                  </a:lnTo>
                  <a:cubicBezTo>
                    <a:pt x="1622" y="80"/>
                    <a:pt x="1632" y="71"/>
                    <a:pt x="1643" y="60"/>
                  </a:cubicBezTo>
                  <a:close/>
                  <a:moveTo>
                    <a:pt x="1310" y="1"/>
                  </a:moveTo>
                  <a:lnTo>
                    <a:pt x="0" y="1203"/>
                  </a:lnTo>
                  <a:lnTo>
                    <a:pt x="405" y="1203"/>
                  </a:lnTo>
                  <a:lnTo>
                    <a:pt x="1548" y="143"/>
                  </a:lnTo>
                  <a:lnTo>
                    <a:pt x="1613" y="87"/>
                  </a:lnTo>
                  <a:lnTo>
                    <a:pt x="1613" y="87"/>
                  </a:lnTo>
                  <a:cubicBezTo>
                    <a:pt x="1592" y="102"/>
                    <a:pt x="1573" y="108"/>
                    <a:pt x="1548" y="108"/>
                  </a:cubicBezTo>
                  <a:cubicBezTo>
                    <a:pt x="1540" y="109"/>
                    <a:pt x="1531" y="110"/>
                    <a:pt x="1522" y="110"/>
                  </a:cubicBezTo>
                  <a:cubicBezTo>
                    <a:pt x="1446" y="110"/>
                    <a:pt x="1363" y="65"/>
                    <a:pt x="131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5"/>
            <p:cNvSpPr/>
            <p:nvPr/>
          </p:nvSpPr>
          <p:spPr>
            <a:xfrm>
              <a:off x="2085975" y="3074925"/>
              <a:ext cx="53900" cy="112825"/>
            </a:xfrm>
            <a:custGeom>
              <a:rect b="b" l="l" r="r" t="t"/>
              <a:pathLst>
                <a:path extrusionOk="0" h="4513" w="2156">
                  <a:moveTo>
                    <a:pt x="250" y="0"/>
                  </a:moveTo>
                  <a:cubicBezTo>
                    <a:pt x="191" y="48"/>
                    <a:pt x="119" y="83"/>
                    <a:pt x="36" y="95"/>
                  </a:cubicBezTo>
                  <a:lnTo>
                    <a:pt x="0" y="95"/>
                  </a:lnTo>
                  <a:lnTo>
                    <a:pt x="1679" y="3536"/>
                  </a:lnTo>
                  <a:lnTo>
                    <a:pt x="1822" y="3846"/>
                  </a:lnTo>
                  <a:lnTo>
                    <a:pt x="2155" y="4512"/>
                  </a:lnTo>
                  <a:lnTo>
                    <a:pt x="2155" y="3893"/>
                  </a:lnTo>
                  <a:lnTo>
                    <a:pt x="1965" y="3536"/>
                  </a:lnTo>
                  <a:lnTo>
                    <a:pt x="1810" y="3215"/>
                  </a:lnTo>
                  <a:lnTo>
                    <a:pt x="25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5"/>
            <p:cNvSpPr/>
            <p:nvPr/>
          </p:nvSpPr>
          <p:spPr>
            <a:xfrm>
              <a:off x="2128225" y="3239825"/>
              <a:ext cx="11350" cy="9550"/>
            </a:xfrm>
            <a:custGeom>
              <a:rect b="b" l="l" r="r" t="t"/>
              <a:pathLst>
                <a:path extrusionOk="0" h="382" w="454">
                  <a:moveTo>
                    <a:pt x="453" y="0"/>
                  </a:moveTo>
                  <a:lnTo>
                    <a:pt x="1" y="381"/>
                  </a:lnTo>
                  <a:lnTo>
                    <a:pt x="417" y="381"/>
                  </a:lnTo>
                  <a:lnTo>
                    <a:pt x="453" y="357"/>
                  </a:lnTo>
                  <a:lnTo>
                    <a:pt x="45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5"/>
            <p:cNvSpPr/>
            <p:nvPr/>
          </p:nvSpPr>
          <p:spPr>
            <a:xfrm>
              <a:off x="1326050" y="3014475"/>
              <a:ext cx="64325" cy="61350"/>
            </a:xfrm>
            <a:custGeom>
              <a:rect b="b" l="l" r="r" t="t"/>
              <a:pathLst>
                <a:path extrusionOk="0" h="2454" w="2573">
                  <a:moveTo>
                    <a:pt x="1305" y="1"/>
                  </a:moveTo>
                  <a:cubicBezTo>
                    <a:pt x="1248" y="1"/>
                    <a:pt x="1190" y="5"/>
                    <a:pt x="1131" y="13"/>
                  </a:cubicBezTo>
                  <a:cubicBezTo>
                    <a:pt x="465" y="96"/>
                    <a:pt x="0" y="727"/>
                    <a:pt x="96" y="1394"/>
                  </a:cubicBezTo>
                  <a:cubicBezTo>
                    <a:pt x="108" y="1513"/>
                    <a:pt x="131" y="1620"/>
                    <a:pt x="179" y="1727"/>
                  </a:cubicBezTo>
                  <a:cubicBezTo>
                    <a:pt x="227" y="1811"/>
                    <a:pt x="274" y="1882"/>
                    <a:pt x="310" y="1966"/>
                  </a:cubicBezTo>
                  <a:cubicBezTo>
                    <a:pt x="524" y="2239"/>
                    <a:pt x="846" y="2418"/>
                    <a:pt x="1203" y="2454"/>
                  </a:cubicBezTo>
                  <a:cubicBezTo>
                    <a:pt x="1298" y="2454"/>
                    <a:pt x="1381" y="2442"/>
                    <a:pt x="1477" y="2442"/>
                  </a:cubicBezTo>
                  <a:cubicBezTo>
                    <a:pt x="1715" y="2406"/>
                    <a:pt x="1917" y="2299"/>
                    <a:pt x="2084" y="2168"/>
                  </a:cubicBezTo>
                  <a:cubicBezTo>
                    <a:pt x="2155" y="2108"/>
                    <a:pt x="2215" y="2049"/>
                    <a:pt x="2274" y="1977"/>
                  </a:cubicBezTo>
                  <a:cubicBezTo>
                    <a:pt x="2477" y="1727"/>
                    <a:pt x="2572" y="1394"/>
                    <a:pt x="2513" y="1049"/>
                  </a:cubicBezTo>
                  <a:cubicBezTo>
                    <a:pt x="2437" y="440"/>
                    <a:pt x="1904" y="1"/>
                    <a:pt x="130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5"/>
            <p:cNvSpPr/>
            <p:nvPr/>
          </p:nvSpPr>
          <p:spPr>
            <a:xfrm>
              <a:off x="1048925" y="2815500"/>
              <a:ext cx="33075" cy="31625"/>
            </a:xfrm>
            <a:custGeom>
              <a:rect b="b" l="l" r="r" t="t"/>
              <a:pathLst>
                <a:path extrusionOk="0" h="1265" w="1323">
                  <a:moveTo>
                    <a:pt x="669" y="1"/>
                  </a:moveTo>
                  <a:cubicBezTo>
                    <a:pt x="641" y="1"/>
                    <a:pt x="613" y="3"/>
                    <a:pt x="584" y="7"/>
                  </a:cubicBezTo>
                  <a:cubicBezTo>
                    <a:pt x="239" y="66"/>
                    <a:pt x="1" y="376"/>
                    <a:pt x="48" y="721"/>
                  </a:cubicBezTo>
                  <a:cubicBezTo>
                    <a:pt x="84" y="983"/>
                    <a:pt x="286" y="1197"/>
                    <a:pt x="536" y="1245"/>
                  </a:cubicBezTo>
                  <a:cubicBezTo>
                    <a:pt x="571" y="1259"/>
                    <a:pt x="610" y="1265"/>
                    <a:pt x="656" y="1265"/>
                  </a:cubicBezTo>
                  <a:cubicBezTo>
                    <a:pt x="688" y="1265"/>
                    <a:pt x="723" y="1262"/>
                    <a:pt x="763" y="1257"/>
                  </a:cubicBezTo>
                  <a:cubicBezTo>
                    <a:pt x="775" y="1257"/>
                    <a:pt x="786" y="1257"/>
                    <a:pt x="798" y="1245"/>
                  </a:cubicBezTo>
                  <a:cubicBezTo>
                    <a:pt x="834" y="1233"/>
                    <a:pt x="882" y="1233"/>
                    <a:pt x="906" y="1209"/>
                  </a:cubicBezTo>
                  <a:cubicBezTo>
                    <a:pt x="1001" y="1185"/>
                    <a:pt x="1072" y="1126"/>
                    <a:pt x="1132" y="1066"/>
                  </a:cubicBezTo>
                  <a:cubicBezTo>
                    <a:pt x="1251" y="935"/>
                    <a:pt x="1322" y="733"/>
                    <a:pt x="1298" y="542"/>
                  </a:cubicBezTo>
                  <a:cubicBezTo>
                    <a:pt x="1244" y="227"/>
                    <a:pt x="971" y="1"/>
                    <a:pt x="66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5"/>
            <p:cNvSpPr/>
            <p:nvPr/>
          </p:nvSpPr>
          <p:spPr>
            <a:xfrm>
              <a:off x="1026600" y="3246400"/>
              <a:ext cx="18475" cy="2975"/>
            </a:xfrm>
            <a:custGeom>
              <a:rect b="b" l="l" r="r" t="t"/>
              <a:pathLst>
                <a:path extrusionOk="0" h="119" w="739">
                  <a:moveTo>
                    <a:pt x="348" y="1"/>
                  </a:moveTo>
                  <a:cubicBezTo>
                    <a:pt x="321" y="1"/>
                    <a:pt x="292" y="4"/>
                    <a:pt x="263" y="11"/>
                  </a:cubicBezTo>
                  <a:cubicBezTo>
                    <a:pt x="167" y="35"/>
                    <a:pt x="72" y="70"/>
                    <a:pt x="1" y="118"/>
                  </a:cubicBezTo>
                  <a:lnTo>
                    <a:pt x="739" y="118"/>
                  </a:lnTo>
                  <a:cubicBezTo>
                    <a:pt x="679" y="82"/>
                    <a:pt x="608" y="47"/>
                    <a:pt x="536" y="23"/>
                  </a:cubicBezTo>
                  <a:cubicBezTo>
                    <a:pt x="471" y="15"/>
                    <a:pt x="411" y="1"/>
                    <a:pt x="34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5"/>
            <p:cNvSpPr/>
            <p:nvPr/>
          </p:nvSpPr>
          <p:spPr>
            <a:xfrm>
              <a:off x="895625" y="2943300"/>
              <a:ext cx="11950" cy="10575"/>
            </a:xfrm>
            <a:custGeom>
              <a:rect b="b" l="l" r="r" t="t"/>
              <a:pathLst>
                <a:path extrusionOk="0" h="423" w="478">
                  <a:moveTo>
                    <a:pt x="236" y="1"/>
                  </a:moveTo>
                  <a:cubicBezTo>
                    <a:pt x="225" y="1"/>
                    <a:pt x="214" y="1"/>
                    <a:pt x="203" y="2"/>
                  </a:cubicBezTo>
                  <a:cubicBezTo>
                    <a:pt x="84" y="14"/>
                    <a:pt x="1" y="133"/>
                    <a:pt x="25" y="252"/>
                  </a:cubicBezTo>
                  <a:cubicBezTo>
                    <a:pt x="49" y="300"/>
                    <a:pt x="60" y="348"/>
                    <a:pt x="84" y="372"/>
                  </a:cubicBezTo>
                  <a:cubicBezTo>
                    <a:pt x="133" y="401"/>
                    <a:pt x="182" y="422"/>
                    <a:pt x="244" y="422"/>
                  </a:cubicBezTo>
                  <a:cubicBezTo>
                    <a:pt x="258" y="422"/>
                    <a:pt x="272" y="421"/>
                    <a:pt x="287" y="419"/>
                  </a:cubicBezTo>
                  <a:cubicBezTo>
                    <a:pt x="310" y="419"/>
                    <a:pt x="346" y="395"/>
                    <a:pt x="370" y="383"/>
                  </a:cubicBezTo>
                  <a:cubicBezTo>
                    <a:pt x="441" y="336"/>
                    <a:pt x="477" y="264"/>
                    <a:pt x="465" y="181"/>
                  </a:cubicBezTo>
                  <a:cubicBezTo>
                    <a:pt x="465" y="157"/>
                    <a:pt x="441" y="145"/>
                    <a:pt x="441" y="133"/>
                  </a:cubicBezTo>
                  <a:cubicBezTo>
                    <a:pt x="420" y="48"/>
                    <a:pt x="331" y="1"/>
                    <a:pt x="2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5"/>
            <p:cNvSpPr/>
            <p:nvPr/>
          </p:nvSpPr>
          <p:spPr>
            <a:xfrm>
              <a:off x="1156975" y="2989650"/>
              <a:ext cx="22950" cy="21900"/>
            </a:xfrm>
            <a:custGeom>
              <a:rect b="b" l="l" r="r" t="t"/>
              <a:pathLst>
                <a:path extrusionOk="0" h="876" w="918">
                  <a:moveTo>
                    <a:pt x="458" y="1"/>
                  </a:moveTo>
                  <a:cubicBezTo>
                    <a:pt x="437" y="1"/>
                    <a:pt x="415" y="3"/>
                    <a:pt x="394" y="6"/>
                  </a:cubicBezTo>
                  <a:cubicBezTo>
                    <a:pt x="370" y="6"/>
                    <a:pt x="346" y="18"/>
                    <a:pt x="322" y="18"/>
                  </a:cubicBezTo>
                  <a:cubicBezTo>
                    <a:pt x="227" y="53"/>
                    <a:pt x="155" y="113"/>
                    <a:pt x="96" y="184"/>
                  </a:cubicBezTo>
                  <a:cubicBezTo>
                    <a:pt x="84" y="220"/>
                    <a:pt x="72" y="232"/>
                    <a:pt x="48" y="256"/>
                  </a:cubicBezTo>
                  <a:cubicBezTo>
                    <a:pt x="24" y="339"/>
                    <a:pt x="1" y="411"/>
                    <a:pt x="24" y="494"/>
                  </a:cubicBezTo>
                  <a:lnTo>
                    <a:pt x="24" y="530"/>
                  </a:lnTo>
                  <a:cubicBezTo>
                    <a:pt x="70" y="725"/>
                    <a:pt x="249" y="876"/>
                    <a:pt x="464" y="876"/>
                  </a:cubicBezTo>
                  <a:cubicBezTo>
                    <a:pt x="472" y="876"/>
                    <a:pt x="481" y="875"/>
                    <a:pt x="489" y="875"/>
                  </a:cubicBezTo>
                  <a:lnTo>
                    <a:pt x="501" y="875"/>
                  </a:lnTo>
                  <a:cubicBezTo>
                    <a:pt x="620" y="851"/>
                    <a:pt x="691" y="827"/>
                    <a:pt x="751" y="768"/>
                  </a:cubicBezTo>
                  <a:cubicBezTo>
                    <a:pt x="858" y="673"/>
                    <a:pt x="917" y="530"/>
                    <a:pt x="882" y="375"/>
                  </a:cubicBezTo>
                  <a:cubicBezTo>
                    <a:pt x="860" y="158"/>
                    <a:pt x="671" y="1"/>
                    <a:pt x="45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5"/>
            <p:cNvSpPr/>
            <p:nvPr/>
          </p:nvSpPr>
          <p:spPr>
            <a:xfrm>
              <a:off x="2073450" y="3055500"/>
              <a:ext cx="22950" cy="21425"/>
            </a:xfrm>
            <a:custGeom>
              <a:rect b="b" l="l" r="r" t="t"/>
              <a:pathLst>
                <a:path extrusionOk="0" h="857" w="918">
                  <a:moveTo>
                    <a:pt x="454" y="1"/>
                  </a:moveTo>
                  <a:cubicBezTo>
                    <a:pt x="438" y="1"/>
                    <a:pt x="422" y="1"/>
                    <a:pt x="406" y="3"/>
                  </a:cubicBezTo>
                  <a:cubicBezTo>
                    <a:pt x="168" y="51"/>
                    <a:pt x="1" y="277"/>
                    <a:pt x="37" y="491"/>
                  </a:cubicBezTo>
                  <a:cubicBezTo>
                    <a:pt x="37" y="527"/>
                    <a:pt x="49" y="551"/>
                    <a:pt x="60" y="587"/>
                  </a:cubicBezTo>
                  <a:cubicBezTo>
                    <a:pt x="96" y="670"/>
                    <a:pt x="156" y="753"/>
                    <a:pt x="239" y="789"/>
                  </a:cubicBezTo>
                  <a:cubicBezTo>
                    <a:pt x="304" y="826"/>
                    <a:pt x="369" y="856"/>
                    <a:pt x="440" y="856"/>
                  </a:cubicBezTo>
                  <a:cubicBezTo>
                    <a:pt x="460" y="856"/>
                    <a:pt x="480" y="854"/>
                    <a:pt x="501" y="848"/>
                  </a:cubicBezTo>
                  <a:lnTo>
                    <a:pt x="537" y="848"/>
                  </a:lnTo>
                  <a:cubicBezTo>
                    <a:pt x="545" y="850"/>
                    <a:pt x="553" y="851"/>
                    <a:pt x="561" y="851"/>
                  </a:cubicBezTo>
                  <a:cubicBezTo>
                    <a:pt x="618" y="851"/>
                    <a:pt x="687" y="818"/>
                    <a:pt x="739" y="777"/>
                  </a:cubicBezTo>
                  <a:cubicBezTo>
                    <a:pt x="858" y="694"/>
                    <a:pt x="918" y="539"/>
                    <a:pt x="894" y="372"/>
                  </a:cubicBezTo>
                  <a:cubicBezTo>
                    <a:pt x="872" y="150"/>
                    <a:pt x="674" y="1"/>
                    <a:pt x="45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5"/>
            <p:cNvSpPr/>
            <p:nvPr/>
          </p:nvSpPr>
          <p:spPr>
            <a:xfrm>
              <a:off x="1916900" y="2863525"/>
              <a:ext cx="22350" cy="21800"/>
            </a:xfrm>
            <a:custGeom>
              <a:rect b="b" l="l" r="r" t="t"/>
              <a:pathLst>
                <a:path extrusionOk="0" h="872" w="894">
                  <a:moveTo>
                    <a:pt x="453" y="0"/>
                  </a:moveTo>
                  <a:cubicBezTo>
                    <a:pt x="437" y="0"/>
                    <a:pt x="421" y="1"/>
                    <a:pt x="405" y="3"/>
                  </a:cubicBezTo>
                  <a:cubicBezTo>
                    <a:pt x="167" y="50"/>
                    <a:pt x="0" y="276"/>
                    <a:pt x="36" y="491"/>
                  </a:cubicBezTo>
                  <a:cubicBezTo>
                    <a:pt x="48" y="550"/>
                    <a:pt x="60" y="610"/>
                    <a:pt x="84" y="669"/>
                  </a:cubicBezTo>
                  <a:cubicBezTo>
                    <a:pt x="131" y="717"/>
                    <a:pt x="179" y="765"/>
                    <a:pt x="226" y="800"/>
                  </a:cubicBezTo>
                  <a:cubicBezTo>
                    <a:pt x="298" y="836"/>
                    <a:pt x="393" y="872"/>
                    <a:pt x="488" y="872"/>
                  </a:cubicBezTo>
                  <a:lnTo>
                    <a:pt x="536" y="872"/>
                  </a:lnTo>
                  <a:cubicBezTo>
                    <a:pt x="643" y="848"/>
                    <a:pt x="727" y="812"/>
                    <a:pt x="786" y="741"/>
                  </a:cubicBezTo>
                  <a:cubicBezTo>
                    <a:pt x="846" y="657"/>
                    <a:pt x="893" y="586"/>
                    <a:pt x="893" y="479"/>
                  </a:cubicBezTo>
                  <a:lnTo>
                    <a:pt x="893" y="372"/>
                  </a:lnTo>
                  <a:cubicBezTo>
                    <a:pt x="871" y="150"/>
                    <a:pt x="673" y="0"/>
                    <a:pt x="4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5"/>
            <p:cNvSpPr/>
            <p:nvPr/>
          </p:nvSpPr>
          <p:spPr>
            <a:xfrm>
              <a:off x="1495125" y="3172075"/>
              <a:ext cx="22625" cy="21700"/>
            </a:xfrm>
            <a:custGeom>
              <a:rect b="b" l="l" r="r" t="t"/>
              <a:pathLst>
                <a:path extrusionOk="0" h="868" w="905">
                  <a:moveTo>
                    <a:pt x="456" y="0"/>
                  </a:moveTo>
                  <a:cubicBezTo>
                    <a:pt x="431" y="0"/>
                    <a:pt x="406" y="3"/>
                    <a:pt x="381" y="7"/>
                  </a:cubicBezTo>
                  <a:cubicBezTo>
                    <a:pt x="333" y="7"/>
                    <a:pt x="286" y="31"/>
                    <a:pt x="250" y="43"/>
                  </a:cubicBezTo>
                  <a:cubicBezTo>
                    <a:pt x="155" y="91"/>
                    <a:pt x="95" y="162"/>
                    <a:pt x="60" y="234"/>
                  </a:cubicBezTo>
                  <a:cubicBezTo>
                    <a:pt x="24" y="317"/>
                    <a:pt x="0" y="400"/>
                    <a:pt x="12" y="495"/>
                  </a:cubicBezTo>
                  <a:lnTo>
                    <a:pt x="12" y="519"/>
                  </a:lnTo>
                  <a:cubicBezTo>
                    <a:pt x="24" y="615"/>
                    <a:pt x="72" y="698"/>
                    <a:pt x="143" y="757"/>
                  </a:cubicBezTo>
                  <a:cubicBezTo>
                    <a:pt x="223" y="838"/>
                    <a:pt x="330" y="867"/>
                    <a:pt x="440" y="867"/>
                  </a:cubicBezTo>
                  <a:cubicBezTo>
                    <a:pt x="460" y="867"/>
                    <a:pt x="480" y="866"/>
                    <a:pt x="500" y="865"/>
                  </a:cubicBezTo>
                  <a:cubicBezTo>
                    <a:pt x="560" y="865"/>
                    <a:pt x="607" y="841"/>
                    <a:pt x="667" y="805"/>
                  </a:cubicBezTo>
                  <a:cubicBezTo>
                    <a:pt x="774" y="757"/>
                    <a:pt x="834" y="686"/>
                    <a:pt x="857" y="603"/>
                  </a:cubicBezTo>
                  <a:cubicBezTo>
                    <a:pt x="869" y="567"/>
                    <a:pt x="869" y="543"/>
                    <a:pt x="893" y="507"/>
                  </a:cubicBezTo>
                  <a:cubicBezTo>
                    <a:pt x="905" y="460"/>
                    <a:pt x="905" y="412"/>
                    <a:pt x="893" y="365"/>
                  </a:cubicBezTo>
                  <a:cubicBezTo>
                    <a:pt x="893" y="317"/>
                    <a:pt x="869" y="269"/>
                    <a:pt x="845" y="245"/>
                  </a:cubicBezTo>
                  <a:cubicBezTo>
                    <a:pt x="783" y="100"/>
                    <a:pt x="622" y="0"/>
                    <a:pt x="45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5"/>
            <p:cNvSpPr/>
            <p:nvPr/>
          </p:nvSpPr>
          <p:spPr>
            <a:xfrm>
              <a:off x="1045650" y="2968400"/>
              <a:ext cx="21750" cy="21700"/>
            </a:xfrm>
            <a:custGeom>
              <a:rect b="b" l="l" r="r" t="t"/>
              <a:pathLst>
                <a:path extrusionOk="0" h="868" w="870">
                  <a:moveTo>
                    <a:pt x="436" y="0"/>
                  </a:moveTo>
                  <a:cubicBezTo>
                    <a:pt x="414" y="0"/>
                    <a:pt x="392" y="3"/>
                    <a:pt x="370" y="10"/>
                  </a:cubicBezTo>
                  <a:cubicBezTo>
                    <a:pt x="334" y="10"/>
                    <a:pt x="322" y="22"/>
                    <a:pt x="298" y="22"/>
                  </a:cubicBezTo>
                  <a:cubicBezTo>
                    <a:pt x="203" y="46"/>
                    <a:pt x="132" y="106"/>
                    <a:pt x="72" y="189"/>
                  </a:cubicBezTo>
                  <a:cubicBezTo>
                    <a:pt x="13" y="261"/>
                    <a:pt x="1" y="344"/>
                    <a:pt x="1" y="451"/>
                  </a:cubicBezTo>
                  <a:lnTo>
                    <a:pt x="1" y="499"/>
                  </a:lnTo>
                  <a:cubicBezTo>
                    <a:pt x="13" y="642"/>
                    <a:pt x="120" y="761"/>
                    <a:pt x="239" y="820"/>
                  </a:cubicBezTo>
                  <a:cubicBezTo>
                    <a:pt x="310" y="856"/>
                    <a:pt x="394" y="868"/>
                    <a:pt x="489" y="868"/>
                  </a:cubicBezTo>
                  <a:lnTo>
                    <a:pt x="501" y="868"/>
                  </a:lnTo>
                  <a:cubicBezTo>
                    <a:pt x="644" y="844"/>
                    <a:pt x="775" y="749"/>
                    <a:pt x="810" y="618"/>
                  </a:cubicBezTo>
                  <a:cubicBezTo>
                    <a:pt x="858" y="546"/>
                    <a:pt x="870" y="475"/>
                    <a:pt x="858" y="380"/>
                  </a:cubicBezTo>
                  <a:lnTo>
                    <a:pt x="858" y="344"/>
                  </a:lnTo>
                  <a:cubicBezTo>
                    <a:pt x="834" y="201"/>
                    <a:pt x="715" y="82"/>
                    <a:pt x="572" y="22"/>
                  </a:cubicBezTo>
                  <a:cubicBezTo>
                    <a:pt x="531" y="14"/>
                    <a:pt x="484" y="0"/>
                    <a:pt x="43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5"/>
            <p:cNvSpPr/>
            <p:nvPr/>
          </p:nvSpPr>
          <p:spPr>
            <a:xfrm>
              <a:off x="1912725" y="3209100"/>
              <a:ext cx="13425" cy="12625"/>
            </a:xfrm>
            <a:custGeom>
              <a:rect b="b" l="l" r="r" t="t"/>
              <a:pathLst>
                <a:path extrusionOk="0" h="505" w="537">
                  <a:moveTo>
                    <a:pt x="263" y="0"/>
                  </a:moveTo>
                  <a:cubicBezTo>
                    <a:pt x="252" y="0"/>
                    <a:pt x="240" y="1"/>
                    <a:pt x="227" y="3"/>
                  </a:cubicBezTo>
                  <a:cubicBezTo>
                    <a:pt x="167" y="3"/>
                    <a:pt x="108" y="38"/>
                    <a:pt x="84" y="86"/>
                  </a:cubicBezTo>
                  <a:cubicBezTo>
                    <a:pt x="36" y="146"/>
                    <a:pt x="1" y="217"/>
                    <a:pt x="24" y="288"/>
                  </a:cubicBezTo>
                  <a:cubicBezTo>
                    <a:pt x="24" y="336"/>
                    <a:pt x="36" y="360"/>
                    <a:pt x="60" y="396"/>
                  </a:cubicBezTo>
                  <a:lnTo>
                    <a:pt x="60" y="408"/>
                  </a:lnTo>
                  <a:cubicBezTo>
                    <a:pt x="113" y="461"/>
                    <a:pt x="186" y="505"/>
                    <a:pt x="269" y="505"/>
                  </a:cubicBezTo>
                  <a:cubicBezTo>
                    <a:pt x="278" y="505"/>
                    <a:pt x="288" y="504"/>
                    <a:pt x="298" y="503"/>
                  </a:cubicBezTo>
                  <a:cubicBezTo>
                    <a:pt x="334" y="503"/>
                    <a:pt x="382" y="479"/>
                    <a:pt x="405" y="467"/>
                  </a:cubicBezTo>
                  <a:cubicBezTo>
                    <a:pt x="441" y="455"/>
                    <a:pt x="465" y="419"/>
                    <a:pt x="477" y="396"/>
                  </a:cubicBezTo>
                  <a:cubicBezTo>
                    <a:pt x="513" y="348"/>
                    <a:pt x="536" y="277"/>
                    <a:pt x="524" y="217"/>
                  </a:cubicBezTo>
                  <a:cubicBezTo>
                    <a:pt x="513" y="157"/>
                    <a:pt x="477" y="98"/>
                    <a:pt x="441" y="62"/>
                  </a:cubicBezTo>
                  <a:cubicBezTo>
                    <a:pt x="390" y="31"/>
                    <a:pt x="338" y="0"/>
                    <a:pt x="26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5"/>
            <p:cNvSpPr/>
            <p:nvPr/>
          </p:nvSpPr>
          <p:spPr>
            <a:xfrm>
              <a:off x="2001725" y="3124475"/>
              <a:ext cx="13725" cy="12675"/>
            </a:xfrm>
            <a:custGeom>
              <a:rect b="b" l="l" r="r" t="t"/>
              <a:pathLst>
                <a:path extrusionOk="0" h="507" w="549">
                  <a:moveTo>
                    <a:pt x="287" y="0"/>
                  </a:moveTo>
                  <a:cubicBezTo>
                    <a:pt x="271" y="0"/>
                    <a:pt x="255" y="2"/>
                    <a:pt x="239" y="6"/>
                  </a:cubicBezTo>
                  <a:cubicBezTo>
                    <a:pt x="108" y="30"/>
                    <a:pt x="1" y="161"/>
                    <a:pt x="36" y="280"/>
                  </a:cubicBezTo>
                  <a:cubicBezTo>
                    <a:pt x="48" y="340"/>
                    <a:pt x="72" y="399"/>
                    <a:pt x="120" y="447"/>
                  </a:cubicBezTo>
                  <a:cubicBezTo>
                    <a:pt x="167" y="494"/>
                    <a:pt x="239" y="506"/>
                    <a:pt x="310" y="506"/>
                  </a:cubicBezTo>
                  <a:cubicBezTo>
                    <a:pt x="453" y="483"/>
                    <a:pt x="548" y="364"/>
                    <a:pt x="524" y="221"/>
                  </a:cubicBezTo>
                  <a:cubicBezTo>
                    <a:pt x="524" y="185"/>
                    <a:pt x="513" y="149"/>
                    <a:pt x="477" y="125"/>
                  </a:cubicBezTo>
                  <a:cubicBezTo>
                    <a:pt x="437" y="46"/>
                    <a:pt x="365" y="0"/>
                    <a:pt x="28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5"/>
            <p:cNvSpPr/>
            <p:nvPr/>
          </p:nvSpPr>
          <p:spPr>
            <a:xfrm>
              <a:off x="1487375" y="3210250"/>
              <a:ext cx="14025" cy="12500"/>
            </a:xfrm>
            <a:custGeom>
              <a:rect b="b" l="l" r="r" t="t"/>
              <a:pathLst>
                <a:path extrusionOk="0" h="500" w="561">
                  <a:moveTo>
                    <a:pt x="291" y="1"/>
                  </a:moveTo>
                  <a:cubicBezTo>
                    <a:pt x="277" y="1"/>
                    <a:pt x="264" y="2"/>
                    <a:pt x="251" y="4"/>
                  </a:cubicBezTo>
                  <a:cubicBezTo>
                    <a:pt x="108" y="40"/>
                    <a:pt x="1" y="159"/>
                    <a:pt x="36" y="290"/>
                  </a:cubicBezTo>
                  <a:cubicBezTo>
                    <a:pt x="67" y="404"/>
                    <a:pt x="161" y="499"/>
                    <a:pt x="271" y="499"/>
                  </a:cubicBezTo>
                  <a:cubicBezTo>
                    <a:pt x="288" y="499"/>
                    <a:pt x="305" y="497"/>
                    <a:pt x="322" y="492"/>
                  </a:cubicBezTo>
                  <a:cubicBezTo>
                    <a:pt x="453" y="469"/>
                    <a:pt x="560" y="350"/>
                    <a:pt x="524" y="219"/>
                  </a:cubicBezTo>
                  <a:cubicBezTo>
                    <a:pt x="503" y="91"/>
                    <a:pt x="405" y="1"/>
                    <a:pt x="29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5"/>
            <p:cNvSpPr/>
            <p:nvPr/>
          </p:nvSpPr>
          <p:spPr>
            <a:xfrm>
              <a:off x="1315625" y="3080850"/>
              <a:ext cx="13725" cy="12425"/>
            </a:xfrm>
            <a:custGeom>
              <a:rect b="b" l="l" r="r" t="t"/>
              <a:pathLst>
                <a:path extrusionOk="0" h="497" w="549">
                  <a:moveTo>
                    <a:pt x="261" y="0"/>
                  </a:moveTo>
                  <a:cubicBezTo>
                    <a:pt x="254" y="0"/>
                    <a:pt x="246" y="0"/>
                    <a:pt x="239" y="1"/>
                  </a:cubicBezTo>
                  <a:cubicBezTo>
                    <a:pt x="108" y="37"/>
                    <a:pt x="1" y="168"/>
                    <a:pt x="36" y="287"/>
                  </a:cubicBezTo>
                  <a:cubicBezTo>
                    <a:pt x="57" y="401"/>
                    <a:pt x="149" y="496"/>
                    <a:pt x="259" y="496"/>
                  </a:cubicBezTo>
                  <a:cubicBezTo>
                    <a:pt x="276" y="496"/>
                    <a:pt x="293" y="494"/>
                    <a:pt x="310" y="489"/>
                  </a:cubicBezTo>
                  <a:cubicBezTo>
                    <a:pt x="441" y="465"/>
                    <a:pt x="548" y="346"/>
                    <a:pt x="525" y="215"/>
                  </a:cubicBezTo>
                  <a:cubicBezTo>
                    <a:pt x="513" y="92"/>
                    <a:pt x="385" y="0"/>
                    <a:pt x="26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5"/>
            <p:cNvSpPr/>
            <p:nvPr/>
          </p:nvSpPr>
          <p:spPr>
            <a:xfrm>
              <a:off x="1229600" y="3113600"/>
              <a:ext cx="13125" cy="12650"/>
            </a:xfrm>
            <a:custGeom>
              <a:rect b="b" l="l" r="r" t="t"/>
              <a:pathLst>
                <a:path extrusionOk="0" h="506" w="525">
                  <a:moveTo>
                    <a:pt x="227" y="1"/>
                  </a:moveTo>
                  <a:cubicBezTo>
                    <a:pt x="120" y="25"/>
                    <a:pt x="48" y="96"/>
                    <a:pt x="25" y="179"/>
                  </a:cubicBezTo>
                  <a:cubicBezTo>
                    <a:pt x="1" y="215"/>
                    <a:pt x="1" y="263"/>
                    <a:pt x="25" y="287"/>
                  </a:cubicBezTo>
                  <a:cubicBezTo>
                    <a:pt x="36" y="382"/>
                    <a:pt x="84" y="441"/>
                    <a:pt x="144" y="465"/>
                  </a:cubicBezTo>
                  <a:cubicBezTo>
                    <a:pt x="170" y="492"/>
                    <a:pt x="211" y="505"/>
                    <a:pt x="254" y="505"/>
                  </a:cubicBezTo>
                  <a:cubicBezTo>
                    <a:pt x="269" y="505"/>
                    <a:pt x="283" y="504"/>
                    <a:pt x="298" y="501"/>
                  </a:cubicBezTo>
                  <a:cubicBezTo>
                    <a:pt x="346" y="501"/>
                    <a:pt x="382" y="477"/>
                    <a:pt x="406" y="453"/>
                  </a:cubicBezTo>
                  <a:cubicBezTo>
                    <a:pt x="477" y="406"/>
                    <a:pt x="525" y="298"/>
                    <a:pt x="513" y="215"/>
                  </a:cubicBezTo>
                  <a:lnTo>
                    <a:pt x="513" y="203"/>
                  </a:lnTo>
                  <a:cubicBezTo>
                    <a:pt x="477" y="108"/>
                    <a:pt x="406" y="37"/>
                    <a:pt x="32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5"/>
            <p:cNvSpPr/>
            <p:nvPr/>
          </p:nvSpPr>
          <p:spPr>
            <a:xfrm>
              <a:off x="1729075" y="3062625"/>
              <a:ext cx="13725" cy="12475"/>
            </a:xfrm>
            <a:custGeom>
              <a:rect b="b" l="l" r="r" t="t"/>
              <a:pathLst>
                <a:path extrusionOk="0" h="499" w="549">
                  <a:moveTo>
                    <a:pt x="279" y="0"/>
                  </a:moveTo>
                  <a:cubicBezTo>
                    <a:pt x="265" y="0"/>
                    <a:pt x="252" y="1"/>
                    <a:pt x="239" y="4"/>
                  </a:cubicBezTo>
                  <a:cubicBezTo>
                    <a:pt x="108" y="16"/>
                    <a:pt x="0" y="159"/>
                    <a:pt x="24" y="290"/>
                  </a:cubicBezTo>
                  <a:cubicBezTo>
                    <a:pt x="55" y="403"/>
                    <a:pt x="149" y="499"/>
                    <a:pt x="259" y="499"/>
                  </a:cubicBezTo>
                  <a:cubicBezTo>
                    <a:pt x="276" y="499"/>
                    <a:pt x="293" y="497"/>
                    <a:pt x="310" y="492"/>
                  </a:cubicBezTo>
                  <a:cubicBezTo>
                    <a:pt x="441" y="468"/>
                    <a:pt x="548" y="349"/>
                    <a:pt x="524" y="218"/>
                  </a:cubicBezTo>
                  <a:cubicBezTo>
                    <a:pt x="492" y="90"/>
                    <a:pt x="393" y="0"/>
                    <a:pt x="27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6" name="Google Shape;466;p5"/>
          <p:cNvGrpSpPr/>
          <p:nvPr/>
        </p:nvGrpSpPr>
        <p:grpSpPr>
          <a:xfrm rot="10800000">
            <a:off x="2256394" y="-6"/>
            <a:ext cx="5510401" cy="1428702"/>
            <a:chOff x="2582150" y="3714800"/>
            <a:chExt cx="2689050" cy="697200"/>
          </a:xfrm>
        </p:grpSpPr>
        <p:sp>
          <p:nvSpPr>
            <p:cNvPr id="467" name="Google Shape;467;p5"/>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5"/>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5"/>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5"/>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5"/>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5"/>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5"/>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5"/>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5"/>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5"/>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5"/>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5"/>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5"/>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5"/>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5"/>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5"/>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5"/>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5"/>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5"/>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5"/>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5"/>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5"/>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5"/>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5"/>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5"/>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5"/>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5"/>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5"/>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5"/>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5"/>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5"/>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5"/>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5"/>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5"/>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5"/>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5"/>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5"/>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5"/>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5"/>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5"/>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5"/>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5"/>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5"/>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5"/>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5"/>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5"/>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5"/>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5"/>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5"/>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5"/>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5"/>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5"/>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5"/>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5"/>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5"/>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5"/>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5"/>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5"/>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7" name="Google Shape;527;p5"/>
          <p:cNvSpPr/>
          <p:nvPr/>
        </p:nvSpPr>
        <p:spPr>
          <a:xfrm>
            <a:off x="0" y="4845825"/>
            <a:ext cx="9144000" cy="2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5"/>
          <p:cNvSpPr txBox="1"/>
          <p:nvPr>
            <p:ph type="title"/>
          </p:nvPr>
        </p:nvSpPr>
        <p:spPr>
          <a:xfrm>
            <a:off x="622250" y="1934525"/>
            <a:ext cx="3949800" cy="1546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29" name="Google Shape;529;p5"/>
          <p:cNvSpPr txBox="1"/>
          <p:nvPr>
            <p:ph idx="2" type="title"/>
          </p:nvPr>
        </p:nvSpPr>
        <p:spPr>
          <a:xfrm>
            <a:off x="622250" y="953225"/>
            <a:ext cx="5039400" cy="98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530" name="Google Shape;530;p5"/>
          <p:cNvSpPr txBox="1"/>
          <p:nvPr>
            <p:ph idx="1" type="subTitle"/>
          </p:nvPr>
        </p:nvSpPr>
        <p:spPr>
          <a:xfrm>
            <a:off x="622250" y="3601950"/>
            <a:ext cx="5039400" cy="397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solidFill>
                  <a:schemeClr val="dk1"/>
                </a:solidFill>
              </a:defRPr>
            </a:lvl1pPr>
            <a:lvl2pPr lvl="1" algn="ctr">
              <a:lnSpc>
                <a:spcPct val="100000"/>
              </a:lnSpc>
              <a:spcBef>
                <a:spcPts val="160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1" name="Shape 531"/>
        <p:cNvGrpSpPr/>
        <p:nvPr/>
      </p:nvGrpSpPr>
      <p:grpSpPr>
        <a:xfrm>
          <a:off x="0" y="0"/>
          <a:ext cx="0" cy="0"/>
          <a:chOff x="0" y="0"/>
          <a:chExt cx="0" cy="0"/>
        </a:xfrm>
      </p:grpSpPr>
      <p:grpSp>
        <p:nvGrpSpPr>
          <p:cNvPr id="532" name="Google Shape;532;p6"/>
          <p:cNvGrpSpPr/>
          <p:nvPr/>
        </p:nvGrpSpPr>
        <p:grpSpPr>
          <a:xfrm>
            <a:off x="-4" y="-2"/>
            <a:ext cx="1262493" cy="697985"/>
            <a:chOff x="3729625" y="3808325"/>
            <a:chExt cx="470325" cy="260025"/>
          </a:xfrm>
        </p:grpSpPr>
        <p:sp>
          <p:nvSpPr>
            <p:cNvPr id="533" name="Google Shape;533;p6"/>
            <p:cNvSpPr/>
            <p:nvPr/>
          </p:nvSpPr>
          <p:spPr>
            <a:xfrm>
              <a:off x="4184725" y="3808325"/>
              <a:ext cx="15225" cy="20575"/>
            </a:xfrm>
            <a:custGeom>
              <a:rect b="b" l="l" r="r" t="t"/>
              <a:pathLst>
                <a:path extrusionOk="0" h="823" w="609">
                  <a:moveTo>
                    <a:pt x="346" y="1"/>
                  </a:moveTo>
                  <a:lnTo>
                    <a:pt x="1" y="727"/>
                  </a:lnTo>
                  <a:lnTo>
                    <a:pt x="227" y="822"/>
                  </a:lnTo>
                  <a:lnTo>
                    <a:pt x="60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6"/>
            <p:cNvSpPr/>
            <p:nvPr/>
          </p:nvSpPr>
          <p:spPr>
            <a:xfrm>
              <a:off x="4053475" y="3877975"/>
              <a:ext cx="325" cy="25"/>
            </a:xfrm>
            <a:custGeom>
              <a:rect b="b" l="l" r="r" t="t"/>
              <a:pathLst>
                <a:path extrusionOk="0" h="1" w="13">
                  <a:moveTo>
                    <a:pt x="12"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6"/>
            <p:cNvSpPr/>
            <p:nvPr/>
          </p:nvSpPr>
          <p:spPr>
            <a:xfrm>
              <a:off x="4054075" y="3877975"/>
              <a:ext cx="325" cy="25"/>
            </a:xfrm>
            <a:custGeom>
              <a:rect b="b" l="l" r="r" t="t"/>
              <a:pathLst>
                <a:path extrusionOk="0" h="1" w="13">
                  <a:moveTo>
                    <a:pt x="12"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6"/>
            <p:cNvSpPr/>
            <p:nvPr/>
          </p:nvSpPr>
          <p:spPr>
            <a:xfrm>
              <a:off x="4052575" y="3877975"/>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6"/>
            <p:cNvSpPr/>
            <p:nvPr/>
          </p:nvSpPr>
          <p:spPr>
            <a:xfrm>
              <a:off x="4052575" y="3877975"/>
              <a:ext cx="925" cy="25"/>
            </a:xfrm>
            <a:custGeom>
              <a:rect b="b" l="l" r="r" t="t"/>
              <a:pathLst>
                <a:path extrusionOk="0" h="1" w="37">
                  <a:moveTo>
                    <a:pt x="36"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6"/>
            <p:cNvSpPr/>
            <p:nvPr/>
          </p:nvSpPr>
          <p:spPr>
            <a:xfrm>
              <a:off x="4052875" y="3817575"/>
              <a:ext cx="75325" cy="60150"/>
            </a:xfrm>
            <a:custGeom>
              <a:rect b="b" l="l" r="r" t="t"/>
              <a:pathLst>
                <a:path extrusionOk="0" h="2406" w="3013">
                  <a:moveTo>
                    <a:pt x="2870" y="0"/>
                  </a:moveTo>
                  <a:lnTo>
                    <a:pt x="1" y="2179"/>
                  </a:lnTo>
                  <a:lnTo>
                    <a:pt x="60" y="2191"/>
                  </a:lnTo>
                  <a:cubicBezTo>
                    <a:pt x="120" y="2203"/>
                    <a:pt x="155" y="2286"/>
                    <a:pt x="143" y="2346"/>
                  </a:cubicBezTo>
                  <a:cubicBezTo>
                    <a:pt x="120" y="2369"/>
                    <a:pt x="108" y="2381"/>
                    <a:pt x="96" y="2405"/>
                  </a:cubicBezTo>
                  <a:lnTo>
                    <a:pt x="3013" y="202"/>
                  </a:lnTo>
                  <a:cubicBezTo>
                    <a:pt x="2953" y="143"/>
                    <a:pt x="2906" y="83"/>
                    <a:pt x="28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6"/>
            <p:cNvSpPr/>
            <p:nvPr/>
          </p:nvSpPr>
          <p:spPr>
            <a:xfrm>
              <a:off x="4054375" y="3877700"/>
              <a:ext cx="900" cy="300"/>
            </a:xfrm>
            <a:custGeom>
              <a:rect b="b" l="l" r="r" t="t"/>
              <a:pathLst>
                <a:path extrusionOk="0" h="12" w="36">
                  <a:moveTo>
                    <a:pt x="36" y="0"/>
                  </a:moveTo>
                  <a:cubicBezTo>
                    <a:pt x="36" y="0"/>
                    <a:pt x="24" y="0"/>
                    <a:pt x="0" y="12"/>
                  </a:cubicBezTo>
                  <a:cubicBezTo>
                    <a:pt x="24" y="12"/>
                    <a:pt x="36" y="0"/>
                    <a:pt x="3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6"/>
            <p:cNvSpPr/>
            <p:nvPr/>
          </p:nvSpPr>
          <p:spPr>
            <a:xfrm>
              <a:off x="3913575" y="3827100"/>
              <a:ext cx="143200" cy="50900"/>
            </a:xfrm>
            <a:custGeom>
              <a:rect b="b" l="l" r="r" t="t"/>
              <a:pathLst>
                <a:path extrusionOk="0" h="2036" w="5728">
                  <a:moveTo>
                    <a:pt x="12" y="0"/>
                  </a:moveTo>
                  <a:lnTo>
                    <a:pt x="12" y="0"/>
                  </a:lnTo>
                  <a:cubicBezTo>
                    <a:pt x="24" y="12"/>
                    <a:pt x="24" y="24"/>
                    <a:pt x="36" y="60"/>
                  </a:cubicBezTo>
                  <a:cubicBezTo>
                    <a:pt x="60" y="131"/>
                    <a:pt x="36" y="191"/>
                    <a:pt x="0" y="238"/>
                  </a:cubicBezTo>
                  <a:lnTo>
                    <a:pt x="5561" y="2036"/>
                  </a:lnTo>
                  <a:lnTo>
                    <a:pt x="5644" y="2036"/>
                  </a:lnTo>
                  <a:cubicBezTo>
                    <a:pt x="5668" y="2036"/>
                    <a:pt x="5668" y="2024"/>
                    <a:pt x="5680" y="2024"/>
                  </a:cubicBezTo>
                  <a:cubicBezTo>
                    <a:pt x="5692" y="2000"/>
                    <a:pt x="5703" y="1988"/>
                    <a:pt x="5727" y="1965"/>
                  </a:cubicBezTo>
                  <a:cubicBezTo>
                    <a:pt x="5727" y="1905"/>
                    <a:pt x="5692" y="1822"/>
                    <a:pt x="5632" y="1810"/>
                  </a:cubicBezTo>
                  <a:lnTo>
                    <a:pt x="5573" y="1798"/>
                  </a:ln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6"/>
            <p:cNvSpPr/>
            <p:nvPr/>
          </p:nvSpPr>
          <p:spPr>
            <a:xfrm>
              <a:off x="4141275" y="3808325"/>
              <a:ext cx="5975" cy="2725"/>
            </a:xfrm>
            <a:custGeom>
              <a:rect b="b" l="l" r="r" t="t"/>
              <a:pathLst>
                <a:path extrusionOk="0" h="109" w="239">
                  <a:moveTo>
                    <a:pt x="1" y="1"/>
                  </a:moveTo>
                  <a:lnTo>
                    <a:pt x="1" y="13"/>
                  </a:lnTo>
                  <a:lnTo>
                    <a:pt x="10" y="13"/>
                  </a:lnTo>
                  <a:cubicBezTo>
                    <a:pt x="7" y="8"/>
                    <a:pt x="4" y="4"/>
                    <a:pt x="1" y="1"/>
                  </a:cubicBezTo>
                  <a:close/>
                  <a:moveTo>
                    <a:pt x="10" y="13"/>
                  </a:moveTo>
                  <a:lnTo>
                    <a:pt x="10" y="13"/>
                  </a:lnTo>
                  <a:cubicBezTo>
                    <a:pt x="18" y="26"/>
                    <a:pt x="24" y="43"/>
                    <a:pt x="24" y="60"/>
                  </a:cubicBezTo>
                  <a:lnTo>
                    <a:pt x="132" y="108"/>
                  </a:lnTo>
                  <a:lnTo>
                    <a:pt x="239" y="1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6"/>
            <p:cNvSpPr/>
            <p:nvPr/>
          </p:nvSpPr>
          <p:spPr>
            <a:xfrm>
              <a:off x="4141875" y="3809525"/>
              <a:ext cx="51525" cy="25325"/>
            </a:xfrm>
            <a:custGeom>
              <a:rect b="b" l="l" r="r" t="t"/>
              <a:pathLst>
                <a:path extrusionOk="0" h="1013" w="2061">
                  <a:moveTo>
                    <a:pt x="0" y="1"/>
                  </a:moveTo>
                  <a:lnTo>
                    <a:pt x="0" y="1"/>
                  </a:lnTo>
                  <a:cubicBezTo>
                    <a:pt x="12" y="24"/>
                    <a:pt x="36" y="72"/>
                    <a:pt x="48" y="108"/>
                  </a:cubicBezTo>
                  <a:cubicBezTo>
                    <a:pt x="60" y="167"/>
                    <a:pt x="60" y="203"/>
                    <a:pt x="48" y="263"/>
                  </a:cubicBezTo>
                  <a:lnTo>
                    <a:pt x="1560" y="882"/>
                  </a:lnTo>
                  <a:cubicBezTo>
                    <a:pt x="1584" y="798"/>
                    <a:pt x="1644" y="763"/>
                    <a:pt x="1715" y="739"/>
                  </a:cubicBezTo>
                  <a:cubicBezTo>
                    <a:pt x="1729" y="736"/>
                    <a:pt x="1743" y="734"/>
                    <a:pt x="1756" y="734"/>
                  </a:cubicBezTo>
                  <a:cubicBezTo>
                    <a:pt x="1846" y="734"/>
                    <a:pt x="1920" y="800"/>
                    <a:pt x="1941" y="894"/>
                  </a:cubicBezTo>
                  <a:cubicBezTo>
                    <a:pt x="1953" y="941"/>
                    <a:pt x="1941" y="965"/>
                    <a:pt x="1917" y="1013"/>
                  </a:cubicBezTo>
                  <a:cubicBezTo>
                    <a:pt x="1953" y="1013"/>
                    <a:pt x="1965" y="1001"/>
                    <a:pt x="1977" y="977"/>
                  </a:cubicBezTo>
                  <a:lnTo>
                    <a:pt x="2025" y="941"/>
                  </a:lnTo>
                  <a:cubicBezTo>
                    <a:pt x="2060" y="882"/>
                    <a:pt x="2025" y="798"/>
                    <a:pt x="1965" y="786"/>
                  </a:cubicBezTo>
                  <a:lnTo>
                    <a:pt x="1953" y="786"/>
                  </a:lnTo>
                  <a:lnTo>
                    <a:pt x="1727" y="703"/>
                  </a:lnTo>
                  <a:lnTo>
                    <a:pt x="108" y="48"/>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6"/>
            <p:cNvSpPr/>
            <p:nvPr/>
          </p:nvSpPr>
          <p:spPr>
            <a:xfrm>
              <a:off x="4122525" y="3808325"/>
              <a:ext cx="3900" cy="1225"/>
            </a:xfrm>
            <a:custGeom>
              <a:rect b="b" l="l" r="r" t="t"/>
              <a:pathLst>
                <a:path extrusionOk="0" h="49" w="156">
                  <a:moveTo>
                    <a:pt x="1" y="1"/>
                  </a:moveTo>
                  <a:lnTo>
                    <a:pt x="120" y="49"/>
                  </a:lnTo>
                  <a:cubicBezTo>
                    <a:pt x="132" y="37"/>
                    <a:pt x="132" y="13"/>
                    <a:pt x="15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6"/>
            <p:cNvSpPr/>
            <p:nvPr/>
          </p:nvSpPr>
          <p:spPr>
            <a:xfrm>
              <a:off x="3906425" y="3808325"/>
              <a:ext cx="10750" cy="16400"/>
            </a:xfrm>
            <a:custGeom>
              <a:rect b="b" l="l" r="r" t="t"/>
              <a:pathLst>
                <a:path extrusionOk="0" h="656" w="430">
                  <a:moveTo>
                    <a:pt x="191" y="1"/>
                  </a:moveTo>
                  <a:lnTo>
                    <a:pt x="1" y="644"/>
                  </a:lnTo>
                  <a:cubicBezTo>
                    <a:pt x="13" y="632"/>
                    <a:pt x="48" y="632"/>
                    <a:pt x="60" y="608"/>
                  </a:cubicBezTo>
                  <a:cubicBezTo>
                    <a:pt x="74" y="605"/>
                    <a:pt x="89" y="604"/>
                    <a:pt x="104" y="604"/>
                  </a:cubicBezTo>
                  <a:cubicBezTo>
                    <a:pt x="152" y="604"/>
                    <a:pt x="202" y="619"/>
                    <a:pt x="239" y="656"/>
                  </a:cubicBezTo>
                  <a:lnTo>
                    <a:pt x="4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6"/>
            <p:cNvSpPr/>
            <p:nvPr/>
          </p:nvSpPr>
          <p:spPr>
            <a:xfrm>
              <a:off x="3838275" y="3832450"/>
              <a:ext cx="71150" cy="218800"/>
            </a:xfrm>
            <a:custGeom>
              <a:rect b="b" l="l" r="r" t="t"/>
              <a:pathLst>
                <a:path extrusionOk="0" h="8752" w="2846">
                  <a:moveTo>
                    <a:pt x="2655" y="0"/>
                  </a:moveTo>
                  <a:cubicBezTo>
                    <a:pt x="2631" y="24"/>
                    <a:pt x="2619" y="24"/>
                    <a:pt x="2619" y="24"/>
                  </a:cubicBezTo>
                  <a:lnTo>
                    <a:pt x="0" y="8692"/>
                  </a:lnTo>
                  <a:cubicBezTo>
                    <a:pt x="95" y="8692"/>
                    <a:pt x="167" y="8716"/>
                    <a:pt x="226" y="8751"/>
                  </a:cubicBezTo>
                  <a:lnTo>
                    <a:pt x="2846" y="84"/>
                  </a:lnTo>
                  <a:lnTo>
                    <a:pt x="2846" y="84"/>
                  </a:lnTo>
                  <a:cubicBezTo>
                    <a:pt x="2836" y="85"/>
                    <a:pt x="2827" y="86"/>
                    <a:pt x="2818" y="86"/>
                  </a:cubicBezTo>
                  <a:cubicBezTo>
                    <a:pt x="2754" y="86"/>
                    <a:pt x="2686" y="52"/>
                    <a:pt x="265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6"/>
            <p:cNvSpPr/>
            <p:nvPr/>
          </p:nvSpPr>
          <p:spPr>
            <a:xfrm>
              <a:off x="3813250" y="3808325"/>
              <a:ext cx="91425" cy="24750"/>
            </a:xfrm>
            <a:custGeom>
              <a:rect b="b" l="l" r="r" t="t"/>
              <a:pathLst>
                <a:path extrusionOk="0" h="990" w="3657">
                  <a:moveTo>
                    <a:pt x="1" y="1"/>
                  </a:moveTo>
                  <a:lnTo>
                    <a:pt x="3549" y="989"/>
                  </a:lnTo>
                  <a:lnTo>
                    <a:pt x="3620" y="989"/>
                  </a:lnTo>
                  <a:cubicBezTo>
                    <a:pt x="3632" y="989"/>
                    <a:pt x="3656" y="965"/>
                    <a:pt x="3656" y="965"/>
                  </a:cubicBezTo>
                  <a:lnTo>
                    <a:pt x="3609" y="882"/>
                  </a:lnTo>
                  <a:cubicBezTo>
                    <a:pt x="3597" y="834"/>
                    <a:pt x="3609" y="811"/>
                    <a:pt x="3620" y="763"/>
                  </a:cubicBezTo>
                  <a:lnTo>
                    <a:pt x="3609" y="763"/>
                  </a:lnTo>
                  <a:lnTo>
                    <a:pt x="8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6"/>
            <p:cNvSpPr/>
            <p:nvPr/>
          </p:nvSpPr>
          <p:spPr>
            <a:xfrm>
              <a:off x="3729625" y="3808325"/>
              <a:ext cx="107475" cy="244125"/>
            </a:xfrm>
            <a:custGeom>
              <a:rect b="b" l="l" r="r" t="t"/>
              <a:pathLst>
                <a:path extrusionOk="0" h="9765" w="4299">
                  <a:moveTo>
                    <a:pt x="0" y="1"/>
                  </a:moveTo>
                  <a:lnTo>
                    <a:pt x="4108" y="9764"/>
                  </a:lnTo>
                  <a:cubicBezTo>
                    <a:pt x="4156" y="9716"/>
                    <a:pt x="4215" y="9681"/>
                    <a:pt x="4298" y="965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6"/>
            <p:cNvSpPr/>
            <p:nvPr/>
          </p:nvSpPr>
          <p:spPr>
            <a:xfrm>
              <a:off x="4180275" y="3827875"/>
              <a:ext cx="10150" cy="9700"/>
            </a:xfrm>
            <a:custGeom>
              <a:rect b="b" l="l" r="r" t="t"/>
              <a:pathLst>
                <a:path extrusionOk="0" h="388" w="406">
                  <a:moveTo>
                    <a:pt x="197" y="0"/>
                  </a:moveTo>
                  <a:cubicBezTo>
                    <a:pt x="183" y="0"/>
                    <a:pt x="169" y="2"/>
                    <a:pt x="155" y="5"/>
                  </a:cubicBezTo>
                  <a:cubicBezTo>
                    <a:pt x="84" y="29"/>
                    <a:pt x="24" y="88"/>
                    <a:pt x="12" y="148"/>
                  </a:cubicBezTo>
                  <a:cubicBezTo>
                    <a:pt x="12" y="171"/>
                    <a:pt x="0" y="195"/>
                    <a:pt x="12" y="231"/>
                  </a:cubicBezTo>
                  <a:cubicBezTo>
                    <a:pt x="23" y="329"/>
                    <a:pt x="114" y="387"/>
                    <a:pt x="211" y="387"/>
                  </a:cubicBezTo>
                  <a:cubicBezTo>
                    <a:pt x="220" y="387"/>
                    <a:pt x="229" y="387"/>
                    <a:pt x="239" y="386"/>
                  </a:cubicBezTo>
                  <a:cubicBezTo>
                    <a:pt x="298" y="362"/>
                    <a:pt x="358" y="326"/>
                    <a:pt x="369" y="279"/>
                  </a:cubicBezTo>
                  <a:cubicBezTo>
                    <a:pt x="405" y="243"/>
                    <a:pt x="405" y="207"/>
                    <a:pt x="381" y="160"/>
                  </a:cubicBezTo>
                  <a:cubicBezTo>
                    <a:pt x="371" y="66"/>
                    <a:pt x="289" y="0"/>
                    <a:pt x="19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6"/>
            <p:cNvSpPr/>
            <p:nvPr/>
          </p:nvSpPr>
          <p:spPr>
            <a:xfrm>
              <a:off x="4124025" y="3808325"/>
              <a:ext cx="19075" cy="15750"/>
            </a:xfrm>
            <a:custGeom>
              <a:rect b="b" l="l" r="r" t="t"/>
              <a:pathLst>
                <a:path extrusionOk="0" h="630" w="763">
                  <a:moveTo>
                    <a:pt x="95" y="1"/>
                  </a:moveTo>
                  <a:cubicBezTo>
                    <a:pt x="72" y="13"/>
                    <a:pt x="60" y="37"/>
                    <a:pt x="60" y="49"/>
                  </a:cubicBezTo>
                  <a:cubicBezTo>
                    <a:pt x="12" y="120"/>
                    <a:pt x="0" y="215"/>
                    <a:pt x="12" y="311"/>
                  </a:cubicBezTo>
                  <a:cubicBezTo>
                    <a:pt x="12" y="334"/>
                    <a:pt x="24" y="358"/>
                    <a:pt x="24" y="370"/>
                  </a:cubicBezTo>
                  <a:cubicBezTo>
                    <a:pt x="60" y="441"/>
                    <a:pt x="107" y="525"/>
                    <a:pt x="179" y="561"/>
                  </a:cubicBezTo>
                  <a:cubicBezTo>
                    <a:pt x="232" y="605"/>
                    <a:pt x="304" y="629"/>
                    <a:pt x="382" y="629"/>
                  </a:cubicBezTo>
                  <a:cubicBezTo>
                    <a:pt x="409" y="629"/>
                    <a:pt x="437" y="626"/>
                    <a:pt x="464" y="620"/>
                  </a:cubicBezTo>
                  <a:cubicBezTo>
                    <a:pt x="607" y="596"/>
                    <a:pt x="726" y="477"/>
                    <a:pt x="762" y="346"/>
                  </a:cubicBezTo>
                  <a:lnTo>
                    <a:pt x="762" y="168"/>
                  </a:lnTo>
                  <a:cubicBezTo>
                    <a:pt x="762" y="120"/>
                    <a:pt x="750" y="96"/>
                    <a:pt x="714" y="60"/>
                  </a:cubicBezTo>
                  <a:cubicBezTo>
                    <a:pt x="703" y="49"/>
                    <a:pt x="691" y="37"/>
                    <a:pt x="69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6"/>
            <p:cNvSpPr/>
            <p:nvPr/>
          </p:nvSpPr>
          <p:spPr>
            <a:xfrm>
              <a:off x="3828750" y="4049725"/>
              <a:ext cx="20250" cy="18625"/>
            </a:xfrm>
            <a:custGeom>
              <a:rect b="b" l="l" r="r" t="t"/>
              <a:pathLst>
                <a:path extrusionOk="0" h="745" w="810">
                  <a:moveTo>
                    <a:pt x="322" y="1"/>
                  </a:moveTo>
                  <a:cubicBezTo>
                    <a:pt x="250" y="25"/>
                    <a:pt x="179" y="60"/>
                    <a:pt x="119" y="108"/>
                  </a:cubicBezTo>
                  <a:cubicBezTo>
                    <a:pt x="24" y="203"/>
                    <a:pt x="0" y="322"/>
                    <a:pt x="24" y="441"/>
                  </a:cubicBezTo>
                  <a:cubicBezTo>
                    <a:pt x="66" y="621"/>
                    <a:pt x="222" y="745"/>
                    <a:pt x="406" y="745"/>
                  </a:cubicBezTo>
                  <a:cubicBezTo>
                    <a:pt x="429" y="745"/>
                    <a:pt x="453" y="743"/>
                    <a:pt x="476" y="739"/>
                  </a:cubicBezTo>
                  <a:cubicBezTo>
                    <a:pt x="679" y="691"/>
                    <a:pt x="810" y="501"/>
                    <a:pt x="774" y="287"/>
                  </a:cubicBezTo>
                  <a:cubicBezTo>
                    <a:pt x="750" y="179"/>
                    <a:pt x="679" y="108"/>
                    <a:pt x="607" y="49"/>
                  </a:cubicBezTo>
                  <a:cubicBezTo>
                    <a:pt x="548" y="25"/>
                    <a:pt x="476" y="1"/>
                    <a:pt x="3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6"/>
            <p:cNvSpPr/>
            <p:nvPr/>
          </p:nvSpPr>
          <p:spPr>
            <a:xfrm>
              <a:off x="3903450" y="3823400"/>
              <a:ext cx="11625" cy="11450"/>
            </a:xfrm>
            <a:custGeom>
              <a:rect b="b" l="l" r="r" t="t"/>
              <a:pathLst>
                <a:path extrusionOk="0" h="458" w="465">
                  <a:moveTo>
                    <a:pt x="223" y="1"/>
                  </a:moveTo>
                  <a:cubicBezTo>
                    <a:pt x="208" y="1"/>
                    <a:pt x="193" y="2"/>
                    <a:pt x="179" y="5"/>
                  </a:cubicBezTo>
                  <a:cubicBezTo>
                    <a:pt x="143" y="5"/>
                    <a:pt x="132" y="29"/>
                    <a:pt x="120" y="41"/>
                  </a:cubicBezTo>
                  <a:cubicBezTo>
                    <a:pt x="72" y="65"/>
                    <a:pt x="24" y="112"/>
                    <a:pt x="12" y="160"/>
                  </a:cubicBezTo>
                  <a:cubicBezTo>
                    <a:pt x="1" y="184"/>
                    <a:pt x="1" y="231"/>
                    <a:pt x="1" y="279"/>
                  </a:cubicBezTo>
                  <a:cubicBezTo>
                    <a:pt x="1" y="303"/>
                    <a:pt x="12" y="339"/>
                    <a:pt x="36" y="362"/>
                  </a:cubicBezTo>
                  <a:cubicBezTo>
                    <a:pt x="84" y="422"/>
                    <a:pt x="155" y="458"/>
                    <a:pt x="239" y="458"/>
                  </a:cubicBezTo>
                  <a:lnTo>
                    <a:pt x="263" y="458"/>
                  </a:lnTo>
                  <a:cubicBezTo>
                    <a:pt x="310" y="446"/>
                    <a:pt x="358" y="422"/>
                    <a:pt x="382" y="386"/>
                  </a:cubicBezTo>
                  <a:cubicBezTo>
                    <a:pt x="429" y="327"/>
                    <a:pt x="465" y="267"/>
                    <a:pt x="441" y="184"/>
                  </a:cubicBezTo>
                  <a:cubicBezTo>
                    <a:pt x="441" y="172"/>
                    <a:pt x="429" y="148"/>
                    <a:pt x="417" y="124"/>
                  </a:cubicBezTo>
                  <a:cubicBezTo>
                    <a:pt x="405" y="100"/>
                    <a:pt x="382" y="89"/>
                    <a:pt x="358" y="53"/>
                  </a:cubicBezTo>
                  <a:cubicBezTo>
                    <a:pt x="321" y="16"/>
                    <a:pt x="271" y="1"/>
                    <a:pt x="22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2" name="Google Shape;552;p6"/>
          <p:cNvGrpSpPr/>
          <p:nvPr/>
        </p:nvGrpSpPr>
        <p:grpSpPr>
          <a:xfrm flipH="1">
            <a:off x="7881496" y="-2"/>
            <a:ext cx="1262493" cy="697985"/>
            <a:chOff x="3729625" y="3808325"/>
            <a:chExt cx="470325" cy="260025"/>
          </a:xfrm>
        </p:grpSpPr>
        <p:sp>
          <p:nvSpPr>
            <p:cNvPr id="553" name="Google Shape;553;p6"/>
            <p:cNvSpPr/>
            <p:nvPr/>
          </p:nvSpPr>
          <p:spPr>
            <a:xfrm>
              <a:off x="4184725" y="3808325"/>
              <a:ext cx="15225" cy="20575"/>
            </a:xfrm>
            <a:custGeom>
              <a:rect b="b" l="l" r="r" t="t"/>
              <a:pathLst>
                <a:path extrusionOk="0" h="823" w="609">
                  <a:moveTo>
                    <a:pt x="346" y="1"/>
                  </a:moveTo>
                  <a:lnTo>
                    <a:pt x="1" y="727"/>
                  </a:lnTo>
                  <a:lnTo>
                    <a:pt x="227" y="822"/>
                  </a:lnTo>
                  <a:lnTo>
                    <a:pt x="60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6"/>
            <p:cNvSpPr/>
            <p:nvPr/>
          </p:nvSpPr>
          <p:spPr>
            <a:xfrm>
              <a:off x="4053475" y="3877975"/>
              <a:ext cx="325" cy="25"/>
            </a:xfrm>
            <a:custGeom>
              <a:rect b="b" l="l" r="r" t="t"/>
              <a:pathLst>
                <a:path extrusionOk="0" h="1" w="13">
                  <a:moveTo>
                    <a:pt x="12"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6"/>
            <p:cNvSpPr/>
            <p:nvPr/>
          </p:nvSpPr>
          <p:spPr>
            <a:xfrm>
              <a:off x="4054075" y="3877975"/>
              <a:ext cx="325" cy="25"/>
            </a:xfrm>
            <a:custGeom>
              <a:rect b="b" l="l" r="r" t="t"/>
              <a:pathLst>
                <a:path extrusionOk="0" h="1" w="13">
                  <a:moveTo>
                    <a:pt x="12"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6"/>
            <p:cNvSpPr/>
            <p:nvPr/>
          </p:nvSpPr>
          <p:spPr>
            <a:xfrm>
              <a:off x="4052575" y="3877975"/>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6"/>
            <p:cNvSpPr/>
            <p:nvPr/>
          </p:nvSpPr>
          <p:spPr>
            <a:xfrm>
              <a:off x="4052575" y="3877975"/>
              <a:ext cx="925" cy="25"/>
            </a:xfrm>
            <a:custGeom>
              <a:rect b="b" l="l" r="r" t="t"/>
              <a:pathLst>
                <a:path extrusionOk="0" h="1" w="37">
                  <a:moveTo>
                    <a:pt x="36"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6"/>
            <p:cNvSpPr/>
            <p:nvPr/>
          </p:nvSpPr>
          <p:spPr>
            <a:xfrm>
              <a:off x="4052875" y="3817575"/>
              <a:ext cx="75325" cy="60150"/>
            </a:xfrm>
            <a:custGeom>
              <a:rect b="b" l="l" r="r" t="t"/>
              <a:pathLst>
                <a:path extrusionOk="0" h="2406" w="3013">
                  <a:moveTo>
                    <a:pt x="2870" y="0"/>
                  </a:moveTo>
                  <a:lnTo>
                    <a:pt x="1" y="2179"/>
                  </a:lnTo>
                  <a:lnTo>
                    <a:pt x="60" y="2191"/>
                  </a:lnTo>
                  <a:cubicBezTo>
                    <a:pt x="120" y="2203"/>
                    <a:pt x="155" y="2286"/>
                    <a:pt x="143" y="2346"/>
                  </a:cubicBezTo>
                  <a:cubicBezTo>
                    <a:pt x="120" y="2369"/>
                    <a:pt x="108" y="2381"/>
                    <a:pt x="96" y="2405"/>
                  </a:cubicBezTo>
                  <a:lnTo>
                    <a:pt x="3013" y="202"/>
                  </a:lnTo>
                  <a:cubicBezTo>
                    <a:pt x="2953" y="143"/>
                    <a:pt x="2906" y="83"/>
                    <a:pt x="28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6"/>
            <p:cNvSpPr/>
            <p:nvPr/>
          </p:nvSpPr>
          <p:spPr>
            <a:xfrm>
              <a:off x="4054375" y="3877700"/>
              <a:ext cx="900" cy="300"/>
            </a:xfrm>
            <a:custGeom>
              <a:rect b="b" l="l" r="r" t="t"/>
              <a:pathLst>
                <a:path extrusionOk="0" h="12" w="36">
                  <a:moveTo>
                    <a:pt x="36" y="0"/>
                  </a:moveTo>
                  <a:cubicBezTo>
                    <a:pt x="36" y="0"/>
                    <a:pt x="24" y="0"/>
                    <a:pt x="0" y="12"/>
                  </a:cubicBezTo>
                  <a:cubicBezTo>
                    <a:pt x="24" y="12"/>
                    <a:pt x="36" y="0"/>
                    <a:pt x="3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6"/>
            <p:cNvSpPr/>
            <p:nvPr/>
          </p:nvSpPr>
          <p:spPr>
            <a:xfrm>
              <a:off x="3913575" y="3827100"/>
              <a:ext cx="143200" cy="50900"/>
            </a:xfrm>
            <a:custGeom>
              <a:rect b="b" l="l" r="r" t="t"/>
              <a:pathLst>
                <a:path extrusionOk="0" h="2036" w="5728">
                  <a:moveTo>
                    <a:pt x="12" y="0"/>
                  </a:moveTo>
                  <a:lnTo>
                    <a:pt x="12" y="0"/>
                  </a:lnTo>
                  <a:cubicBezTo>
                    <a:pt x="24" y="12"/>
                    <a:pt x="24" y="24"/>
                    <a:pt x="36" y="60"/>
                  </a:cubicBezTo>
                  <a:cubicBezTo>
                    <a:pt x="60" y="131"/>
                    <a:pt x="36" y="191"/>
                    <a:pt x="0" y="238"/>
                  </a:cubicBezTo>
                  <a:lnTo>
                    <a:pt x="5561" y="2036"/>
                  </a:lnTo>
                  <a:lnTo>
                    <a:pt x="5644" y="2036"/>
                  </a:lnTo>
                  <a:cubicBezTo>
                    <a:pt x="5668" y="2036"/>
                    <a:pt x="5668" y="2024"/>
                    <a:pt x="5680" y="2024"/>
                  </a:cubicBezTo>
                  <a:cubicBezTo>
                    <a:pt x="5692" y="2000"/>
                    <a:pt x="5703" y="1988"/>
                    <a:pt x="5727" y="1965"/>
                  </a:cubicBezTo>
                  <a:cubicBezTo>
                    <a:pt x="5727" y="1905"/>
                    <a:pt x="5692" y="1822"/>
                    <a:pt x="5632" y="1810"/>
                  </a:cubicBezTo>
                  <a:lnTo>
                    <a:pt x="5573" y="1798"/>
                  </a:ln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6"/>
            <p:cNvSpPr/>
            <p:nvPr/>
          </p:nvSpPr>
          <p:spPr>
            <a:xfrm>
              <a:off x="4141275" y="3808325"/>
              <a:ext cx="5975" cy="2725"/>
            </a:xfrm>
            <a:custGeom>
              <a:rect b="b" l="l" r="r" t="t"/>
              <a:pathLst>
                <a:path extrusionOk="0" h="109" w="239">
                  <a:moveTo>
                    <a:pt x="1" y="1"/>
                  </a:moveTo>
                  <a:lnTo>
                    <a:pt x="1" y="13"/>
                  </a:lnTo>
                  <a:lnTo>
                    <a:pt x="10" y="13"/>
                  </a:lnTo>
                  <a:cubicBezTo>
                    <a:pt x="7" y="8"/>
                    <a:pt x="4" y="4"/>
                    <a:pt x="1" y="1"/>
                  </a:cubicBezTo>
                  <a:close/>
                  <a:moveTo>
                    <a:pt x="10" y="13"/>
                  </a:moveTo>
                  <a:lnTo>
                    <a:pt x="10" y="13"/>
                  </a:lnTo>
                  <a:cubicBezTo>
                    <a:pt x="18" y="26"/>
                    <a:pt x="24" y="43"/>
                    <a:pt x="24" y="60"/>
                  </a:cubicBezTo>
                  <a:lnTo>
                    <a:pt x="132" y="108"/>
                  </a:lnTo>
                  <a:lnTo>
                    <a:pt x="239" y="1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6"/>
            <p:cNvSpPr/>
            <p:nvPr/>
          </p:nvSpPr>
          <p:spPr>
            <a:xfrm>
              <a:off x="4141875" y="3809525"/>
              <a:ext cx="51525" cy="25325"/>
            </a:xfrm>
            <a:custGeom>
              <a:rect b="b" l="l" r="r" t="t"/>
              <a:pathLst>
                <a:path extrusionOk="0" h="1013" w="2061">
                  <a:moveTo>
                    <a:pt x="0" y="1"/>
                  </a:moveTo>
                  <a:lnTo>
                    <a:pt x="0" y="1"/>
                  </a:lnTo>
                  <a:cubicBezTo>
                    <a:pt x="12" y="24"/>
                    <a:pt x="36" y="72"/>
                    <a:pt x="48" y="108"/>
                  </a:cubicBezTo>
                  <a:cubicBezTo>
                    <a:pt x="60" y="167"/>
                    <a:pt x="60" y="203"/>
                    <a:pt x="48" y="263"/>
                  </a:cubicBezTo>
                  <a:lnTo>
                    <a:pt x="1560" y="882"/>
                  </a:lnTo>
                  <a:cubicBezTo>
                    <a:pt x="1584" y="798"/>
                    <a:pt x="1644" y="763"/>
                    <a:pt x="1715" y="739"/>
                  </a:cubicBezTo>
                  <a:cubicBezTo>
                    <a:pt x="1729" y="736"/>
                    <a:pt x="1743" y="734"/>
                    <a:pt x="1756" y="734"/>
                  </a:cubicBezTo>
                  <a:cubicBezTo>
                    <a:pt x="1846" y="734"/>
                    <a:pt x="1920" y="800"/>
                    <a:pt x="1941" y="894"/>
                  </a:cubicBezTo>
                  <a:cubicBezTo>
                    <a:pt x="1953" y="941"/>
                    <a:pt x="1941" y="965"/>
                    <a:pt x="1917" y="1013"/>
                  </a:cubicBezTo>
                  <a:cubicBezTo>
                    <a:pt x="1953" y="1013"/>
                    <a:pt x="1965" y="1001"/>
                    <a:pt x="1977" y="977"/>
                  </a:cubicBezTo>
                  <a:lnTo>
                    <a:pt x="2025" y="941"/>
                  </a:lnTo>
                  <a:cubicBezTo>
                    <a:pt x="2060" y="882"/>
                    <a:pt x="2025" y="798"/>
                    <a:pt x="1965" y="786"/>
                  </a:cubicBezTo>
                  <a:lnTo>
                    <a:pt x="1953" y="786"/>
                  </a:lnTo>
                  <a:lnTo>
                    <a:pt x="1727" y="703"/>
                  </a:lnTo>
                  <a:lnTo>
                    <a:pt x="108" y="48"/>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6"/>
            <p:cNvSpPr/>
            <p:nvPr/>
          </p:nvSpPr>
          <p:spPr>
            <a:xfrm>
              <a:off x="4122525" y="3808325"/>
              <a:ext cx="3900" cy="1225"/>
            </a:xfrm>
            <a:custGeom>
              <a:rect b="b" l="l" r="r" t="t"/>
              <a:pathLst>
                <a:path extrusionOk="0" h="49" w="156">
                  <a:moveTo>
                    <a:pt x="1" y="1"/>
                  </a:moveTo>
                  <a:lnTo>
                    <a:pt x="120" y="49"/>
                  </a:lnTo>
                  <a:cubicBezTo>
                    <a:pt x="132" y="37"/>
                    <a:pt x="132" y="13"/>
                    <a:pt x="15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6"/>
            <p:cNvSpPr/>
            <p:nvPr/>
          </p:nvSpPr>
          <p:spPr>
            <a:xfrm>
              <a:off x="3906425" y="3808325"/>
              <a:ext cx="10750" cy="16400"/>
            </a:xfrm>
            <a:custGeom>
              <a:rect b="b" l="l" r="r" t="t"/>
              <a:pathLst>
                <a:path extrusionOk="0" h="656" w="430">
                  <a:moveTo>
                    <a:pt x="191" y="1"/>
                  </a:moveTo>
                  <a:lnTo>
                    <a:pt x="1" y="644"/>
                  </a:lnTo>
                  <a:cubicBezTo>
                    <a:pt x="13" y="632"/>
                    <a:pt x="48" y="632"/>
                    <a:pt x="60" y="608"/>
                  </a:cubicBezTo>
                  <a:cubicBezTo>
                    <a:pt x="74" y="605"/>
                    <a:pt x="89" y="604"/>
                    <a:pt x="104" y="604"/>
                  </a:cubicBezTo>
                  <a:cubicBezTo>
                    <a:pt x="152" y="604"/>
                    <a:pt x="202" y="619"/>
                    <a:pt x="239" y="656"/>
                  </a:cubicBezTo>
                  <a:lnTo>
                    <a:pt x="4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6"/>
            <p:cNvSpPr/>
            <p:nvPr/>
          </p:nvSpPr>
          <p:spPr>
            <a:xfrm>
              <a:off x="3838275" y="3832450"/>
              <a:ext cx="71150" cy="218800"/>
            </a:xfrm>
            <a:custGeom>
              <a:rect b="b" l="l" r="r" t="t"/>
              <a:pathLst>
                <a:path extrusionOk="0" h="8752" w="2846">
                  <a:moveTo>
                    <a:pt x="2655" y="0"/>
                  </a:moveTo>
                  <a:cubicBezTo>
                    <a:pt x="2631" y="24"/>
                    <a:pt x="2619" y="24"/>
                    <a:pt x="2619" y="24"/>
                  </a:cubicBezTo>
                  <a:lnTo>
                    <a:pt x="0" y="8692"/>
                  </a:lnTo>
                  <a:cubicBezTo>
                    <a:pt x="95" y="8692"/>
                    <a:pt x="167" y="8716"/>
                    <a:pt x="226" y="8751"/>
                  </a:cubicBezTo>
                  <a:lnTo>
                    <a:pt x="2846" y="84"/>
                  </a:lnTo>
                  <a:lnTo>
                    <a:pt x="2846" y="84"/>
                  </a:lnTo>
                  <a:cubicBezTo>
                    <a:pt x="2836" y="85"/>
                    <a:pt x="2827" y="86"/>
                    <a:pt x="2818" y="86"/>
                  </a:cubicBezTo>
                  <a:cubicBezTo>
                    <a:pt x="2754" y="86"/>
                    <a:pt x="2686" y="52"/>
                    <a:pt x="265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6"/>
            <p:cNvSpPr/>
            <p:nvPr/>
          </p:nvSpPr>
          <p:spPr>
            <a:xfrm>
              <a:off x="3813250" y="3808325"/>
              <a:ext cx="91425" cy="24750"/>
            </a:xfrm>
            <a:custGeom>
              <a:rect b="b" l="l" r="r" t="t"/>
              <a:pathLst>
                <a:path extrusionOk="0" h="990" w="3657">
                  <a:moveTo>
                    <a:pt x="1" y="1"/>
                  </a:moveTo>
                  <a:lnTo>
                    <a:pt x="3549" y="989"/>
                  </a:lnTo>
                  <a:lnTo>
                    <a:pt x="3620" y="989"/>
                  </a:lnTo>
                  <a:cubicBezTo>
                    <a:pt x="3632" y="989"/>
                    <a:pt x="3656" y="965"/>
                    <a:pt x="3656" y="965"/>
                  </a:cubicBezTo>
                  <a:lnTo>
                    <a:pt x="3609" y="882"/>
                  </a:lnTo>
                  <a:cubicBezTo>
                    <a:pt x="3597" y="834"/>
                    <a:pt x="3609" y="811"/>
                    <a:pt x="3620" y="763"/>
                  </a:cubicBezTo>
                  <a:lnTo>
                    <a:pt x="3609" y="763"/>
                  </a:lnTo>
                  <a:lnTo>
                    <a:pt x="8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6"/>
            <p:cNvSpPr/>
            <p:nvPr/>
          </p:nvSpPr>
          <p:spPr>
            <a:xfrm>
              <a:off x="3729625" y="3808325"/>
              <a:ext cx="107475" cy="244125"/>
            </a:xfrm>
            <a:custGeom>
              <a:rect b="b" l="l" r="r" t="t"/>
              <a:pathLst>
                <a:path extrusionOk="0" h="9765" w="4299">
                  <a:moveTo>
                    <a:pt x="0" y="1"/>
                  </a:moveTo>
                  <a:lnTo>
                    <a:pt x="4108" y="9764"/>
                  </a:lnTo>
                  <a:cubicBezTo>
                    <a:pt x="4156" y="9716"/>
                    <a:pt x="4215" y="9681"/>
                    <a:pt x="4298" y="965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6"/>
            <p:cNvSpPr/>
            <p:nvPr/>
          </p:nvSpPr>
          <p:spPr>
            <a:xfrm>
              <a:off x="4180275" y="3827875"/>
              <a:ext cx="10150" cy="9700"/>
            </a:xfrm>
            <a:custGeom>
              <a:rect b="b" l="l" r="r" t="t"/>
              <a:pathLst>
                <a:path extrusionOk="0" h="388" w="406">
                  <a:moveTo>
                    <a:pt x="197" y="0"/>
                  </a:moveTo>
                  <a:cubicBezTo>
                    <a:pt x="183" y="0"/>
                    <a:pt x="169" y="2"/>
                    <a:pt x="155" y="5"/>
                  </a:cubicBezTo>
                  <a:cubicBezTo>
                    <a:pt x="84" y="29"/>
                    <a:pt x="24" y="88"/>
                    <a:pt x="12" y="148"/>
                  </a:cubicBezTo>
                  <a:cubicBezTo>
                    <a:pt x="12" y="171"/>
                    <a:pt x="0" y="195"/>
                    <a:pt x="12" y="231"/>
                  </a:cubicBezTo>
                  <a:cubicBezTo>
                    <a:pt x="23" y="329"/>
                    <a:pt x="114" y="387"/>
                    <a:pt x="211" y="387"/>
                  </a:cubicBezTo>
                  <a:cubicBezTo>
                    <a:pt x="220" y="387"/>
                    <a:pt x="229" y="387"/>
                    <a:pt x="239" y="386"/>
                  </a:cubicBezTo>
                  <a:cubicBezTo>
                    <a:pt x="298" y="362"/>
                    <a:pt x="358" y="326"/>
                    <a:pt x="369" y="279"/>
                  </a:cubicBezTo>
                  <a:cubicBezTo>
                    <a:pt x="405" y="243"/>
                    <a:pt x="405" y="207"/>
                    <a:pt x="381" y="160"/>
                  </a:cubicBezTo>
                  <a:cubicBezTo>
                    <a:pt x="371" y="66"/>
                    <a:pt x="289" y="0"/>
                    <a:pt x="19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6"/>
            <p:cNvSpPr/>
            <p:nvPr/>
          </p:nvSpPr>
          <p:spPr>
            <a:xfrm>
              <a:off x="4124025" y="3808325"/>
              <a:ext cx="19075" cy="15750"/>
            </a:xfrm>
            <a:custGeom>
              <a:rect b="b" l="l" r="r" t="t"/>
              <a:pathLst>
                <a:path extrusionOk="0" h="630" w="763">
                  <a:moveTo>
                    <a:pt x="95" y="1"/>
                  </a:moveTo>
                  <a:cubicBezTo>
                    <a:pt x="72" y="13"/>
                    <a:pt x="60" y="37"/>
                    <a:pt x="60" y="49"/>
                  </a:cubicBezTo>
                  <a:cubicBezTo>
                    <a:pt x="12" y="120"/>
                    <a:pt x="0" y="215"/>
                    <a:pt x="12" y="311"/>
                  </a:cubicBezTo>
                  <a:cubicBezTo>
                    <a:pt x="12" y="334"/>
                    <a:pt x="24" y="358"/>
                    <a:pt x="24" y="370"/>
                  </a:cubicBezTo>
                  <a:cubicBezTo>
                    <a:pt x="60" y="441"/>
                    <a:pt x="107" y="525"/>
                    <a:pt x="179" y="561"/>
                  </a:cubicBezTo>
                  <a:cubicBezTo>
                    <a:pt x="232" y="605"/>
                    <a:pt x="304" y="629"/>
                    <a:pt x="382" y="629"/>
                  </a:cubicBezTo>
                  <a:cubicBezTo>
                    <a:pt x="409" y="629"/>
                    <a:pt x="437" y="626"/>
                    <a:pt x="464" y="620"/>
                  </a:cubicBezTo>
                  <a:cubicBezTo>
                    <a:pt x="607" y="596"/>
                    <a:pt x="726" y="477"/>
                    <a:pt x="762" y="346"/>
                  </a:cubicBezTo>
                  <a:lnTo>
                    <a:pt x="762" y="168"/>
                  </a:lnTo>
                  <a:cubicBezTo>
                    <a:pt x="762" y="120"/>
                    <a:pt x="750" y="96"/>
                    <a:pt x="714" y="60"/>
                  </a:cubicBezTo>
                  <a:cubicBezTo>
                    <a:pt x="703" y="49"/>
                    <a:pt x="691" y="37"/>
                    <a:pt x="69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6"/>
            <p:cNvSpPr/>
            <p:nvPr/>
          </p:nvSpPr>
          <p:spPr>
            <a:xfrm>
              <a:off x="3828750" y="4049725"/>
              <a:ext cx="20250" cy="18625"/>
            </a:xfrm>
            <a:custGeom>
              <a:rect b="b" l="l" r="r" t="t"/>
              <a:pathLst>
                <a:path extrusionOk="0" h="745" w="810">
                  <a:moveTo>
                    <a:pt x="322" y="1"/>
                  </a:moveTo>
                  <a:cubicBezTo>
                    <a:pt x="250" y="25"/>
                    <a:pt x="179" y="60"/>
                    <a:pt x="119" y="108"/>
                  </a:cubicBezTo>
                  <a:cubicBezTo>
                    <a:pt x="24" y="203"/>
                    <a:pt x="0" y="322"/>
                    <a:pt x="24" y="441"/>
                  </a:cubicBezTo>
                  <a:cubicBezTo>
                    <a:pt x="66" y="621"/>
                    <a:pt x="222" y="745"/>
                    <a:pt x="406" y="745"/>
                  </a:cubicBezTo>
                  <a:cubicBezTo>
                    <a:pt x="429" y="745"/>
                    <a:pt x="453" y="743"/>
                    <a:pt x="476" y="739"/>
                  </a:cubicBezTo>
                  <a:cubicBezTo>
                    <a:pt x="679" y="691"/>
                    <a:pt x="810" y="501"/>
                    <a:pt x="774" y="287"/>
                  </a:cubicBezTo>
                  <a:cubicBezTo>
                    <a:pt x="750" y="179"/>
                    <a:pt x="679" y="108"/>
                    <a:pt x="607" y="49"/>
                  </a:cubicBezTo>
                  <a:cubicBezTo>
                    <a:pt x="548" y="25"/>
                    <a:pt x="476" y="1"/>
                    <a:pt x="3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6"/>
            <p:cNvSpPr/>
            <p:nvPr/>
          </p:nvSpPr>
          <p:spPr>
            <a:xfrm>
              <a:off x="3903450" y="3823400"/>
              <a:ext cx="11625" cy="11450"/>
            </a:xfrm>
            <a:custGeom>
              <a:rect b="b" l="l" r="r" t="t"/>
              <a:pathLst>
                <a:path extrusionOk="0" h="458" w="465">
                  <a:moveTo>
                    <a:pt x="223" y="1"/>
                  </a:moveTo>
                  <a:cubicBezTo>
                    <a:pt x="208" y="1"/>
                    <a:pt x="193" y="2"/>
                    <a:pt x="179" y="5"/>
                  </a:cubicBezTo>
                  <a:cubicBezTo>
                    <a:pt x="143" y="5"/>
                    <a:pt x="132" y="29"/>
                    <a:pt x="120" y="41"/>
                  </a:cubicBezTo>
                  <a:cubicBezTo>
                    <a:pt x="72" y="65"/>
                    <a:pt x="24" y="112"/>
                    <a:pt x="12" y="160"/>
                  </a:cubicBezTo>
                  <a:cubicBezTo>
                    <a:pt x="1" y="184"/>
                    <a:pt x="1" y="231"/>
                    <a:pt x="1" y="279"/>
                  </a:cubicBezTo>
                  <a:cubicBezTo>
                    <a:pt x="1" y="303"/>
                    <a:pt x="12" y="339"/>
                    <a:pt x="36" y="362"/>
                  </a:cubicBezTo>
                  <a:cubicBezTo>
                    <a:pt x="84" y="422"/>
                    <a:pt x="155" y="458"/>
                    <a:pt x="239" y="458"/>
                  </a:cubicBezTo>
                  <a:lnTo>
                    <a:pt x="263" y="458"/>
                  </a:lnTo>
                  <a:cubicBezTo>
                    <a:pt x="310" y="446"/>
                    <a:pt x="358" y="422"/>
                    <a:pt x="382" y="386"/>
                  </a:cubicBezTo>
                  <a:cubicBezTo>
                    <a:pt x="429" y="327"/>
                    <a:pt x="465" y="267"/>
                    <a:pt x="441" y="184"/>
                  </a:cubicBezTo>
                  <a:cubicBezTo>
                    <a:pt x="441" y="172"/>
                    <a:pt x="429" y="148"/>
                    <a:pt x="417" y="124"/>
                  </a:cubicBezTo>
                  <a:cubicBezTo>
                    <a:pt x="405" y="100"/>
                    <a:pt x="382" y="89"/>
                    <a:pt x="358" y="53"/>
                  </a:cubicBezTo>
                  <a:cubicBezTo>
                    <a:pt x="321" y="16"/>
                    <a:pt x="271" y="1"/>
                    <a:pt x="22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2" name="Google Shape;572;p6"/>
          <p:cNvGrpSpPr/>
          <p:nvPr/>
        </p:nvGrpSpPr>
        <p:grpSpPr>
          <a:xfrm flipH="1" rot="10800000">
            <a:off x="-5825" y="2616294"/>
            <a:ext cx="1451646" cy="2527204"/>
            <a:chOff x="1083450" y="1318750"/>
            <a:chExt cx="624525" cy="1087250"/>
          </a:xfrm>
        </p:grpSpPr>
        <p:sp>
          <p:nvSpPr>
            <p:cNvPr id="573" name="Google Shape;573;p6"/>
            <p:cNvSpPr/>
            <p:nvPr/>
          </p:nvSpPr>
          <p:spPr>
            <a:xfrm>
              <a:off x="1083450" y="2340600"/>
              <a:ext cx="215525" cy="50325"/>
            </a:xfrm>
            <a:custGeom>
              <a:rect b="b" l="l" r="r" t="t"/>
              <a:pathLst>
                <a:path extrusionOk="0" h="2013" w="8621">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6"/>
            <p:cNvSpPr/>
            <p:nvPr/>
          </p:nvSpPr>
          <p:spPr>
            <a:xfrm>
              <a:off x="1083450" y="21304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6"/>
            <p:cNvSpPr/>
            <p:nvPr/>
          </p:nvSpPr>
          <p:spPr>
            <a:xfrm>
              <a:off x="1083450" y="1806900"/>
              <a:ext cx="20275" cy="7475"/>
            </a:xfrm>
            <a:custGeom>
              <a:rect b="b" l="l" r="r" t="t"/>
              <a:pathLst>
                <a:path extrusionOk="0" h="299" w="811">
                  <a:moveTo>
                    <a:pt x="703" y="0"/>
                  </a:moveTo>
                  <a:lnTo>
                    <a:pt x="1" y="24"/>
                  </a:lnTo>
                  <a:lnTo>
                    <a:pt x="1" y="298"/>
                  </a:lnTo>
                  <a:lnTo>
                    <a:pt x="810" y="274"/>
                  </a:lnTo>
                  <a:lnTo>
                    <a:pt x="7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6"/>
            <p:cNvSpPr/>
            <p:nvPr/>
          </p:nvSpPr>
          <p:spPr>
            <a:xfrm>
              <a:off x="1108150" y="1802425"/>
              <a:ext cx="180125" cy="11350"/>
            </a:xfrm>
            <a:custGeom>
              <a:rect b="b" l="l" r="r" t="t"/>
              <a:pathLst>
                <a:path extrusionOk="0" h="454" w="7205">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6"/>
            <p:cNvSpPr/>
            <p:nvPr/>
          </p:nvSpPr>
          <p:spPr>
            <a:xfrm>
              <a:off x="1194475" y="2040550"/>
              <a:ext cx="2425" cy="3600"/>
            </a:xfrm>
            <a:custGeom>
              <a:rect b="b" l="l" r="r" t="t"/>
              <a:pathLst>
                <a:path extrusionOk="0" h="144" w="97">
                  <a:moveTo>
                    <a:pt x="84" y="1"/>
                  </a:moveTo>
                  <a:lnTo>
                    <a:pt x="1" y="48"/>
                  </a:lnTo>
                  <a:lnTo>
                    <a:pt x="25" y="144"/>
                  </a:lnTo>
                  <a:cubicBezTo>
                    <a:pt x="72" y="108"/>
                    <a:pt x="96" y="48"/>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6"/>
            <p:cNvSpPr/>
            <p:nvPr/>
          </p:nvSpPr>
          <p:spPr>
            <a:xfrm>
              <a:off x="1083450" y="1741425"/>
              <a:ext cx="98250" cy="261650"/>
            </a:xfrm>
            <a:custGeom>
              <a:rect b="b" l="l" r="r" t="t"/>
              <a:pathLst>
                <a:path extrusionOk="0" h="10466" w="393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6"/>
            <p:cNvSpPr/>
            <p:nvPr/>
          </p:nvSpPr>
          <p:spPr>
            <a:xfrm>
              <a:off x="1113525" y="2178975"/>
              <a:ext cx="193200" cy="201825"/>
            </a:xfrm>
            <a:custGeom>
              <a:rect b="b" l="l" r="r" t="t"/>
              <a:pathLst>
                <a:path extrusionOk="0" h="8073" w="7728">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6"/>
            <p:cNvSpPr/>
            <p:nvPr/>
          </p:nvSpPr>
          <p:spPr>
            <a:xfrm>
              <a:off x="1187625" y="2041750"/>
              <a:ext cx="121175" cy="334600"/>
            </a:xfrm>
            <a:custGeom>
              <a:rect b="b" l="l" r="r" t="t"/>
              <a:pathLst>
                <a:path extrusionOk="0" h="13384" w="4847">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6"/>
            <p:cNvSpPr/>
            <p:nvPr/>
          </p:nvSpPr>
          <p:spPr>
            <a:xfrm>
              <a:off x="1188525" y="1816725"/>
              <a:ext cx="109275" cy="186650"/>
            </a:xfrm>
            <a:custGeom>
              <a:rect b="b" l="l" r="r" t="t"/>
              <a:pathLst>
                <a:path extrusionOk="0" h="7466" w="4371">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6"/>
            <p:cNvSpPr/>
            <p:nvPr/>
          </p:nvSpPr>
          <p:spPr>
            <a:xfrm>
              <a:off x="1113225" y="2036700"/>
              <a:ext cx="60750" cy="102100"/>
            </a:xfrm>
            <a:custGeom>
              <a:rect b="b" l="l" r="r" t="t"/>
              <a:pathLst>
                <a:path extrusionOk="0" h="4084" w="243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6"/>
            <p:cNvSpPr/>
            <p:nvPr/>
          </p:nvSpPr>
          <p:spPr>
            <a:xfrm>
              <a:off x="1299250" y="1820900"/>
              <a:ext cx="16700" cy="554550"/>
            </a:xfrm>
            <a:custGeom>
              <a:rect b="b" l="l" r="r" t="t"/>
              <a:pathLst>
                <a:path extrusionOk="0" h="22182" w="668">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6"/>
            <p:cNvSpPr/>
            <p:nvPr/>
          </p:nvSpPr>
          <p:spPr>
            <a:xfrm>
              <a:off x="1293600" y="1501500"/>
              <a:ext cx="11925" cy="289650"/>
            </a:xfrm>
            <a:custGeom>
              <a:rect b="b" l="l" r="r" t="t"/>
              <a:pathLst>
                <a:path extrusionOk="0" h="11586" w="477">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6"/>
            <p:cNvSpPr/>
            <p:nvPr/>
          </p:nvSpPr>
          <p:spPr>
            <a:xfrm>
              <a:off x="1418325" y="1523825"/>
              <a:ext cx="47050" cy="166425"/>
            </a:xfrm>
            <a:custGeom>
              <a:rect b="b" l="l" r="r" t="t"/>
              <a:pathLst>
                <a:path extrusionOk="0" h="6657" w="1882">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6"/>
            <p:cNvSpPr/>
            <p:nvPr/>
          </p:nvSpPr>
          <p:spPr>
            <a:xfrm>
              <a:off x="1083450" y="1458350"/>
              <a:ext cx="203625" cy="33050"/>
            </a:xfrm>
            <a:custGeom>
              <a:rect b="b" l="l" r="r" t="t"/>
              <a:pathLst>
                <a:path extrusionOk="0" h="1322" w="8145">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6"/>
            <p:cNvSpPr/>
            <p:nvPr/>
          </p:nvSpPr>
          <p:spPr>
            <a:xfrm>
              <a:off x="1291825" y="1342550"/>
              <a:ext cx="8050" cy="136050"/>
            </a:xfrm>
            <a:custGeom>
              <a:rect b="b" l="l" r="r" t="t"/>
              <a:pathLst>
                <a:path extrusionOk="0" h="5442" w="322">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6"/>
            <p:cNvSpPr/>
            <p:nvPr/>
          </p:nvSpPr>
          <p:spPr>
            <a:xfrm>
              <a:off x="1688000" y="154467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6"/>
            <p:cNvSpPr/>
            <p:nvPr/>
          </p:nvSpPr>
          <p:spPr>
            <a:xfrm>
              <a:off x="1309675" y="1487525"/>
              <a:ext cx="94675" cy="19650"/>
            </a:xfrm>
            <a:custGeom>
              <a:rect b="b" l="l" r="r" t="t"/>
              <a:pathLst>
                <a:path extrusionOk="0" h="786" w="3787">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6"/>
            <p:cNvSpPr/>
            <p:nvPr/>
          </p:nvSpPr>
          <p:spPr>
            <a:xfrm>
              <a:off x="1687700" y="15458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6"/>
            <p:cNvSpPr/>
            <p:nvPr/>
          </p:nvSpPr>
          <p:spPr>
            <a:xfrm>
              <a:off x="1430825" y="1504475"/>
              <a:ext cx="247675" cy="41700"/>
            </a:xfrm>
            <a:custGeom>
              <a:rect b="b" l="l" r="r" t="t"/>
              <a:pathLst>
                <a:path extrusionOk="0" h="1668" w="9907">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6"/>
            <p:cNvSpPr/>
            <p:nvPr/>
          </p:nvSpPr>
          <p:spPr>
            <a:xfrm>
              <a:off x="1687100" y="1546450"/>
              <a:ext cx="25" cy="625"/>
            </a:xfrm>
            <a:custGeom>
              <a:rect b="b" l="l" r="r" t="t"/>
              <a:pathLst>
                <a:path extrusionOk="0" h="25" w="1">
                  <a:moveTo>
                    <a:pt x="1" y="24"/>
                  </a:moveTo>
                  <a:lnTo>
                    <a:pt x="1" y="24"/>
                  </a:lnTo>
                  <a:cubicBezTo>
                    <a:pt x="1" y="1"/>
                    <a:pt x="1" y="24"/>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6"/>
            <p:cNvSpPr/>
            <p:nvPr/>
          </p:nvSpPr>
          <p:spPr>
            <a:xfrm>
              <a:off x="1687700" y="15455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6"/>
            <p:cNvSpPr/>
            <p:nvPr/>
          </p:nvSpPr>
          <p:spPr>
            <a:xfrm>
              <a:off x="1476075" y="1544675"/>
              <a:ext cx="211050" cy="154800"/>
            </a:xfrm>
            <a:custGeom>
              <a:rect b="b" l="l" r="r" t="t"/>
              <a:pathLst>
                <a:path extrusionOk="0" h="6192" w="8442">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6"/>
            <p:cNvSpPr/>
            <p:nvPr/>
          </p:nvSpPr>
          <p:spPr>
            <a:xfrm>
              <a:off x="1688000" y="1544675"/>
              <a:ext cx="25" cy="325"/>
            </a:xfrm>
            <a:custGeom>
              <a:rect b="b" l="l" r="r" t="t"/>
              <a:pathLst>
                <a:path extrusionOk="0" h="13" w="1">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6"/>
            <p:cNvSpPr/>
            <p:nvPr/>
          </p:nvSpPr>
          <p:spPr>
            <a:xfrm>
              <a:off x="1681750" y="1319350"/>
              <a:ext cx="26225" cy="225050"/>
            </a:xfrm>
            <a:custGeom>
              <a:rect b="b" l="l" r="r" t="t"/>
              <a:pathLst>
                <a:path extrusionOk="0" h="9002" w="1049">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6"/>
            <p:cNvSpPr/>
            <p:nvPr/>
          </p:nvSpPr>
          <p:spPr>
            <a:xfrm>
              <a:off x="1687100" y="1546450"/>
              <a:ext cx="25" cy="625"/>
            </a:xfrm>
            <a:custGeom>
              <a:rect b="b" l="l" r="r" t="t"/>
              <a:pathLst>
                <a:path extrusionOk="0" h="25" w="1">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6"/>
            <p:cNvSpPr/>
            <p:nvPr/>
          </p:nvSpPr>
          <p:spPr>
            <a:xfrm>
              <a:off x="1684125" y="1547650"/>
              <a:ext cx="625" cy="25"/>
            </a:xfrm>
            <a:custGeom>
              <a:rect b="b" l="l" r="r" t="t"/>
              <a:pathLst>
                <a:path extrusionOk="0" h="1" w="25">
                  <a:moveTo>
                    <a:pt x="24" y="0"/>
                  </a:moveTo>
                  <a:lnTo>
                    <a:pt x="1" y="0"/>
                  </a:lnTo>
                  <a:lnTo>
                    <a:pt x="24" y="0"/>
                  </a:lnTo>
                  <a:cubicBezTo>
                    <a:pt x="12" y="0"/>
                    <a:pt x="24" y="0"/>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6"/>
            <p:cNvSpPr/>
            <p:nvPr/>
          </p:nvSpPr>
          <p:spPr>
            <a:xfrm>
              <a:off x="1687700" y="1545550"/>
              <a:ext cx="25" cy="325"/>
            </a:xfrm>
            <a:custGeom>
              <a:rect b="b" l="l" r="r" t="t"/>
              <a:pathLst>
                <a:path extrusionOk="0" h="13" w="1">
                  <a:moveTo>
                    <a:pt x="0" y="13"/>
                  </a:moveTo>
                  <a:lnTo>
                    <a:pt x="0" y="13"/>
                  </a:lnTo>
                  <a:lnTo>
                    <a:pt x="0" y="13"/>
                  </a:lnTo>
                  <a:cubicBezTo>
                    <a:pt x="0" y="1"/>
                    <a:pt x="0" y="1"/>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6"/>
            <p:cNvSpPr/>
            <p:nvPr/>
          </p:nvSpPr>
          <p:spPr>
            <a:xfrm>
              <a:off x="1684725" y="1547650"/>
              <a:ext cx="25" cy="25"/>
            </a:xfrm>
            <a:custGeom>
              <a:rect b="b" l="l" r="r" t="t"/>
              <a:pathLst>
                <a:path extrusionOk="0" h="1" w="1">
                  <a:moveTo>
                    <a:pt x="0"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6"/>
            <p:cNvSpPr/>
            <p:nvPr/>
          </p:nvSpPr>
          <p:spPr>
            <a:xfrm>
              <a:off x="1323375" y="1333625"/>
              <a:ext cx="364650" cy="214350"/>
            </a:xfrm>
            <a:custGeom>
              <a:rect b="b" l="l" r="r" t="t"/>
              <a:pathLst>
                <a:path extrusionOk="0" h="8574" w="14586">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6"/>
            <p:cNvSpPr/>
            <p:nvPr/>
          </p:nvSpPr>
          <p:spPr>
            <a:xfrm>
              <a:off x="1273950" y="1318750"/>
              <a:ext cx="60750" cy="26600"/>
            </a:xfrm>
            <a:custGeom>
              <a:rect b="b" l="l" r="r" t="t"/>
              <a:pathLst>
                <a:path extrusionOk="0" h="1064" w="243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6"/>
            <p:cNvSpPr/>
            <p:nvPr/>
          </p:nvSpPr>
          <p:spPr>
            <a:xfrm>
              <a:off x="1159350" y="2001350"/>
              <a:ext cx="50050" cy="42850"/>
            </a:xfrm>
            <a:custGeom>
              <a:rect b="b" l="l" r="r" t="t"/>
              <a:pathLst>
                <a:path extrusionOk="0" h="1714" w="2002">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6"/>
            <p:cNvSpPr/>
            <p:nvPr/>
          </p:nvSpPr>
          <p:spPr>
            <a:xfrm>
              <a:off x="1083450" y="2128475"/>
              <a:ext cx="44675" cy="61325"/>
            </a:xfrm>
            <a:custGeom>
              <a:rect b="b" l="l" r="r" t="t"/>
              <a:pathLst>
                <a:path extrusionOk="0" h="2453" w="1787">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6"/>
            <p:cNvSpPr/>
            <p:nvPr/>
          </p:nvSpPr>
          <p:spPr>
            <a:xfrm>
              <a:off x="1288250" y="1790575"/>
              <a:ext cx="32175" cy="31125"/>
            </a:xfrm>
            <a:custGeom>
              <a:rect b="b" l="l" r="r" t="t"/>
              <a:pathLst>
                <a:path extrusionOk="0" h="1245" w="1287">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6"/>
            <p:cNvSpPr/>
            <p:nvPr/>
          </p:nvSpPr>
          <p:spPr>
            <a:xfrm>
              <a:off x="1297475" y="2375200"/>
              <a:ext cx="32775" cy="30800"/>
            </a:xfrm>
            <a:custGeom>
              <a:rect b="b" l="l" r="r" t="t"/>
              <a:pathLst>
                <a:path extrusionOk="0" h="1232" w="1311">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6"/>
            <p:cNvSpPr/>
            <p:nvPr/>
          </p:nvSpPr>
          <p:spPr>
            <a:xfrm>
              <a:off x="1445100" y="1689025"/>
              <a:ext cx="39025" cy="34575"/>
            </a:xfrm>
            <a:custGeom>
              <a:rect b="b" l="l" r="r" t="t"/>
              <a:pathLst>
                <a:path extrusionOk="0" h="1383" w="1561">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6"/>
            <p:cNvSpPr/>
            <p:nvPr/>
          </p:nvSpPr>
          <p:spPr>
            <a:xfrm>
              <a:off x="1285875" y="1477700"/>
              <a:ext cx="24725" cy="24425"/>
            </a:xfrm>
            <a:custGeom>
              <a:rect b="b" l="l" r="r" t="t"/>
              <a:pathLst>
                <a:path extrusionOk="0" h="977" w="989">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6"/>
            <p:cNvSpPr/>
            <p:nvPr/>
          </p:nvSpPr>
          <p:spPr>
            <a:xfrm>
              <a:off x="1400175" y="1494100"/>
              <a:ext cx="32750" cy="31300"/>
            </a:xfrm>
            <a:custGeom>
              <a:rect b="b" l="l" r="r" t="t"/>
              <a:pathLst>
                <a:path extrusionOk="0" h="1252" w="131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10" name="Google Shape;610;p6"/>
          <p:cNvGrpSpPr/>
          <p:nvPr/>
        </p:nvGrpSpPr>
        <p:grpSpPr>
          <a:xfrm rot="10800000">
            <a:off x="7698175" y="2616294"/>
            <a:ext cx="1451646" cy="2527204"/>
            <a:chOff x="1083450" y="1318750"/>
            <a:chExt cx="624525" cy="1087250"/>
          </a:xfrm>
        </p:grpSpPr>
        <p:sp>
          <p:nvSpPr>
            <p:cNvPr id="611" name="Google Shape;611;p6"/>
            <p:cNvSpPr/>
            <p:nvPr/>
          </p:nvSpPr>
          <p:spPr>
            <a:xfrm>
              <a:off x="1083450" y="2340600"/>
              <a:ext cx="215525" cy="50325"/>
            </a:xfrm>
            <a:custGeom>
              <a:rect b="b" l="l" r="r" t="t"/>
              <a:pathLst>
                <a:path extrusionOk="0" h="2013" w="8621">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6"/>
            <p:cNvSpPr/>
            <p:nvPr/>
          </p:nvSpPr>
          <p:spPr>
            <a:xfrm>
              <a:off x="1083450" y="21304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6"/>
            <p:cNvSpPr/>
            <p:nvPr/>
          </p:nvSpPr>
          <p:spPr>
            <a:xfrm>
              <a:off x="1083450" y="1806900"/>
              <a:ext cx="20275" cy="7475"/>
            </a:xfrm>
            <a:custGeom>
              <a:rect b="b" l="l" r="r" t="t"/>
              <a:pathLst>
                <a:path extrusionOk="0" h="299" w="811">
                  <a:moveTo>
                    <a:pt x="703" y="0"/>
                  </a:moveTo>
                  <a:lnTo>
                    <a:pt x="1" y="24"/>
                  </a:lnTo>
                  <a:lnTo>
                    <a:pt x="1" y="298"/>
                  </a:lnTo>
                  <a:lnTo>
                    <a:pt x="810" y="274"/>
                  </a:lnTo>
                  <a:lnTo>
                    <a:pt x="7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6"/>
            <p:cNvSpPr/>
            <p:nvPr/>
          </p:nvSpPr>
          <p:spPr>
            <a:xfrm>
              <a:off x="1108150" y="1802425"/>
              <a:ext cx="180125" cy="11350"/>
            </a:xfrm>
            <a:custGeom>
              <a:rect b="b" l="l" r="r" t="t"/>
              <a:pathLst>
                <a:path extrusionOk="0" h="454" w="7205">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6"/>
            <p:cNvSpPr/>
            <p:nvPr/>
          </p:nvSpPr>
          <p:spPr>
            <a:xfrm>
              <a:off x="1194475" y="2040550"/>
              <a:ext cx="2425" cy="3600"/>
            </a:xfrm>
            <a:custGeom>
              <a:rect b="b" l="l" r="r" t="t"/>
              <a:pathLst>
                <a:path extrusionOk="0" h="144" w="97">
                  <a:moveTo>
                    <a:pt x="84" y="1"/>
                  </a:moveTo>
                  <a:lnTo>
                    <a:pt x="1" y="48"/>
                  </a:lnTo>
                  <a:lnTo>
                    <a:pt x="25" y="144"/>
                  </a:lnTo>
                  <a:cubicBezTo>
                    <a:pt x="72" y="108"/>
                    <a:pt x="96" y="48"/>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6"/>
            <p:cNvSpPr/>
            <p:nvPr/>
          </p:nvSpPr>
          <p:spPr>
            <a:xfrm>
              <a:off x="1083450" y="1741425"/>
              <a:ext cx="98250" cy="261650"/>
            </a:xfrm>
            <a:custGeom>
              <a:rect b="b" l="l" r="r" t="t"/>
              <a:pathLst>
                <a:path extrusionOk="0" h="10466" w="393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6"/>
            <p:cNvSpPr/>
            <p:nvPr/>
          </p:nvSpPr>
          <p:spPr>
            <a:xfrm>
              <a:off x="1113525" y="2178975"/>
              <a:ext cx="193200" cy="201825"/>
            </a:xfrm>
            <a:custGeom>
              <a:rect b="b" l="l" r="r" t="t"/>
              <a:pathLst>
                <a:path extrusionOk="0" h="8073" w="7728">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6"/>
            <p:cNvSpPr/>
            <p:nvPr/>
          </p:nvSpPr>
          <p:spPr>
            <a:xfrm>
              <a:off x="1187625" y="2041750"/>
              <a:ext cx="121175" cy="334600"/>
            </a:xfrm>
            <a:custGeom>
              <a:rect b="b" l="l" r="r" t="t"/>
              <a:pathLst>
                <a:path extrusionOk="0" h="13384" w="4847">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6"/>
            <p:cNvSpPr/>
            <p:nvPr/>
          </p:nvSpPr>
          <p:spPr>
            <a:xfrm>
              <a:off x="1188525" y="1816725"/>
              <a:ext cx="109275" cy="186650"/>
            </a:xfrm>
            <a:custGeom>
              <a:rect b="b" l="l" r="r" t="t"/>
              <a:pathLst>
                <a:path extrusionOk="0" h="7466" w="4371">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6"/>
            <p:cNvSpPr/>
            <p:nvPr/>
          </p:nvSpPr>
          <p:spPr>
            <a:xfrm>
              <a:off x="1113225" y="2036700"/>
              <a:ext cx="60750" cy="102100"/>
            </a:xfrm>
            <a:custGeom>
              <a:rect b="b" l="l" r="r" t="t"/>
              <a:pathLst>
                <a:path extrusionOk="0" h="4084" w="243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6"/>
            <p:cNvSpPr/>
            <p:nvPr/>
          </p:nvSpPr>
          <p:spPr>
            <a:xfrm>
              <a:off x="1299250" y="1820900"/>
              <a:ext cx="16700" cy="554550"/>
            </a:xfrm>
            <a:custGeom>
              <a:rect b="b" l="l" r="r" t="t"/>
              <a:pathLst>
                <a:path extrusionOk="0" h="22182" w="668">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6"/>
            <p:cNvSpPr/>
            <p:nvPr/>
          </p:nvSpPr>
          <p:spPr>
            <a:xfrm>
              <a:off x="1293600" y="1501500"/>
              <a:ext cx="11925" cy="289650"/>
            </a:xfrm>
            <a:custGeom>
              <a:rect b="b" l="l" r="r" t="t"/>
              <a:pathLst>
                <a:path extrusionOk="0" h="11586" w="477">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6"/>
            <p:cNvSpPr/>
            <p:nvPr/>
          </p:nvSpPr>
          <p:spPr>
            <a:xfrm>
              <a:off x="1418325" y="1523825"/>
              <a:ext cx="47050" cy="166425"/>
            </a:xfrm>
            <a:custGeom>
              <a:rect b="b" l="l" r="r" t="t"/>
              <a:pathLst>
                <a:path extrusionOk="0" h="6657" w="1882">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6"/>
            <p:cNvSpPr/>
            <p:nvPr/>
          </p:nvSpPr>
          <p:spPr>
            <a:xfrm>
              <a:off x="1083450" y="1458350"/>
              <a:ext cx="203625" cy="33050"/>
            </a:xfrm>
            <a:custGeom>
              <a:rect b="b" l="l" r="r" t="t"/>
              <a:pathLst>
                <a:path extrusionOk="0" h="1322" w="8145">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6"/>
            <p:cNvSpPr/>
            <p:nvPr/>
          </p:nvSpPr>
          <p:spPr>
            <a:xfrm>
              <a:off x="1291825" y="1342550"/>
              <a:ext cx="8050" cy="136050"/>
            </a:xfrm>
            <a:custGeom>
              <a:rect b="b" l="l" r="r" t="t"/>
              <a:pathLst>
                <a:path extrusionOk="0" h="5442" w="322">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6"/>
            <p:cNvSpPr/>
            <p:nvPr/>
          </p:nvSpPr>
          <p:spPr>
            <a:xfrm>
              <a:off x="1688000" y="154467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6"/>
            <p:cNvSpPr/>
            <p:nvPr/>
          </p:nvSpPr>
          <p:spPr>
            <a:xfrm>
              <a:off x="1309675" y="1487525"/>
              <a:ext cx="94675" cy="19650"/>
            </a:xfrm>
            <a:custGeom>
              <a:rect b="b" l="l" r="r" t="t"/>
              <a:pathLst>
                <a:path extrusionOk="0" h="786" w="3787">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6"/>
            <p:cNvSpPr/>
            <p:nvPr/>
          </p:nvSpPr>
          <p:spPr>
            <a:xfrm>
              <a:off x="1687700" y="15458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6"/>
            <p:cNvSpPr/>
            <p:nvPr/>
          </p:nvSpPr>
          <p:spPr>
            <a:xfrm>
              <a:off x="1430825" y="1504475"/>
              <a:ext cx="247675" cy="41700"/>
            </a:xfrm>
            <a:custGeom>
              <a:rect b="b" l="l" r="r" t="t"/>
              <a:pathLst>
                <a:path extrusionOk="0" h="1668" w="9907">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6"/>
            <p:cNvSpPr/>
            <p:nvPr/>
          </p:nvSpPr>
          <p:spPr>
            <a:xfrm>
              <a:off x="1687100" y="1546450"/>
              <a:ext cx="25" cy="625"/>
            </a:xfrm>
            <a:custGeom>
              <a:rect b="b" l="l" r="r" t="t"/>
              <a:pathLst>
                <a:path extrusionOk="0" h="25" w="1">
                  <a:moveTo>
                    <a:pt x="1" y="24"/>
                  </a:moveTo>
                  <a:lnTo>
                    <a:pt x="1" y="24"/>
                  </a:lnTo>
                  <a:cubicBezTo>
                    <a:pt x="1" y="1"/>
                    <a:pt x="1" y="24"/>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6"/>
            <p:cNvSpPr/>
            <p:nvPr/>
          </p:nvSpPr>
          <p:spPr>
            <a:xfrm>
              <a:off x="1687700" y="15455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6"/>
            <p:cNvSpPr/>
            <p:nvPr/>
          </p:nvSpPr>
          <p:spPr>
            <a:xfrm>
              <a:off x="1476075" y="1544675"/>
              <a:ext cx="211050" cy="154800"/>
            </a:xfrm>
            <a:custGeom>
              <a:rect b="b" l="l" r="r" t="t"/>
              <a:pathLst>
                <a:path extrusionOk="0" h="6192" w="8442">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6"/>
            <p:cNvSpPr/>
            <p:nvPr/>
          </p:nvSpPr>
          <p:spPr>
            <a:xfrm>
              <a:off x="1688000" y="1544675"/>
              <a:ext cx="25" cy="325"/>
            </a:xfrm>
            <a:custGeom>
              <a:rect b="b" l="l" r="r" t="t"/>
              <a:pathLst>
                <a:path extrusionOk="0" h="13" w="1">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6"/>
            <p:cNvSpPr/>
            <p:nvPr/>
          </p:nvSpPr>
          <p:spPr>
            <a:xfrm>
              <a:off x="1681750" y="1319350"/>
              <a:ext cx="26225" cy="225050"/>
            </a:xfrm>
            <a:custGeom>
              <a:rect b="b" l="l" r="r" t="t"/>
              <a:pathLst>
                <a:path extrusionOk="0" h="9002" w="1049">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6"/>
            <p:cNvSpPr/>
            <p:nvPr/>
          </p:nvSpPr>
          <p:spPr>
            <a:xfrm>
              <a:off x="1687100" y="1546450"/>
              <a:ext cx="25" cy="625"/>
            </a:xfrm>
            <a:custGeom>
              <a:rect b="b" l="l" r="r" t="t"/>
              <a:pathLst>
                <a:path extrusionOk="0" h="25" w="1">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6"/>
            <p:cNvSpPr/>
            <p:nvPr/>
          </p:nvSpPr>
          <p:spPr>
            <a:xfrm>
              <a:off x="1684125" y="1547650"/>
              <a:ext cx="625" cy="25"/>
            </a:xfrm>
            <a:custGeom>
              <a:rect b="b" l="l" r="r" t="t"/>
              <a:pathLst>
                <a:path extrusionOk="0" h="1" w="25">
                  <a:moveTo>
                    <a:pt x="24" y="0"/>
                  </a:moveTo>
                  <a:lnTo>
                    <a:pt x="1" y="0"/>
                  </a:lnTo>
                  <a:lnTo>
                    <a:pt x="24" y="0"/>
                  </a:lnTo>
                  <a:cubicBezTo>
                    <a:pt x="12" y="0"/>
                    <a:pt x="24" y="0"/>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6"/>
            <p:cNvSpPr/>
            <p:nvPr/>
          </p:nvSpPr>
          <p:spPr>
            <a:xfrm>
              <a:off x="1687700" y="1545550"/>
              <a:ext cx="25" cy="325"/>
            </a:xfrm>
            <a:custGeom>
              <a:rect b="b" l="l" r="r" t="t"/>
              <a:pathLst>
                <a:path extrusionOk="0" h="13" w="1">
                  <a:moveTo>
                    <a:pt x="0" y="13"/>
                  </a:moveTo>
                  <a:lnTo>
                    <a:pt x="0" y="13"/>
                  </a:lnTo>
                  <a:lnTo>
                    <a:pt x="0" y="13"/>
                  </a:lnTo>
                  <a:cubicBezTo>
                    <a:pt x="0" y="1"/>
                    <a:pt x="0" y="1"/>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6"/>
            <p:cNvSpPr/>
            <p:nvPr/>
          </p:nvSpPr>
          <p:spPr>
            <a:xfrm>
              <a:off x="1684725" y="1547650"/>
              <a:ext cx="25" cy="25"/>
            </a:xfrm>
            <a:custGeom>
              <a:rect b="b" l="l" r="r" t="t"/>
              <a:pathLst>
                <a:path extrusionOk="0" h="1" w="1">
                  <a:moveTo>
                    <a:pt x="0"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6"/>
            <p:cNvSpPr/>
            <p:nvPr/>
          </p:nvSpPr>
          <p:spPr>
            <a:xfrm>
              <a:off x="1323375" y="1333625"/>
              <a:ext cx="364650" cy="214350"/>
            </a:xfrm>
            <a:custGeom>
              <a:rect b="b" l="l" r="r" t="t"/>
              <a:pathLst>
                <a:path extrusionOk="0" h="8574" w="14586">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6"/>
            <p:cNvSpPr/>
            <p:nvPr/>
          </p:nvSpPr>
          <p:spPr>
            <a:xfrm>
              <a:off x="1273950" y="1318750"/>
              <a:ext cx="60750" cy="26600"/>
            </a:xfrm>
            <a:custGeom>
              <a:rect b="b" l="l" r="r" t="t"/>
              <a:pathLst>
                <a:path extrusionOk="0" h="1064" w="243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6"/>
            <p:cNvSpPr/>
            <p:nvPr/>
          </p:nvSpPr>
          <p:spPr>
            <a:xfrm>
              <a:off x="1159350" y="2001350"/>
              <a:ext cx="50050" cy="42850"/>
            </a:xfrm>
            <a:custGeom>
              <a:rect b="b" l="l" r="r" t="t"/>
              <a:pathLst>
                <a:path extrusionOk="0" h="1714" w="2002">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6"/>
            <p:cNvSpPr/>
            <p:nvPr/>
          </p:nvSpPr>
          <p:spPr>
            <a:xfrm>
              <a:off x="1083450" y="2128475"/>
              <a:ext cx="44675" cy="61325"/>
            </a:xfrm>
            <a:custGeom>
              <a:rect b="b" l="l" r="r" t="t"/>
              <a:pathLst>
                <a:path extrusionOk="0" h="2453" w="1787">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6"/>
            <p:cNvSpPr/>
            <p:nvPr/>
          </p:nvSpPr>
          <p:spPr>
            <a:xfrm>
              <a:off x="1288250" y="1790575"/>
              <a:ext cx="32175" cy="31125"/>
            </a:xfrm>
            <a:custGeom>
              <a:rect b="b" l="l" r="r" t="t"/>
              <a:pathLst>
                <a:path extrusionOk="0" h="1245" w="1287">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6"/>
            <p:cNvSpPr/>
            <p:nvPr/>
          </p:nvSpPr>
          <p:spPr>
            <a:xfrm>
              <a:off x="1297475" y="2375200"/>
              <a:ext cx="32775" cy="30800"/>
            </a:xfrm>
            <a:custGeom>
              <a:rect b="b" l="l" r="r" t="t"/>
              <a:pathLst>
                <a:path extrusionOk="0" h="1232" w="1311">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6"/>
            <p:cNvSpPr/>
            <p:nvPr/>
          </p:nvSpPr>
          <p:spPr>
            <a:xfrm>
              <a:off x="1445100" y="1689025"/>
              <a:ext cx="39025" cy="34575"/>
            </a:xfrm>
            <a:custGeom>
              <a:rect b="b" l="l" r="r" t="t"/>
              <a:pathLst>
                <a:path extrusionOk="0" h="1383" w="1561">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6"/>
            <p:cNvSpPr/>
            <p:nvPr/>
          </p:nvSpPr>
          <p:spPr>
            <a:xfrm>
              <a:off x="1285875" y="1477700"/>
              <a:ext cx="24725" cy="24425"/>
            </a:xfrm>
            <a:custGeom>
              <a:rect b="b" l="l" r="r" t="t"/>
              <a:pathLst>
                <a:path extrusionOk="0" h="977" w="989">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6"/>
            <p:cNvSpPr/>
            <p:nvPr/>
          </p:nvSpPr>
          <p:spPr>
            <a:xfrm>
              <a:off x="1400175" y="1494100"/>
              <a:ext cx="32750" cy="31300"/>
            </a:xfrm>
            <a:custGeom>
              <a:rect b="b" l="l" r="r" t="t"/>
              <a:pathLst>
                <a:path extrusionOk="0" h="1252" w="131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8" name="Google Shape;648;p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649" name="Google Shape;649;p6"/>
          <p:cNvSpPr txBox="1"/>
          <p:nvPr>
            <p:ph idx="2" type="title"/>
          </p:nvPr>
        </p:nvSpPr>
        <p:spPr>
          <a:xfrm>
            <a:off x="1525123" y="2626694"/>
            <a:ext cx="2885700" cy="55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2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650" name="Google Shape;650;p6"/>
          <p:cNvSpPr txBox="1"/>
          <p:nvPr>
            <p:ph idx="3" type="title"/>
          </p:nvPr>
        </p:nvSpPr>
        <p:spPr>
          <a:xfrm>
            <a:off x="4733177" y="2626694"/>
            <a:ext cx="2885700" cy="55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sz="2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651" name="Google Shape;651;p6"/>
          <p:cNvSpPr txBox="1"/>
          <p:nvPr>
            <p:ph idx="1" type="subTitle"/>
          </p:nvPr>
        </p:nvSpPr>
        <p:spPr>
          <a:xfrm>
            <a:off x="4733173" y="2945269"/>
            <a:ext cx="2885700" cy="101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52" name="Google Shape;652;p6"/>
          <p:cNvSpPr txBox="1"/>
          <p:nvPr>
            <p:ph idx="4" type="subTitle"/>
          </p:nvPr>
        </p:nvSpPr>
        <p:spPr>
          <a:xfrm>
            <a:off x="1525123" y="2945269"/>
            <a:ext cx="2885700" cy="101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3" name="Shape 653"/>
        <p:cNvGrpSpPr/>
        <p:nvPr/>
      </p:nvGrpSpPr>
      <p:grpSpPr>
        <a:xfrm>
          <a:off x="0" y="0"/>
          <a:ext cx="0" cy="0"/>
          <a:chOff x="0" y="0"/>
          <a:chExt cx="0" cy="0"/>
        </a:xfrm>
      </p:grpSpPr>
      <p:grpSp>
        <p:nvGrpSpPr>
          <p:cNvPr id="654" name="Google Shape;654;p7"/>
          <p:cNvGrpSpPr/>
          <p:nvPr/>
        </p:nvGrpSpPr>
        <p:grpSpPr>
          <a:xfrm>
            <a:off x="5202063" y="4121297"/>
            <a:ext cx="3941609" cy="1021956"/>
            <a:chOff x="2582150" y="3714800"/>
            <a:chExt cx="2689050" cy="697200"/>
          </a:xfrm>
        </p:grpSpPr>
        <p:sp>
          <p:nvSpPr>
            <p:cNvPr id="655" name="Google Shape;655;p7"/>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7"/>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7"/>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7"/>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7"/>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7"/>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7"/>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7"/>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7"/>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7"/>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7"/>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7"/>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7"/>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7"/>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7"/>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7"/>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7"/>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7"/>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7"/>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7"/>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7"/>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7"/>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7"/>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7"/>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7"/>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7"/>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7"/>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7"/>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7"/>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7"/>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7"/>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7"/>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7"/>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7"/>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7"/>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7"/>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7"/>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7"/>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7"/>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7"/>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7"/>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7"/>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7"/>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7"/>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7"/>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7"/>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7"/>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7"/>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7"/>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7"/>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7"/>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7"/>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7"/>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7"/>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7"/>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7"/>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7"/>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7"/>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7"/>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7"/>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5" name="Google Shape;715;p7"/>
          <p:cNvGrpSpPr/>
          <p:nvPr/>
        </p:nvGrpSpPr>
        <p:grpSpPr>
          <a:xfrm flipH="1">
            <a:off x="38" y="4121297"/>
            <a:ext cx="3941609" cy="1021956"/>
            <a:chOff x="2582150" y="3714800"/>
            <a:chExt cx="2689050" cy="697200"/>
          </a:xfrm>
        </p:grpSpPr>
        <p:sp>
          <p:nvSpPr>
            <p:cNvPr id="716" name="Google Shape;716;p7"/>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7"/>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7"/>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7"/>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7"/>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7"/>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7"/>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7"/>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7"/>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7"/>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7"/>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7"/>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7"/>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7"/>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7"/>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7"/>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7"/>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7"/>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7"/>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7"/>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7"/>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7"/>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7"/>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7"/>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7"/>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7"/>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7"/>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7"/>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7"/>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7"/>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7"/>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7"/>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7"/>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7"/>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7"/>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7"/>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7"/>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7"/>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7"/>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7"/>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7"/>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7"/>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7"/>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7"/>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7"/>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7"/>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7"/>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7"/>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7"/>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7"/>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7"/>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7"/>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7"/>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7"/>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7"/>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7"/>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7"/>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7"/>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7"/>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7"/>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6" name="Google Shape;776;p7"/>
          <p:cNvGrpSpPr/>
          <p:nvPr/>
        </p:nvGrpSpPr>
        <p:grpSpPr>
          <a:xfrm rot="10800000">
            <a:off x="157" y="95"/>
            <a:ext cx="1146035" cy="1362783"/>
            <a:chOff x="3048875" y="2669025"/>
            <a:chExt cx="504550" cy="599975"/>
          </a:xfrm>
        </p:grpSpPr>
        <p:sp>
          <p:nvSpPr>
            <p:cNvPr id="777" name="Google Shape;777;p7"/>
            <p:cNvSpPr/>
            <p:nvPr/>
          </p:nvSpPr>
          <p:spPr>
            <a:xfrm>
              <a:off x="3048875" y="3200825"/>
              <a:ext cx="57175" cy="68175"/>
            </a:xfrm>
            <a:custGeom>
              <a:rect b="b" l="l" r="r" t="t"/>
              <a:pathLst>
                <a:path extrusionOk="0" h="2727" w="2287">
                  <a:moveTo>
                    <a:pt x="2215" y="0"/>
                  </a:moveTo>
                  <a:cubicBezTo>
                    <a:pt x="2180" y="0"/>
                    <a:pt x="2156" y="12"/>
                    <a:pt x="2120" y="36"/>
                  </a:cubicBezTo>
                  <a:lnTo>
                    <a:pt x="1" y="2727"/>
                  </a:lnTo>
                  <a:lnTo>
                    <a:pt x="358" y="2727"/>
                  </a:lnTo>
                  <a:lnTo>
                    <a:pt x="2287" y="286"/>
                  </a:lnTo>
                  <a:cubicBezTo>
                    <a:pt x="2275" y="250"/>
                    <a:pt x="2251" y="203"/>
                    <a:pt x="2239" y="179"/>
                  </a:cubicBezTo>
                  <a:cubicBezTo>
                    <a:pt x="2227" y="119"/>
                    <a:pt x="2215" y="60"/>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7"/>
            <p:cNvSpPr/>
            <p:nvPr/>
          </p:nvSpPr>
          <p:spPr>
            <a:xfrm>
              <a:off x="3117925" y="2833225"/>
              <a:ext cx="56300" cy="351550"/>
            </a:xfrm>
            <a:custGeom>
              <a:rect b="b" l="l" r="r" t="t"/>
              <a:pathLst>
                <a:path extrusionOk="0" h="14062" w="2252">
                  <a:moveTo>
                    <a:pt x="2251" y="0"/>
                  </a:moveTo>
                  <a:lnTo>
                    <a:pt x="2251" y="0"/>
                  </a:lnTo>
                  <a:cubicBezTo>
                    <a:pt x="2216" y="12"/>
                    <a:pt x="2204" y="36"/>
                    <a:pt x="2168" y="36"/>
                  </a:cubicBezTo>
                  <a:cubicBezTo>
                    <a:pt x="2140" y="50"/>
                    <a:pt x="2113" y="57"/>
                    <a:pt x="2088" y="57"/>
                  </a:cubicBezTo>
                  <a:cubicBezTo>
                    <a:pt x="2050" y="57"/>
                    <a:pt x="2013" y="41"/>
                    <a:pt x="1977" y="12"/>
                  </a:cubicBezTo>
                  <a:lnTo>
                    <a:pt x="1" y="14026"/>
                  </a:lnTo>
                  <a:cubicBezTo>
                    <a:pt x="72" y="14038"/>
                    <a:pt x="180" y="14049"/>
                    <a:pt x="275" y="14061"/>
                  </a:cubicBezTo>
                  <a:lnTo>
                    <a:pt x="225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7"/>
            <p:cNvSpPr/>
            <p:nvPr/>
          </p:nvSpPr>
          <p:spPr>
            <a:xfrm>
              <a:off x="3174200" y="2826975"/>
              <a:ext cx="144675" cy="8050"/>
            </a:xfrm>
            <a:custGeom>
              <a:rect b="b" l="l" r="r" t="t"/>
              <a:pathLst>
                <a:path extrusionOk="0" h="322" w="5787">
                  <a:moveTo>
                    <a:pt x="24" y="0"/>
                  </a:moveTo>
                  <a:lnTo>
                    <a:pt x="24" y="0"/>
                  </a:lnTo>
                  <a:cubicBezTo>
                    <a:pt x="48" y="12"/>
                    <a:pt x="48" y="24"/>
                    <a:pt x="60" y="36"/>
                  </a:cubicBezTo>
                  <a:cubicBezTo>
                    <a:pt x="72" y="119"/>
                    <a:pt x="60" y="203"/>
                    <a:pt x="0" y="262"/>
                  </a:cubicBezTo>
                  <a:lnTo>
                    <a:pt x="5763" y="322"/>
                  </a:lnTo>
                  <a:cubicBezTo>
                    <a:pt x="5739" y="226"/>
                    <a:pt x="5763" y="131"/>
                    <a:pt x="5787" y="60"/>
                  </a:cubicBez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7"/>
            <p:cNvSpPr/>
            <p:nvPr/>
          </p:nvSpPr>
          <p:spPr>
            <a:xfrm>
              <a:off x="3128650" y="3208250"/>
              <a:ext cx="68500" cy="60175"/>
            </a:xfrm>
            <a:custGeom>
              <a:rect b="b" l="l" r="r" t="t"/>
              <a:pathLst>
                <a:path extrusionOk="0" h="2407" w="2740">
                  <a:moveTo>
                    <a:pt x="203" y="1"/>
                  </a:moveTo>
                  <a:cubicBezTo>
                    <a:pt x="155" y="72"/>
                    <a:pt x="96" y="144"/>
                    <a:pt x="1" y="191"/>
                  </a:cubicBezTo>
                  <a:lnTo>
                    <a:pt x="2346" y="2406"/>
                  </a:lnTo>
                  <a:lnTo>
                    <a:pt x="2739" y="2406"/>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7"/>
            <p:cNvSpPr/>
            <p:nvPr/>
          </p:nvSpPr>
          <p:spPr>
            <a:xfrm>
              <a:off x="3202775" y="3124925"/>
              <a:ext cx="147350" cy="144075"/>
            </a:xfrm>
            <a:custGeom>
              <a:rect b="b" l="l" r="r" t="t"/>
              <a:pathLst>
                <a:path extrusionOk="0" h="5763" w="5894">
                  <a:moveTo>
                    <a:pt x="5703" y="0"/>
                  </a:moveTo>
                  <a:lnTo>
                    <a:pt x="0" y="5763"/>
                  </a:lnTo>
                  <a:lnTo>
                    <a:pt x="393" y="5763"/>
                  </a:lnTo>
                  <a:lnTo>
                    <a:pt x="5894" y="191"/>
                  </a:lnTo>
                  <a:cubicBezTo>
                    <a:pt x="5822" y="143"/>
                    <a:pt x="5751" y="84"/>
                    <a:pt x="570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7"/>
            <p:cNvSpPr/>
            <p:nvPr/>
          </p:nvSpPr>
          <p:spPr>
            <a:xfrm>
              <a:off x="3367375" y="2941850"/>
              <a:ext cx="161950" cy="165825"/>
            </a:xfrm>
            <a:custGeom>
              <a:rect b="b" l="l" r="r" t="t"/>
              <a:pathLst>
                <a:path extrusionOk="0" h="6633" w="6478">
                  <a:moveTo>
                    <a:pt x="6311" y="1"/>
                  </a:moveTo>
                  <a:lnTo>
                    <a:pt x="0" y="6442"/>
                  </a:lnTo>
                  <a:cubicBezTo>
                    <a:pt x="72" y="6490"/>
                    <a:pt x="131" y="6561"/>
                    <a:pt x="191" y="6633"/>
                  </a:cubicBezTo>
                  <a:lnTo>
                    <a:pt x="6477" y="203"/>
                  </a:lnTo>
                  <a:cubicBezTo>
                    <a:pt x="6466" y="191"/>
                    <a:pt x="6466" y="156"/>
                    <a:pt x="6466" y="144"/>
                  </a:cubicBezTo>
                  <a:cubicBezTo>
                    <a:pt x="6382" y="132"/>
                    <a:pt x="6323" y="72"/>
                    <a:pt x="631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7"/>
            <p:cNvSpPr/>
            <p:nvPr/>
          </p:nvSpPr>
          <p:spPr>
            <a:xfrm>
              <a:off x="3356050" y="3130875"/>
              <a:ext cx="23850" cy="137550"/>
            </a:xfrm>
            <a:custGeom>
              <a:rect b="b" l="l" r="r" t="t"/>
              <a:pathLst>
                <a:path extrusionOk="0" h="5502" w="954">
                  <a:moveTo>
                    <a:pt x="287" y="0"/>
                  </a:moveTo>
                  <a:cubicBezTo>
                    <a:pt x="231" y="28"/>
                    <a:pt x="175" y="40"/>
                    <a:pt x="119" y="40"/>
                  </a:cubicBezTo>
                  <a:cubicBezTo>
                    <a:pt x="80" y="40"/>
                    <a:pt x="40" y="34"/>
                    <a:pt x="1" y="24"/>
                  </a:cubicBezTo>
                  <a:lnTo>
                    <a:pt x="1" y="24"/>
                  </a:lnTo>
                  <a:lnTo>
                    <a:pt x="668" y="5501"/>
                  </a:lnTo>
                  <a:lnTo>
                    <a:pt x="953" y="5501"/>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7"/>
            <p:cNvSpPr/>
            <p:nvPr/>
          </p:nvSpPr>
          <p:spPr>
            <a:xfrm>
              <a:off x="3310225" y="2699575"/>
              <a:ext cx="19975" cy="123550"/>
            </a:xfrm>
            <a:custGeom>
              <a:rect b="b" l="l" r="r" t="t"/>
              <a:pathLst>
                <a:path extrusionOk="0" h="4942" w="799">
                  <a:moveTo>
                    <a:pt x="274" y="0"/>
                  </a:moveTo>
                  <a:cubicBezTo>
                    <a:pt x="262" y="0"/>
                    <a:pt x="239" y="12"/>
                    <a:pt x="227" y="12"/>
                  </a:cubicBezTo>
                  <a:cubicBezTo>
                    <a:pt x="155" y="48"/>
                    <a:pt x="84" y="48"/>
                    <a:pt x="0" y="48"/>
                  </a:cubicBezTo>
                  <a:lnTo>
                    <a:pt x="524" y="4941"/>
                  </a:lnTo>
                  <a:cubicBezTo>
                    <a:pt x="536" y="4929"/>
                    <a:pt x="572" y="4918"/>
                    <a:pt x="584" y="4918"/>
                  </a:cubicBezTo>
                  <a:cubicBezTo>
                    <a:pt x="629" y="4895"/>
                    <a:pt x="679" y="4887"/>
                    <a:pt x="725" y="4887"/>
                  </a:cubicBezTo>
                  <a:cubicBezTo>
                    <a:pt x="751" y="4887"/>
                    <a:pt x="776" y="4889"/>
                    <a:pt x="798" y="4894"/>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7"/>
            <p:cNvSpPr/>
            <p:nvPr/>
          </p:nvSpPr>
          <p:spPr>
            <a:xfrm>
              <a:off x="3338500" y="2828750"/>
              <a:ext cx="94675" cy="9550"/>
            </a:xfrm>
            <a:custGeom>
              <a:rect b="b" l="l" r="r" t="t"/>
              <a:pathLst>
                <a:path extrusionOk="0" h="382" w="3787">
                  <a:moveTo>
                    <a:pt x="1" y="1"/>
                  </a:moveTo>
                  <a:cubicBezTo>
                    <a:pt x="1" y="12"/>
                    <a:pt x="24" y="12"/>
                    <a:pt x="24" y="24"/>
                  </a:cubicBezTo>
                  <a:cubicBezTo>
                    <a:pt x="48" y="120"/>
                    <a:pt x="48" y="191"/>
                    <a:pt x="36" y="286"/>
                  </a:cubicBezTo>
                  <a:lnTo>
                    <a:pt x="3787" y="382"/>
                  </a:lnTo>
                  <a:cubicBezTo>
                    <a:pt x="3775" y="370"/>
                    <a:pt x="3775" y="358"/>
                    <a:pt x="3775" y="346"/>
                  </a:cubicBezTo>
                  <a:cubicBezTo>
                    <a:pt x="3739" y="251"/>
                    <a:pt x="3739" y="179"/>
                    <a:pt x="3751" y="108"/>
                  </a:cubicBez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7"/>
            <p:cNvSpPr/>
            <p:nvPr/>
          </p:nvSpPr>
          <p:spPr>
            <a:xfrm>
              <a:off x="3531375" y="2913875"/>
              <a:ext cx="22050" cy="23850"/>
            </a:xfrm>
            <a:custGeom>
              <a:rect b="b" l="l" r="r" t="t"/>
              <a:pathLst>
                <a:path extrusionOk="0" h="954" w="882">
                  <a:moveTo>
                    <a:pt x="882" y="1"/>
                  </a:moveTo>
                  <a:lnTo>
                    <a:pt x="1" y="787"/>
                  </a:lnTo>
                  <a:cubicBezTo>
                    <a:pt x="84" y="787"/>
                    <a:pt x="179" y="846"/>
                    <a:pt x="227" y="953"/>
                  </a:cubicBezTo>
                  <a:lnTo>
                    <a:pt x="882" y="370"/>
                  </a:lnTo>
                  <a:lnTo>
                    <a:pt x="88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7"/>
            <p:cNvSpPr/>
            <p:nvPr/>
          </p:nvSpPr>
          <p:spPr>
            <a:xfrm>
              <a:off x="3319750" y="2693325"/>
              <a:ext cx="118200" cy="135750"/>
            </a:xfrm>
            <a:custGeom>
              <a:rect b="b" l="l" r="r" t="t"/>
              <a:pathLst>
                <a:path extrusionOk="0" h="5430" w="4728">
                  <a:moveTo>
                    <a:pt x="191" y="0"/>
                  </a:moveTo>
                  <a:cubicBezTo>
                    <a:pt x="143" y="72"/>
                    <a:pt x="72" y="143"/>
                    <a:pt x="0" y="191"/>
                  </a:cubicBezTo>
                  <a:lnTo>
                    <a:pt x="4537" y="5429"/>
                  </a:lnTo>
                  <a:cubicBezTo>
                    <a:pt x="4584" y="5346"/>
                    <a:pt x="4644" y="5287"/>
                    <a:pt x="4727" y="5239"/>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7"/>
            <p:cNvSpPr/>
            <p:nvPr/>
          </p:nvSpPr>
          <p:spPr>
            <a:xfrm>
              <a:off x="3446250" y="2840650"/>
              <a:ext cx="82775" cy="98250"/>
            </a:xfrm>
            <a:custGeom>
              <a:rect b="b" l="l" r="r" t="t"/>
              <a:pathLst>
                <a:path extrusionOk="0" h="3930" w="3311">
                  <a:moveTo>
                    <a:pt x="215" y="1"/>
                  </a:moveTo>
                  <a:cubicBezTo>
                    <a:pt x="179" y="60"/>
                    <a:pt x="96" y="120"/>
                    <a:pt x="12" y="144"/>
                  </a:cubicBezTo>
                  <a:lnTo>
                    <a:pt x="1" y="144"/>
                  </a:lnTo>
                  <a:lnTo>
                    <a:pt x="3132" y="3930"/>
                  </a:lnTo>
                  <a:cubicBezTo>
                    <a:pt x="3156" y="3835"/>
                    <a:pt x="3215" y="3751"/>
                    <a:pt x="3311" y="3716"/>
                  </a:cubicBez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7"/>
            <p:cNvSpPr/>
            <p:nvPr/>
          </p:nvSpPr>
          <p:spPr>
            <a:xfrm>
              <a:off x="3528700" y="2944550"/>
              <a:ext cx="24725" cy="46750"/>
            </a:xfrm>
            <a:custGeom>
              <a:rect b="b" l="l" r="r" t="t"/>
              <a:pathLst>
                <a:path extrusionOk="0" h="1870" w="989">
                  <a:moveTo>
                    <a:pt x="274" y="0"/>
                  </a:moveTo>
                  <a:cubicBezTo>
                    <a:pt x="239" y="24"/>
                    <a:pt x="215" y="36"/>
                    <a:pt x="167" y="60"/>
                  </a:cubicBezTo>
                  <a:cubicBezTo>
                    <a:pt x="138" y="66"/>
                    <a:pt x="108" y="69"/>
                    <a:pt x="79" y="69"/>
                  </a:cubicBezTo>
                  <a:cubicBezTo>
                    <a:pt x="51" y="69"/>
                    <a:pt x="24" y="66"/>
                    <a:pt x="1" y="60"/>
                  </a:cubicBezTo>
                  <a:lnTo>
                    <a:pt x="1" y="60"/>
                  </a:lnTo>
                  <a:cubicBezTo>
                    <a:pt x="1" y="72"/>
                    <a:pt x="1" y="95"/>
                    <a:pt x="13" y="119"/>
                  </a:cubicBezTo>
                  <a:lnTo>
                    <a:pt x="989" y="1869"/>
                  </a:lnTo>
                  <a:lnTo>
                    <a:pt x="989" y="1310"/>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7"/>
            <p:cNvSpPr/>
            <p:nvPr/>
          </p:nvSpPr>
          <p:spPr>
            <a:xfrm>
              <a:off x="3292950" y="2669025"/>
              <a:ext cx="34550" cy="31750"/>
            </a:xfrm>
            <a:custGeom>
              <a:rect b="b" l="l" r="r" t="t"/>
              <a:pathLst>
                <a:path extrusionOk="0" h="1270" w="1382">
                  <a:moveTo>
                    <a:pt x="694" y="1"/>
                  </a:moveTo>
                  <a:cubicBezTo>
                    <a:pt x="629" y="1"/>
                    <a:pt x="564" y="11"/>
                    <a:pt x="501" y="32"/>
                  </a:cubicBezTo>
                  <a:cubicBezTo>
                    <a:pt x="179" y="151"/>
                    <a:pt x="1" y="508"/>
                    <a:pt x="96" y="841"/>
                  </a:cubicBezTo>
                  <a:cubicBezTo>
                    <a:pt x="191" y="1091"/>
                    <a:pt x="429" y="1258"/>
                    <a:pt x="680" y="1270"/>
                  </a:cubicBezTo>
                  <a:cubicBezTo>
                    <a:pt x="751" y="1270"/>
                    <a:pt x="822" y="1270"/>
                    <a:pt x="906" y="1234"/>
                  </a:cubicBezTo>
                  <a:cubicBezTo>
                    <a:pt x="953" y="1234"/>
                    <a:pt x="965" y="1222"/>
                    <a:pt x="965" y="1222"/>
                  </a:cubicBezTo>
                  <a:lnTo>
                    <a:pt x="1049" y="1175"/>
                  </a:lnTo>
                  <a:cubicBezTo>
                    <a:pt x="1132" y="1139"/>
                    <a:pt x="1203" y="1056"/>
                    <a:pt x="1251" y="984"/>
                  </a:cubicBezTo>
                  <a:cubicBezTo>
                    <a:pt x="1346" y="841"/>
                    <a:pt x="1382" y="627"/>
                    <a:pt x="1311" y="436"/>
                  </a:cubicBezTo>
                  <a:cubicBezTo>
                    <a:pt x="1215" y="169"/>
                    <a:pt x="958" y="1"/>
                    <a:pt x="69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7"/>
            <p:cNvSpPr/>
            <p:nvPr/>
          </p:nvSpPr>
          <p:spPr>
            <a:xfrm>
              <a:off x="3103950" y="3184550"/>
              <a:ext cx="32475" cy="31650"/>
            </a:xfrm>
            <a:custGeom>
              <a:rect b="b" l="l" r="r" t="t"/>
              <a:pathLst>
                <a:path extrusionOk="0" h="1266" w="1299">
                  <a:moveTo>
                    <a:pt x="669" y="1"/>
                  </a:moveTo>
                  <a:cubicBezTo>
                    <a:pt x="631" y="1"/>
                    <a:pt x="594" y="3"/>
                    <a:pt x="560" y="8"/>
                  </a:cubicBezTo>
                  <a:cubicBezTo>
                    <a:pt x="512" y="8"/>
                    <a:pt x="489" y="20"/>
                    <a:pt x="441" y="44"/>
                  </a:cubicBezTo>
                  <a:cubicBezTo>
                    <a:pt x="179" y="127"/>
                    <a:pt x="0" y="401"/>
                    <a:pt x="12" y="663"/>
                  </a:cubicBezTo>
                  <a:cubicBezTo>
                    <a:pt x="12" y="723"/>
                    <a:pt x="24" y="782"/>
                    <a:pt x="36" y="842"/>
                  </a:cubicBezTo>
                  <a:cubicBezTo>
                    <a:pt x="60" y="854"/>
                    <a:pt x="72" y="901"/>
                    <a:pt x="84" y="937"/>
                  </a:cubicBezTo>
                  <a:cubicBezTo>
                    <a:pt x="204" y="1141"/>
                    <a:pt x="419" y="1266"/>
                    <a:pt x="649" y="1266"/>
                  </a:cubicBezTo>
                  <a:cubicBezTo>
                    <a:pt x="714" y="1266"/>
                    <a:pt x="780" y="1256"/>
                    <a:pt x="846" y="1235"/>
                  </a:cubicBezTo>
                  <a:cubicBezTo>
                    <a:pt x="905" y="1211"/>
                    <a:pt x="953" y="1187"/>
                    <a:pt x="989" y="1151"/>
                  </a:cubicBezTo>
                  <a:cubicBezTo>
                    <a:pt x="1072" y="1092"/>
                    <a:pt x="1143" y="1032"/>
                    <a:pt x="1191" y="961"/>
                  </a:cubicBezTo>
                  <a:cubicBezTo>
                    <a:pt x="1274" y="818"/>
                    <a:pt x="1298" y="616"/>
                    <a:pt x="1239" y="425"/>
                  </a:cubicBezTo>
                  <a:cubicBezTo>
                    <a:pt x="1167" y="235"/>
                    <a:pt x="1024" y="80"/>
                    <a:pt x="834" y="20"/>
                  </a:cubicBezTo>
                  <a:cubicBezTo>
                    <a:pt x="778" y="6"/>
                    <a:pt x="722" y="1"/>
                    <a:pt x="66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7"/>
            <p:cNvSpPr/>
            <p:nvPr/>
          </p:nvSpPr>
          <p:spPr>
            <a:xfrm>
              <a:off x="3340000" y="3100100"/>
              <a:ext cx="35125" cy="32400"/>
            </a:xfrm>
            <a:custGeom>
              <a:rect b="b" l="l" r="r" t="t"/>
              <a:pathLst>
                <a:path extrusionOk="0" h="1296" w="1405">
                  <a:moveTo>
                    <a:pt x="710" y="1"/>
                  </a:moveTo>
                  <a:cubicBezTo>
                    <a:pt x="644" y="1"/>
                    <a:pt x="575" y="14"/>
                    <a:pt x="512" y="41"/>
                  </a:cubicBezTo>
                  <a:lnTo>
                    <a:pt x="500" y="41"/>
                  </a:lnTo>
                  <a:cubicBezTo>
                    <a:pt x="167" y="172"/>
                    <a:pt x="0" y="517"/>
                    <a:pt x="107" y="838"/>
                  </a:cubicBezTo>
                  <a:cubicBezTo>
                    <a:pt x="119" y="898"/>
                    <a:pt x="155" y="946"/>
                    <a:pt x="179" y="1005"/>
                  </a:cubicBezTo>
                  <a:cubicBezTo>
                    <a:pt x="238" y="1077"/>
                    <a:pt x="298" y="1136"/>
                    <a:pt x="393" y="1196"/>
                  </a:cubicBezTo>
                  <a:cubicBezTo>
                    <a:pt x="464" y="1243"/>
                    <a:pt x="560" y="1267"/>
                    <a:pt x="631" y="1291"/>
                  </a:cubicBezTo>
                  <a:cubicBezTo>
                    <a:pt x="652" y="1294"/>
                    <a:pt x="673" y="1295"/>
                    <a:pt x="695" y="1295"/>
                  </a:cubicBezTo>
                  <a:cubicBezTo>
                    <a:pt x="761" y="1295"/>
                    <a:pt x="831" y="1282"/>
                    <a:pt x="893" y="1255"/>
                  </a:cubicBezTo>
                  <a:cubicBezTo>
                    <a:pt x="1226" y="1136"/>
                    <a:pt x="1405" y="779"/>
                    <a:pt x="1298" y="457"/>
                  </a:cubicBezTo>
                  <a:cubicBezTo>
                    <a:pt x="1286" y="410"/>
                    <a:pt x="1274" y="362"/>
                    <a:pt x="1238" y="338"/>
                  </a:cubicBezTo>
                  <a:cubicBezTo>
                    <a:pt x="1226" y="231"/>
                    <a:pt x="1155" y="160"/>
                    <a:pt x="1072" y="112"/>
                  </a:cubicBezTo>
                  <a:cubicBezTo>
                    <a:pt x="988" y="53"/>
                    <a:pt x="881" y="5"/>
                    <a:pt x="774" y="5"/>
                  </a:cubicBezTo>
                  <a:cubicBezTo>
                    <a:pt x="753" y="2"/>
                    <a:pt x="732" y="1"/>
                    <a:pt x="7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7"/>
            <p:cNvSpPr/>
            <p:nvPr/>
          </p:nvSpPr>
          <p:spPr>
            <a:xfrm>
              <a:off x="3163775" y="2824375"/>
              <a:ext cx="12225" cy="10675"/>
            </a:xfrm>
            <a:custGeom>
              <a:rect b="b" l="l" r="r" t="t"/>
              <a:pathLst>
                <a:path extrusionOk="0" h="427" w="489">
                  <a:moveTo>
                    <a:pt x="251" y="0"/>
                  </a:moveTo>
                  <a:cubicBezTo>
                    <a:pt x="228" y="0"/>
                    <a:pt x="204" y="3"/>
                    <a:pt x="179" y="9"/>
                  </a:cubicBezTo>
                  <a:cubicBezTo>
                    <a:pt x="60" y="56"/>
                    <a:pt x="1" y="176"/>
                    <a:pt x="36" y="295"/>
                  </a:cubicBezTo>
                  <a:cubicBezTo>
                    <a:pt x="60" y="330"/>
                    <a:pt x="84" y="378"/>
                    <a:pt x="132" y="402"/>
                  </a:cubicBezTo>
                  <a:cubicBezTo>
                    <a:pt x="168" y="416"/>
                    <a:pt x="205" y="427"/>
                    <a:pt x="245" y="427"/>
                  </a:cubicBezTo>
                  <a:cubicBezTo>
                    <a:pt x="269" y="427"/>
                    <a:pt x="295" y="423"/>
                    <a:pt x="322" y="414"/>
                  </a:cubicBezTo>
                  <a:cubicBezTo>
                    <a:pt x="358" y="390"/>
                    <a:pt x="382" y="378"/>
                    <a:pt x="405" y="366"/>
                  </a:cubicBezTo>
                  <a:cubicBezTo>
                    <a:pt x="465" y="307"/>
                    <a:pt x="489" y="223"/>
                    <a:pt x="465" y="140"/>
                  </a:cubicBezTo>
                  <a:cubicBezTo>
                    <a:pt x="465" y="128"/>
                    <a:pt x="441" y="116"/>
                    <a:pt x="429" y="104"/>
                  </a:cubicBezTo>
                  <a:cubicBezTo>
                    <a:pt x="384" y="31"/>
                    <a:pt x="324" y="0"/>
                    <a:pt x="25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7"/>
            <p:cNvSpPr/>
            <p:nvPr/>
          </p:nvSpPr>
          <p:spPr>
            <a:xfrm>
              <a:off x="3431975" y="2823200"/>
              <a:ext cx="22625" cy="21500"/>
            </a:xfrm>
            <a:custGeom>
              <a:rect b="b" l="l" r="r" t="t"/>
              <a:pathLst>
                <a:path extrusionOk="0" h="860" w="905">
                  <a:moveTo>
                    <a:pt x="452" y="1"/>
                  </a:moveTo>
                  <a:cubicBezTo>
                    <a:pt x="401" y="1"/>
                    <a:pt x="349" y="11"/>
                    <a:pt x="298" y="32"/>
                  </a:cubicBezTo>
                  <a:cubicBezTo>
                    <a:pt x="274" y="44"/>
                    <a:pt x="250" y="44"/>
                    <a:pt x="238" y="56"/>
                  </a:cubicBezTo>
                  <a:cubicBezTo>
                    <a:pt x="155" y="80"/>
                    <a:pt x="95" y="163"/>
                    <a:pt x="48" y="234"/>
                  </a:cubicBezTo>
                  <a:cubicBezTo>
                    <a:pt x="36" y="270"/>
                    <a:pt x="36" y="294"/>
                    <a:pt x="12" y="330"/>
                  </a:cubicBezTo>
                  <a:cubicBezTo>
                    <a:pt x="0" y="401"/>
                    <a:pt x="0" y="484"/>
                    <a:pt x="36" y="568"/>
                  </a:cubicBezTo>
                  <a:cubicBezTo>
                    <a:pt x="36" y="580"/>
                    <a:pt x="48" y="580"/>
                    <a:pt x="48" y="592"/>
                  </a:cubicBezTo>
                  <a:cubicBezTo>
                    <a:pt x="105" y="764"/>
                    <a:pt x="270" y="859"/>
                    <a:pt x="444" y="859"/>
                  </a:cubicBezTo>
                  <a:cubicBezTo>
                    <a:pt x="486" y="859"/>
                    <a:pt x="529" y="853"/>
                    <a:pt x="572" y="842"/>
                  </a:cubicBezTo>
                  <a:lnTo>
                    <a:pt x="583" y="842"/>
                  </a:lnTo>
                  <a:cubicBezTo>
                    <a:pt x="667" y="818"/>
                    <a:pt x="750" y="770"/>
                    <a:pt x="786" y="699"/>
                  </a:cubicBezTo>
                  <a:cubicBezTo>
                    <a:pt x="881" y="592"/>
                    <a:pt x="905" y="425"/>
                    <a:pt x="845" y="294"/>
                  </a:cubicBezTo>
                  <a:cubicBezTo>
                    <a:pt x="790" y="119"/>
                    <a:pt x="628" y="1"/>
                    <a:pt x="45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7"/>
            <p:cNvSpPr/>
            <p:nvPr/>
          </p:nvSpPr>
          <p:spPr>
            <a:xfrm>
              <a:off x="3317375" y="2821475"/>
              <a:ext cx="22350" cy="22125"/>
            </a:xfrm>
            <a:custGeom>
              <a:rect b="b" l="l" r="r" t="t"/>
              <a:pathLst>
                <a:path extrusionOk="0" h="885" w="894">
                  <a:moveTo>
                    <a:pt x="455" y="1"/>
                  </a:moveTo>
                  <a:cubicBezTo>
                    <a:pt x="405" y="1"/>
                    <a:pt x="348" y="9"/>
                    <a:pt x="298" y="18"/>
                  </a:cubicBezTo>
                  <a:cubicBezTo>
                    <a:pt x="274" y="30"/>
                    <a:pt x="250" y="30"/>
                    <a:pt x="238" y="53"/>
                  </a:cubicBezTo>
                  <a:cubicBezTo>
                    <a:pt x="155" y="89"/>
                    <a:pt x="95" y="172"/>
                    <a:pt x="48" y="256"/>
                  </a:cubicBezTo>
                  <a:cubicBezTo>
                    <a:pt x="12" y="351"/>
                    <a:pt x="0" y="446"/>
                    <a:pt x="12" y="542"/>
                  </a:cubicBezTo>
                  <a:cubicBezTo>
                    <a:pt x="12" y="553"/>
                    <a:pt x="12" y="577"/>
                    <a:pt x="36" y="589"/>
                  </a:cubicBezTo>
                  <a:cubicBezTo>
                    <a:pt x="72" y="732"/>
                    <a:pt x="191" y="827"/>
                    <a:pt x="334" y="863"/>
                  </a:cubicBezTo>
                  <a:cubicBezTo>
                    <a:pt x="368" y="878"/>
                    <a:pt x="405" y="885"/>
                    <a:pt x="443" y="885"/>
                  </a:cubicBezTo>
                  <a:cubicBezTo>
                    <a:pt x="495" y="885"/>
                    <a:pt x="547" y="872"/>
                    <a:pt x="595" y="851"/>
                  </a:cubicBezTo>
                  <a:lnTo>
                    <a:pt x="607" y="851"/>
                  </a:lnTo>
                  <a:cubicBezTo>
                    <a:pt x="750" y="804"/>
                    <a:pt x="846" y="684"/>
                    <a:pt x="881" y="553"/>
                  </a:cubicBezTo>
                  <a:cubicBezTo>
                    <a:pt x="893" y="482"/>
                    <a:pt x="893" y="387"/>
                    <a:pt x="869" y="303"/>
                  </a:cubicBezTo>
                  <a:cubicBezTo>
                    <a:pt x="869" y="292"/>
                    <a:pt x="846" y="292"/>
                    <a:pt x="846" y="268"/>
                  </a:cubicBezTo>
                  <a:cubicBezTo>
                    <a:pt x="786" y="125"/>
                    <a:pt x="655" y="18"/>
                    <a:pt x="512" y="6"/>
                  </a:cubicBezTo>
                  <a:cubicBezTo>
                    <a:pt x="495" y="2"/>
                    <a:pt x="475" y="1"/>
                    <a:pt x="45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7"/>
            <p:cNvSpPr/>
            <p:nvPr/>
          </p:nvSpPr>
          <p:spPr>
            <a:xfrm>
              <a:off x="3196225" y="3268725"/>
              <a:ext cx="925" cy="275"/>
            </a:xfrm>
            <a:custGeom>
              <a:rect b="b" l="l" r="r" t="t"/>
              <a:pathLst>
                <a:path extrusionOk="0" h="11" w="37">
                  <a:moveTo>
                    <a:pt x="24" y="0"/>
                  </a:moveTo>
                  <a:cubicBezTo>
                    <a:pt x="16" y="0"/>
                    <a:pt x="8" y="11"/>
                    <a:pt x="0" y="11"/>
                  </a:cubicBezTo>
                  <a:lnTo>
                    <a:pt x="36" y="11"/>
                  </a:lnTo>
                  <a:cubicBezTo>
                    <a:pt x="32" y="3"/>
                    <a:pt x="28" y="0"/>
                    <a:pt x="2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7"/>
            <p:cNvSpPr/>
            <p:nvPr/>
          </p:nvSpPr>
          <p:spPr>
            <a:xfrm>
              <a:off x="3524525" y="2933525"/>
              <a:ext cx="14025" cy="12750"/>
            </a:xfrm>
            <a:custGeom>
              <a:rect b="b" l="l" r="r" t="t"/>
              <a:pathLst>
                <a:path extrusionOk="0" h="510" w="561">
                  <a:moveTo>
                    <a:pt x="287" y="1"/>
                  </a:moveTo>
                  <a:cubicBezTo>
                    <a:pt x="263" y="1"/>
                    <a:pt x="227" y="1"/>
                    <a:pt x="203" y="24"/>
                  </a:cubicBezTo>
                  <a:cubicBezTo>
                    <a:pt x="84" y="48"/>
                    <a:pt x="1" y="120"/>
                    <a:pt x="1" y="227"/>
                  </a:cubicBezTo>
                  <a:cubicBezTo>
                    <a:pt x="1" y="262"/>
                    <a:pt x="1" y="298"/>
                    <a:pt x="25" y="334"/>
                  </a:cubicBezTo>
                  <a:cubicBezTo>
                    <a:pt x="49" y="405"/>
                    <a:pt x="108" y="465"/>
                    <a:pt x="180" y="501"/>
                  </a:cubicBezTo>
                  <a:cubicBezTo>
                    <a:pt x="203" y="507"/>
                    <a:pt x="230" y="510"/>
                    <a:pt x="258" y="510"/>
                  </a:cubicBezTo>
                  <a:cubicBezTo>
                    <a:pt x="287" y="510"/>
                    <a:pt x="316" y="507"/>
                    <a:pt x="346" y="501"/>
                  </a:cubicBezTo>
                  <a:cubicBezTo>
                    <a:pt x="394" y="477"/>
                    <a:pt x="418" y="465"/>
                    <a:pt x="453" y="441"/>
                  </a:cubicBezTo>
                  <a:cubicBezTo>
                    <a:pt x="525" y="382"/>
                    <a:pt x="561" y="274"/>
                    <a:pt x="513" y="179"/>
                  </a:cubicBezTo>
                  <a:lnTo>
                    <a:pt x="513" y="167"/>
                  </a:lnTo>
                  <a:cubicBezTo>
                    <a:pt x="465" y="60"/>
                    <a:pt x="382" y="1"/>
                    <a:pt x="2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7"/>
            <p:cNvSpPr/>
            <p:nvPr/>
          </p:nvSpPr>
          <p:spPr>
            <a:xfrm>
              <a:off x="3325700" y="2843050"/>
              <a:ext cx="34250" cy="258075"/>
            </a:xfrm>
            <a:custGeom>
              <a:rect b="b" l="l" r="r" t="t"/>
              <a:pathLst>
                <a:path extrusionOk="0" h="10323" w="1370">
                  <a:moveTo>
                    <a:pt x="262" y="0"/>
                  </a:moveTo>
                  <a:cubicBezTo>
                    <a:pt x="210" y="23"/>
                    <a:pt x="152" y="31"/>
                    <a:pt x="96" y="31"/>
                  </a:cubicBezTo>
                  <a:cubicBezTo>
                    <a:pt x="63" y="31"/>
                    <a:pt x="31" y="28"/>
                    <a:pt x="1" y="24"/>
                  </a:cubicBezTo>
                  <a:lnTo>
                    <a:pt x="1" y="24"/>
                  </a:lnTo>
                  <a:lnTo>
                    <a:pt x="1096" y="10323"/>
                  </a:lnTo>
                  <a:cubicBezTo>
                    <a:pt x="1167" y="10296"/>
                    <a:pt x="1232" y="10283"/>
                    <a:pt x="1300" y="10283"/>
                  </a:cubicBezTo>
                  <a:cubicBezTo>
                    <a:pt x="1323" y="10283"/>
                    <a:pt x="1346" y="10284"/>
                    <a:pt x="1370" y="10287"/>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99" name="Google Shape;799;p7"/>
          <p:cNvGrpSpPr/>
          <p:nvPr/>
        </p:nvGrpSpPr>
        <p:grpSpPr>
          <a:xfrm flipH="1" rot="10800000">
            <a:off x="7997632" y="95"/>
            <a:ext cx="1146035" cy="1362783"/>
            <a:chOff x="3048875" y="2669025"/>
            <a:chExt cx="504550" cy="599975"/>
          </a:xfrm>
        </p:grpSpPr>
        <p:sp>
          <p:nvSpPr>
            <p:cNvPr id="800" name="Google Shape;800;p7"/>
            <p:cNvSpPr/>
            <p:nvPr/>
          </p:nvSpPr>
          <p:spPr>
            <a:xfrm>
              <a:off x="3048875" y="3200825"/>
              <a:ext cx="57175" cy="68175"/>
            </a:xfrm>
            <a:custGeom>
              <a:rect b="b" l="l" r="r" t="t"/>
              <a:pathLst>
                <a:path extrusionOk="0" h="2727" w="2287">
                  <a:moveTo>
                    <a:pt x="2215" y="0"/>
                  </a:moveTo>
                  <a:cubicBezTo>
                    <a:pt x="2180" y="0"/>
                    <a:pt x="2156" y="12"/>
                    <a:pt x="2120" y="36"/>
                  </a:cubicBezTo>
                  <a:lnTo>
                    <a:pt x="1" y="2727"/>
                  </a:lnTo>
                  <a:lnTo>
                    <a:pt x="358" y="2727"/>
                  </a:lnTo>
                  <a:lnTo>
                    <a:pt x="2287" y="286"/>
                  </a:lnTo>
                  <a:cubicBezTo>
                    <a:pt x="2275" y="250"/>
                    <a:pt x="2251" y="203"/>
                    <a:pt x="2239" y="179"/>
                  </a:cubicBezTo>
                  <a:cubicBezTo>
                    <a:pt x="2227" y="119"/>
                    <a:pt x="2215" y="60"/>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7"/>
            <p:cNvSpPr/>
            <p:nvPr/>
          </p:nvSpPr>
          <p:spPr>
            <a:xfrm>
              <a:off x="3117925" y="2833225"/>
              <a:ext cx="56300" cy="351550"/>
            </a:xfrm>
            <a:custGeom>
              <a:rect b="b" l="l" r="r" t="t"/>
              <a:pathLst>
                <a:path extrusionOk="0" h="14062" w="2252">
                  <a:moveTo>
                    <a:pt x="2251" y="0"/>
                  </a:moveTo>
                  <a:lnTo>
                    <a:pt x="2251" y="0"/>
                  </a:lnTo>
                  <a:cubicBezTo>
                    <a:pt x="2216" y="12"/>
                    <a:pt x="2204" y="36"/>
                    <a:pt x="2168" y="36"/>
                  </a:cubicBezTo>
                  <a:cubicBezTo>
                    <a:pt x="2140" y="50"/>
                    <a:pt x="2113" y="57"/>
                    <a:pt x="2088" y="57"/>
                  </a:cubicBezTo>
                  <a:cubicBezTo>
                    <a:pt x="2050" y="57"/>
                    <a:pt x="2013" y="41"/>
                    <a:pt x="1977" y="12"/>
                  </a:cubicBezTo>
                  <a:lnTo>
                    <a:pt x="1" y="14026"/>
                  </a:lnTo>
                  <a:cubicBezTo>
                    <a:pt x="72" y="14038"/>
                    <a:pt x="180" y="14049"/>
                    <a:pt x="275" y="14061"/>
                  </a:cubicBezTo>
                  <a:lnTo>
                    <a:pt x="225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7"/>
            <p:cNvSpPr/>
            <p:nvPr/>
          </p:nvSpPr>
          <p:spPr>
            <a:xfrm>
              <a:off x="3174200" y="2826975"/>
              <a:ext cx="144675" cy="8050"/>
            </a:xfrm>
            <a:custGeom>
              <a:rect b="b" l="l" r="r" t="t"/>
              <a:pathLst>
                <a:path extrusionOk="0" h="322" w="5787">
                  <a:moveTo>
                    <a:pt x="24" y="0"/>
                  </a:moveTo>
                  <a:lnTo>
                    <a:pt x="24" y="0"/>
                  </a:lnTo>
                  <a:cubicBezTo>
                    <a:pt x="48" y="12"/>
                    <a:pt x="48" y="24"/>
                    <a:pt x="60" y="36"/>
                  </a:cubicBezTo>
                  <a:cubicBezTo>
                    <a:pt x="72" y="119"/>
                    <a:pt x="60" y="203"/>
                    <a:pt x="0" y="262"/>
                  </a:cubicBezTo>
                  <a:lnTo>
                    <a:pt x="5763" y="322"/>
                  </a:lnTo>
                  <a:cubicBezTo>
                    <a:pt x="5739" y="226"/>
                    <a:pt x="5763" y="131"/>
                    <a:pt x="5787" y="60"/>
                  </a:cubicBez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7"/>
            <p:cNvSpPr/>
            <p:nvPr/>
          </p:nvSpPr>
          <p:spPr>
            <a:xfrm>
              <a:off x="3128650" y="3208250"/>
              <a:ext cx="68500" cy="60175"/>
            </a:xfrm>
            <a:custGeom>
              <a:rect b="b" l="l" r="r" t="t"/>
              <a:pathLst>
                <a:path extrusionOk="0" h="2407" w="2740">
                  <a:moveTo>
                    <a:pt x="203" y="1"/>
                  </a:moveTo>
                  <a:cubicBezTo>
                    <a:pt x="155" y="72"/>
                    <a:pt x="96" y="144"/>
                    <a:pt x="1" y="191"/>
                  </a:cubicBezTo>
                  <a:lnTo>
                    <a:pt x="2346" y="2406"/>
                  </a:lnTo>
                  <a:lnTo>
                    <a:pt x="2739" y="2406"/>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7"/>
            <p:cNvSpPr/>
            <p:nvPr/>
          </p:nvSpPr>
          <p:spPr>
            <a:xfrm>
              <a:off x="3202775" y="3124925"/>
              <a:ext cx="147350" cy="144075"/>
            </a:xfrm>
            <a:custGeom>
              <a:rect b="b" l="l" r="r" t="t"/>
              <a:pathLst>
                <a:path extrusionOk="0" h="5763" w="5894">
                  <a:moveTo>
                    <a:pt x="5703" y="0"/>
                  </a:moveTo>
                  <a:lnTo>
                    <a:pt x="0" y="5763"/>
                  </a:lnTo>
                  <a:lnTo>
                    <a:pt x="393" y="5763"/>
                  </a:lnTo>
                  <a:lnTo>
                    <a:pt x="5894" y="191"/>
                  </a:lnTo>
                  <a:cubicBezTo>
                    <a:pt x="5822" y="143"/>
                    <a:pt x="5751" y="84"/>
                    <a:pt x="570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7"/>
            <p:cNvSpPr/>
            <p:nvPr/>
          </p:nvSpPr>
          <p:spPr>
            <a:xfrm>
              <a:off x="3367375" y="2941850"/>
              <a:ext cx="161950" cy="165825"/>
            </a:xfrm>
            <a:custGeom>
              <a:rect b="b" l="l" r="r" t="t"/>
              <a:pathLst>
                <a:path extrusionOk="0" h="6633" w="6478">
                  <a:moveTo>
                    <a:pt x="6311" y="1"/>
                  </a:moveTo>
                  <a:lnTo>
                    <a:pt x="0" y="6442"/>
                  </a:lnTo>
                  <a:cubicBezTo>
                    <a:pt x="72" y="6490"/>
                    <a:pt x="131" y="6561"/>
                    <a:pt x="191" y="6633"/>
                  </a:cubicBezTo>
                  <a:lnTo>
                    <a:pt x="6477" y="203"/>
                  </a:lnTo>
                  <a:cubicBezTo>
                    <a:pt x="6466" y="191"/>
                    <a:pt x="6466" y="156"/>
                    <a:pt x="6466" y="144"/>
                  </a:cubicBezTo>
                  <a:cubicBezTo>
                    <a:pt x="6382" y="132"/>
                    <a:pt x="6323" y="72"/>
                    <a:pt x="631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7"/>
            <p:cNvSpPr/>
            <p:nvPr/>
          </p:nvSpPr>
          <p:spPr>
            <a:xfrm>
              <a:off x="3356050" y="3130875"/>
              <a:ext cx="23850" cy="137550"/>
            </a:xfrm>
            <a:custGeom>
              <a:rect b="b" l="l" r="r" t="t"/>
              <a:pathLst>
                <a:path extrusionOk="0" h="5502" w="954">
                  <a:moveTo>
                    <a:pt x="287" y="0"/>
                  </a:moveTo>
                  <a:cubicBezTo>
                    <a:pt x="231" y="28"/>
                    <a:pt x="175" y="40"/>
                    <a:pt x="119" y="40"/>
                  </a:cubicBezTo>
                  <a:cubicBezTo>
                    <a:pt x="80" y="40"/>
                    <a:pt x="40" y="34"/>
                    <a:pt x="1" y="24"/>
                  </a:cubicBezTo>
                  <a:lnTo>
                    <a:pt x="1" y="24"/>
                  </a:lnTo>
                  <a:lnTo>
                    <a:pt x="668" y="5501"/>
                  </a:lnTo>
                  <a:lnTo>
                    <a:pt x="953" y="5501"/>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7"/>
            <p:cNvSpPr/>
            <p:nvPr/>
          </p:nvSpPr>
          <p:spPr>
            <a:xfrm>
              <a:off x="3310225" y="2699575"/>
              <a:ext cx="19975" cy="123550"/>
            </a:xfrm>
            <a:custGeom>
              <a:rect b="b" l="l" r="r" t="t"/>
              <a:pathLst>
                <a:path extrusionOk="0" h="4942" w="799">
                  <a:moveTo>
                    <a:pt x="274" y="0"/>
                  </a:moveTo>
                  <a:cubicBezTo>
                    <a:pt x="262" y="0"/>
                    <a:pt x="239" y="12"/>
                    <a:pt x="227" y="12"/>
                  </a:cubicBezTo>
                  <a:cubicBezTo>
                    <a:pt x="155" y="48"/>
                    <a:pt x="84" y="48"/>
                    <a:pt x="0" y="48"/>
                  </a:cubicBezTo>
                  <a:lnTo>
                    <a:pt x="524" y="4941"/>
                  </a:lnTo>
                  <a:cubicBezTo>
                    <a:pt x="536" y="4929"/>
                    <a:pt x="572" y="4918"/>
                    <a:pt x="584" y="4918"/>
                  </a:cubicBezTo>
                  <a:cubicBezTo>
                    <a:pt x="629" y="4895"/>
                    <a:pt x="679" y="4887"/>
                    <a:pt x="725" y="4887"/>
                  </a:cubicBezTo>
                  <a:cubicBezTo>
                    <a:pt x="751" y="4887"/>
                    <a:pt x="776" y="4889"/>
                    <a:pt x="798" y="4894"/>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7"/>
            <p:cNvSpPr/>
            <p:nvPr/>
          </p:nvSpPr>
          <p:spPr>
            <a:xfrm>
              <a:off x="3338500" y="2828750"/>
              <a:ext cx="94675" cy="9550"/>
            </a:xfrm>
            <a:custGeom>
              <a:rect b="b" l="l" r="r" t="t"/>
              <a:pathLst>
                <a:path extrusionOk="0" h="382" w="3787">
                  <a:moveTo>
                    <a:pt x="1" y="1"/>
                  </a:moveTo>
                  <a:cubicBezTo>
                    <a:pt x="1" y="12"/>
                    <a:pt x="24" y="12"/>
                    <a:pt x="24" y="24"/>
                  </a:cubicBezTo>
                  <a:cubicBezTo>
                    <a:pt x="48" y="120"/>
                    <a:pt x="48" y="191"/>
                    <a:pt x="36" y="286"/>
                  </a:cubicBezTo>
                  <a:lnTo>
                    <a:pt x="3787" y="382"/>
                  </a:lnTo>
                  <a:cubicBezTo>
                    <a:pt x="3775" y="370"/>
                    <a:pt x="3775" y="358"/>
                    <a:pt x="3775" y="346"/>
                  </a:cubicBezTo>
                  <a:cubicBezTo>
                    <a:pt x="3739" y="251"/>
                    <a:pt x="3739" y="179"/>
                    <a:pt x="3751" y="108"/>
                  </a:cubicBez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7"/>
            <p:cNvSpPr/>
            <p:nvPr/>
          </p:nvSpPr>
          <p:spPr>
            <a:xfrm>
              <a:off x="3531375" y="2913875"/>
              <a:ext cx="22050" cy="23850"/>
            </a:xfrm>
            <a:custGeom>
              <a:rect b="b" l="l" r="r" t="t"/>
              <a:pathLst>
                <a:path extrusionOk="0" h="954" w="882">
                  <a:moveTo>
                    <a:pt x="882" y="1"/>
                  </a:moveTo>
                  <a:lnTo>
                    <a:pt x="1" y="787"/>
                  </a:lnTo>
                  <a:cubicBezTo>
                    <a:pt x="84" y="787"/>
                    <a:pt x="179" y="846"/>
                    <a:pt x="227" y="953"/>
                  </a:cubicBezTo>
                  <a:lnTo>
                    <a:pt x="882" y="370"/>
                  </a:lnTo>
                  <a:lnTo>
                    <a:pt x="88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7"/>
            <p:cNvSpPr/>
            <p:nvPr/>
          </p:nvSpPr>
          <p:spPr>
            <a:xfrm>
              <a:off x="3319750" y="2693325"/>
              <a:ext cx="118200" cy="135750"/>
            </a:xfrm>
            <a:custGeom>
              <a:rect b="b" l="l" r="r" t="t"/>
              <a:pathLst>
                <a:path extrusionOk="0" h="5430" w="4728">
                  <a:moveTo>
                    <a:pt x="191" y="0"/>
                  </a:moveTo>
                  <a:cubicBezTo>
                    <a:pt x="143" y="72"/>
                    <a:pt x="72" y="143"/>
                    <a:pt x="0" y="191"/>
                  </a:cubicBezTo>
                  <a:lnTo>
                    <a:pt x="4537" y="5429"/>
                  </a:lnTo>
                  <a:cubicBezTo>
                    <a:pt x="4584" y="5346"/>
                    <a:pt x="4644" y="5287"/>
                    <a:pt x="4727" y="5239"/>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7"/>
            <p:cNvSpPr/>
            <p:nvPr/>
          </p:nvSpPr>
          <p:spPr>
            <a:xfrm>
              <a:off x="3446250" y="2840650"/>
              <a:ext cx="82775" cy="98250"/>
            </a:xfrm>
            <a:custGeom>
              <a:rect b="b" l="l" r="r" t="t"/>
              <a:pathLst>
                <a:path extrusionOk="0" h="3930" w="3311">
                  <a:moveTo>
                    <a:pt x="215" y="1"/>
                  </a:moveTo>
                  <a:cubicBezTo>
                    <a:pt x="179" y="60"/>
                    <a:pt x="96" y="120"/>
                    <a:pt x="12" y="144"/>
                  </a:cubicBezTo>
                  <a:lnTo>
                    <a:pt x="1" y="144"/>
                  </a:lnTo>
                  <a:lnTo>
                    <a:pt x="3132" y="3930"/>
                  </a:lnTo>
                  <a:cubicBezTo>
                    <a:pt x="3156" y="3835"/>
                    <a:pt x="3215" y="3751"/>
                    <a:pt x="3311" y="3716"/>
                  </a:cubicBez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7"/>
            <p:cNvSpPr/>
            <p:nvPr/>
          </p:nvSpPr>
          <p:spPr>
            <a:xfrm>
              <a:off x="3528700" y="2944550"/>
              <a:ext cx="24725" cy="46750"/>
            </a:xfrm>
            <a:custGeom>
              <a:rect b="b" l="l" r="r" t="t"/>
              <a:pathLst>
                <a:path extrusionOk="0" h="1870" w="989">
                  <a:moveTo>
                    <a:pt x="274" y="0"/>
                  </a:moveTo>
                  <a:cubicBezTo>
                    <a:pt x="239" y="24"/>
                    <a:pt x="215" y="36"/>
                    <a:pt x="167" y="60"/>
                  </a:cubicBezTo>
                  <a:cubicBezTo>
                    <a:pt x="138" y="66"/>
                    <a:pt x="108" y="69"/>
                    <a:pt x="79" y="69"/>
                  </a:cubicBezTo>
                  <a:cubicBezTo>
                    <a:pt x="51" y="69"/>
                    <a:pt x="24" y="66"/>
                    <a:pt x="1" y="60"/>
                  </a:cubicBezTo>
                  <a:lnTo>
                    <a:pt x="1" y="60"/>
                  </a:lnTo>
                  <a:cubicBezTo>
                    <a:pt x="1" y="72"/>
                    <a:pt x="1" y="95"/>
                    <a:pt x="13" y="119"/>
                  </a:cubicBezTo>
                  <a:lnTo>
                    <a:pt x="989" y="1869"/>
                  </a:lnTo>
                  <a:lnTo>
                    <a:pt x="989" y="1310"/>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7"/>
            <p:cNvSpPr/>
            <p:nvPr/>
          </p:nvSpPr>
          <p:spPr>
            <a:xfrm>
              <a:off x="3292950" y="2669025"/>
              <a:ext cx="34550" cy="31750"/>
            </a:xfrm>
            <a:custGeom>
              <a:rect b="b" l="l" r="r" t="t"/>
              <a:pathLst>
                <a:path extrusionOk="0" h="1270" w="1382">
                  <a:moveTo>
                    <a:pt x="694" y="1"/>
                  </a:moveTo>
                  <a:cubicBezTo>
                    <a:pt x="629" y="1"/>
                    <a:pt x="564" y="11"/>
                    <a:pt x="501" y="32"/>
                  </a:cubicBezTo>
                  <a:cubicBezTo>
                    <a:pt x="179" y="151"/>
                    <a:pt x="1" y="508"/>
                    <a:pt x="96" y="841"/>
                  </a:cubicBezTo>
                  <a:cubicBezTo>
                    <a:pt x="191" y="1091"/>
                    <a:pt x="429" y="1258"/>
                    <a:pt x="680" y="1270"/>
                  </a:cubicBezTo>
                  <a:cubicBezTo>
                    <a:pt x="751" y="1270"/>
                    <a:pt x="822" y="1270"/>
                    <a:pt x="906" y="1234"/>
                  </a:cubicBezTo>
                  <a:cubicBezTo>
                    <a:pt x="953" y="1234"/>
                    <a:pt x="965" y="1222"/>
                    <a:pt x="965" y="1222"/>
                  </a:cubicBezTo>
                  <a:lnTo>
                    <a:pt x="1049" y="1175"/>
                  </a:lnTo>
                  <a:cubicBezTo>
                    <a:pt x="1132" y="1139"/>
                    <a:pt x="1203" y="1056"/>
                    <a:pt x="1251" y="984"/>
                  </a:cubicBezTo>
                  <a:cubicBezTo>
                    <a:pt x="1346" y="841"/>
                    <a:pt x="1382" y="627"/>
                    <a:pt x="1311" y="436"/>
                  </a:cubicBezTo>
                  <a:cubicBezTo>
                    <a:pt x="1215" y="169"/>
                    <a:pt x="958" y="1"/>
                    <a:pt x="69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7"/>
            <p:cNvSpPr/>
            <p:nvPr/>
          </p:nvSpPr>
          <p:spPr>
            <a:xfrm>
              <a:off x="3103950" y="3184550"/>
              <a:ext cx="32475" cy="31650"/>
            </a:xfrm>
            <a:custGeom>
              <a:rect b="b" l="l" r="r" t="t"/>
              <a:pathLst>
                <a:path extrusionOk="0" h="1266" w="1299">
                  <a:moveTo>
                    <a:pt x="669" y="1"/>
                  </a:moveTo>
                  <a:cubicBezTo>
                    <a:pt x="631" y="1"/>
                    <a:pt x="594" y="3"/>
                    <a:pt x="560" y="8"/>
                  </a:cubicBezTo>
                  <a:cubicBezTo>
                    <a:pt x="512" y="8"/>
                    <a:pt x="489" y="20"/>
                    <a:pt x="441" y="44"/>
                  </a:cubicBezTo>
                  <a:cubicBezTo>
                    <a:pt x="179" y="127"/>
                    <a:pt x="0" y="401"/>
                    <a:pt x="12" y="663"/>
                  </a:cubicBezTo>
                  <a:cubicBezTo>
                    <a:pt x="12" y="723"/>
                    <a:pt x="24" y="782"/>
                    <a:pt x="36" y="842"/>
                  </a:cubicBezTo>
                  <a:cubicBezTo>
                    <a:pt x="60" y="854"/>
                    <a:pt x="72" y="901"/>
                    <a:pt x="84" y="937"/>
                  </a:cubicBezTo>
                  <a:cubicBezTo>
                    <a:pt x="204" y="1141"/>
                    <a:pt x="419" y="1266"/>
                    <a:pt x="649" y="1266"/>
                  </a:cubicBezTo>
                  <a:cubicBezTo>
                    <a:pt x="714" y="1266"/>
                    <a:pt x="780" y="1256"/>
                    <a:pt x="846" y="1235"/>
                  </a:cubicBezTo>
                  <a:cubicBezTo>
                    <a:pt x="905" y="1211"/>
                    <a:pt x="953" y="1187"/>
                    <a:pt x="989" y="1151"/>
                  </a:cubicBezTo>
                  <a:cubicBezTo>
                    <a:pt x="1072" y="1092"/>
                    <a:pt x="1143" y="1032"/>
                    <a:pt x="1191" y="961"/>
                  </a:cubicBezTo>
                  <a:cubicBezTo>
                    <a:pt x="1274" y="818"/>
                    <a:pt x="1298" y="616"/>
                    <a:pt x="1239" y="425"/>
                  </a:cubicBezTo>
                  <a:cubicBezTo>
                    <a:pt x="1167" y="235"/>
                    <a:pt x="1024" y="80"/>
                    <a:pt x="834" y="20"/>
                  </a:cubicBezTo>
                  <a:cubicBezTo>
                    <a:pt x="778" y="6"/>
                    <a:pt x="722" y="1"/>
                    <a:pt x="66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7"/>
            <p:cNvSpPr/>
            <p:nvPr/>
          </p:nvSpPr>
          <p:spPr>
            <a:xfrm>
              <a:off x="3340000" y="3100100"/>
              <a:ext cx="35125" cy="32400"/>
            </a:xfrm>
            <a:custGeom>
              <a:rect b="b" l="l" r="r" t="t"/>
              <a:pathLst>
                <a:path extrusionOk="0" h="1296" w="1405">
                  <a:moveTo>
                    <a:pt x="710" y="1"/>
                  </a:moveTo>
                  <a:cubicBezTo>
                    <a:pt x="644" y="1"/>
                    <a:pt x="575" y="14"/>
                    <a:pt x="512" y="41"/>
                  </a:cubicBezTo>
                  <a:lnTo>
                    <a:pt x="500" y="41"/>
                  </a:lnTo>
                  <a:cubicBezTo>
                    <a:pt x="167" y="172"/>
                    <a:pt x="0" y="517"/>
                    <a:pt x="107" y="838"/>
                  </a:cubicBezTo>
                  <a:cubicBezTo>
                    <a:pt x="119" y="898"/>
                    <a:pt x="155" y="946"/>
                    <a:pt x="179" y="1005"/>
                  </a:cubicBezTo>
                  <a:cubicBezTo>
                    <a:pt x="238" y="1077"/>
                    <a:pt x="298" y="1136"/>
                    <a:pt x="393" y="1196"/>
                  </a:cubicBezTo>
                  <a:cubicBezTo>
                    <a:pt x="464" y="1243"/>
                    <a:pt x="560" y="1267"/>
                    <a:pt x="631" y="1291"/>
                  </a:cubicBezTo>
                  <a:cubicBezTo>
                    <a:pt x="652" y="1294"/>
                    <a:pt x="673" y="1295"/>
                    <a:pt x="695" y="1295"/>
                  </a:cubicBezTo>
                  <a:cubicBezTo>
                    <a:pt x="761" y="1295"/>
                    <a:pt x="831" y="1282"/>
                    <a:pt x="893" y="1255"/>
                  </a:cubicBezTo>
                  <a:cubicBezTo>
                    <a:pt x="1226" y="1136"/>
                    <a:pt x="1405" y="779"/>
                    <a:pt x="1298" y="457"/>
                  </a:cubicBezTo>
                  <a:cubicBezTo>
                    <a:pt x="1286" y="410"/>
                    <a:pt x="1274" y="362"/>
                    <a:pt x="1238" y="338"/>
                  </a:cubicBezTo>
                  <a:cubicBezTo>
                    <a:pt x="1226" y="231"/>
                    <a:pt x="1155" y="160"/>
                    <a:pt x="1072" y="112"/>
                  </a:cubicBezTo>
                  <a:cubicBezTo>
                    <a:pt x="988" y="53"/>
                    <a:pt x="881" y="5"/>
                    <a:pt x="774" y="5"/>
                  </a:cubicBezTo>
                  <a:cubicBezTo>
                    <a:pt x="753" y="2"/>
                    <a:pt x="732" y="1"/>
                    <a:pt x="7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7"/>
            <p:cNvSpPr/>
            <p:nvPr/>
          </p:nvSpPr>
          <p:spPr>
            <a:xfrm>
              <a:off x="3163775" y="2824375"/>
              <a:ext cx="12225" cy="10675"/>
            </a:xfrm>
            <a:custGeom>
              <a:rect b="b" l="l" r="r" t="t"/>
              <a:pathLst>
                <a:path extrusionOk="0" h="427" w="489">
                  <a:moveTo>
                    <a:pt x="251" y="0"/>
                  </a:moveTo>
                  <a:cubicBezTo>
                    <a:pt x="228" y="0"/>
                    <a:pt x="204" y="3"/>
                    <a:pt x="179" y="9"/>
                  </a:cubicBezTo>
                  <a:cubicBezTo>
                    <a:pt x="60" y="56"/>
                    <a:pt x="1" y="176"/>
                    <a:pt x="36" y="295"/>
                  </a:cubicBezTo>
                  <a:cubicBezTo>
                    <a:pt x="60" y="330"/>
                    <a:pt x="84" y="378"/>
                    <a:pt x="132" y="402"/>
                  </a:cubicBezTo>
                  <a:cubicBezTo>
                    <a:pt x="168" y="416"/>
                    <a:pt x="205" y="427"/>
                    <a:pt x="245" y="427"/>
                  </a:cubicBezTo>
                  <a:cubicBezTo>
                    <a:pt x="269" y="427"/>
                    <a:pt x="295" y="423"/>
                    <a:pt x="322" y="414"/>
                  </a:cubicBezTo>
                  <a:cubicBezTo>
                    <a:pt x="358" y="390"/>
                    <a:pt x="382" y="378"/>
                    <a:pt x="405" y="366"/>
                  </a:cubicBezTo>
                  <a:cubicBezTo>
                    <a:pt x="465" y="307"/>
                    <a:pt x="489" y="223"/>
                    <a:pt x="465" y="140"/>
                  </a:cubicBezTo>
                  <a:cubicBezTo>
                    <a:pt x="465" y="128"/>
                    <a:pt x="441" y="116"/>
                    <a:pt x="429" y="104"/>
                  </a:cubicBezTo>
                  <a:cubicBezTo>
                    <a:pt x="384" y="31"/>
                    <a:pt x="324" y="0"/>
                    <a:pt x="25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7"/>
            <p:cNvSpPr/>
            <p:nvPr/>
          </p:nvSpPr>
          <p:spPr>
            <a:xfrm>
              <a:off x="3431975" y="2823200"/>
              <a:ext cx="22625" cy="21500"/>
            </a:xfrm>
            <a:custGeom>
              <a:rect b="b" l="l" r="r" t="t"/>
              <a:pathLst>
                <a:path extrusionOk="0" h="860" w="905">
                  <a:moveTo>
                    <a:pt x="452" y="1"/>
                  </a:moveTo>
                  <a:cubicBezTo>
                    <a:pt x="401" y="1"/>
                    <a:pt x="349" y="11"/>
                    <a:pt x="298" y="32"/>
                  </a:cubicBezTo>
                  <a:cubicBezTo>
                    <a:pt x="274" y="44"/>
                    <a:pt x="250" y="44"/>
                    <a:pt x="238" y="56"/>
                  </a:cubicBezTo>
                  <a:cubicBezTo>
                    <a:pt x="155" y="80"/>
                    <a:pt x="95" y="163"/>
                    <a:pt x="48" y="234"/>
                  </a:cubicBezTo>
                  <a:cubicBezTo>
                    <a:pt x="36" y="270"/>
                    <a:pt x="36" y="294"/>
                    <a:pt x="12" y="330"/>
                  </a:cubicBezTo>
                  <a:cubicBezTo>
                    <a:pt x="0" y="401"/>
                    <a:pt x="0" y="484"/>
                    <a:pt x="36" y="568"/>
                  </a:cubicBezTo>
                  <a:cubicBezTo>
                    <a:pt x="36" y="580"/>
                    <a:pt x="48" y="580"/>
                    <a:pt x="48" y="592"/>
                  </a:cubicBezTo>
                  <a:cubicBezTo>
                    <a:pt x="105" y="764"/>
                    <a:pt x="270" y="859"/>
                    <a:pt x="444" y="859"/>
                  </a:cubicBezTo>
                  <a:cubicBezTo>
                    <a:pt x="486" y="859"/>
                    <a:pt x="529" y="853"/>
                    <a:pt x="572" y="842"/>
                  </a:cubicBezTo>
                  <a:lnTo>
                    <a:pt x="583" y="842"/>
                  </a:lnTo>
                  <a:cubicBezTo>
                    <a:pt x="667" y="818"/>
                    <a:pt x="750" y="770"/>
                    <a:pt x="786" y="699"/>
                  </a:cubicBezTo>
                  <a:cubicBezTo>
                    <a:pt x="881" y="592"/>
                    <a:pt x="905" y="425"/>
                    <a:pt x="845" y="294"/>
                  </a:cubicBezTo>
                  <a:cubicBezTo>
                    <a:pt x="790" y="119"/>
                    <a:pt x="628" y="1"/>
                    <a:pt x="45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7"/>
            <p:cNvSpPr/>
            <p:nvPr/>
          </p:nvSpPr>
          <p:spPr>
            <a:xfrm>
              <a:off x="3317375" y="2821475"/>
              <a:ext cx="22350" cy="22125"/>
            </a:xfrm>
            <a:custGeom>
              <a:rect b="b" l="l" r="r" t="t"/>
              <a:pathLst>
                <a:path extrusionOk="0" h="885" w="894">
                  <a:moveTo>
                    <a:pt x="455" y="1"/>
                  </a:moveTo>
                  <a:cubicBezTo>
                    <a:pt x="405" y="1"/>
                    <a:pt x="348" y="9"/>
                    <a:pt x="298" y="18"/>
                  </a:cubicBezTo>
                  <a:cubicBezTo>
                    <a:pt x="274" y="30"/>
                    <a:pt x="250" y="30"/>
                    <a:pt x="238" y="53"/>
                  </a:cubicBezTo>
                  <a:cubicBezTo>
                    <a:pt x="155" y="89"/>
                    <a:pt x="95" y="172"/>
                    <a:pt x="48" y="256"/>
                  </a:cubicBezTo>
                  <a:cubicBezTo>
                    <a:pt x="12" y="351"/>
                    <a:pt x="0" y="446"/>
                    <a:pt x="12" y="542"/>
                  </a:cubicBezTo>
                  <a:cubicBezTo>
                    <a:pt x="12" y="553"/>
                    <a:pt x="12" y="577"/>
                    <a:pt x="36" y="589"/>
                  </a:cubicBezTo>
                  <a:cubicBezTo>
                    <a:pt x="72" y="732"/>
                    <a:pt x="191" y="827"/>
                    <a:pt x="334" y="863"/>
                  </a:cubicBezTo>
                  <a:cubicBezTo>
                    <a:pt x="368" y="878"/>
                    <a:pt x="405" y="885"/>
                    <a:pt x="443" y="885"/>
                  </a:cubicBezTo>
                  <a:cubicBezTo>
                    <a:pt x="495" y="885"/>
                    <a:pt x="547" y="872"/>
                    <a:pt x="595" y="851"/>
                  </a:cubicBezTo>
                  <a:lnTo>
                    <a:pt x="607" y="851"/>
                  </a:lnTo>
                  <a:cubicBezTo>
                    <a:pt x="750" y="804"/>
                    <a:pt x="846" y="684"/>
                    <a:pt x="881" y="553"/>
                  </a:cubicBezTo>
                  <a:cubicBezTo>
                    <a:pt x="893" y="482"/>
                    <a:pt x="893" y="387"/>
                    <a:pt x="869" y="303"/>
                  </a:cubicBezTo>
                  <a:cubicBezTo>
                    <a:pt x="869" y="292"/>
                    <a:pt x="846" y="292"/>
                    <a:pt x="846" y="268"/>
                  </a:cubicBezTo>
                  <a:cubicBezTo>
                    <a:pt x="786" y="125"/>
                    <a:pt x="655" y="18"/>
                    <a:pt x="512" y="6"/>
                  </a:cubicBezTo>
                  <a:cubicBezTo>
                    <a:pt x="495" y="2"/>
                    <a:pt x="475" y="1"/>
                    <a:pt x="45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7"/>
            <p:cNvSpPr/>
            <p:nvPr/>
          </p:nvSpPr>
          <p:spPr>
            <a:xfrm>
              <a:off x="3196225" y="3268725"/>
              <a:ext cx="925" cy="275"/>
            </a:xfrm>
            <a:custGeom>
              <a:rect b="b" l="l" r="r" t="t"/>
              <a:pathLst>
                <a:path extrusionOk="0" h="11" w="37">
                  <a:moveTo>
                    <a:pt x="24" y="0"/>
                  </a:moveTo>
                  <a:cubicBezTo>
                    <a:pt x="16" y="0"/>
                    <a:pt x="8" y="11"/>
                    <a:pt x="0" y="11"/>
                  </a:cubicBezTo>
                  <a:lnTo>
                    <a:pt x="36" y="11"/>
                  </a:lnTo>
                  <a:cubicBezTo>
                    <a:pt x="32" y="3"/>
                    <a:pt x="28" y="0"/>
                    <a:pt x="2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7"/>
            <p:cNvSpPr/>
            <p:nvPr/>
          </p:nvSpPr>
          <p:spPr>
            <a:xfrm>
              <a:off x="3524525" y="2933525"/>
              <a:ext cx="14025" cy="12750"/>
            </a:xfrm>
            <a:custGeom>
              <a:rect b="b" l="l" r="r" t="t"/>
              <a:pathLst>
                <a:path extrusionOk="0" h="510" w="561">
                  <a:moveTo>
                    <a:pt x="287" y="1"/>
                  </a:moveTo>
                  <a:cubicBezTo>
                    <a:pt x="263" y="1"/>
                    <a:pt x="227" y="1"/>
                    <a:pt x="203" y="24"/>
                  </a:cubicBezTo>
                  <a:cubicBezTo>
                    <a:pt x="84" y="48"/>
                    <a:pt x="1" y="120"/>
                    <a:pt x="1" y="227"/>
                  </a:cubicBezTo>
                  <a:cubicBezTo>
                    <a:pt x="1" y="262"/>
                    <a:pt x="1" y="298"/>
                    <a:pt x="25" y="334"/>
                  </a:cubicBezTo>
                  <a:cubicBezTo>
                    <a:pt x="49" y="405"/>
                    <a:pt x="108" y="465"/>
                    <a:pt x="180" y="501"/>
                  </a:cubicBezTo>
                  <a:cubicBezTo>
                    <a:pt x="203" y="507"/>
                    <a:pt x="230" y="510"/>
                    <a:pt x="258" y="510"/>
                  </a:cubicBezTo>
                  <a:cubicBezTo>
                    <a:pt x="287" y="510"/>
                    <a:pt x="316" y="507"/>
                    <a:pt x="346" y="501"/>
                  </a:cubicBezTo>
                  <a:cubicBezTo>
                    <a:pt x="394" y="477"/>
                    <a:pt x="418" y="465"/>
                    <a:pt x="453" y="441"/>
                  </a:cubicBezTo>
                  <a:cubicBezTo>
                    <a:pt x="525" y="382"/>
                    <a:pt x="561" y="274"/>
                    <a:pt x="513" y="179"/>
                  </a:cubicBezTo>
                  <a:lnTo>
                    <a:pt x="513" y="167"/>
                  </a:lnTo>
                  <a:cubicBezTo>
                    <a:pt x="465" y="60"/>
                    <a:pt x="382" y="1"/>
                    <a:pt x="2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7"/>
            <p:cNvSpPr/>
            <p:nvPr/>
          </p:nvSpPr>
          <p:spPr>
            <a:xfrm>
              <a:off x="3325700" y="2843050"/>
              <a:ext cx="34250" cy="258075"/>
            </a:xfrm>
            <a:custGeom>
              <a:rect b="b" l="l" r="r" t="t"/>
              <a:pathLst>
                <a:path extrusionOk="0" h="10323" w="1370">
                  <a:moveTo>
                    <a:pt x="262" y="0"/>
                  </a:moveTo>
                  <a:cubicBezTo>
                    <a:pt x="210" y="23"/>
                    <a:pt x="152" y="31"/>
                    <a:pt x="96" y="31"/>
                  </a:cubicBezTo>
                  <a:cubicBezTo>
                    <a:pt x="63" y="31"/>
                    <a:pt x="31" y="28"/>
                    <a:pt x="1" y="24"/>
                  </a:cubicBezTo>
                  <a:lnTo>
                    <a:pt x="1" y="24"/>
                  </a:lnTo>
                  <a:lnTo>
                    <a:pt x="1096" y="10323"/>
                  </a:lnTo>
                  <a:cubicBezTo>
                    <a:pt x="1167" y="10296"/>
                    <a:pt x="1232" y="10283"/>
                    <a:pt x="1300" y="10283"/>
                  </a:cubicBezTo>
                  <a:cubicBezTo>
                    <a:pt x="1323" y="10283"/>
                    <a:pt x="1346" y="10284"/>
                    <a:pt x="1370" y="10287"/>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22" name="Google Shape;822;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23" name="Shape 823"/>
        <p:cNvGrpSpPr/>
        <p:nvPr/>
      </p:nvGrpSpPr>
      <p:grpSpPr>
        <a:xfrm>
          <a:off x="0" y="0"/>
          <a:ext cx="0" cy="0"/>
          <a:chOff x="0" y="0"/>
          <a:chExt cx="0" cy="0"/>
        </a:xfrm>
      </p:grpSpPr>
      <p:grpSp>
        <p:nvGrpSpPr>
          <p:cNvPr id="824" name="Google Shape;824;p8"/>
          <p:cNvGrpSpPr/>
          <p:nvPr/>
        </p:nvGrpSpPr>
        <p:grpSpPr>
          <a:xfrm rot="-5400000">
            <a:off x="5576433" y="-1506716"/>
            <a:ext cx="2083957" cy="5050533"/>
            <a:chOff x="5728375" y="1492875"/>
            <a:chExt cx="1308525" cy="3171250"/>
          </a:xfrm>
        </p:grpSpPr>
        <p:sp>
          <p:nvSpPr>
            <p:cNvPr id="825" name="Google Shape;825;p8"/>
            <p:cNvSpPr/>
            <p:nvPr/>
          </p:nvSpPr>
          <p:spPr>
            <a:xfrm>
              <a:off x="6942225" y="2835900"/>
              <a:ext cx="625" cy="925"/>
            </a:xfrm>
            <a:custGeom>
              <a:rect b="b" l="l" r="r" t="t"/>
              <a:pathLst>
                <a:path extrusionOk="0" h="37" w="25">
                  <a:moveTo>
                    <a:pt x="24" y="0"/>
                  </a:moveTo>
                  <a:lnTo>
                    <a:pt x="24" y="0"/>
                  </a:lnTo>
                  <a:cubicBezTo>
                    <a:pt x="12" y="12"/>
                    <a:pt x="12" y="24"/>
                    <a:pt x="0" y="36"/>
                  </a:cubicBezTo>
                  <a:cubicBezTo>
                    <a:pt x="12" y="36"/>
                    <a:pt x="12" y="24"/>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8"/>
            <p:cNvSpPr/>
            <p:nvPr/>
          </p:nvSpPr>
          <p:spPr>
            <a:xfrm>
              <a:off x="6942225" y="2836800"/>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8"/>
            <p:cNvSpPr/>
            <p:nvPr/>
          </p:nvSpPr>
          <p:spPr>
            <a:xfrm>
              <a:off x="6945500" y="2844825"/>
              <a:ext cx="42300" cy="133375"/>
            </a:xfrm>
            <a:custGeom>
              <a:rect b="b" l="l" r="r" t="t"/>
              <a:pathLst>
                <a:path extrusionOk="0" h="5335" w="1692">
                  <a:moveTo>
                    <a:pt x="346" y="0"/>
                  </a:moveTo>
                  <a:lnTo>
                    <a:pt x="203" y="12"/>
                  </a:lnTo>
                  <a:lnTo>
                    <a:pt x="0" y="453"/>
                  </a:lnTo>
                  <a:lnTo>
                    <a:pt x="1215" y="5263"/>
                  </a:lnTo>
                  <a:lnTo>
                    <a:pt x="1691" y="5334"/>
                  </a:lnTo>
                  <a:lnTo>
                    <a:pt x="1691" y="5334"/>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8"/>
            <p:cNvSpPr/>
            <p:nvPr/>
          </p:nvSpPr>
          <p:spPr>
            <a:xfrm>
              <a:off x="6943725" y="2835300"/>
              <a:ext cx="300" cy="25"/>
            </a:xfrm>
            <a:custGeom>
              <a:rect b="b" l="l" r="r" t="t"/>
              <a:pathLst>
                <a:path extrusionOk="0" h="1" w="12">
                  <a:moveTo>
                    <a:pt x="0" y="0"/>
                  </a:moveTo>
                  <a:lnTo>
                    <a:pt x="0" y="0"/>
                  </a:lnTo>
                  <a:cubicBezTo>
                    <a:pt x="12" y="0"/>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8"/>
            <p:cNvSpPr/>
            <p:nvPr/>
          </p:nvSpPr>
          <p:spPr>
            <a:xfrm>
              <a:off x="6945500" y="2834575"/>
              <a:ext cx="625" cy="150"/>
            </a:xfrm>
            <a:custGeom>
              <a:rect b="b" l="l" r="r" t="t"/>
              <a:pathLst>
                <a:path extrusionOk="0" h="6" w="25">
                  <a:moveTo>
                    <a:pt x="15" y="0"/>
                  </a:moveTo>
                  <a:cubicBezTo>
                    <a:pt x="11" y="0"/>
                    <a:pt x="8" y="6"/>
                    <a:pt x="0" y="6"/>
                  </a:cubicBezTo>
                  <a:lnTo>
                    <a:pt x="24" y="6"/>
                  </a:lnTo>
                  <a:cubicBezTo>
                    <a:pt x="20" y="2"/>
                    <a:pt x="18" y="0"/>
                    <a:pt x="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8"/>
            <p:cNvSpPr/>
            <p:nvPr/>
          </p:nvSpPr>
          <p:spPr>
            <a:xfrm>
              <a:off x="6943125" y="2835625"/>
              <a:ext cx="550" cy="300"/>
            </a:xfrm>
            <a:custGeom>
              <a:rect b="b" l="l" r="r" t="t"/>
              <a:pathLst>
                <a:path extrusionOk="0" h="12" w="22">
                  <a:moveTo>
                    <a:pt x="16" y="1"/>
                  </a:moveTo>
                  <a:cubicBezTo>
                    <a:pt x="13" y="1"/>
                    <a:pt x="8" y="3"/>
                    <a:pt x="0" y="11"/>
                  </a:cubicBezTo>
                  <a:cubicBezTo>
                    <a:pt x="16" y="11"/>
                    <a:pt x="21" y="1"/>
                    <a:pt x="1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8"/>
            <p:cNvSpPr/>
            <p:nvPr/>
          </p:nvSpPr>
          <p:spPr>
            <a:xfrm>
              <a:off x="6978825" y="2988300"/>
              <a:ext cx="57175" cy="218500"/>
            </a:xfrm>
            <a:custGeom>
              <a:rect b="b" l="l" r="r" t="t"/>
              <a:pathLst>
                <a:path extrusionOk="0" h="8740" w="2287">
                  <a:moveTo>
                    <a:pt x="1" y="0"/>
                  </a:moveTo>
                  <a:lnTo>
                    <a:pt x="2227" y="8739"/>
                  </a:lnTo>
                  <a:cubicBezTo>
                    <a:pt x="2239" y="8728"/>
                    <a:pt x="2251" y="8704"/>
                    <a:pt x="2287" y="8692"/>
                  </a:cubicBezTo>
                  <a:lnTo>
                    <a:pt x="2287" y="7180"/>
                  </a:lnTo>
                  <a:lnTo>
                    <a:pt x="477" y="72"/>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8"/>
            <p:cNvSpPr/>
            <p:nvPr/>
          </p:nvSpPr>
          <p:spPr>
            <a:xfrm>
              <a:off x="6796675" y="2972825"/>
              <a:ext cx="91400" cy="176525"/>
            </a:xfrm>
            <a:custGeom>
              <a:rect b="b" l="l" r="r" t="t"/>
              <a:pathLst>
                <a:path extrusionOk="0" h="7061" w="3656">
                  <a:moveTo>
                    <a:pt x="3203" y="0"/>
                  </a:moveTo>
                  <a:lnTo>
                    <a:pt x="0" y="6632"/>
                  </a:lnTo>
                  <a:lnTo>
                    <a:pt x="286" y="7061"/>
                  </a:lnTo>
                  <a:lnTo>
                    <a:pt x="3656" y="48"/>
                  </a:lnTo>
                  <a:lnTo>
                    <a:pt x="3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8"/>
            <p:cNvSpPr/>
            <p:nvPr/>
          </p:nvSpPr>
          <p:spPr>
            <a:xfrm>
              <a:off x="6629100" y="3150225"/>
              <a:ext cx="168775" cy="337550"/>
            </a:xfrm>
            <a:custGeom>
              <a:rect b="b" l="l" r="r" t="t"/>
              <a:pathLst>
                <a:path extrusionOk="0" h="13502" w="6751">
                  <a:moveTo>
                    <a:pt x="6465" y="0"/>
                  </a:moveTo>
                  <a:lnTo>
                    <a:pt x="0" y="13359"/>
                  </a:lnTo>
                  <a:cubicBezTo>
                    <a:pt x="155" y="13359"/>
                    <a:pt x="274" y="13419"/>
                    <a:pt x="381" y="13502"/>
                  </a:cubicBezTo>
                  <a:lnTo>
                    <a:pt x="464" y="13442"/>
                  </a:lnTo>
                  <a:lnTo>
                    <a:pt x="6751" y="429"/>
                  </a:lnTo>
                  <a:lnTo>
                    <a:pt x="646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8"/>
            <p:cNvSpPr/>
            <p:nvPr/>
          </p:nvSpPr>
          <p:spPr>
            <a:xfrm>
              <a:off x="6945500" y="283470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8"/>
            <p:cNvSpPr/>
            <p:nvPr/>
          </p:nvSpPr>
          <p:spPr>
            <a:xfrm>
              <a:off x="6943725" y="2835300"/>
              <a:ext cx="0" cy="625"/>
            </a:xfrm>
            <a:custGeom>
              <a:rect b="b" l="l" r="r" t="t"/>
              <a:pathLst>
                <a:path extrusionOk="0" h="25" w="120000">
                  <a:moveTo>
                    <a:pt x="0" y="24"/>
                  </a:moveTo>
                  <a:cubicBezTo>
                    <a:pt x="0" y="24"/>
                    <a:pt x="0" y="0"/>
                    <a:pt x="0" y="24"/>
                  </a:cubicBezTo>
                  <a:cubicBezTo>
                    <a:pt x="0" y="0"/>
                    <a:pt x="0" y="0"/>
                    <a:pt x="0" y="24"/>
                  </a:cubicBezTo>
                  <a:cubicBezTo>
                    <a:pt x="0" y="0"/>
                    <a:pt x="0" y="0"/>
                    <a:pt x="0" y="24"/>
                  </a:cubicBez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8"/>
            <p:cNvSpPr/>
            <p:nvPr/>
          </p:nvSpPr>
          <p:spPr>
            <a:xfrm>
              <a:off x="6942225" y="2836800"/>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8"/>
            <p:cNvSpPr/>
            <p:nvPr/>
          </p:nvSpPr>
          <p:spPr>
            <a:xfrm>
              <a:off x="6881800" y="2836500"/>
              <a:ext cx="68775" cy="126825"/>
            </a:xfrm>
            <a:custGeom>
              <a:rect b="b" l="l" r="r" t="t"/>
              <a:pathLst>
                <a:path extrusionOk="0" h="5073" w="2751">
                  <a:moveTo>
                    <a:pt x="2429" y="0"/>
                  </a:moveTo>
                  <a:cubicBezTo>
                    <a:pt x="2417" y="0"/>
                    <a:pt x="2417" y="12"/>
                    <a:pt x="2417" y="12"/>
                  </a:cubicBezTo>
                  <a:lnTo>
                    <a:pt x="1" y="5001"/>
                  </a:lnTo>
                  <a:lnTo>
                    <a:pt x="465" y="5072"/>
                  </a:lnTo>
                  <a:lnTo>
                    <a:pt x="2548" y="774"/>
                  </a:lnTo>
                  <a:lnTo>
                    <a:pt x="2751" y="345"/>
                  </a:lnTo>
                  <a:lnTo>
                    <a:pt x="2632" y="357"/>
                  </a:lnTo>
                  <a:cubicBezTo>
                    <a:pt x="2624" y="358"/>
                    <a:pt x="2615" y="358"/>
                    <a:pt x="2607" y="358"/>
                  </a:cubicBezTo>
                  <a:cubicBezTo>
                    <a:pt x="2488" y="358"/>
                    <a:pt x="2394" y="276"/>
                    <a:pt x="2394" y="131"/>
                  </a:cubicBezTo>
                  <a:cubicBezTo>
                    <a:pt x="2394" y="95"/>
                    <a:pt x="2394" y="48"/>
                    <a:pt x="242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8"/>
            <p:cNvSpPr/>
            <p:nvPr/>
          </p:nvSpPr>
          <p:spPr>
            <a:xfrm>
              <a:off x="6902350" y="1492875"/>
              <a:ext cx="133950" cy="92000"/>
            </a:xfrm>
            <a:custGeom>
              <a:rect b="b" l="l" r="r" t="t"/>
              <a:pathLst>
                <a:path extrusionOk="0" h="3680" w="5358">
                  <a:moveTo>
                    <a:pt x="5358" y="0"/>
                  </a:moveTo>
                  <a:lnTo>
                    <a:pt x="0" y="3275"/>
                  </a:lnTo>
                  <a:lnTo>
                    <a:pt x="202" y="3679"/>
                  </a:lnTo>
                  <a:lnTo>
                    <a:pt x="5358" y="524"/>
                  </a:lnTo>
                  <a:lnTo>
                    <a:pt x="5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8"/>
            <p:cNvSpPr/>
            <p:nvPr/>
          </p:nvSpPr>
          <p:spPr>
            <a:xfrm>
              <a:off x="6839525" y="1837250"/>
              <a:ext cx="325" cy="925"/>
            </a:xfrm>
            <a:custGeom>
              <a:rect b="b" l="l" r="r" t="t"/>
              <a:pathLst>
                <a:path extrusionOk="0" h="37" w="13">
                  <a:moveTo>
                    <a:pt x="13" y="1"/>
                  </a:moveTo>
                  <a:cubicBezTo>
                    <a:pt x="1" y="1"/>
                    <a:pt x="1" y="25"/>
                    <a:pt x="1" y="37"/>
                  </a:cubicBezTo>
                  <a:cubicBezTo>
                    <a:pt x="1" y="25"/>
                    <a:pt x="1" y="13"/>
                    <a:pt x="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8"/>
            <p:cNvSpPr/>
            <p:nvPr/>
          </p:nvSpPr>
          <p:spPr>
            <a:xfrm>
              <a:off x="6839525" y="1689025"/>
              <a:ext cx="97375" cy="151525"/>
            </a:xfrm>
            <a:custGeom>
              <a:rect b="b" l="l" r="r" t="t"/>
              <a:pathLst>
                <a:path extrusionOk="0" h="6061" w="3895">
                  <a:moveTo>
                    <a:pt x="20" y="5898"/>
                  </a:moveTo>
                  <a:cubicBezTo>
                    <a:pt x="13" y="5908"/>
                    <a:pt x="6" y="5919"/>
                    <a:pt x="1" y="5930"/>
                  </a:cubicBezTo>
                  <a:lnTo>
                    <a:pt x="20" y="5898"/>
                  </a:lnTo>
                  <a:close/>
                  <a:moveTo>
                    <a:pt x="3513" y="1"/>
                  </a:moveTo>
                  <a:lnTo>
                    <a:pt x="20" y="5898"/>
                  </a:lnTo>
                  <a:lnTo>
                    <a:pt x="20" y="5898"/>
                  </a:lnTo>
                  <a:cubicBezTo>
                    <a:pt x="42" y="5867"/>
                    <a:pt x="69" y="5844"/>
                    <a:pt x="96" y="5835"/>
                  </a:cubicBezTo>
                  <a:cubicBezTo>
                    <a:pt x="130" y="5818"/>
                    <a:pt x="166" y="5809"/>
                    <a:pt x="201" y="5809"/>
                  </a:cubicBezTo>
                  <a:cubicBezTo>
                    <a:pt x="288" y="5809"/>
                    <a:pt x="368" y="5860"/>
                    <a:pt x="394" y="5954"/>
                  </a:cubicBezTo>
                  <a:lnTo>
                    <a:pt x="441" y="6061"/>
                  </a:lnTo>
                  <a:lnTo>
                    <a:pt x="3894" y="239"/>
                  </a:lnTo>
                  <a:cubicBezTo>
                    <a:pt x="3727" y="191"/>
                    <a:pt x="3597" y="120"/>
                    <a:pt x="35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8"/>
            <p:cNvSpPr/>
            <p:nvPr/>
          </p:nvSpPr>
          <p:spPr>
            <a:xfrm>
              <a:off x="6838950" y="1834425"/>
              <a:ext cx="124725" cy="258250"/>
            </a:xfrm>
            <a:custGeom>
              <a:rect b="b" l="l" r="r" t="t"/>
              <a:pathLst>
                <a:path extrusionOk="0" h="10330" w="4989">
                  <a:moveTo>
                    <a:pt x="212" y="0"/>
                  </a:moveTo>
                  <a:cubicBezTo>
                    <a:pt x="182" y="0"/>
                    <a:pt x="150" y="6"/>
                    <a:pt x="119" y="19"/>
                  </a:cubicBezTo>
                  <a:cubicBezTo>
                    <a:pt x="83" y="31"/>
                    <a:pt x="48" y="66"/>
                    <a:pt x="24" y="102"/>
                  </a:cubicBezTo>
                  <a:cubicBezTo>
                    <a:pt x="24" y="126"/>
                    <a:pt x="0" y="138"/>
                    <a:pt x="0" y="150"/>
                  </a:cubicBezTo>
                  <a:lnTo>
                    <a:pt x="0" y="162"/>
                  </a:lnTo>
                  <a:lnTo>
                    <a:pt x="0" y="197"/>
                  </a:lnTo>
                  <a:lnTo>
                    <a:pt x="0" y="209"/>
                  </a:lnTo>
                  <a:lnTo>
                    <a:pt x="0" y="245"/>
                  </a:lnTo>
                  <a:lnTo>
                    <a:pt x="0" y="257"/>
                  </a:lnTo>
                  <a:cubicBezTo>
                    <a:pt x="0" y="269"/>
                    <a:pt x="24" y="281"/>
                    <a:pt x="24" y="304"/>
                  </a:cubicBezTo>
                  <a:lnTo>
                    <a:pt x="4560" y="10329"/>
                  </a:lnTo>
                  <a:cubicBezTo>
                    <a:pt x="4624" y="10255"/>
                    <a:pt x="4736" y="10209"/>
                    <a:pt x="4845" y="10209"/>
                  </a:cubicBezTo>
                  <a:cubicBezTo>
                    <a:pt x="4857" y="10209"/>
                    <a:pt x="4869" y="10209"/>
                    <a:pt x="4882" y="10210"/>
                  </a:cubicBezTo>
                  <a:cubicBezTo>
                    <a:pt x="4917" y="10210"/>
                    <a:pt x="4965" y="10222"/>
                    <a:pt x="4989" y="10246"/>
                  </a:cubicBezTo>
                  <a:lnTo>
                    <a:pt x="464" y="221"/>
                  </a:lnTo>
                  <a:lnTo>
                    <a:pt x="417" y="126"/>
                  </a:lnTo>
                  <a:cubicBezTo>
                    <a:pt x="373" y="47"/>
                    <a:pt x="297" y="0"/>
                    <a:pt x="2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8"/>
            <p:cNvSpPr/>
            <p:nvPr/>
          </p:nvSpPr>
          <p:spPr>
            <a:xfrm>
              <a:off x="6945800" y="1529475"/>
              <a:ext cx="90500" cy="135175"/>
            </a:xfrm>
            <a:custGeom>
              <a:rect b="b" l="l" r="r" t="t"/>
              <a:pathLst>
                <a:path extrusionOk="0" h="5407" w="3620">
                  <a:moveTo>
                    <a:pt x="3620" y="1"/>
                  </a:moveTo>
                  <a:lnTo>
                    <a:pt x="0" y="5073"/>
                  </a:lnTo>
                  <a:lnTo>
                    <a:pt x="108" y="5263"/>
                  </a:lnTo>
                  <a:cubicBezTo>
                    <a:pt x="179" y="5299"/>
                    <a:pt x="250" y="5335"/>
                    <a:pt x="310" y="5406"/>
                  </a:cubicBezTo>
                  <a:lnTo>
                    <a:pt x="3620" y="775"/>
                  </a:lnTo>
                  <a:lnTo>
                    <a:pt x="36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8"/>
            <p:cNvSpPr/>
            <p:nvPr/>
          </p:nvSpPr>
          <p:spPr>
            <a:xfrm>
              <a:off x="6951750" y="1681000"/>
              <a:ext cx="84550" cy="169075"/>
            </a:xfrm>
            <a:custGeom>
              <a:rect b="b" l="l" r="r" t="t"/>
              <a:pathLst>
                <a:path extrusionOk="0" h="6763" w="3382">
                  <a:moveTo>
                    <a:pt x="286" y="0"/>
                  </a:moveTo>
                  <a:cubicBezTo>
                    <a:pt x="239" y="179"/>
                    <a:pt x="155" y="334"/>
                    <a:pt x="0" y="429"/>
                  </a:cubicBezTo>
                  <a:lnTo>
                    <a:pt x="3382" y="6763"/>
                  </a:lnTo>
                  <a:lnTo>
                    <a:pt x="3382" y="5810"/>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8"/>
            <p:cNvSpPr/>
            <p:nvPr/>
          </p:nvSpPr>
          <p:spPr>
            <a:xfrm>
              <a:off x="6891325" y="1570800"/>
              <a:ext cx="56875" cy="90275"/>
            </a:xfrm>
            <a:custGeom>
              <a:rect b="b" l="l" r="r" t="t"/>
              <a:pathLst>
                <a:path extrusionOk="0" h="3611" w="2275">
                  <a:moveTo>
                    <a:pt x="219" y="1"/>
                  </a:moveTo>
                  <a:cubicBezTo>
                    <a:pt x="185" y="1"/>
                    <a:pt x="151" y="9"/>
                    <a:pt x="120" y="27"/>
                  </a:cubicBezTo>
                  <a:cubicBezTo>
                    <a:pt x="84" y="62"/>
                    <a:pt x="48" y="86"/>
                    <a:pt x="36" y="122"/>
                  </a:cubicBezTo>
                  <a:cubicBezTo>
                    <a:pt x="24" y="146"/>
                    <a:pt x="1" y="193"/>
                    <a:pt x="1" y="241"/>
                  </a:cubicBezTo>
                  <a:cubicBezTo>
                    <a:pt x="72" y="205"/>
                    <a:pt x="143" y="193"/>
                    <a:pt x="215" y="193"/>
                  </a:cubicBezTo>
                  <a:cubicBezTo>
                    <a:pt x="405" y="205"/>
                    <a:pt x="572" y="384"/>
                    <a:pt x="548" y="574"/>
                  </a:cubicBezTo>
                  <a:cubicBezTo>
                    <a:pt x="524" y="717"/>
                    <a:pt x="441" y="836"/>
                    <a:pt x="322" y="872"/>
                  </a:cubicBezTo>
                  <a:lnTo>
                    <a:pt x="1763" y="3587"/>
                  </a:lnTo>
                  <a:cubicBezTo>
                    <a:pt x="1834" y="3560"/>
                    <a:pt x="1906" y="3546"/>
                    <a:pt x="1982" y="3546"/>
                  </a:cubicBezTo>
                  <a:cubicBezTo>
                    <a:pt x="2007" y="3546"/>
                    <a:pt x="2034" y="3548"/>
                    <a:pt x="2060" y="3551"/>
                  </a:cubicBezTo>
                  <a:cubicBezTo>
                    <a:pt x="2132" y="3575"/>
                    <a:pt x="2215" y="3587"/>
                    <a:pt x="2275" y="3610"/>
                  </a:cubicBezTo>
                  <a:lnTo>
                    <a:pt x="2167" y="3420"/>
                  </a:lnTo>
                  <a:lnTo>
                    <a:pt x="643" y="551"/>
                  </a:lnTo>
                  <a:lnTo>
                    <a:pt x="441" y="146"/>
                  </a:lnTo>
                  <a:lnTo>
                    <a:pt x="417" y="122"/>
                  </a:lnTo>
                  <a:cubicBezTo>
                    <a:pt x="375" y="47"/>
                    <a:pt x="298" y="1"/>
                    <a:pt x="21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8"/>
            <p:cNvSpPr/>
            <p:nvPr/>
          </p:nvSpPr>
          <p:spPr>
            <a:xfrm>
              <a:off x="6967825" y="2063475"/>
              <a:ext cx="68475" cy="40500"/>
            </a:xfrm>
            <a:custGeom>
              <a:rect b="b" l="l" r="r" t="t"/>
              <a:pathLst>
                <a:path extrusionOk="0" h="1620" w="2739">
                  <a:moveTo>
                    <a:pt x="2739" y="1"/>
                  </a:moveTo>
                  <a:lnTo>
                    <a:pt x="0" y="1167"/>
                  </a:lnTo>
                  <a:cubicBezTo>
                    <a:pt x="72" y="1263"/>
                    <a:pt x="131" y="1370"/>
                    <a:pt x="119" y="1501"/>
                  </a:cubicBezTo>
                  <a:cubicBezTo>
                    <a:pt x="119" y="1548"/>
                    <a:pt x="108" y="1572"/>
                    <a:pt x="84" y="1620"/>
                  </a:cubicBezTo>
                  <a:lnTo>
                    <a:pt x="2739" y="489"/>
                  </a:lnTo>
                  <a:lnTo>
                    <a:pt x="27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8"/>
            <p:cNvSpPr/>
            <p:nvPr/>
          </p:nvSpPr>
          <p:spPr>
            <a:xfrm>
              <a:off x="6558850" y="2100100"/>
              <a:ext cx="396200" cy="178025"/>
            </a:xfrm>
            <a:custGeom>
              <a:rect b="b" l="l" r="r" t="t"/>
              <a:pathLst>
                <a:path extrusionOk="0" h="7121" w="15848">
                  <a:moveTo>
                    <a:pt x="15657" y="0"/>
                  </a:moveTo>
                  <a:lnTo>
                    <a:pt x="0" y="6703"/>
                  </a:lnTo>
                  <a:cubicBezTo>
                    <a:pt x="95" y="6822"/>
                    <a:pt x="155" y="6965"/>
                    <a:pt x="167" y="7120"/>
                  </a:cubicBezTo>
                  <a:lnTo>
                    <a:pt x="15824" y="417"/>
                  </a:lnTo>
                  <a:cubicBezTo>
                    <a:pt x="15836" y="393"/>
                    <a:pt x="15836" y="357"/>
                    <a:pt x="15847" y="345"/>
                  </a:cubicBezTo>
                  <a:cubicBezTo>
                    <a:pt x="15728" y="274"/>
                    <a:pt x="15657" y="155"/>
                    <a:pt x="1565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8"/>
            <p:cNvSpPr/>
            <p:nvPr/>
          </p:nvSpPr>
          <p:spPr>
            <a:xfrm>
              <a:off x="6954425" y="2108725"/>
              <a:ext cx="81875" cy="207200"/>
            </a:xfrm>
            <a:custGeom>
              <a:rect b="b" l="l" r="r" t="t"/>
              <a:pathLst>
                <a:path extrusionOk="0" h="8288" w="3275">
                  <a:moveTo>
                    <a:pt x="24" y="0"/>
                  </a:moveTo>
                  <a:cubicBezTo>
                    <a:pt x="13" y="36"/>
                    <a:pt x="1" y="48"/>
                    <a:pt x="1" y="60"/>
                  </a:cubicBezTo>
                  <a:cubicBezTo>
                    <a:pt x="1" y="108"/>
                    <a:pt x="1" y="155"/>
                    <a:pt x="13" y="191"/>
                  </a:cubicBezTo>
                  <a:lnTo>
                    <a:pt x="3275" y="8287"/>
                  </a:lnTo>
                  <a:lnTo>
                    <a:pt x="3275" y="7097"/>
                  </a:lnTo>
                  <a:lnTo>
                    <a:pt x="429" y="36"/>
                  </a:lnTo>
                  <a:cubicBezTo>
                    <a:pt x="417" y="36"/>
                    <a:pt x="417" y="12"/>
                    <a:pt x="417" y="12"/>
                  </a:cubicBezTo>
                  <a:cubicBezTo>
                    <a:pt x="358" y="48"/>
                    <a:pt x="286" y="60"/>
                    <a:pt x="203" y="60"/>
                  </a:cubicBezTo>
                  <a:cubicBezTo>
                    <a:pt x="132" y="48"/>
                    <a:pt x="72" y="36"/>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8"/>
            <p:cNvSpPr/>
            <p:nvPr/>
          </p:nvSpPr>
          <p:spPr>
            <a:xfrm>
              <a:off x="6559150" y="2280175"/>
              <a:ext cx="477150" cy="150350"/>
            </a:xfrm>
            <a:custGeom>
              <a:rect b="b" l="l" r="r" t="t"/>
              <a:pathLst>
                <a:path extrusionOk="0" h="6014" w="19086">
                  <a:moveTo>
                    <a:pt x="167" y="0"/>
                  </a:moveTo>
                  <a:cubicBezTo>
                    <a:pt x="155" y="167"/>
                    <a:pt x="95" y="298"/>
                    <a:pt x="0" y="405"/>
                  </a:cubicBezTo>
                  <a:lnTo>
                    <a:pt x="19086" y="6013"/>
                  </a:lnTo>
                  <a:lnTo>
                    <a:pt x="19086" y="5561"/>
                  </a:lnTo>
                  <a:lnTo>
                    <a:pt x="16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8"/>
            <p:cNvSpPr/>
            <p:nvPr/>
          </p:nvSpPr>
          <p:spPr>
            <a:xfrm>
              <a:off x="6941625" y="2825775"/>
              <a:ext cx="95275" cy="19700"/>
            </a:xfrm>
            <a:custGeom>
              <a:rect b="b" l="l" r="r" t="t"/>
              <a:pathLst>
                <a:path extrusionOk="0" h="788" w="3811">
                  <a:moveTo>
                    <a:pt x="3811" y="0"/>
                  </a:moveTo>
                  <a:lnTo>
                    <a:pt x="227" y="334"/>
                  </a:lnTo>
                  <a:lnTo>
                    <a:pt x="155" y="334"/>
                  </a:lnTo>
                  <a:cubicBezTo>
                    <a:pt x="132" y="334"/>
                    <a:pt x="132" y="358"/>
                    <a:pt x="120" y="358"/>
                  </a:cubicBezTo>
                  <a:cubicBezTo>
                    <a:pt x="120" y="370"/>
                    <a:pt x="108" y="370"/>
                    <a:pt x="108" y="370"/>
                  </a:cubicBezTo>
                  <a:cubicBezTo>
                    <a:pt x="108" y="381"/>
                    <a:pt x="96" y="381"/>
                    <a:pt x="96" y="381"/>
                  </a:cubicBezTo>
                  <a:lnTo>
                    <a:pt x="84" y="405"/>
                  </a:lnTo>
                  <a:lnTo>
                    <a:pt x="60" y="417"/>
                  </a:lnTo>
                  <a:cubicBezTo>
                    <a:pt x="48" y="417"/>
                    <a:pt x="48" y="429"/>
                    <a:pt x="36" y="441"/>
                  </a:cubicBezTo>
                  <a:cubicBezTo>
                    <a:pt x="1" y="489"/>
                    <a:pt x="1" y="536"/>
                    <a:pt x="1" y="584"/>
                  </a:cubicBezTo>
                  <a:cubicBezTo>
                    <a:pt x="1" y="707"/>
                    <a:pt x="105" y="787"/>
                    <a:pt x="216" y="787"/>
                  </a:cubicBezTo>
                  <a:cubicBezTo>
                    <a:pt x="224" y="787"/>
                    <a:pt x="231" y="787"/>
                    <a:pt x="239" y="786"/>
                  </a:cubicBezTo>
                  <a:lnTo>
                    <a:pt x="358" y="774"/>
                  </a:lnTo>
                  <a:lnTo>
                    <a:pt x="501" y="762"/>
                  </a:lnTo>
                  <a:lnTo>
                    <a:pt x="3811" y="441"/>
                  </a:lnTo>
                  <a:lnTo>
                    <a:pt x="381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8"/>
            <p:cNvSpPr/>
            <p:nvPr/>
          </p:nvSpPr>
          <p:spPr>
            <a:xfrm>
              <a:off x="6649325" y="2926075"/>
              <a:ext cx="386100" cy="71175"/>
            </a:xfrm>
            <a:custGeom>
              <a:rect b="b" l="l" r="r" t="t"/>
              <a:pathLst>
                <a:path extrusionOk="0" h="2847" w="15444">
                  <a:moveTo>
                    <a:pt x="1" y="1"/>
                  </a:moveTo>
                  <a:lnTo>
                    <a:pt x="1" y="25"/>
                  </a:lnTo>
                  <a:cubicBezTo>
                    <a:pt x="18" y="20"/>
                    <a:pt x="36" y="17"/>
                    <a:pt x="52" y="17"/>
                  </a:cubicBezTo>
                  <a:cubicBezTo>
                    <a:pt x="117" y="17"/>
                    <a:pt x="175" y="52"/>
                    <a:pt x="203" y="108"/>
                  </a:cubicBezTo>
                  <a:lnTo>
                    <a:pt x="489" y="525"/>
                  </a:lnTo>
                  <a:lnTo>
                    <a:pt x="9097" y="1846"/>
                  </a:lnTo>
                  <a:lnTo>
                    <a:pt x="9550" y="1918"/>
                  </a:lnTo>
                  <a:lnTo>
                    <a:pt x="13169" y="2489"/>
                  </a:lnTo>
                  <a:lnTo>
                    <a:pt x="13645" y="2561"/>
                  </a:lnTo>
                  <a:lnTo>
                    <a:pt x="15443" y="2846"/>
                  </a:lnTo>
                  <a:lnTo>
                    <a:pt x="15443" y="2406"/>
                  </a:lnTo>
                  <a:lnTo>
                    <a:pt x="13526" y="2108"/>
                  </a:lnTo>
                  <a:lnTo>
                    <a:pt x="13050" y="2025"/>
                  </a:lnTo>
                  <a:lnTo>
                    <a:pt x="9752" y="1525"/>
                  </a:lnTo>
                  <a:lnTo>
                    <a:pt x="9288" y="1453"/>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8"/>
            <p:cNvSpPr/>
            <p:nvPr/>
          </p:nvSpPr>
          <p:spPr>
            <a:xfrm>
              <a:off x="6909175" y="3226725"/>
              <a:ext cx="125350" cy="88725"/>
            </a:xfrm>
            <a:custGeom>
              <a:rect b="b" l="l" r="r" t="t"/>
              <a:pathLst>
                <a:path extrusionOk="0" h="3549" w="5014">
                  <a:moveTo>
                    <a:pt x="4740" y="0"/>
                  </a:moveTo>
                  <a:lnTo>
                    <a:pt x="1" y="3179"/>
                  </a:lnTo>
                  <a:lnTo>
                    <a:pt x="263" y="3548"/>
                  </a:lnTo>
                  <a:lnTo>
                    <a:pt x="5013" y="357"/>
                  </a:lnTo>
                  <a:cubicBezTo>
                    <a:pt x="4871" y="274"/>
                    <a:pt x="4787" y="155"/>
                    <a:pt x="474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8"/>
            <p:cNvSpPr/>
            <p:nvPr/>
          </p:nvSpPr>
          <p:spPr>
            <a:xfrm>
              <a:off x="6638625" y="3316900"/>
              <a:ext cx="267900" cy="180400"/>
            </a:xfrm>
            <a:custGeom>
              <a:rect b="b" l="l" r="r" t="t"/>
              <a:pathLst>
                <a:path extrusionOk="0" h="7216" w="10716">
                  <a:moveTo>
                    <a:pt x="10573" y="1"/>
                  </a:moveTo>
                  <a:cubicBezTo>
                    <a:pt x="10550" y="196"/>
                    <a:pt x="10372" y="347"/>
                    <a:pt x="10157" y="347"/>
                  </a:cubicBezTo>
                  <a:cubicBezTo>
                    <a:pt x="10149" y="347"/>
                    <a:pt x="10141" y="346"/>
                    <a:pt x="10132" y="346"/>
                  </a:cubicBezTo>
                  <a:cubicBezTo>
                    <a:pt x="10025" y="322"/>
                    <a:pt x="9918" y="287"/>
                    <a:pt x="9858" y="203"/>
                  </a:cubicBezTo>
                  <a:lnTo>
                    <a:pt x="83" y="6775"/>
                  </a:lnTo>
                  <a:lnTo>
                    <a:pt x="0" y="6835"/>
                  </a:lnTo>
                  <a:cubicBezTo>
                    <a:pt x="119" y="6930"/>
                    <a:pt x="203" y="7049"/>
                    <a:pt x="250" y="7216"/>
                  </a:cubicBezTo>
                  <a:lnTo>
                    <a:pt x="10716" y="191"/>
                  </a:lnTo>
                  <a:lnTo>
                    <a:pt x="105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8"/>
            <p:cNvSpPr/>
            <p:nvPr/>
          </p:nvSpPr>
          <p:spPr>
            <a:xfrm>
              <a:off x="6965450" y="3661000"/>
              <a:ext cx="70850" cy="74725"/>
            </a:xfrm>
            <a:custGeom>
              <a:rect b="b" l="l" r="r" t="t"/>
              <a:pathLst>
                <a:path extrusionOk="0" h="2989" w="2834">
                  <a:moveTo>
                    <a:pt x="2834" y="0"/>
                  </a:moveTo>
                  <a:lnTo>
                    <a:pt x="0" y="2739"/>
                  </a:lnTo>
                  <a:lnTo>
                    <a:pt x="393" y="2989"/>
                  </a:lnTo>
                  <a:lnTo>
                    <a:pt x="2834" y="631"/>
                  </a:lnTo>
                  <a:lnTo>
                    <a:pt x="28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8"/>
            <p:cNvSpPr/>
            <p:nvPr/>
          </p:nvSpPr>
          <p:spPr>
            <a:xfrm>
              <a:off x="6647850" y="3864600"/>
              <a:ext cx="184850" cy="181875"/>
            </a:xfrm>
            <a:custGeom>
              <a:rect b="b" l="l" r="r" t="t"/>
              <a:pathLst>
                <a:path extrusionOk="0" h="7275" w="7394">
                  <a:moveTo>
                    <a:pt x="7156" y="0"/>
                  </a:moveTo>
                  <a:lnTo>
                    <a:pt x="0" y="6953"/>
                  </a:lnTo>
                  <a:cubicBezTo>
                    <a:pt x="119" y="7025"/>
                    <a:pt x="226" y="7144"/>
                    <a:pt x="310" y="7275"/>
                  </a:cubicBezTo>
                  <a:lnTo>
                    <a:pt x="7394" y="405"/>
                  </a:lnTo>
                  <a:lnTo>
                    <a:pt x="7346" y="322"/>
                  </a:lnTo>
                  <a:cubicBezTo>
                    <a:pt x="7311" y="286"/>
                    <a:pt x="7275" y="238"/>
                    <a:pt x="7263" y="179"/>
                  </a:cubicBezTo>
                  <a:lnTo>
                    <a:pt x="715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8"/>
            <p:cNvSpPr/>
            <p:nvPr/>
          </p:nvSpPr>
          <p:spPr>
            <a:xfrm>
              <a:off x="6835375" y="3737800"/>
              <a:ext cx="131575" cy="122050"/>
            </a:xfrm>
            <a:custGeom>
              <a:rect b="b" l="l" r="r" t="t"/>
              <a:pathLst>
                <a:path extrusionOk="0" h="4882" w="5263">
                  <a:moveTo>
                    <a:pt x="4882" y="0"/>
                  </a:moveTo>
                  <a:lnTo>
                    <a:pt x="0" y="4727"/>
                  </a:lnTo>
                  <a:cubicBezTo>
                    <a:pt x="60" y="4703"/>
                    <a:pt x="119" y="4703"/>
                    <a:pt x="191" y="4703"/>
                  </a:cubicBezTo>
                  <a:cubicBezTo>
                    <a:pt x="310" y="4715"/>
                    <a:pt x="429" y="4775"/>
                    <a:pt x="488" y="4882"/>
                  </a:cubicBezTo>
                  <a:lnTo>
                    <a:pt x="5263" y="250"/>
                  </a:lnTo>
                  <a:lnTo>
                    <a:pt x="488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8"/>
            <p:cNvSpPr/>
            <p:nvPr/>
          </p:nvSpPr>
          <p:spPr>
            <a:xfrm>
              <a:off x="6647550" y="2926675"/>
              <a:ext cx="388750" cy="587000"/>
            </a:xfrm>
            <a:custGeom>
              <a:rect b="b" l="l" r="r" t="t"/>
              <a:pathLst>
                <a:path extrusionOk="0" h="23480" w="15550">
                  <a:moveTo>
                    <a:pt x="96" y="1"/>
                  </a:moveTo>
                  <a:lnTo>
                    <a:pt x="96" y="132"/>
                  </a:lnTo>
                  <a:cubicBezTo>
                    <a:pt x="84" y="251"/>
                    <a:pt x="60" y="358"/>
                    <a:pt x="0" y="441"/>
                  </a:cubicBezTo>
                  <a:lnTo>
                    <a:pt x="5739" y="8954"/>
                  </a:lnTo>
                  <a:lnTo>
                    <a:pt x="6025" y="9383"/>
                  </a:lnTo>
                  <a:lnTo>
                    <a:pt x="6561" y="10181"/>
                  </a:lnTo>
                  <a:lnTo>
                    <a:pt x="6608" y="10181"/>
                  </a:lnTo>
                  <a:cubicBezTo>
                    <a:pt x="6823" y="10192"/>
                    <a:pt x="7001" y="10395"/>
                    <a:pt x="6977" y="10621"/>
                  </a:cubicBezTo>
                  <a:cubicBezTo>
                    <a:pt x="6977" y="10669"/>
                    <a:pt x="6965" y="10692"/>
                    <a:pt x="6942" y="10740"/>
                  </a:cubicBezTo>
                  <a:lnTo>
                    <a:pt x="9918" y="15145"/>
                  </a:lnTo>
                  <a:cubicBezTo>
                    <a:pt x="10121" y="15193"/>
                    <a:pt x="10263" y="15372"/>
                    <a:pt x="10240" y="15574"/>
                  </a:cubicBezTo>
                  <a:lnTo>
                    <a:pt x="10240" y="15610"/>
                  </a:lnTo>
                  <a:lnTo>
                    <a:pt x="10371" y="15800"/>
                  </a:lnTo>
                  <a:lnTo>
                    <a:pt x="15550" y="23480"/>
                  </a:lnTo>
                  <a:lnTo>
                    <a:pt x="15550" y="22682"/>
                  </a:lnTo>
                  <a:lnTo>
                    <a:pt x="10728" y="15550"/>
                  </a:lnTo>
                  <a:lnTo>
                    <a:pt x="10478" y="15181"/>
                  </a:lnTo>
                  <a:lnTo>
                    <a:pt x="6263" y="8907"/>
                  </a:lnTo>
                  <a:lnTo>
                    <a:pt x="5977" y="8478"/>
                  </a:lnTo>
                  <a:lnTo>
                    <a:pt x="596" y="501"/>
                  </a:lnTo>
                  <a:lnTo>
                    <a:pt x="310" y="84"/>
                  </a:lnTo>
                  <a:cubicBezTo>
                    <a:pt x="262" y="25"/>
                    <a:pt x="179" y="1"/>
                    <a:pt x="9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8"/>
            <p:cNvSpPr/>
            <p:nvPr/>
          </p:nvSpPr>
          <p:spPr>
            <a:xfrm>
              <a:off x="6603800" y="3495625"/>
              <a:ext cx="7450" cy="13000"/>
            </a:xfrm>
            <a:custGeom>
              <a:rect b="b" l="l" r="r" t="t"/>
              <a:pathLst>
                <a:path extrusionOk="0" h="520" w="298">
                  <a:moveTo>
                    <a:pt x="237" y="0"/>
                  </a:moveTo>
                  <a:cubicBezTo>
                    <a:pt x="172" y="0"/>
                    <a:pt x="97" y="34"/>
                    <a:pt x="60" y="91"/>
                  </a:cubicBezTo>
                  <a:lnTo>
                    <a:pt x="60" y="115"/>
                  </a:lnTo>
                  <a:cubicBezTo>
                    <a:pt x="0" y="222"/>
                    <a:pt x="36" y="353"/>
                    <a:pt x="143" y="412"/>
                  </a:cubicBezTo>
                  <a:lnTo>
                    <a:pt x="298" y="519"/>
                  </a:lnTo>
                  <a:cubicBezTo>
                    <a:pt x="262" y="412"/>
                    <a:pt x="238" y="305"/>
                    <a:pt x="238" y="198"/>
                  </a:cubicBezTo>
                  <a:cubicBezTo>
                    <a:pt x="238" y="138"/>
                    <a:pt x="262" y="67"/>
                    <a:pt x="286" y="7"/>
                  </a:cubicBezTo>
                  <a:cubicBezTo>
                    <a:pt x="271" y="2"/>
                    <a:pt x="254" y="0"/>
                    <a:pt x="23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8"/>
            <p:cNvSpPr/>
            <p:nvPr/>
          </p:nvSpPr>
          <p:spPr>
            <a:xfrm>
              <a:off x="6640400" y="3514550"/>
              <a:ext cx="395900" cy="275350"/>
            </a:xfrm>
            <a:custGeom>
              <a:rect b="b" l="l" r="r" t="t"/>
              <a:pathLst>
                <a:path extrusionOk="0" h="11014" w="15836">
                  <a:moveTo>
                    <a:pt x="12" y="0"/>
                  </a:moveTo>
                  <a:lnTo>
                    <a:pt x="1" y="12"/>
                  </a:lnTo>
                  <a:lnTo>
                    <a:pt x="477" y="846"/>
                  </a:lnTo>
                  <a:lnTo>
                    <a:pt x="12681" y="8930"/>
                  </a:lnTo>
                  <a:lnTo>
                    <a:pt x="13062" y="9180"/>
                  </a:lnTo>
                  <a:lnTo>
                    <a:pt x="15836" y="11014"/>
                  </a:lnTo>
                  <a:lnTo>
                    <a:pt x="15836" y="10478"/>
                  </a:lnTo>
                  <a:lnTo>
                    <a:pt x="13395" y="8847"/>
                  </a:lnTo>
                  <a:lnTo>
                    <a:pt x="13002" y="8597"/>
                  </a:ln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8"/>
            <p:cNvSpPr/>
            <p:nvPr/>
          </p:nvSpPr>
          <p:spPr>
            <a:xfrm>
              <a:off x="6841925" y="4224750"/>
              <a:ext cx="194375" cy="153025"/>
            </a:xfrm>
            <a:custGeom>
              <a:rect b="b" l="l" r="r" t="t"/>
              <a:pathLst>
                <a:path extrusionOk="0" h="6121" w="7775">
                  <a:moveTo>
                    <a:pt x="560" y="1"/>
                  </a:moveTo>
                  <a:lnTo>
                    <a:pt x="0" y="120"/>
                  </a:lnTo>
                  <a:lnTo>
                    <a:pt x="7775" y="6121"/>
                  </a:lnTo>
                  <a:lnTo>
                    <a:pt x="7775" y="5549"/>
                  </a:lnTo>
                  <a:lnTo>
                    <a:pt x="5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8"/>
            <p:cNvSpPr/>
            <p:nvPr/>
          </p:nvSpPr>
          <p:spPr>
            <a:xfrm>
              <a:off x="6649325" y="4070575"/>
              <a:ext cx="195300" cy="148550"/>
            </a:xfrm>
            <a:custGeom>
              <a:rect b="b" l="l" r="r" t="t"/>
              <a:pathLst>
                <a:path extrusionOk="0" h="5942" w="7812">
                  <a:moveTo>
                    <a:pt x="263" y="0"/>
                  </a:moveTo>
                  <a:cubicBezTo>
                    <a:pt x="203" y="119"/>
                    <a:pt x="120" y="227"/>
                    <a:pt x="1" y="334"/>
                  </a:cubicBezTo>
                  <a:lnTo>
                    <a:pt x="48" y="405"/>
                  </a:lnTo>
                  <a:lnTo>
                    <a:pt x="7252" y="5942"/>
                  </a:lnTo>
                  <a:lnTo>
                    <a:pt x="7811" y="5811"/>
                  </a:lnTo>
                  <a:lnTo>
                    <a:pt x="26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8"/>
            <p:cNvSpPr/>
            <p:nvPr/>
          </p:nvSpPr>
          <p:spPr>
            <a:xfrm>
              <a:off x="6831200" y="3872325"/>
              <a:ext cx="180400" cy="298875"/>
            </a:xfrm>
            <a:custGeom>
              <a:rect b="b" l="l" r="r" t="t"/>
              <a:pathLst>
                <a:path extrusionOk="0" h="11955" w="7216">
                  <a:moveTo>
                    <a:pt x="0" y="1"/>
                  </a:moveTo>
                  <a:lnTo>
                    <a:pt x="48" y="72"/>
                  </a:lnTo>
                  <a:lnTo>
                    <a:pt x="6823" y="11955"/>
                  </a:lnTo>
                  <a:cubicBezTo>
                    <a:pt x="6918" y="11847"/>
                    <a:pt x="7073" y="11776"/>
                    <a:pt x="7216" y="11764"/>
                  </a:cubicBezTo>
                  <a:lnTo>
                    <a:pt x="4525" y="7025"/>
                  </a:lnTo>
                  <a:cubicBezTo>
                    <a:pt x="4465" y="7061"/>
                    <a:pt x="4394" y="7061"/>
                    <a:pt x="4334" y="7061"/>
                  </a:cubicBezTo>
                  <a:cubicBezTo>
                    <a:pt x="4108" y="7037"/>
                    <a:pt x="3941" y="6847"/>
                    <a:pt x="3965" y="6609"/>
                  </a:cubicBezTo>
                  <a:cubicBezTo>
                    <a:pt x="3977" y="6490"/>
                    <a:pt x="4037" y="6383"/>
                    <a:pt x="4120" y="6323"/>
                  </a:cubicBezTo>
                  <a:lnTo>
                    <a:pt x="548" y="60"/>
                  </a:lnTo>
                  <a:cubicBezTo>
                    <a:pt x="483" y="107"/>
                    <a:pt x="410" y="139"/>
                    <a:pt x="335" y="139"/>
                  </a:cubicBezTo>
                  <a:cubicBezTo>
                    <a:pt x="315" y="139"/>
                    <a:pt x="295" y="137"/>
                    <a:pt x="274" y="132"/>
                  </a:cubicBezTo>
                  <a:cubicBezTo>
                    <a:pt x="167" y="120"/>
                    <a:pt x="60" y="72"/>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8"/>
            <p:cNvSpPr/>
            <p:nvPr/>
          </p:nvSpPr>
          <p:spPr>
            <a:xfrm>
              <a:off x="6632950" y="3514850"/>
              <a:ext cx="202450" cy="354225"/>
            </a:xfrm>
            <a:custGeom>
              <a:rect b="b" l="l" r="r" t="t"/>
              <a:pathLst>
                <a:path extrusionOk="0" h="14169" w="8098">
                  <a:moveTo>
                    <a:pt x="310" y="0"/>
                  </a:moveTo>
                  <a:cubicBezTo>
                    <a:pt x="227" y="84"/>
                    <a:pt x="120" y="143"/>
                    <a:pt x="1" y="179"/>
                  </a:cubicBezTo>
                  <a:lnTo>
                    <a:pt x="1" y="358"/>
                  </a:lnTo>
                  <a:lnTo>
                    <a:pt x="7764" y="13990"/>
                  </a:lnTo>
                  <a:lnTo>
                    <a:pt x="7871" y="14169"/>
                  </a:lnTo>
                  <a:cubicBezTo>
                    <a:pt x="7859" y="14121"/>
                    <a:pt x="7859" y="14062"/>
                    <a:pt x="7859" y="14002"/>
                  </a:cubicBezTo>
                  <a:cubicBezTo>
                    <a:pt x="7859" y="13835"/>
                    <a:pt x="7954" y="13716"/>
                    <a:pt x="8097" y="13657"/>
                  </a:cubicBezTo>
                  <a:lnTo>
                    <a:pt x="787" y="834"/>
                  </a:lnTo>
                  <a:lnTo>
                    <a:pt x="31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8"/>
            <p:cNvSpPr/>
            <p:nvPr/>
          </p:nvSpPr>
          <p:spPr>
            <a:xfrm>
              <a:off x="6621650" y="3519025"/>
              <a:ext cx="17000" cy="515550"/>
            </a:xfrm>
            <a:custGeom>
              <a:rect b="b" l="l" r="r" t="t"/>
              <a:pathLst>
                <a:path extrusionOk="0" h="20622" w="680">
                  <a:moveTo>
                    <a:pt x="0" y="0"/>
                  </a:moveTo>
                  <a:lnTo>
                    <a:pt x="227" y="20622"/>
                  </a:lnTo>
                  <a:cubicBezTo>
                    <a:pt x="311" y="20605"/>
                    <a:pt x="389" y="20588"/>
                    <a:pt x="470" y="20588"/>
                  </a:cubicBezTo>
                  <a:cubicBezTo>
                    <a:pt x="503" y="20588"/>
                    <a:pt x="537" y="20591"/>
                    <a:pt x="572" y="20598"/>
                  </a:cubicBezTo>
                  <a:cubicBezTo>
                    <a:pt x="596" y="20598"/>
                    <a:pt x="643" y="20610"/>
                    <a:pt x="679" y="20610"/>
                  </a:cubicBezTo>
                  <a:lnTo>
                    <a:pt x="453" y="202"/>
                  </a:lnTo>
                  <a:lnTo>
                    <a:pt x="453" y="24"/>
                  </a:lnTo>
                  <a:cubicBezTo>
                    <a:pt x="387" y="32"/>
                    <a:pt x="333" y="46"/>
                    <a:pt x="278" y="46"/>
                  </a:cubicBezTo>
                  <a:cubicBezTo>
                    <a:pt x="253" y="46"/>
                    <a:pt x="229" y="43"/>
                    <a:pt x="203" y="36"/>
                  </a:cubicBezTo>
                  <a:cubicBezTo>
                    <a:pt x="143" y="36"/>
                    <a:pt x="60"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8"/>
            <p:cNvSpPr/>
            <p:nvPr/>
          </p:nvSpPr>
          <p:spPr>
            <a:xfrm>
              <a:off x="5767375" y="3510375"/>
              <a:ext cx="852500" cy="922475"/>
            </a:xfrm>
            <a:custGeom>
              <a:rect b="b" l="l" r="r" t="t"/>
              <a:pathLst>
                <a:path extrusionOk="0" h="36899" w="34100">
                  <a:moveTo>
                    <a:pt x="33779" y="1"/>
                  </a:moveTo>
                  <a:lnTo>
                    <a:pt x="1" y="36577"/>
                  </a:lnTo>
                  <a:cubicBezTo>
                    <a:pt x="143" y="36672"/>
                    <a:pt x="239" y="36779"/>
                    <a:pt x="334" y="36898"/>
                  </a:cubicBezTo>
                  <a:lnTo>
                    <a:pt x="34100" y="310"/>
                  </a:lnTo>
                  <a:cubicBezTo>
                    <a:pt x="33969" y="239"/>
                    <a:pt x="33862" y="132"/>
                    <a:pt x="3377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8"/>
            <p:cNvSpPr/>
            <p:nvPr/>
          </p:nvSpPr>
          <p:spPr>
            <a:xfrm>
              <a:off x="6299575" y="4069975"/>
              <a:ext cx="318525" cy="244400"/>
            </a:xfrm>
            <a:custGeom>
              <a:rect b="b" l="l" r="r" t="t"/>
              <a:pathLst>
                <a:path extrusionOk="0" h="9776" w="12741">
                  <a:moveTo>
                    <a:pt x="12455" y="1"/>
                  </a:moveTo>
                  <a:lnTo>
                    <a:pt x="1" y="9418"/>
                  </a:lnTo>
                  <a:cubicBezTo>
                    <a:pt x="108" y="9525"/>
                    <a:pt x="191" y="9645"/>
                    <a:pt x="263" y="9776"/>
                  </a:cubicBezTo>
                  <a:lnTo>
                    <a:pt x="12741" y="358"/>
                  </a:lnTo>
                  <a:cubicBezTo>
                    <a:pt x="12622" y="251"/>
                    <a:pt x="12514" y="131"/>
                    <a:pt x="1245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8"/>
            <p:cNvSpPr/>
            <p:nvPr/>
          </p:nvSpPr>
          <p:spPr>
            <a:xfrm>
              <a:off x="6312675" y="4246175"/>
              <a:ext cx="406325" cy="101975"/>
            </a:xfrm>
            <a:custGeom>
              <a:rect b="b" l="l" r="r" t="t"/>
              <a:pathLst>
                <a:path extrusionOk="0" h="4079" w="16253">
                  <a:moveTo>
                    <a:pt x="15931" y="1"/>
                  </a:moveTo>
                  <a:lnTo>
                    <a:pt x="13" y="3620"/>
                  </a:lnTo>
                  <a:cubicBezTo>
                    <a:pt x="25" y="3716"/>
                    <a:pt x="25" y="3799"/>
                    <a:pt x="13" y="3918"/>
                  </a:cubicBezTo>
                  <a:cubicBezTo>
                    <a:pt x="13" y="3966"/>
                    <a:pt x="13" y="4025"/>
                    <a:pt x="1" y="4073"/>
                  </a:cubicBezTo>
                  <a:cubicBezTo>
                    <a:pt x="17" y="4073"/>
                    <a:pt x="38" y="4078"/>
                    <a:pt x="61" y="4078"/>
                  </a:cubicBezTo>
                  <a:cubicBezTo>
                    <a:pt x="72" y="4078"/>
                    <a:pt x="84" y="4077"/>
                    <a:pt x="96" y="4073"/>
                  </a:cubicBezTo>
                  <a:lnTo>
                    <a:pt x="16253" y="394"/>
                  </a:lnTo>
                  <a:cubicBezTo>
                    <a:pt x="16074" y="346"/>
                    <a:pt x="15931" y="203"/>
                    <a:pt x="1593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8"/>
            <p:cNvSpPr/>
            <p:nvPr/>
          </p:nvSpPr>
          <p:spPr>
            <a:xfrm>
              <a:off x="6728200" y="4251550"/>
              <a:ext cx="2725" cy="2100"/>
            </a:xfrm>
            <a:custGeom>
              <a:rect b="b" l="l" r="r" t="t"/>
              <a:pathLst>
                <a:path extrusionOk="0" h="84" w="109">
                  <a:moveTo>
                    <a:pt x="72" y="0"/>
                  </a:moveTo>
                  <a:cubicBezTo>
                    <a:pt x="60" y="24"/>
                    <a:pt x="25" y="60"/>
                    <a:pt x="1" y="84"/>
                  </a:cubicBezTo>
                  <a:lnTo>
                    <a:pt x="108" y="60"/>
                  </a:ln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8"/>
            <p:cNvSpPr/>
            <p:nvPr/>
          </p:nvSpPr>
          <p:spPr>
            <a:xfrm>
              <a:off x="6736250" y="4181300"/>
              <a:ext cx="261950" cy="69375"/>
            </a:xfrm>
            <a:custGeom>
              <a:rect b="b" l="l" r="r" t="t"/>
              <a:pathLst>
                <a:path extrusionOk="0" h="2775" w="10478">
                  <a:moveTo>
                    <a:pt x="10442" y="0"/>
                  </a:moveTo>
                  <a:lnTo>
                    <a:pt x="4334" y="1382"/>
                  </a:lnTo>
                  <a:lnTo>
                    <a:pt x="3775" y="1513"/>
                  </a:lnTo>
                  <a:lnTo>
                    <a:pt x="0" y="2382"/>
                  </a:lnTo>
                  <a:lnTo>
                    <a:pt x="227" y="2775"/>
                  </a:lnTo>
                  <a:lnTo>
                    <a:pt x="4215" y="1870"/>
                  </a:lnTo>
                  <a:lnTo>
                    <a:pt x="4787" y="1739"/>
                  </a:lnTo>
                  <a:lnTo>
                    <a:pt x="10478" y="441"/>
                  </a:lnTo>
                  <a:cubicBezTo>
                    <a:pt x="10442" y="322"/>
                    <a:pt x="10406" y="203"/>
                    <a:pt x="10418" y="72"/>
                  </a:cubicBezTo>
                  <a:cubicBezTo>
                    <a:pt x="10418" y="36"/>
                    <a:pt x="10442" y="24"/>
                    <a:pt x="1044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8"/>
            <p:cNvSpPr/>
            <p:nvPr/>
          </p:nvSpPr>
          <p:spPr>
            <a:xfrm>
              <a:off x="6640400" y="4078600"/>
              <a:ext cx="213150" cy="382525"/>
            </a:xfrm>
            <a:custGeom>
              <a:rect b="b" l="l" r="r" t="t"/>
              <a:pathLst>
                <a:path extrusionOk="0" h="15301" w="8526">
                  <a:moveTo>
                    <a:pt x="405" y="1"/>
                  </a:moveTo>
                  <a:cubicBezTo>
                    <a:pt x="286" y="84"/>
                    <a:pt x="143" y="156"/>
                    <a:pt x="1" y="191"/>
                  </a:cubicBezTo>
                  <a:lnTo>
                    <a:pt x="3275" y="6275"/>
                  </a:lnTo>
                  <a:lnTo>
                    <a:pt x="3322" y="6275"/>
                  </a:lnTo>
                  <a:cubicBezTo>
                    <a:pt x="3537" y="6311"/>
                    <a:pt x="3703" y="6502"/>
                    <a:pt x="3691" y="6728"/>
                  </a:cubicBezTo>
                  <a:cubicBezTo>
                    <a:pt x="3680" y="6799"/>
                    <a:pt x="3644" y="6859"/>
                    <a:pt x="3620" y="6918"/>
                  </a:cubicBezTo>
                  <a:lnTo>
                    <a:pt x="3644" y="6978"/>
                  </a:lnTo>
                  <a:lnTo>
                    <a:pt x="8121" y="15300"/>
                  </a:lnTo>
                  <a:lnTo>
                    <a:pt x="8180" y="15193"/>
                  </a:lnTo>
                  <a:cubicBezTo>
                    <a:pt x="8204" y="15193"/>
                    <a:pt x="8204" y="15181"/>
                    <a:pt x="8216" y="15157"/>
                  </a:cubicBezTo>
                  <a:lnTo>
                    <a:pt x="8228" y="15146"/>
                  </a:lnTo>
                  <a:lnTo>
                    <a:pt x="8240" y="15134"/>
                  </a:lnTo>
                  <a:cubicBezTo>
                    <a:pt x="8240" y="15122"/>
                    <a:pt x="8263" y="15122"/>
                    <a:pt x="8263" y="15122"/>
                  </a:cubicBezTo>
                  <a:cubicBezTo>
                    <a:pt x="8263" y="15122"/>
                    <a:pt x="8263" y="15098"/>
                    <a:pt x="8275" y="15098"/>
                  </a:cubicBezTo>
                  <a:lnTo>
                    <a:pt x="8287" y="15098"/>
                  </a:lnTo>
                  <a:cubicBezTo>
                    <a:pt x="8287" y="15086"/>
                    <a:pt x="8299" y="15086"/>
                    <a:pt x="8299" y="15086"/>
                  </a:cubicBezTo>
                  <a:lnTo>
                    <a:pt x="8525" y="15026"/>
                  </a:lnTo>
                  <a:lnTo>
                    <a:pt x="4120" y="6871"/>
                  </a:lnTo>
                  <a:lnTo>
                    <a:pt x="3894" y="6466"/>
                  </a:lnTo>
                  <a:lnTo>
                    <a:pt x="441" y="72"/>
                  </a:lnTo>
                  <a:lnTo>
                    <a:pt x="40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8"/>
            <p:cNvSpPr/>
            <p:nvPr/>
          </p:nvSpPr>
          <p:spPr>
            <a:xfrm>
              <a:off x="6851450" y="4463175"/>
              <a:ext cx="184850" cy="115525"/>
            </a:xfrm>
            <a:custGeom>
              <a:rect b="b" l="l" r="r" t="t"/>
              <a:pathLst>
                <a:path extrusionOk="0" h="4621" w="7394">
                  <a:moveTo>
                    <a:pt x="488" y="1"/>
                  </a:moveTo>
                  <a:lnTo>
                    <a:pt x="60" y="108"/>
                  </a:lnTo>
                  <a:lnTo>
                    <a:pt x="0" y="227"/>
                  </a:lnTo>
                  <a:lnTo>
                    <a:pt x="7394" y="4620"/>
                  </a:lnTo>
                  <a:lnTo>
                    <a:pt x="7394" y="4096"/>
                  </a:lnTo>
                  <a:lnTo>
                    <a:pt x="48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8"/>
            <p:cNvSpPr/>
            <p:nvPr/>
          </p:nvSpPr>
          <p:spPr>
            <a:xfrm>
              <a:off x="6847575" y="4406025"/>
              <a:ext cx="188425" cy="60450"/>
            </a:xfrm>
            <a:custGeom>
              <a:rect b="b" l="l" r="r" t="t"/>
              <a:pathLst>
                <a:path extrusionOk="0" h="2418" w="7537">
                  <a:moveTo>
                    <a:pt x="17" y="1997"/>
                  </a:moveTo>
                  <a:cubicBezTo>
                    <a:pt x="11" y="1998"/>
                    <a:pt x="6" y="2000"/>
                    <a:pt x="0" y="2001"/>
                  </a:cubicBezTo>
                  <a:lnTo>
                    <a:pt x="17" y="1997"/>
                  </a:lnTo>
                  <a:close/>
                  <a:moveTo>
                    <a:pt x="7537" y="1"/>
                  </a:moveTo>
                  <a:lnTo>
                    <a:pt x="167" y="1965"/>
                  </a:lnTo>
                  <a:lnTo>
                    <a:pt x="17" y="1997"/>
                  </a:lnTo>
                  <a:lnTo>
                    <a:pt x="17" y="1997"/>
                  </a:lnTo>
                  <a:cubicBezTo>
                    <a:pt x="29" y="1995"/>
                    <a:pt x="43" y="1994"/>
                    <a:pt x="57" y="1994"/>
                  </a:cubicBezTo>
                  <a:cubicBezTo>
                    <a:pt x="92" y="1994"/>
                    <a:pt x="129" y="2002"/>
                    <a:pt x="167" y="2025"/>
                  </a:cubicBezTo>
                  <a:cubicBezTo>
                    <a:pt x="286" y="2084"/>
                    <a:pt x="310" y="2215"/>
                    <a:pt x="250" y="2322"/>
                  </a:cubicBezTo>
                  <a:lnTo>
                    <a:pt x="215" y="2418"/>
                  </a:lnTo>
                  <a:lnTo>
                    <a:pt x="631" y="2299"/>
                  </a:lnTo>
                  <a:lnTo>
                    <a:pt x="7537" y="453"/>
                  </a:lnTo>
                  <a:lnTo>
                    <a:pt x="753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8"/>
            <p:cNvSpPr/>
            <p:nvPr/>
          </p:nvSpPr>
          <p:spPr>
            <a:xfrm>
              <a:off x="6725825" y="4654575"/>
              <a:ext cx="17300" cy="9550"/>
            </a:xfrm>
            <a:custGeom>
              <a:rect b="b" l="l" r="r" t="t"/>
              <a:pathLst>
                <a:path extrusionOk="0" h="382" w="692">
                  <a:moveTo>
                    <a:pt x="227" y="0"/>
                  </a:moveTo>
                  <a:lnTo>
                    <a:pt x="1" y="381"/>
                  </a:lnTo>
                  <a:lnTo>
                    <a:pt x="525" y="381"/>
                  </a:lnTo>
                  <a:lnTo>
                    <a:pt x="691" y="84"/>
                  </a:ln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8"/>
            <p:cNvSpPr/>
            <p:nvPr/>
          </p:nvSpPr>
          <p:spPr>
            <a:xfrm>
              <a:off x="6737150" y="4455550"/>
              <a:ext cx="117875" cy="190425"/>
            </a:xfrm>
            <a:custGeom>
              <a:rect b="b" l="l" r="r" t="t"/>
              <a:pathLst>
                <a:path extrusionOk="0" h="7617" w="4715">
                  <a:moveTo>
                    <a:pt x="4478" y="0"/>
                  </a:moveTo>
                  <a:cubicBezTo>
                    <a:pt x="4455" y="0"/>
                    <a:pt x="4430" y="3"/>
                    <a:pt x="4405" y="8"/>
                  </a:cubicBezTo>
                  <a:cubicBezTo>
                    <a:pt x="4405" y="20"/>
                    <a:pt x="4382" y="20"/>
                    <a:pt x="4382" y="20"/>
                  </a:cubicBezTo>
                  <a:lnTo>
                    <a:pt x="4370" y="20"/>
                  </a:lnTo>
                  <a:lnTo>
                    <a:pt x="4358" y="32"/>
                  </a:lnTo>
                  <a:cubicBezTo>
                    <a:pt x="4358" y="56"/>
                    <a:pt x="4346" y="56"/>
                    <a:pt x="4346" y="56"/>
                  </a:cubicBezTo>
                  <a:lnTo>
                    <a:pt x="4334" y="68"/>
                  </a:lnTo>
                  <a:lnTo>
                    <a:pt x="4310" y="79"/>
                  </a:lnTo>
                  <a:cubicBezTo>
                    <a:pt x="4298" y="79"/>
                    <a:pt x="4298" y="91"/>
                    <a:pt x="4286" y="115"/>
                  </a:cubicBezTo>
                  <a:lnTo>
                    <a:pt x="4227" y="222"/>
                  </a:lnTo>
                  <a:lnTo>
                    <a:pt x="0" y="7521"/>
                  </a:lnTo>
                  <a:lnTo>
                    <a:pt x="453" y="7616"/>
                  </a:lnTo>
                  <a:lnTo>
                    <a:pt x="4548" y="508"/>
                  </a:lnTo>
                  <a:lnTo>
                    <a:pt x="4608" y="389"/>
                  </a:lnTo>
                  <a:lnTo>
                    <a:pt x="4655" y="318"/>
                  </a:lnTo>
                  <a:cubicBezTo>
                    <a:pt x="4715" y="210"/>
                    <a:pt x="4667" y="79"/>
                    <a:pt x="4560" y="20"/>
                  </a:cubicBezTo>
                  <a:cubicBezTo>
                    <a:pt x="4539" y="6"/>
                    <a:pt x="4510" y="0"/>
                    <a:pt x="447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8"/>
            <p:cNvSpPr/>
            <p:nvPr/>
          </p:nvSpPr>
          <p:spPr>
            <a:xfrm>
              <a:off x="6337975" y="4576300"/>
              <a:ext cx="3900" cy="5375"/>
            </a:xfrm>
            <a:custGeom>
              <a:rect b="b" l="l" r="r" t="t"/>
              <a:pathLst>
                <a:path extrusionOk="0" h="215" w="156">
                  <a:moveTo>
                    <a:pt x="1" y="0"/>
                  </a:moveTo>
                  <a:lnTo>
                    <a:pt x="1" y="0"/>
                  </a:lnTo>
                  <a:cubicBezTo>
                    <a:pt x="13" y="95"/>
                    <a:pt x="72" y="179"/>
                    <a:pt x="156" y="214"/>
                  </a:cubicBezTo>
                  <a:lnTo>
                    <a:pt x="156" y="48"/>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8"/>
            <p:cNvSpPr/>
            <p:nvPr/>
          </p:nvSpPr>
          <p:spPr>
            <a:xfrm>
              <a:off x="6410025" y="4583425"/>
              <a:ext cx="434000" cy="80700"/>
            </a:xfrm>
            <a:custGeom>
              <a:rect b="b" l="l" r="r" t="t"/>
              <a:pathLst>
                <a:path extrusionOk="0" h="3228" w="17360">
                  <a:moveTo>
                    <a:pt x="107" y="1"/>
                  </a:moveTo>
                  <a:cubicBezTo>
                    <a:pt x="95" y="144"/>
                    <a:pt x="60" y="298"/>
                    <a:pt x="0" y="429"/>
                  </a:cubicBezTo>
                  <a:lnTo>
                    <a:pt x="12859" y="2846"/>
                  </a:lnTo>
                  <a:lnTo>
                    <a:pt x="13323" y="2930"/>
                  </a:lnTo>
                  <a:lnTo>
                    <a:pt x="14931" y="3227"/>
                  </a:lnTo>
                  <a:lnTo>
                    <a:pt x="17359" y="3227"/>
                  </a:lnTo>
                  <a:lnTo>
                    <a:pt x="13561" y="2513"/>
                  </a:lnTo>
                  <a:lnTo>
                    <a:pt x="13097" y="2418"/>
                  </a:lnTo>
                  <a:lnTo>
                    <a:pt x="10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8"/>
            <p:cNvSpPr/>
            <p:nvPr/>
          </p:nvSpPr>
          <p:spPr>
            <a:xfrm>
              <a:off x="5778675" y="4344125"/>
              <a:ext cx="436700" cy="105675"/>
            </a:xfrm>
            <a:custGeom>
              <a:rect b="b" l="l" r="r" t="t"/>
              <a:pathLst>
                <a:path extrusionOk="0" h="4227" w="17468">
                  <a:moveTo>
                    <a:pt x="17384" y="0"/>
                  </a:moveTo>
                  <a:lnTo>
                    <a:pt x="1" y="3786"/>
                  </a:lnTo>
                  <a:cubicBezTo>
                    <a:pt x="25" y="3905"/>
                    <a:pt x="60" y="4048"/>
                    <a:pt x="49" y="4179"/>
                  </a:cubicBezTo>
                  <a:lnTo>
                    <a:pt x="49" y="4227"/>
                  </a:lnTo>
                  <a:lnTo>
                    <a:pt x="17467" y="429"/>
                  </a:lnTo>
                  <a:cubicBezTo>
                    <a:pt x="17432" y="286"/>
                    <a:pt x="17396" y="155"/>
                    <a:pt x="1738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8"/>
            <p:cNvSpPr/>
            <p:nvPr/>
          </p:nvSpPr>
          <p:spPr>
            <a:xfrm>
              <a:off x="5778975" y="4449775"/>
              <a:ext cx="566475" cy="127425"/>
            </a:xfrm>
            <a:custGeom>
              <a:rect b="b" l="l" r="r" t="t"/>
              <a:pathLst>
                <a:path extrusionOk="0" h="5097" w="22659">
                  <a:moveTo>
                    <a:pt x="48" y="1"/>
                  </a:moveTo>
                  <a:cubicBezTo>
                    <a:pt x="37" y="72"/>
                    <a:pt x="13" y="132"/>
                    <a:pt x="1" y="191"/>
                  </a:cubicBezTo>
                  <a:lnTo>
                    <a:pt x="691" y="596"/>
                  </a:lnTo>
                  <a:lnTo>
                    <a:pt x="22373" y="5061"/>
                  </a:lnTo>
                  <a:lnTo>
                    <a:pt x="22539" y="5097"/>
                  </a:lnTo>
                  <a:cubicBezTo>
                    <a:pt x="22551" y="4942"/>
                    <a:pt x="22575" y="4799"/>
                    <a:pt x="22658" y="4656"/>
                  </a:cubicBez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8"/>
            <p:cNvSpPr/>
            <p:nvPr/>
          </p:nvSpPr>
          <p:spPr>
            <a:xfrm>
              <a:off x="6395425" y="4603375"/>
              <a:ext cx="42600" cy="60750"/>
            </a:xfrm>
            <a:custGeom>
              <a:rect b="b" l="l" r="r" t="t"/>
              <a:pathLst>
                <a:path extrusionOk="0" h="2430" w="1704">
                  <a:moveTo>
                    <a:pt x="346" y="0"/>
                  </a:moveTo>
                  <a:cubicBezTo>
                    <a:pt x="239" y="120"/>
                    <a:pt x="144" y="215"/>
                    <a:pt x="1" y="286"/>
                  </a:cubicBezTo>
                  <a:lnTo>
                    <a:pt x="1191" y="2429"/>
                  </a:lnTo>
                  <a:lnTo>
                    <a:pt x="1703" y="2429"/>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8"/>
            <p:cNvSpPr/>
            <p:nvPr/>
          </p:nvSpPr>
          <p:spPr>
            <a:xfrm>
              <a:off x="6271300" y="4385800"/>
              <a:ext cx="100350" cy="163725"/>
            </a:xfrm>
            <a:custGeom>
              <a:rect b="b" l="l" r="r" t="t"/>
              <a:pathLst>
                <a:path extrusionOk="0" h="6549" w="4014">
                  <a:moveTo>
                    <a:pt x="429" y="0"/>
                  </a:moveTo>
                  <a:cubicBezTo>
                    <a:pt x="298" y="60"/>
                    <a:pt x="144" y="107"/>
                    <a:pt x="1" y="131"/>
                  </a:cubicBezTo>
                  <a:lnTo>
                    <a:pt x="3585" y="6548"/>
                  </a:lnTo>
                  <a:cubicBezTo>
                    <a:pt x="3716" y="6477"/>
                    <a:pt x="3870" y="6429"/>
                    <a:pt x="4013" y="6406"/>
                  </a:cubicBezTo>
                  <a:lnTo>
                    <a:pt x="42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8"/>
            <p:cNvSpPr/>
            <p:nvPr/>
          </p:nvSpPr>
          <p:spPr>
            <a:xfrm>
              <a:off x="5772725" y="4454250"/>
              <a:ext cx="364950" cy="209875"/>
            </a:xfrm>
            <a:custGeom>
              <a:rect b="b" l="l" r="r" t="t"/>
              <a:pathLst>
                <a:path extrusionOk="0" h="8395" w="14598">
                  <a:moveTo>
                    <a:pt x="239" y="0"/>
                  </a:moveTo>
                  <a:cubicBezTo>
                    <a:pt x="179" y="155"/>
                    <a:pt x="108" y="286"/>
                    <a:pt x="1" y="393"/>
                  </a:cubicBezTo>
                  <a:lnTo>
                    <a:pt x="13705" y="8394"/>
                  </a:lnTo>
                  <a:lnTo>
                    <a:pt x="14598" y="8394"/>
                  </a:lnTo>
                  <a:lnTo>
                    <a:pt x="918" y="417"/>
                  </a:ln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8"/>
            <p:cNvSpPr/>
            <p:nvPr/>
          </p:nvSpPr>
          <p:spPr>
            <a:xfrm>
              <a:off x="6341850" y="4544475"/>
              <a:ext cx="72350" cy="71050"/>
            </a:xfrm>
            <a:custGeom>
              <a:rect b="b" l="l" r="r" t="t"/>
              <a:pathLst>
                <a:path extrusionOk="0" h="2842" w="2894">
                  <a:moveTo>
                    <a:pt x="1417" y="1"/>
                  </a:moveTo>
                  <a:cubicBezTo>
                    <a:pt x="1338" y="1"/>
                    <a:pt x="1261" y="15"/>
                    <a:pt x="1179" y="23"/>
                  </a:cubicBezTo>
                  <a:cubicBezTo>
                    <a:pt x="1036" y="59"/>
                    <a:pt x="882" y="94"/>
                    <a:pt x="751" y="166"/>
                  </a:cubicBezTo>
                  <a:cubicBezTo>
                    <a:pt x="465" y="321"/>
                    <a:pt x="239" y="559"/>
                    <a:pt x="108" y="856"/>
                  </a:cubicBezTo>
                  <a:cubicBezTo>
                    <a:pt x="60" y="987"/>
                    <a:pt x="24" y="1142"/>
                    <a:pt x="1" y="1285"/>
                  </a:cubicBezTo>
                  <a:lnTo>
                    <a:pt x="1" y="1297"/>
                  </a:lnTo>
                  <a:lnTo>
                    <a:pt x="1" y="1464"/>
                  </a:lnTo>
                  <a:cubicBezTo>
                    <a:pt x="36" y="2178"/>
                    <a:pt x="584" y="2773"/>
                    <a:pt x="1298" y="2833"/>
                  </a:cubicBezTo>
                  <a:cubicBezTo>
                    <a:pt x="1351" y="2839"/>
                    <a:pt x="1403" y="2842"/>
                    <a:pt x="1455" y="2842"/>
                  </a:cubicBezTo>
                  <a:cubicBezTo>
                    <a:pt x="1707" y="2842"/>
                    <a:pt x="1946" y="2771"/>
                    <a:pt x="2144" y="2642"/>
                  </a:cubicBezTo>
                  <a:cubicBezTo>
                    <a:pt x="2287" y="2571"/>
                    <a:pt x="2382" y="2476"/>
                    <a:pt x="2489" y="2345"/>
                  </a:cubicBezTo>
                  <a:cubicBezTo>
                    <a:pt x="2584" y="2225"/>
                    <a:pt x="2656" y="2106"/>
                    <a:pt x="2715" y="1975"/>
                  </a:cubicBezTo>
                  <a:cubicBezTo>
                    <a:pt x="2775" y="1833"/>
                    <a:pt x="2799" y="1690"/>
                    <a:pt x="2822" y="1535"/>
                  </a:cubicBezTo>
                  <a:cubicBezTo>
                    <a:pt x="2894" y="761"/>
                    <a:pt x="2310" y="82"/>
                    <a:pt x="1525" y="11"/>
                  </a:cubicBezTo>
                  <a:cubicBezTo>
                    <a:pt x="1488" y="4"/>
                    <a:pt x="1452" y="1"/>
                    <a:pt x="141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8"/>
            <p:cNvSpPr/>
            <p:nvPr/>
          </p:nvSpPr>
          <p:spPr>
            <a:xfrm>
              <a:off x="6212375" y="4289200"/>
              <a:ext cx="100625" cy="100600"/>
            </a:xfrm>
            <a:custGeom>
              <a:rect b="b" l="l" r="r" t="t"/>
              <a:pathLst>
                <a:path extrusionOk="0" h="4024" w="4025">
                  <a:moveTo>
                    <a:pt x="2038" y="1"/>
                  </a:moveTo>
                  <a:cubicBezTo>
                    <a:pt x="1006" y="1"/>
                    <a:pt x="115" y="796"/>
                    <a:pt x="24" y="1840"/>
                  </a:cubicBezTo>
                  <a:cubicBezTo>
                    <a:pt x="0" y="1959"/>
                    <a:pt x="0" y="2078"/>
                    <a:pt x="24" y="2197"/>
                  </a:cubicBezTo>
                  <a:cubicBezTo>
                    <a:pt x="36" y="2352"/>
                    <a:pt x="60" y="2495"/>
                    <a:pt x="108" y="2626"/>
                  </a:cubicBezTo>
                  <a:cubicBezTo>
                    <a:pt x="358" y="3376"/>
                    <a:pt x="1036" y="3935"/>
                    <a:pt x="1846" y="4019"/>
                  </a:cubicBezTo>
                  <a:cubicBezTo>
                    <a:pt x="1890" y="4022"/>
                    <a:pt x="1934" y="4023"/>
                    <a:pt x="1978" y="4023"/>
                  </a:cubicBezTo>
                  <a:cubicBezTo>
                    <a:pt x="2107" y="4023"/>
                    <a:pt x="2230" y="4010"/>
                    <a:pt x="2346" y="3983"/>
                  </a:cubicBezTo>
                  <a:cubicBezTo>
                    <a:pt x="2501" y="3971"/>
                    <a:pt x="2655" y="3924"/>
                    <a:pt x="2786" y="3864"/>
                  </a:cubicBezTo>
                  <a:cubicBezTo>
                    <a:pt x="3417" y="3602"/>
                    <a:pt x="3894" y="3031"/>
                    <a:pt x="4013" y="2328"/>
                  </a:cubicBezTo>
                  <a:cubicBezTo>
                    <a:pt x="4013" y="2292"/>
                    <a:pt x="4025" y="2233"/>
                    <a:pt x="4025" y="2185"/>
                  </a:cubicBezTo>
                  <a:lnTo>
                    <a:pt x="4025" y="1899"/>
                  </a:lnTo>
                  <a:cubicBezTo>
                    <a:pt x="3989" y="1578"/>
                    <a:pt x="3906" y="1257"/>
                    <a:pt x="3739" y="995"/>
                  </a:cubicBezTo>
                  <a:cubicBezTo>
                    <a:pt x="3667" y="864"/>
                    <a:pt x="3572" y="745"/>
                    <a:pt x="3465" y="637"/>
                  </a:cubicBezTo>
                  <a:cubicBezTo>
                    <a:pt x="3144" y="292"/>
                    <a:pt x="2703" y="54"/>
                    <a:pt x="2191" y="6"/>
                  </a:cubicBezTo>
                  <a:cubicBezTo>
                    <a:pt x="2140" y="2"/>
                    <a:pt x="2089" y="1"/>
                    <a:pt x="20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8"/>
            <p:cNvSpPr/>
            <p:nvPr/>
          </p:nvSpPr>
          <p:spPr>
            <a:xfrm>
              <a:off x="6886575" y="1575550"/>
              <a:ext cx="19050" cy="17950"/>
            </a:xfrm>
            <a:custGeom>
              <a:rect b="b" l="l" r="r" t="t"/>
              <a:pathLst>
                <a:path extrusionOk="0" h="718" w="762">
                  <a:moveTo>
                    <a:pt x="367" y="0"/>
                  </a:moveTo>
                  <a:cubicBezTo>
                    <a:pt x="308" y="0"/>
                    <a:pt x="251" y="22"/>
                    <a:pt x="202" y="51"/>
                  </a:cubicBezTo>
                  <a:cubicBezTo>
                    <a:pt x="95" y="111"/>
                    <a:pt x="36" y="206"/>
                    <a:pt x="24" y="325"/>
                  </a:cubicBezTo>
                  <a:cubicBezTo>
                    <a:pt x="0" y="539"/>
                    <a:pt x="155" y="706"/>
                    <a:pt x="345" y="718"/>
                  </a:cubicBezTo>
                  <a:cubicBezTo>
                    <a:pt x="405" y="718"/>
                    <a:pt x="464" y="706"/>
                    <a:pt x="512" y="682"/>
                  </a:cubicBezTo>
                  <a:cubicBezTo>
                    <a:pt x="631" y="646"/>
                    <a:pt x="714" y="539"/>
                    <a:pt x="738" y="384"/>
                  </a:cubicBezTo>
                  <a:cubicBezTo>
                    <a:pt x="762" y="194"/>
                    <a:pt x="595" y="15"/>
                    <a:pt x="405" y="3"/>
                  </a:cubicBezTo>
                  <a:cubicBezTo>
                    <a:pt x="392" y="1"/>
                    <a:pt x="380" y="0"/>
                    <a:pt x="3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8"/>
            <p:cNvSpPr/>
            <p:nvPr/>
          </p:nvSpPr>
          <p:spPr>
            <a:xfrm>
              <a:off x="6612725" y="2909675"/>
              <a:ext cx="36925" cy="36225"/>
            </a:xfrm>
            <a:custGeom>
              <a:rect b="b" l="l" r="r" t="t"/>
              <a:pathLst>
                <a:path extrusionOk="0" h="1449" w="1477">
                  <a:moveTo>
                    <a:pt x="765" y="1"/>
                  </a:moveTo>
                  <a:cubicBezTo>
                    <a:pt x="380" y="1"/>
                    <a:pt x="59" y="291"/>
                    <a:pt x="36" y="669"/>
                  </a:cubicBezTo>
                  <a:cubicBezTo>
                    <a:pt x="0" y="1074"/>
                    <a:pt x="298" y="1419"/>
                    <a:pt x="703" y="1443"/>
                  </a:cubicBezTo>
                  <a:cubicBezTo>
                    <a:pt x="732" y="1446"/>
                    <a:pt x="761" y="1448"/>
                    <a:pt x="790" y="1448"/>
                  </a:cubicBezTo>
                  <a:cubicBezTo>
                    <a:pt x="1039" y="1448"/>
                    <a:pt x="1252" y="1312"/>
                    <a:pt x="1369" y="1109"/>
                  </a:cubicBezTo>
                  <a:cubicBezTo>
                    <a:pt x="1429" y="1014"/>
                    <a:pt x="1465" y="907"/>
                    <a:pt x="1477" y="788"/>
                  </a:cubicBezTo>
                  <a:cubicBezTo>
                    <a:pt x="1477" y="752"/>
                    <a:pt x="1477" y="705"/>
                    <a:pt x="1465" y="657"/>
                  </a:cubicBezTo>
                  <a:lnTo>
                    <a:pt x="1465" y="645"/>
                  </a:lnTo>
                  <a:cubicBezTo>
                    <a:pt x="1417" y="312"/>
                    <a:pt x="1167" y="38"/>
                    <a:pt x="810" y="2"/>
                  </a:cubicBezTo>
                  <a:cubicBezTo>
                    <a:pt x="795" y="1"/>
                    <a:pt x="780" y="1"/>
                    <a:pt x="7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8"/>
            <p:cNvSpPr/>
            <p:nvPr/>
          </p:nvSpPr>
          <p:spPr>
            <a:xfrm>
              <a:off x="6607950" y="4033250"/>
              <a:ext cx="50925" cy="50550"/>
            </a:xfrm>
            <a:custGeom>
              <a:rect b="b" l="l" r="r" t="t"/>
              <a:pathLst>
                <a:path extrusionOk="0" h="2022" w="2037">
                  <a:moveTo>
                    <a:pt x="1019" y="1"/>
                  </a:moveTo>
                  <a:cubicBezTo>
                    <a:pt x="930" y="1"/>
                    <a:pt x="843" y="14"/>
                    <a:pt x="763" y="41"/>
                  </a:cubicBezTo>
                  <a:cubicBezTo>
                    <a:pt x="358" y="148"/>
                    <a:pt x="48" y="505"/>
                    <a:pt x="13" y="934"/>
                  </a:cubicBezTo>
                  <a:cubicBezTo>
                    <a:pt x="1" y="1124"/>
                    <a:pt x="25" y="1291"/>
                    <a:pt x="108" y="1458"/>
                  </a:cubicBezTo>
                  <a:cubicBezTo>
                    <a:pt x="179" y="1600"/>
                    <a:pt x="275" y="1720"/>
                    <a:pt x="394" y="1815"/>
                  </a:cubicBezTo>
                  <a:cubicBezTo>
                    <a:pt x="537" y="1934"/>
                    <a:pt x="727" y="2005"/>
                    <a:pt x="941" y="2017"/>
                  </a:cubicBezTo>
                  <a:cubicBezTo>
                    <a:pt x="969" y="2020"/>
                    <a:pt x="997" y="2021"/>
                    <a:pt x="1024" y="2021"/>
                  </a:cubicBezTo>
                  <a:cubicBezTo>
                    <a:pt x="1110" y="2021"/>
                    <a:pt x="1187" y="2006"/>
                    <a:pt x="1251" y="1970"/>
                  </a:cubicBezTo>
                  <a:cubicBezTo>
                    <a:pt x="1406" y="1946"/>
                    <a:pt x="1537" y="1874"/>
                    <a:pt x="1656" y="1779"/>
                  </a:cubicBezTo>
                  <a:cubicBezTo>
                    <a:pt x="1775" y="1696"/>
                    <a:pt x="1858" y="1589"/>
                    <a:pt x="1918" y="1470"/>
                  </a:cubicBezTo>
                  <a:cubicBezTo>
                    <a:pt x="1977" y="1350"/>
                    <a:pt x="2013" y="1219"/>
                    <a:pt x="2025" y="1077"/>
                  </a:cubicBezTo>
                  <a:cubicBezTo>
                    <a:pt x="2037" y="874"/>
                    <a:pt x="2001" y="660"/>
                    <a:pt x="1894" y="505"/>
                  </a:cubicBezTo>
                  <a:cubicBezTo>
                    <a:pt x="1799" y="362"/>
                    <a:pt x="1703" y="267"/>
                    <a:pt x="1584" y="172"/>
                  </a:cubicBezTo>
                  <a:cubicBezTo>
                    <a:pt x="1465" y="100"/>
                    <a:pt x="1346" y="53"/>
                    <a:pt x="1203" y="29"/>
                  </a:cubicBezTo>
                  <a:cubicBezTo>
                    <a:pt x="1179" y="29"/>
                    <a:pt x="1132" y="5"/>
                    <a:pt x="1108" y="5"/>
                  </a:cubicBezTo>
                  <a:cubicBezTo>
                    <a:pt x="1078" y="2"/>
                    <a:pt x="1049" y="1"/>
                    <a:pt x="101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8"/>
            <p:cNvSpPr/>
            <p:nvPr/>
          </p:nvSpPr>
          <p:spPr>
            <a:xfrm>
              <a:off x="6996400" y="4166875"/>
              <a:ext cx="36325" cy="36000"/>
            </a:xfrm>
            <a:custGeom>
              <a:rect b="b" l="l" r="r" t="t"/>
              <a:pathLst>
                <a:path extrusionOk="0" h="1440" w="1453">
                  <a:moveTo>
                    <a:pt x="733" y="1"/>
                  </a:moveTo>
                  <a:cubicBezTo>
                    <a:pt x="700" y="1"/>
                    <a:pt x="671" y="6"/>
                    <a:pt x="631" y="6"/>
                  </a:cubicBezTo>
                  <a:cubicBezTo>
                    <a:pt x="465" y="18"/>
                    <a:pt x="334" y="101"/>
                    <a:pt x="227" y="196"/>
                  </a:cubicBezTo>
                  <a:cubicBezTo>
                    <a:pt x="119" y="304"/>
                    <a:pt x="60" y="423"/>
                    <a:pt x="36" y="577"/>
                  </a:cubicBezTo>
                  <a:cubicBezTo>
                    <a:pt x="36" y="601"/>
                    <a:pt x="12" y="613"/>
                    <a:pt x="12" y="649"/>
                  </a:cubicBezTo>
                  <a:cubicBezTo>
                    <a:pt x="0" y="780"/>
                    <a:pt x="36" y="899"/>
                    <a:pt x="84" y="1030"/>
                  </a:cubicBezTo>
                  <a:cubicBezTo>
                    <a:pt x="191" y="1256"/>
                    <a:pt x="405" y="1423"/>
                    <a:pt x="667" y="1435"/>
                  </a:cubicBezTo>
                  <a:cubicBezTo>
                    <a:pt x="696" y="1438"/>
                    <a:pt x="724" y="1440"/>
                    <a:pt x="752" y="1440"/>
                  </a:cubicBezTo>
                  <a:cubicBezTo>
                    <a:pt x="1119" y="1440"/>
                    <a:pt x="1419" y="1156"/>
                    <a:pt x="1441" y="780"/>
                  </a:cubicBezTo>
                  <a:cubicBezTo>
                    <a:pt x="1453" y="399"/>
                    <a:pt x="1155" y="42"/>
                    <a:pt x="786" y="6"/>
                  </a:cubicBezTo>
                  <a:cubicBezTo>
                    <a:pt x="766" y="2"/>
                    <a:pt x="749" y="1"/>
                    <a:pt x="73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8"/>
            <p:cNvSpPr/>
            <p:nvPr/>
          </p:nvSpPr>
          <p:spPr>
            <a:xfrm>
              <a:off x="6710350" y="4394000"/>
              <a:ext cx="37225" cy="35950"/>
            </a:xfrm>
            <a:custGeom>
              <a:rect b="b" l="l" r="r" t="t"/>
              <a:pathLst>
                <a:path extrusionOk="0" h="1438" w="1489">
                  <a:moveTo>
                    <a:pt x="737" y="0"/>
                  </a:moveTo>
                  <a:cubicBezTo>
                    <a:pt x="370" y="0"/>
                    <a:pt x="70" y="284"/>
                    <a:pt x="48" y="660"/>
                  </a:cubicBezTo>
                  <a:cubicBezTo>
                    <a:pt x="1" y="1053"/>
                    <a:pt x="298" y="1398"/>
                    <a:pt x="703" y="1434"/>
                  </a:cubicBezTo>
                  <a:cubicBezTo>
                    <a:pt x="724" y="1436"/>
                    <a:pt x="746" y="1437"/>
                    <a:pt x="767" y="1437"/>
                  </a:cubicBezTo>
                  <a:cubicBezTo>
                    <a:pt x="1133" y="1437"/>
                    <a:pt x="1443" y="1151"/>
                    <a:pt x="1477" y="779"/>
                  </a:cubicBezTo>
                  <a:cubicBezTo>
                    <a:pt x="1489" y="386"/>
                    <a:pt x="1203" y="41"/>
                    <a:pt x="822" y="5"/>
                  </a:cubicBezTo>
                  <a:cubicBezTo>
                    <a:pt x="793" y="2"/>
                    <a:pt x="765" y="0"/>
                    <a:pt x="73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8"/>
            <p:cNvSpPr/>
            <p:nvPr/>
          </p:nvSpPr>
          <p:spPr>
            <a:xfrm>
              <a:off x="6609750" y="3484075"/>
              <a:ext cx="35725" cy="35675"/>
            </a:xfrm>
            <a:custGeom>
              <a:rect b="b" l="l" r="r" t="t"/>
              <a:pathLst>
                <a:path extrusionOk="0" h="1427" w="1429">
                  <a:moveTo>
                    <a:pt x="700" y="1"/>
                  </a:moveTo>
                  <a:cubicBezTo>
                    <a:pt x="418" y="1"/>
                    <a:pt x="158" y="184"/>
                    <a:pt x="60" y="458"/>
                  </a:cubicBezTo>
                  <a:cubicBezTo>
                    <a:pt x="48" y="517"/>
                    <a:pt x="24" y="577"/>
                    <a:pt x="24" y="648"/>
                  </a:cubicBezTo>
                  <a:cubicBezTo>
                    <a:pt x="0" y="755"/>
                    <a:pt x="36" y="850"/>
                    <a:pt x="60" y="958"/>
                  </a:cubicBezTo>
                  <a:cubicBezTo>
                    <a:pt x="84" y="993"/>
                    <a:pt x="84" y="1005"/>
                    <a:pt x="95" y="1041"/>
                  </a:cubicBezTo>
                  <a:cubicBezTo>
                    <a:pt x="155" y="1172"/>
                    <a:pt x="274" y="1279"/>
                    <a:pt x="405" y="1350"/>
                  </a:cubicBezTo>
                  <a:cubicBezTo>
                    <a:pt x="417" y="1362"/>
                    <a:pt x="453" y="1362"/>
                    <a:pt x="465" y="1374"/>
                  </a:cubicBezTo>
                  <a:cubicBezTo>
                    <a:pt x="524" y="1398"/>
                    <a:pt x="584" y="1422"/>
                    <a:pt x="655" y="1422"/>
                  </a:cubicBezTo>
                  <a:cubicBezTo>
                    <a:pt x="683" y="1425"/>
                    <a:pt x="710" y="1427"/>
                    <a:pt x="736" y="1427"/>
                  </a:cubicBezTo>
                  <a:cubicBezTo>
                    <a:pt x="799" y="1427"/>
                    <a:pt x="858" y="1418"/>
                    <a:pt x="917" y="1410"/>
                  </a:cubicBezTo>
                  <a:cubicBezTo>
                    <a:pt x="1036" y="1374"/>
                    <a:pt x="1155" y="1315"/>
                    <a:pt x="1227" y="1243"/>
                  </a:cubicBezTo>
                  <a:lnTo>
                    <a:pt x="1238" y="1231"/>
                  </a:lnTo>
                  <a:cubicBezTo>
                    <a:pt x="1346" y="1112"/>
                    <a:pt x="1417" y="958"/>
                    <a:pt x="1429" y="779"/>
                  </a:cubicBezTo>
                  <a:cubicBezTo>
                    <a:pt x="1429" y="684"/>
                    <a:pt x="1429" y="600"/>
                    <a:pt x="1405" y="517"/>
                  </a:cubicBezTo>
                  <a:cubicBezTo>
                    <a:pt x="1358" y="362"/>
                    <a:pt x="1262" y="231"/>
                    <a:pt x="1143" y="148"/>
                  </a:cubicBezTo>
                  <a:cubicBezTo>
                    <a:pt x="1048" y="65"/>
                    <a:pt x="917" y="29"/>
                    <a:pt x="774" y="5"/>
                  </a:cubicBezTo>
                  <a:cubicBezTo>
                    <a:pt x="749" y="2"/>
                    <a:pt x="724" y="1"/>
                    <a:pt x="70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8"/>
            <p:cNvSpPr/>
            <p:nvPr/>
          </p:nvSpPr>
          <p:spPr>
            <a:xfrm>
              <a:off x="7027050" y="3205875"/>
              <a:ext cx="8950" cy="31275"/>
            </a:xfrm>
            <a:custGeom>
              <a:rect b="b" l="l" r="r" t="t"/>
              <a:pathLst>
                <a:path extrusionOk="0" h="1251" w="358">
                  <a:moveTo>
                    <a:pt x="358" y="1"/>
                  </a:moveTo>
                  <a:cubicBezTo>
                    <a:pt x="334" y="25"/>
                    <a:pt x="310" y="36"/>
                    <a:pt x="298" y="48"/>
                  </a:cubicBezTo>
                  <a:cubicBezTo>
                    <a:pt x="132" y="167"/>
                    <a:pt x="13" y="346"/>
                    <a:pt x="1" y="572"/>
                  </a:cubicBezTo>
                  <a:cubicBezTo>
                    <a:pt x="1" y="656"/>
                    <a:pt x="1" y="751"/>
                    <a:pt x="25" y="834"/>
                  </a:cubicBezTo>
                  <a:cubicBezTo>
                    <a:pt x="72" y="989"/>
                    <a:pt x="179" y="1108"/>
                    <a:pt x="275" y="1215"/>
                  </a:cubicBezTo>
                  <a:cubicBezTo>
                    <a:pt x="310" y="1227"/>
                    <a:pt x="322" y="1239"/>
                    <a:pt x="358" y="1251"/>
                  </a:cubicBezTo>
                  <a:lnTo>
                    <a:pt x="358" y="1"/>
                  </a:ln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8"/>
            <p:cNvSpPr/>
            <p:nvPr/>
          </p:nvSpPr>
          <p:spPr>
            <a:xfrm>
              <a:off x="6923175" y="1659900"/>
              <a:ext cx="35750" cy="35150"/>
            </a:xfrm>
            <a:custGeom>
              <a:rect b="b" l="l" r="r" t="t"/>
              <a:pathLst>
                <a:path extrusionOk="0" h="1406" w="1430">
                  <a:moveTo>
                    <a:pt x="681" y="1"/>
                  </a:moveTo>
                  <a:cubicBezTo>
                    <a:pt x="607" y="1"/>
                    <a:pt x="536" y="18"/>
                    <a:pt x="477" y="35"/>
                  </a:cubicBezTo>
                  <a:cubicBezTo>
                    <a:pt x="227" y="130"/>
                    <a:pt x="24" y="344"/>
                    <a:pt x="12" y="642"/>
                  </a:cubicBezTo>
                  <a:cubicBezTo>
                    <a:pt x="0" y="844"/>
                    <a:pt x="60" y="1035"/>
                    <a:pt x="179" y="1166"/>
                  </a:cubicBezTo>
                  <a:cubicBezTo>
                    <a:pt x="262" y="1285"/>
                    <a:pt x="405" y="1356"/>
                    <a:pt x="548" y="1392"/>
                  </a:cubicBezTo>
                  <a:cubicBezTo>
                    <a:pt x="584" y="1392"/>
                    <a:pt x="608" y="1404"/>
                    <a:pt x="655" y="1404"/>
                  </a:cubicBezTo>
                  <a:cubicBezTo>
                    <a:pt x="677" y="1405"/>
                    <a:pt x="698" y="1406"/>
                    <a:pt x="720" y="1406"/>
                  </a:cubicBezTo>
                  <a:cubicBezTo>
                    <a:pt x="874" y="1406"/>
                    <a:pt x="1016" y="1367"/>
                    <a:pt x="1132" y="1273"/>
                  </a:cubicBezTo>
                  <a:cubicBezTo>
                    <a:pt x="1263" y="1178"/>
                    <a:pt x="1370" y="1023"/>
                    <a:pt x="1394" y="844"/>
                  </a:cubicBezTo>
                  <a:cubicBezTo>
                    <a:pt x="1394" y="820"/>
                    <a:pt x="1417" y="797"/>
                    <a:pt x="1417" y="761"/>
                  </a:cubicBezTo>
                  <a:cubicBezTo>
                    <a:pt x="1429" y="546"/>
                    <a:pt x="1334" y="332"/>
                    <a:pt x="1191" y="189"/>
                  </a:cubicBezTo>
                  <a:cubicBezTo>
                    <a:pt x="1132" y="130"/>
                    <a:pt x="1060" y="82"/>
                    <a:pt x="977" y="46"/>
                  </a:cubicBezTo>
                  <a:cubicBezTo>
                    <a:pt x="917" y="35"/>
                    <a:pt x="846" y="11"/>
                    <a:pt x="774" y="11"/>
                  </a:cubicBezTo>
                  <a:cubicBezTo>
                    <a:pt x="743" y="4"/>
                    <a:pt x="712" y="1"/>
                    <a:pt x="6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8"/>
            <p:cNvSpPr/>
            <p:nvPr/>
          </p:nvSpPr>
          <p:spPr>
            <a:xfrm>
              <a:off x="6526400" y="2260750"/>
              <a:ext cx="36625" cy="35900"/>
            </a:xfrm>
            <a:custGeom>
              <a:rect b="b" l="l" r="r" t="t"/>
              <a:pathLst>
                <a:path extrusionOk="0" h="1436" w="1465">
                  <a:moveTo>
                    <a:pt x="756" y="1"/>
                  </a:moveTo>
                  <a:cubicBezTo>
                    <a:pt x="382" y="1"/>
                    <a:pt x="82" y="287"/>
                    <a:pt x="48" y="658"/>
                  </a:cubicBezTo>
                  <a:cubicBezTo>
                    <a:pt x="0" y="1063"/>
                    <a:pt x="298" y="1408"/>
                    <a:pt x="703" y="1432"/>
                  </a:cubicBezTo>
                  <a:cubicBezTo>
                    <a:pt x="727" y="1435"/>
                    <a:pt x="751" y="1436"/>
                    <a:pt x="775" y="1436"/>
                  </a:cubicBezTo>
                  <a:cubicBezTo>
                    <a:pt x="986" y="1436"/>
                    <a:pt x="1182" y="1343"/>
                    <a:pt x="1310" y="1182"/>
                  </a:cubicBezTo>
                  <a:cubicBezTo>
                    <a:pt x="1405" y="1075"/>
                    <a:pt x="1465" y="944"/>
                    <a:pt x="1465" y="765"/>
                  </a:cubicBezTo>
                  <a:lnTo>
                    <a:pt x="1465" y="754"/>
                  </a:lnTo>
                  <a:lnTo>
                    <a:pt x="1465" y="682"/>
                  </a:lnTo>
                  <a:cubicBezTo>
                    <a:pt x="1453" y="515"/>
                    <a:pt x="1393" y="384"/>
                    <a:pt x="1298" y="265"/>
                  </a:cubicBezTo>
                  <a:cubicBezTo>
                    <a:pt x="1179" y="123"/>
                    <a:pt x="1012" y="27"/>
                    <a:pt x="822" y="3"/>
                  </a:cubicBezTo>
                  <a:cubicBezTo>
                    <a:pt x="800" y="2"/>
                    <a:pt x="778" y="1"/>
                    <a:pt x="75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8"/>
            <p:cNvSpPr/>
            <p:nvPr/>
          </p:nvSpPr>
          <p:spPr>
            <a:xfrm>
              <a:off x="5728375" y="4421425"/>
              <a:ext cx="51825" cy="50475"/>
            </a:xfrm>
            <a:custGeom>
              <a:rect b="b" l="l" r="r" t="t"/>
              <a:pathLst>
                <a:path extrusionOk="0" h="2019" w="2073">
                  <a:moveTo>
                    <a:pt x="1045" y="0"/>
                  </a:moveTo>
                  <a:cubicBezTo>
                    <a:pt x="521" y="0"/>
                    <a:pt x="71" y="402"/>
                    <a:pt x="48" y="932"/>
                  </a:cubicBezTo>
                  <a:cubicBezTo>
                    <a:pt x="1" y="1492"/>
                    <a:pt x="418" y="1980"/>
                    <a:pt x="965" y="2016"/>
                  </a:cubicBezTo>
                  <a:cubicBezTo>
                    <a:pt x="992" y="2018"/>
                    <a:pt x="1019" y="2019"/>
                    <a:pt x="1046" y="2019"/>
                  </a:cubicBezTo>
                  <a:cubicBezTo>
                    <a:pt x="1333" y="2019"/>
                    <a:pt x="1579" y="1903"/>
                    <a:pt x="1775" y="1718"/>
                  </a:cubicBezTo>
                  <a:cubicBezTo>
                    <a:pt x="1870" y="1611"/>
                    <a:pt x="1965" y="1480"/>
                    <a:pt x="2013" y="1325"/>
                  </a:cubicBezTo>
                  <a:cubicBezTo>
                    <a:pt x="2037" y="1266"/>
                    <a:pt x="2037" y="1194"/>
                    <a:pt x="2061" y="1135"/>
                  </a:cubicBezTo>
                  <a:lnTo>
                    <a:pt x="2061" y="1123"/>
                  </a:lnTo>
                  <a:lnTo>
                    <a:pt x="2061" y="1075"/>
                  </a:lnTo>
                  <a:cubicBezTo>
                    <a:pt x="2072" y="944"/>
                    <a:pt x="2061" y="813"/>
                    <a:pt x="2013" y="671"/>
                  </a:cubicBezTo>
                  <a:cubicBezTo>
                    <a:pt x="1977" y="599"/>
                    <a:pt x="1942" y="528"/>
                    <a:pt x="1894" y="456"/>
                  </a:cubicBezTo>
                  <a:cubicBezTo>
                    <a:pt x="1822" y="337"/>
                    <a:pt x="1703" y="218"/>
                    <a:pt x="1561" y="135"/>
                  </a:cubicBezTo>
                  <a:cubicBezTo>
                    <a:pt x="1430" y="63"/>
                    <a:pt x="1275" y="16"/>
                    <a:pt x="1132" y="4"/>
                  </a:cubicBezTo>
                  <a:cubicBezTo>
                    <a:pt x="1103" y="1"/>
                    <a:pt x="1074" y="0"/>
                    <a:pt x="104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8"/>
            <p:cNvSpPr/>
            <p:nvPr/>
          </p:nvSpPr>
          <p:spPr>
            <a:xfrm>
              <a:off x="6710950" y="4235475"/>
              <a:ext cx="20850" cy="20600"/>
            </a:xfrm>
            <a:custGeom>
              <a:rect b="b" l="l" r="r" t="t"/>
              <a:pathLst>
                <a:path extrusionOk="0" h="824" w="834">
                  <a:moveTo>
                    <a:pt x="405" y="0"/>
                  </a:moveTo>
                  <a:cubicBezTo>
                    <a:pt x="203" y="0"/>
                    <a:pt x="24" y="155"/>
                    <a:pt x="0" y="369"/>
                  </a:cubicBezTo>
                  <a:lnTo>
                    <a:pt x="0" y="417"/>
                  </a:lnTo>
                  <a:cubicBezTo>
                    <a:pt x="24" y="608"/>
                    <a:pt x="143" y="762"/>
                    <a:pt x="322" y="810"/>
                  </a:cubicBezTo>
                  <a:cubicBezTo>
                    <a:pt x="334" y="822"/>
                    <a:pt x="358" y="822"/>
                    <a:pt x="381" y="822"/>
                  </a:cubicBezTo>
                  <a:cubicBezTo>
                    <a:pt x="394" y="823"/>
                    <a:pt x="406" y="824"/>
                    <a:pt x="418" y="824"/>
                  </a:cubicBezTo>
                  <a:cubicBezTo>
                    <a:pt x="520" y="824"/>
                    <a:pt x="604" y="780"/>
                    <a:pt x="679" y="727"/>
                  </a:cubicBezTo>
                  <a:cubicBezTo>
                    <a:pt x="703" y="703"/>
                    <a:pt x="739" y="667"/>
                    <a:pt x="750" y="643"/>
                  </a:cubicBezTo>
                  <a:cubicBezTo>
                    <a:pt x="798" y="584"/>
                    <a:pt x="822" y="524"/>
                    <a:pt x="822" y="453"/>
                  </a:cubicBezTo>
                  <a:cubicBezTo>
                    <a:pt x="834" y="227"/>
                    <a:pt x="679" y="36"/>
                    <a:pt x="4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8"/>
            <p:cNvSpPr/>
            <p:nvPr/>
          </p:nvSpPr>
          <p:spPr>
            <a:xfrm>
              <a:off x="6828225" y="3855375"/>
              <a:ext cx="21150" cy="20450"/>
            </a:xfrm>
            <a:custGeom>
              <a:rect b="b" l="l" r="r" t="t"/>
              <a:pathLst>
                <a:path extrusionOk="0" h="818" w="846">
                  <a:moveTo>
                    <a:pt x="465" y="0"/>
                  </a:moveTo>
                  <a:cubicBezTo>
                    <a:pt x="393" y="0"/>
                    <a:pt x="334" y="12"/>
                    <a:pt x="274" y="24"/>
                  </a:cubicBezTo>
                  <a:lnTo>
                    <a:pt x="250" y="24"/>
                  </a:lnTo>
                  <a:cubicBezTo>
                    <a:pt x="119" y="83"/>
                    <a:pt x="36" y="203"/>
                    <a:pt x="12" y="369"/>
                  </a:cubicBezTo>
                  <a:cubicBezTo>
                    <a:pt x="0" y="429"/>
                    <a:pt x="12" y="488"/>
                    <a:pt x="36" y="536"/>
                  </a:cubicBezTo>
                  <a:cubicBezTo>
                    <a:pt x="60" y="595"/>
                    <a:pt x="96" y="631"/>
                    <a:pt x="119" y="679"/>
                  </a:cubicBezTo>
                  <a:cubicBezTo>
                    <a:pt x="191" y="774"/>
                    <a:pt x="286" y="810"/>
                    <a:pt x="369" y="810"/>
                  </a:cubicBezTo>
                  <a:cubicBezTo>
                    <a:pt x="392" y="815"/>
                    <a:pt x="415" y="817"/>
                    <a:pt x="438" y="817"/>
                  </a:cubicBezTo>
                  <a:cubicBezTo>
                    <a:pt x="521" y="817"/>
                    <a:pt x="599" y="785"/>
                    <a:pt x="655" y="738"/>
                  </a:cubicBezTo>
                  <a:cubicBezTo>
                    <a:pt x="762" y="679"/>
                    <a:pt x="822" y="572"/>
                    <a:pt x="834" y="441"/>
                  </a:cubicBezTo>
                  <a:cubicBezTo>
                    <a:pt x="846" y="357"/>
                    <a:pt x="822" y="250"/>
                    <a:pt x="762" y="179"/>
                  </a:cubicBezTo>
                  <a:cubicBezTo>
                    <a:pt x="703" y="72"/>
                    <a:pt x="596" y="12"/>
                    <a:pt x="46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8"/>
            <p:cNvSpPr/>
            <p:nvPr/>
          </p:nvSpPr>
          <p:spPr>
            <a:xfrm>
              <a:off x="6930325" y="4028600"/>
              <a:ext cx="21450" cy="20575"/>
            </a:xfrm>
            <a:custGeom>
              <a:rect b="b" l="l" r="r" t="t"/>
              <a:pathLst>
                <a:path extrusionOk="0" h="823" w="858">
                  <a:moveTo>
                    <a:pt x="476" y="1"/>
                  </a:moveTo>
                  <a:cubicBezTo>
                    <a:pt x="357" y="1"/>
                    <a:pt x="250" y="36"/>
                    <a:pt x="179" y="96"/>
                  </a:cubicBezTo>
                  <a:cubicBezTo>
                    <a:pt x="84" y="155"/>
                    <a:pt x="24" y="251"/>
                    <a:pt x="12" y="370"/>
                  </a:cubicBezTo>
                  <a:cubicBezTo>
                    <a:pt x="0" y="608"/>
                    <a:pt x="143" y="810"/>
                    <a:pt x="381" y="822"/>
                  </a:cubicBezTo>
                  <a:cubicBezTo>
                    <a:pt x="453" y="822"/>
                    <a:pt x="512" y="810"/>
                    <a:pt x="572" y="786"/>
                  </a:cubicBezTo>
                  <a:cubicBezTo>
                    <a:pt x="727" y="751"/>
                    <a:pt x="834" y="608"/>
                    <a:pt x="846" y="453"/>
                  </a:cubicBezTo>
                  <a:cubicBezTo>
                    <a:pt x="857" y="215"/>
                    <a:pt x="679" y="12"/>
                    <a:pt x="4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8"/>
            <p:cNvSpPr/>
            <p:nvPr/>
          </p:nvSpPr>
          <p:spPr>
            <a:xfrm>
              <a:off x="6984800" y="3178775"/>
              <a:ext cx="21450" cy="20600"/>
            </a:xfrm>
            <a:custGeom>
              <a:rect b="b" l="l" r="r" t="t"/>
              <a:pathLst>
                <a:path extrusionOk="0" h="824" w="858">
                  <a:moveTo>
                    <a:pt x="440" y="1"/>
                  </a:moveTo>
                  <a:cubicBezTo>
                    <a:pt x="225" y="1"/>
                    <a:pt x="47" y="152"/>
                    <a:pt x="24" y="370"/>
                  </a:cubicBezTo>
                  <a:cubicBezTo>
                    <a:pt x="0" y="608"/>
                    <a:pt x="155" y="799"/>
                    <a:pt x="393" y="823"/>
                  </a:cubicBezTo>
                  <a:cubicBezTo>
                    <a:pt x="402" y="823"/>
                    <a:pt x="411" y="823"/>
                    <a:pt x="420" y="823"/>
                  </a:cubicBezTo>
                  <a:cubicBezTo>
                    <a:pt x="646" y="823"/>
                    <a:pt x="822" y="682"/>
                    <a:pt x="834" y="442"/>
                  </a:cubicBezTo>
                  <a:cubicBezTo>
                    <a:pt x="857" y="204"/>
                    <a:pt x="703" y="13"/>
                    <a:pt x="464" y="1"/>
                  </a:cubicBezTo>
                  <a:cubicBezTo>
                    <a:pt x="456" y="1"/>
                    <a:pt x="448" y="1"/>
                    <a:pt x="4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8"/>
            <p:cNvSpPr/>
            <p:nvPr/>
          </p:nvSpPr>
          <p:spPr>
            <a:xfrm>
              <a:off x="6950250" y="2089625"/>
              <a:ext cx="20875" cy="20600"/>
            </a:xfrm>
            <a:custGeom>
              <a:rect b="b" l="l" r="r" t="t"/>
              <a:pathLst>
                <a:path extrusionOk="0" h="824" w="835">
                  <a:moveTo>
                    <a:pt x="410" y="1"/>
                  </a:moveTo>
                  <a:cubicBezTo>
                    <a:pt x="287" y="1"/>
                    <a:pt x="183" y="47"/>
                    <a:pt x="108" y="121"/>
                  </a:cubicBezTo>
                  <a:cubicBezTo>
                    <a:pt x="49" y="205"/>
                    <a:pt x="1" y="276"/>
                    <a:pt x="1" y="383"/>
                  </a:cubicBezTo>
                  <a:lnTo>
                    <a:pt x="1" y="419"/>
                  </a:lnTo>
                  <a:cubicBezTo>
                    <a:pt x="1" y="574"/>
                    <a:pt x="72" y="693"/>
                    <a:pt x="191" y="764"/>
                  </a:cubicBezTo>
                  <a:cubicBezTo>
                    <a:pt x="239" y="800"/>
                    <a:pt x="299" y="824"/>
                    <a:pt x="370" y="824"/>
                  </a:cubicBezTo>
                  <a:cubicBezTo>
                    <a:pt x="441" y="824"/>
                    <a:pt x="525" y="812"/>
                    <a:pt x="584" y="776"/>
                  </a:cubicBezTo>
                  <a:cubicBezTo>
                    <a:pt x="692" y="741"/>
                    <a:pt x="751" y="657"/>
                    <a:pt x="787" y="574"/>
                  </a:cubicBezTo>
                  <a:cubicBezTo>
                    <a:pt x="811" y="538"/>
                    <a:pt x="822" y="502"/>
                    <a:pt x="822" y="455"/>
                  </a:cubicBezTo>
                  <a:cubicBezTo>
                    <a:pt x="834" y="324"/>
                    <a:pt x="787" y="217"/>
                    <a:pt x="703" y="121"/>
                  </a:cubicBezTo>
                  <a:cubicBezTo>
                    <a:pt x="656" y="98"/>
                    <a:pt x="608" y="50"/>
                    <a:pt x="549" y="38"/>
                  </a:cubicBezTo>
                  <a:cubicBezTo>
                    <a:pt x="525" y="26"/>
                    <a:pt x="489" y="2"/>
                    <a:pt x="453" y="2"/>
                  </a:cubicBezTo>
                  <a:cubicBezTo>
                    <a:pt x="439" y="1"/>
                    <a:pt x="424" y="1"/>
                    <a:pt x="4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8"/>
            <p:cNvSpPr/>
            <p:nvPr/>
          </p:nvSpPr>
          <p:spPr>
            <a:xfrm>
              <a:off x="6882700" y="3304975"/>
              <a:ext cx="21450" cy="20600"/>
            </a:xfrm>
            <a:custGeom>
              <a:rect b="b" l="l" r="r" t="t"/>
              <a:pathLst>
                <a:path extrusionOk="0" h="824" w="858">
                  <a:moveTo>
                    <a:pt x="425" y="1"/>
                  </a:moveTo>
                  <a:cubicBezTo>
                    <a:pt x="200" y="1"/>
                    <a:pt x="24" y="142"/>
                    <a:pt x="12" y="371"/>
                  </a:cubicBezTo>
                  <a:cubicBezTo>
                    <a:pt x="0" y="490"/>
                    <a:pt x="36" y="597"/>
                    <a:pt x="119" y="680"/>
                  </a:cubicBezTo>
                  <a:cubicBezTo>
                    <a:pt x="179" y="764"/>
                    <a:pt x="274" y="799"/>
                    <a:pt x="381" y="823"/>
                  </a:cubicBezTo>
                  <a:cubicBezTo>
                    <a:pt x="391" y="824"/>
                    <a:pt x="400" y="824"/>
                    <a:pt x="410" y="824"/>
                  </a:cubicBezTo>
                  <a:cubicBezTo>
                    <a:pt x="623" y="824"/>
                    <a:pt x="799" y="694"/>
                    <a:pt x="834" y="478"/>
                  </a:cubicBezTo>
                  <a:lnTo>
                    <a:pt x="834" y="442"/>
                  </a:lnTo>
                  <a:cubicBezTo>
                    <a:pt x="857" y="252"/>
                    <a:pt x="727" y="61"/>
                    <a:pt x="512" y="13"/>
                  </a:cubicBezTo>
                  <a:cubicBezTo>
                    <a:pt x="500" y="2"/>
                    <a:pt x="476" y="2"/>
                    <a:pt x="453" y="2"/>
                  </a:cubicBezTo>
                  <a:cubicBezTo>
                    <a:pt x="443" y="1"/>
                    <a:pt x="434" y="1"/>
                    <a:pt x="4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8"/>
            <p:cNvSpPr/>
            <p:nvPr/>
          </p:nvSpPr>
          <p:spPr>
            <a:xfrm>
              <a:off x="6801125" y="3180575"/>
              <a:ext cx="21475" cy="20600"/>
            </a:xfrm>
            <a:custGeom>
              <a:rect b="b" l="l" r="r" t="t"/>
              <a:pathLst>
                <a:path extrusionOk="0" h="824" w="859">
                  <a:moveTo>
                    <a:pt x="418" y="1"/>
                  </a:moveTo>
                  <a:cubicBezTo>
                    <a:pt x="203" y="1"/>
                    <a:pt x="25" y="155"/>
                    <a:pt x="13" y="370"/>
                  </a:cubicBezTo>
                  <a:cubicBezTo>
                    <a:pt x="1" y="620"/>
                    <a:pt x="144" y="810"/>
                    <a:pt x="382" y="822"/>
                  </a:cubicBezTo>
                  <a:cubicBezTo>
                    <a:pt x="392" y="823"/>
                    <a:pt x="402" y="823"/>
                    <a:pt x="412" y="823"/>
                  </a:cubicBezTo>
                  <a:cubicBezTo>
                    <a:pt x="579" y="823"/>
                    <a:pt x="731" y="730"/>
                    <a:pt x="799" y="572"/>
                  </a:cubicBezTo>
                  <a:cubicBezTo>
                    <a:pt x="822" y="536"/>
                    <a:pt x="834" y="489"/>
                    <a:pt x="834" y="453"/>
                  </a:cubicBezTo>
                  <a:cubicBezTo>
                    <a:pt x="858" y="227"/>
                    <a:pt x="703" y="25"/>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0" name="Google Shape;900;p8"/>
          <p:cNvGrpSpPr/>
          <p:nvPr/>
        </p:nvGrpSpPr>
        <p:grpSpPr>
          <a:xfrm flipH="1">
            <a:off x="-488" y="3059399"/>
            <a:ext cx="5035458" cy="2084012"/>
            <a:chOff x="4145150" y="2643900"/>
            <a:chExt cx="1914550" cy="792400"/>
          </a:xfrm>
        </p:grpSpPr>
        <p:sp>
          <p:nvSpPr>
            <p:cNvPr id="901" name="Google Shape;901;p8"/>
            <p:cNvSpPr/>
            <p:nvPr/>
          </p:nvSpPr>
          <p:spPr>
            <a:xfrm>
              <a:off x="5202425" y="3311250"/>
              <a:ext cx="149150" cy="50325"/>
            </a:xfrm>
            <a:custGeom>
              <a:rect b="b" l="l" r="r" t="t"/>
              <a:pathLst>
                <a:path extrusionOk="0" h="2013" w="5966">
                  <a:moveTo>
                    <a:pt x="0" y="1"/>
                  </a:moveTo>
                  <a:lnTo>
                    <a:pt x="36" y="334"/>
                  </a:lnTo>
                  <a:lnTo>
                    <a:pt x="5870" y="2013"/>
                  </a:lnTo>
                  <a:cubicBezTo>
                    <a:pt x="5858" y="1894"/>
                    <a:pt x="5906" y="1786"/>
                    <a:pt x="5965" y="1715"/>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8"/>
            <p:cNvSpPr/>
            <p:nvPr/>
          </p:nvSpPr>
          <p:spPr>
            <a:xfrm>
              <a:off x="5104200" y="3285350"/>
              <a:ext cx="91100" cy="31575"/>
            </a:xfrm>
            <a:custGeom>
              <a:rect b="b" l="l" r="r" t="t"/>
              <a:pathLst>
                <a:path extrusionOk="0" h="1263" w="3644">
                  <a:moveTo>
                    <a:pt x="310" y="1"/>
                  </a:moveTo>
                  <a:lnTo>
                    <a:pt x="12" y="132"/>
                  </a:lnTo>
                  <a:lnTo>
                    <a:pt x="0" y="215"/>
                  </a:lnTo>
                  <a:lnTo>
                    <a:pt x="3644" y="1263"/>
                  </a:lnTo>
                  <a:lnTo>
                    <a:pt x="3596" y="929"/>
                  </a:ln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8"/>
            <p:cNvSpPr/>
            <p:nvPr/>
          </p:nvSpPr>
          <p:spPr>
            <a:xfrm>
              <a:off x="5098850" y="3282675"/>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8"/>
            <p:cNvSpPr/>
            <p:nvPr/>
          </p:nvSpPr>
          <p:spPr>
            <a:xfrm>
              <a:off x="5097050" y="32847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8"/>
            <p:cNvSpPr/>
            <p:nvPr/>
          </p:nvSpPr>
          <p:spPr>
            <a:xfrm>
              <a:off x="5317625" y="3080875"/>
              <a:ext cx="235450" cy="109550"/>
            </a:xfrm>
            <a:custGeom>
              <a:rect b="b" l="l" r="r" t="t"/>
              <a:pathLst>
                <a:path extrusionOk="0" h="4382" w="9418">
                  <a:moveTo>
                    <a:pt x="9335" y="0"/>
                  </a:moveTo>
                  <a:lnTo>
                    <a:pt x="0" y="4167"/>
                  </a:lnTo>
                  <a:lnTo>
                    <a:pt x="286" y="4382"/>
                  </a:lnTo>
                  <a:lnTo>
                    <a:pt x="9382" y="322"/>
                  </a:lnTo>
                  <a:lnTo>
                    <a:pt x="9418" y="262"/>
                  </a:lnTo>
                  <a:cubicBezTo>
                    <a:pt x="9358" y="179"/>
                    <a:pt x="9335" y="95"/>
                    <a:pt x="933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8"/>
            <p:cNvSpPr/>
            <p:nvPr/>
          </p:nvSpPr>
          <p:spPr>
            <a:xfrm>
              <a:off x="5193500" y="3188625"/>
              <a:ext cx="122950" cy="59850"/>
            </a:xfrm>
            <a:custGeom>
              <a:rect b="b" l="l" r="r" t="t"/>
              <a:pathLst>
                <a:path extrusionOk="0" h="2394" w="4918">
                  <a:moveTo>
                    <a:pt x="4644" y="0"/>
                  </a:moveTo>
                  <a:lnTo>
                    <a:pt x="0" y="2060"/>
                  </a:lnTo>
                  <a:lnTo>
                    <a:pt x="36" y="2393"/>
                  </a:lnTo>
                  <a:lnTo>
                    <a:pt x="4918" y="203"/>
                  </a:lnTo>
                  <a:lnTo>
                    <a:pt x="464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8"/>
            <p:cNvSpPr/>
            <p:nvPr/>
          </p:nvSpPr>
          <p:spPr>
            <a:xfrm>
              <a:off x="5097050" y="3284450"/>
              <a:ext cx="25" cy="1225"/>
            </a:xfrm>
            <a:custGeom>
              <a:rect b="b" l="l" r="r" t="t"/>
              <a:pathLst>
                <a:path extrusionOk="0" h="49" w="1">
                  <a:moveTo>
                    <a:pt x="1" y="13"/>
                  </a:moveTo>
                  <a:lnTo>
                    <a:pt x="1" y="13"/>
                  </a:lnTo>
                  <a:lnTo>
                    <a:pt x="1" y="49"/>
                  </a:lnTo>
                  <a:lnTo>
                    <a:pt x="1" y="13"/>
                  </a:lnTo>
                  <a:cubicBezTo>
                    <a:pt x="1" y="1"/>
                    <a:pt x="1" y="13"/>
                    <a:pt x="1"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8"/>
            <p:cNvSpPr/>
            <p:nvPr/>
          </p:nvSpPr>
          <p:spPr>
            <a:xfrm>
              <a:off x="5098550" y="3243975"/>
              <a:ext cx="88425" cy="44675"/>
            </a:xfrm>
            <a:custGeom>
              <a:rect b="b" l="l" r="r" t="t"/>
              <a:pathLst>
                <a:path extrusionOk="0" h="1787" w="3537">
                  <a:moveTo>
                    <a:pt x="33" y="1539"/>
                  </a:moveTo>
                  <a:lnTo>
                    <a:pt x="33" y="1539"/>
                  </a:lnTo>
                  <a:cubicBezTo>
                    <a:pt x="21" y="1541"/>
                    <a:pt x="10" y="1544"/>
                    <a:pt x="0" y="1549"/>
                  </a:cubicBezTo>
                  <a:lnTo>
                    <a:pt x="12" y="1549"/>
                  </a:lnTo>
                  <a:lnTo>
                    <a:pt x="33" y="1539"/>
                  </a:lnTo>
                  <a:close/>
                  <a:moveTo>
                    <a:pt x="3501" y="1"/>
                  </a:moveTo>
                  <a:lnTo>
                    <a:pt x="33" y="1539"/>
                  </a:lnTo>
                  <a:lnTo>
                    <a:pt x="33" y="1539"/>
                  </a:lnTo>
                  <a:cubicBezTo>
                    <a:pt x="51" y="1537"/>
                    <a:pt x="69" y="1537"/>
                    <a:pt x="84" y="1537"/>
                  </a:cubicBezTo>
                  <a:cubicBezTo>
                    <a:pt x="191" y="1537"/>
                    <a:pt x="250" y="1608"/>
                    <a:pt x="238" y="1691"/>
                  </a:cubicBezTo>
                  <a:lnTo>
                    <a:pt x="226" y="1787"/>
                  </a:lnTo>
                  <a:lnTo>
                    <a:pt x="536" y="1656"/>
                  </a:lnTo>
                  <a:lnTo>
                    <a:pt x="3536" y="310"/>
                  </a:lnTo>
                  <a:lnTo>
                    <a:pt x="350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8"/>
            <p:cNvSpPr/>
            <p:nvPr/>
          </p:nvSpPr>
          <p:spPr>
            <a:xfrm>
              <a:off x="5098250" y="3282675"/>
              <a:ext cx="625" cy="325"/>
            </a:xfrm>
            <a:custGeom>
              <a:rect b="b" l="l" r="r" t="t"/>
              <a:pathLst>
                <a:path extrusionOk="0" h="13" w="25">
                  <a:moveTo>
                    <a:pt x="24" y="1"/>
                  </a:moveTo>
                  <a:cubicBezTo>
                    <a:pt x="12" y="1"/>
                    <a:pt x="12" y="12"/>
                    <a:pt x="0" y="12"/>
                  </a:cubicBezTo>
                  <a:cubicBezTo>
                    <a:pt x="12" y="12"/>
                    <a:pt x="24" y="1"/>
                    <a:pt x="2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8"/>
            <p:cNvSpPr/>
            <p:nvPr/>
          </p:nvSpPr>
          <p:spPr>
            <a:xfrm>
              <a:off x="5097650" y="3283275"/>
              <a:ext cx="625" cy="625"/>
            </a:xfrm>
            <a:custGeom>
              <a:rect b="b" l="l" r="r" t="t"/>
              <a:pathLst>
                <a:path extrusionOk="0" h="25" w="25">
                  <a:moveTo>
                    <a:pt x="0" y="0"/>
                  </a:moveTo>
                  <a:lnTo>
                    <a:pt x="0" y="0"/>
                  </a:lnTo>
                  <a:cubicBezTo>
                    <a:pt x="0" y="0"/>
                    <a:pt x="0" y="24"/>
                    <a:pt x="0" y="0"/>
                  </a:cubicBezTo>
                  <a:cubicBezTo>
                    <a:pt x="0" y="0"/>
                    <a:pt x="24" y="0"/>
                    <a:pt x="0" y="0"/>
                  </a:cubicBezTo>
                  <a:cubicBezTo>
                    <a:pt x="24" y="0"/>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8"/>
            <p:cNvSpPr/>
            <p:nvPr/>
          </p:nvSpPr>
          <p:spPr>
            <a:xfrm>
              <a:off x="4158250" y="3228800"/>
              <a:ext cx="79800" cy="113125"/>
            </a:xfrm>
            <a:custGeom>
              <a:rect b="b" l="l" r="r" t="t"/>
              <a:pathLst>
                <a:path extrusionOk="0" h="4525" w="3192">
                  <a:moveTo>
                    <a:pt x="2917" y="1"/>
                  </a:moveTo>
                  <a:lnTo>
                    <a:pt x="0" y="4442"/>
                  </a:lnTo>
                  <a:cubicBezTo>
                    <a:pt x="96" y="4442"/>
                    <a:pt x="179" y="4477"/>
                    <a:pt x="238" y="4525"/>
                  </a:cubicBezTo>
                  <a:lnTo>
                    <a:pt x="393" y="4430"/>
                  </a:lnTo>
                  <a:lnTo>
                    <a:pt x="3191" y="143"/>
                  </a:lnTo>
                  <a:lnTo>
                    <a:pt x="291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8"/>
            <p:cNvSpPr/>
            <p:nvPr/>
          </p:nvSpPr>
          <p:spPr>
            <a:xfrm>
              <a:off x="4308850" y="3190700"/>
              <a:ext cx="106000" cy="64325"/>
            </a:xfrm>
            <a:custGeom>
              <a:rect b="b" l="l" r="r" t="t"/>
              <a:pathLst>
                <a:path extrusionOk="0" h="2573" w="4240">
                  <a:moveTo>
                    <a:pt x="4192" y="1"/>
                  </a:moveTo>
                  <a:cubicBezTo>
                    <a:pt x="4168" y="1"/>
                    <a:pt x="4168" y="1"/>
                    <a:pt x="4156" y="12"/>
                  </a:cubicBezTo>
                  <a:cubicBezTo>
                    <a:pt x="4168" y="12"/>
                    <a:pt x="4168" y="1"/>
                    <a:pt x="4192" y="1"/>
                  </a:cubicBezTo>
                  <a:close/>
                  <a:moveTo>
                    <a:pt x="4156" y="12"/>
                  </a:moveTo>
                  <a:lnTo>
                    <a:pt x="1" y="2310"/>
                  </a:lnTo>
                  <a:cubicBezTo>
                    <a:pt x="72" y="2382"/>
                    <a:pt x="144" y="2477"/>
                    <a:pt x="156" y="2572"/>
                  </a:cubicBezTo>
                  <a:lnTo>
                    <a:pt x="4240" y="310"/>
                  </a:lnTo>
                  <a:lnTo>
                    <a:pt x="4168" y="286"/>
                  </a:lnTo>
                  <a:cubicBezTo>
                    <a:pt x="4097" y="239"/>
                    <a:pt x="4061" y="155"/>
                    <a:pt x="4097" y="72"/>
                  </a:cubicBezTo>
                  <a:cubicBezTo>
                    <a:pt x="4109" y="48"/>
                    <a:pt x="4132" y="36"/>
                    <a:pt x="4156"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8"/>
            <p:cNvSpPr/>
            <p:nvPr/>
          </p:nvSpPr>
          <p:spPr>
            <a:xfrm>
              <a:off x="4410075" y="3190700"/>
              <a:ext cx="176525" cy="91100"/>
            </a:xfrm>
            <a:custGeom>
              <a:rect b="b" l="l" r="r" t="t"/>
              <a:pathLst>
                <a:path extrusionOk="0" h="3644" w="7061">
                  <a:moveTo>
                    <a:pt x="119" y="1"/>
                  </a:moveTo>
                  <a:cubicBezTo>
                    <a:pt x="107" y="1"/>
                    <a:pt x="107" y="1"/>
                    <a:pt x="95" y="12"/>
                  </a:cubicBezTo>
                  <a:cubicBezTo>
                    <a:pt x="95" y="36"/>
                    <a:pt x="60" y="48"/>
                    <a:pt x="48" y="72"/>
                  </a:cubicBezTo>
                  <a:cubicBezTo>
                    <a:pt x="0" y="155"/>
                    <a:pt x="48" y="239"/>
                    <a:pt x="119" y="286"/>
                  </a:cubicBezTo>
                  <a:lnTo>
                    <a:pt x="191" y="310"/>
                  </a:lnTo>
                  <a:lnTo>
                    <a:pt x="6977" y="3644"/>
                  </a:lnTo>
                  <a:cubicBezTo>
                    <a:pt x="6965" y="3620"/>
                    <a:pt x="6965" y="3608"/>
                    <a:pt x="6965" y="3572"/>
                  </a:cubicBezTo>
                  <a:cubicBezTo>
                    <a:pt x="6965" y="3489"/>
                    <a:pt x="7001" y="3394"/>
                    <a:pt x="7060" y="3346"/>
                  </a:cubicBezTo>
                  <a:lnTo>
                    <a:pt x="250" y="12"/>
                  </a:lnTo>
                  <a:cubicBezTo>
                    <a:pt x="238" y="12"/>
                    <a:pt x="238" y="12"/>
                    <a:pt x="22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8"/>
            <p:cNvSpPr/>
            <p:nvPr/>
          </p:nvSpPr>
          <p:spPr>
            <a:xfrm>
              <a:off x="4164500" y="3260350"/>
              <a:ext cx="127725" cy="87525"/>
            </a:xfrm>
            <a:custGeom>
              <a:rect b="b" l="l" r="r" t="t"/>
              <a:pathLst>
                <a:path extrusionOk="0" h="3501" w="5109">
                  <a:moveTo>
                    <a:pt x="4882" y="1"/>
                  </a:moveTo>
                  <a:lnTo>
                    <a:pt x="131" y="3168"/>
                  </a:lnTo>
                  <a:lnTo>
                    <a:pt x="0" y="3263"/>
                  </a:lnTo>
                  <a:cubicBezTo>
                    <a:pt x="96" y="3322"/>
                    <a:pt x="155" y="3394"/>
                    <a:pt x="191" y="3501"/>
                  </a:cubicBezTo>
                  <a:lnTo>
                    <a:pt x="5108" y="203"/>
                  </a:lnTo>
                  <a:cubicBezTo>
                    <a:pt x="5061" y="167"/>
                    <a:pt x="5037" y="120"/>
                    <a:pt x="5013" y="60"/>
                  </a:cubicBezTo>
                  <a:lnTo>
                    <a:pt x="488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8"/>
            <p:cNvSpPr/>
            <p:nvPr/>
          </p:nvSpPr>
          <p:spPr>
            <a:xfrm>
              <a:off x="4228800" y="3220775"/>
              <a:ext cx="61325" cy="41400"/>
            </a:xfrm>
            <a:custGeom>
              <a:rect b="b" l="l" r="r" t="t"/>
              <a:pathLst>
                <a:path extrusionOk="0" h="1656" w="2453">
                  <a:moveTo>
                    <a:pt x="203" y="0"/>
                  </a:moveTo>
                  <a:cubicBezTo>
                    <a:pt x="167" y="0"/>
                    <a:pt x="143" y="0"/>
                    <a:pt x="107" y="24"/>
                  </a:cubicBezTo>
                  <a:cubicBezTo>
                    <a:pt x="83" y="36"/>
                    <a:pt x="72" y="48"/>
                    <a:pt x="48" y="83"/>
                  </a:cubicBezTo>
                  <a:cubicBezTo>
                    <a:pt x="0" y="155"/>
                    <a:pt x="36" y="238"/>
                    <a:pt x="107" y="286"/>
                  </a:cubicBezTo>
                  <a:lnTo>
                    <a:pt x="119" y="298"/>
                  </a:lnTo>
                  <a:lnTo>
                    <a:pt x="393" y="452"/>
                  </a:lnTo>
                  <a:lnTo>
                    <a:pt x="2310" y="1584"/>
                  </a:lnTo>
                  <a:lnTo>
                    <a:pt x="2453" y="1655"/>
                  </a:lnTo>
                  <a:cubicBezTo>
                    <a:pt x="2429" y="1607"/>
                    <a:pt x="2417" y="1572"/>
                    <a:pt x="2417" y="1512"/>
                  </a:cubicBezTo>
                  <a:cubicBezTo>
                    <a:pt x="2417" y="1429"/>
                    <a:pt x="2417" y="1357"/>
                    <a:pt x="2453" y="1298"/>
                  </a:cubicBezTo>
                  <a:lnTo>
                    <a:pt x="619" y="238"/>
                  </a:lnTo>
                  <a:cubicBezTo>
                    <a:pt x="584" y="333"/>
                    <a:pt x="500" y="393"/>
                    <a:pt x="405" y="393"/>
                  </a:cubicBezTo>
                  <a:cubicBezTo>
                    <a:pt x="398" y="394"/>
                    <a:pt x="392" y="394"/>
                    <a:pt x="385" y="394"/>
                  </a:cubicBezTo>
                  <a:cubicBezTo>
                    <a:pt x="262" y="394"/>
                    <a:pt x="155" y="290"/>
                    <a:pt x="155" y="155"/>
                  </a:cubicBezTo>
                  <a:cubicBezTo>
                    <a:pt x="155" y="95"/>
                    <a:pt x="167" y="48"/>
                    <a:pt x="20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8"/>
            <p:cNvSpPr/>
            <p:nvPr/>
          </p:nvSpPr>
          <p:spPr>
            <a:xfrm>
              <a:off x="4302900" y="3265125"/>
              <a:ext cx="222375" cy="130500"/>
            </a:xfrm>
            <a:custGeom>
              <a:rect b="b" l="l" r="r" t="t"/>
              <a:pathLst>
                <a:path extrusionOk="0" h="5220" w="8895">
                  <a:moveTo>
                    <a:pt x="322" y="0"/>
                  </a:moveTo>
                  <a:cubicBezTo>
                    <a:pt x="239" y="95"/>
                    <a:pt x="144" y="167"/>
                    <a:pt x="1" y="179"/>
                  </a:cubicBezTo>
                  <a:lnTo>
                    <a:pt x="8776" y="5191"/>
                  </a:lnTo>
                  <a:cubicBezTo>
                    <a:pt x="8793" y="5209"/>
                    <a:pt x="8823" y="5220"/>
                    <a:pt x="8857" y="5220"/>
                  </a:cubicBezTo>
                  <a:cubicBezTo>
                    <a:pt x="8869" y="5220"/>
                    <a:pt x="8882" y="5218"/>
                    <a:pt x="8895" y="5215"/>
                  </a:cubicBezTo>
                  <a:cubicBezTo>
                    <a:pt x="8871" y="5155"/>
                    <a:pt x="8859" y="5096"/>
                    <a:pt x="8847" y="5013"/>
                  </a:cubicBezTo>
                  <a:lnTo>
                    <a:pt x="8847" y="4882"/>
                  </a:lnTo>
                  <a:lnTo>
                    <a:pt x="32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8"/>
            <p:cNvSpPr/>
            <p:nvPr/>
          </p:nvSpPr>
          <p:spPr>
            <a:xfrm>
              <a:off x="4545500" y="3403525"/>
              <a:ext cx="25325" cy="32475"/>
            </a:xfrm>
            <a:custGeom>
              <a:rect b="b" l="l" r="r" t="t"/>
              <a:pathLst>
                <a:path extrusionOk="0" h="1299" w="1013">
                  <a:moveTo>
                    <a:pt x="286" y="0"/>
                  </a:moveTo>
                  <a:cubicBezTo>
                    <a:pt x="215" y="60"/>
                    <a:pt x="108" y="108"/>
                    <a:pt x="0" y="131"/>
                  </a:cubicBezTo>
                  <a:lnTo>
                    <a:pt x="655" y="1298"/>
                  </a:lnTo>
                  <a:lnTo>
                    <a:pt x="1012" y="1298"/>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8"/>
            <p:cNvSpPr/>
            <p:nvPr/>
          </p:nvSpPr>
          <p:spPr>
            <a:xfrm>
              <a:off x="4592225" y="3007050"/>
              <a:ext cx="130100" cy="268800"/>
            </a:xfrm>
            <a:custGeom>
              <a:rect b="b" l="l" r="r" t="t"/>
              <a:pathLst>
                <a:path extrusionOk="0" h="10752" w="5204">
                  <a:moveTo>
                    <a:pt x="4918" y="0"/>
                  </a:moveTo>
                  <a:lnTo>
                    <a:pt x="1" y="10621"/>
                  </a:lnTo>
                  <a:cubicBezTo>
                    <a:pt x="84" y="10621"/>
                    <a:pt x="179" y="10680"/>
                    <a:pt x="215" y="10752"/>
                  </a:cubicBezTo>
                  <a:cubicBezTo>
                    <a:pt x="239" y="10740"/>
                    <a:pt x="251" y="10740"/>
                    <a:pt x="263" y="10740"/>
                  </a:cubicBezTo>
                  <a:lnTo>
                    <a:pt x="5204" y="119"/>
                  </a:lnTo>
                  <a:cubicBezTo>
                    <a:pt x="5097" y="96"/>
                    <a:pt x="5001" y="60"/>
                    <a:pt x="491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8"/>
            <p:cNvSpPr/>
            <p:nvPr/>
          </p:nvSpPr>
          <p:spPr>
            <a:xfrm>
              <a:off x="4545500" y="3284450"/>
              <a:ext cx="48550" cy="91125"/>
            </a:xfrm>
            <a:custGeom>
              <a:rect b="b" l="l" r="r" t="t"/>
              <a:pathLst>
                <a:path extrusionOk="0" h="3645" w="1942">
                  <a:moveTo>
                    <a:pt x="1620" y="1"/>
                  </a:moveTo>
                  <a:lnTo>
                    <a:pt x="0" y="3513"/>
                  </a:lnTo>
                  <a:cubicBezTo>
                    <a:pt x="108" y="3549"/>
                    <a:pt x="191" y="3585"/>
                    <a:pt x="286" y="3644"/>
                  </a:cubicBezTo>
                  <a:lnTo>
                    <a:pt x="1941" y="72"/>
                  </a:lnTo>
                  <a:cubicBezTo>
                    <a:pt x="1905" y="72"/>
                    <a:pt x="1882" y="96"/>
                    <a:pt x="1846" y="96"/>
                  </a:cubicBezTo>
                  <a:cubicBezTo>
                    <a:pt x="1837" y="97"/>
                    <a:pt x="1829" y="98"/>
                    <a:pt x="1820" y="98"/>
                  </a:cubicBezTo>
                  <a:cubicBezTo>
                    <a:pt x="1748" y="98"/>
                    <a:pt x="1684" y="54"/>
                    <a:pt x="162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8"/>
            <p:cNvSpPr/>
            <p:nvPr/>
          </p:nvSpPr>
          <p:spPr>
            <a:xfrm>
              <a:off x="4597575" y="3275225"/>
              <a:ext cx="212850" cy="99450"/>
            </a:xfrm>
            <a:custGeom>
              <a:rect b="b" l="l" r="r" t="t"/>
              <a:pathLst>
                <a:path extrusionOk="0" h="3978" w="8514">
                  <a:moveTo>
                    <a:pt x="49" y="1"/>
                  </a:moveTo>
                  <a:cubicBezTo>
                    <a:pt x="37" y="1"/>
                    <a:pt x="25" y="13"/>
                    <a:pt x="1" y="13"/>
                  </a:cubicBezTo>
                  <a:cubicBezTo>
                    <a:pt x="25" y="49"/>
                    <a:pt x="37" y="84"/>
                    <a:pt x="37" y="132"/>
                  </a:cubicBezTo>
                  <a:cubicBezTo>
                    <a:pt x="37" y="191"/>
                    <a:pt x="25" y="239"/>
                    <a:pt x="1" y="275"/>
                  </a:cubicBezTo>
                  <a:lnTo>
                    <a:pt x="25" y="275"/>
                  </a:lnTo>
                  <a:lnTo>
                    <a:pt x="8383" y="3978"/>
                  </a:lnTo>
                  <a:cubicBezTo>
                    <a:pt x="8419" y="3870"/>
                    <a:pt x="8454" y="3775"/>
                    <a:pt x="8514" y="3692"/>
                  </a:cubicBezTo>
                  <a:lnTo>
                    <a:pt x="144" y="13"/>
                  </a:lnTo>
                  <a:cubicBezTo>
                    <a:pt x="108" y="1"/>
                    <a:pt x="84" y="1"/>
                    <a:pt x="4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8"/>
            <p:cNvSpPr/>
            <p:nvPr/>
          </p:nvSpPr>
          <p:spPr>
            <a:xfrm>
              <a:off x="4838700" y="3381500"/>
              <a:ext cx="124725" cy="54200"/>
            </a:xfrm>
            <a:custGeom>
              <a:rect b="b" l="l" r="r" t="t"/>
              <a:pathLst>
                <a:path extrusionOk="0" h="2168" w="4989">
                  <a:moveTo>
                    <a:pt x="119" y="0"/>
                  </a:moveTo>
                  <a:cubicBezTo>
                    <a:pt x="107" y="108"/>
                    <a:pt x="60" y="191"/>
                    <a:pt x="0" y="286"/>
                  </a:cubicBezTo>
                  <a:lnTo>
                    <a:pt x="4227" y="2167"/>
                  </a:lnTo>
                  <a:lnTo>
                    <a:pt x="4989" y="2167"/>
                  </a:lnTo>
                  <a:lnTo>
                    <a:pt x="11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8"/>
            <p:cNvSpPr/>
            <p:nvPr/>
          </p:nvSpPr>
          <p:spPr>
            <a:xfrm>
              <a:off x="4723500" y="3007350"/>
              <a:ext cx="99725" cy="355725"/>
            </a:xfrm>
            <a:custGeom>
              <a:rect b="b" l="l" r="r" t="t"/>
              <a:pathLst>
                <a:path extrusionOk="0" h="14229" w="3989">
                  <a:moveTo>
                    <a:pt x="274" y="0"/>
                  </a:moveTo>
                  <a:cubicBezTo>
                    <a:pt x="227" y="72"/>
                    <a:pt x="119" y="107"/>
                    <a:pt x="0" y="107"/>
                  </a:cubicBezTo>
                  <a:lnTo>
                    <a:pt x="3691" y="14228"/>
                  </a:lnTo>
                  <a:cubicBezTo>
                    <a:pt x="3775" y="14181"/>
                    <a:pt x="3882" y="14157"/>
                    <a:pt x="3989" y="14133"/>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8"/>
            <p:cNvSpPr/>
            <p:nvPr/>
          </p:nvSpPr>
          <p:spPr>
            <a:xfrm>
              <a:off x="4825300" y="3394600"/>
              <a:ext cx="18475" cy="41100"/>
            </a:xfrm>
            <a:custGeom>
              <a:rect b="b" l="l" r="r" t="t"/>
              <a:pathLst>
                <a:path extrusionOk="0" h="1644" w="739">
                  <a:moveTo>
                    <a:pt x="274" y="0"/>
                  </a:moveTo>
                  <a:cubicBezTo>
                    <a:pt x="203" y="48"/>
                    <a:pt x="107" y="72"/>
                    <a:pt x="0" y="72"/>
                  </a:cubicBezTo>
                  <a:lnTo>
                    <a:pt x="417" y="1643"/>
                  </a:lnTo>
                  <a:lnTo>
                    <a:pt x="738" y="1643"/>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8"/>
            <p:cNvSpPr/>
            <p:nvPr/>
          </p:nvSpPr>
          <p:spPr>
            <a:xfrm>
              <a:off x="5078300" y="3281775"/>
              <a:ext cx="26825" cy="153325"/>
            </a:xfrm>
            <a:custGeom>
              <a:rect b="b" l="l" r="r" t="t"/>
              <a:pathLst>
                <a:path extrusionOk="0" h="6133" w="1073">
                  <a:moveTo>
                    <a:pt x="929" y="1"/>
                  </a:moveTo>
                  <a:cubicBezTo>
                    <a:pt x="894" y="1"/>
                    <a:pt x="870" y="1"/>
                    <a:pt x="834" y="13"/>
                  </a:cubicBezTo>
                  <a:cubicBezTo>
                    <a:pt x="822" y="13"/>
                    <a:pt x="822" y="37"/>
                    <a:pt x="810" y="37"/>
                  </a:cubicBezTo>
                  <a:lnTo>
                    <a:pt x="786" y="48"/>
                  </a:lnTo>
                  <a:lnTo>
                    <a:pt x="786" y="60"/>
                  </a:lnTo>
                  <a:cubicBezTo>
                    <a:pt x="786" y="60"/>
                    <a:pt x="786" y="84"/>
                    <a:pt x="774" y="84"/>
                  </a:cubicBezTo>
                  <a:lnTo>
                    <a:pt x="774" y="96"/>
                  </a:lnTo>
                  <a:cubicBezTo>
                    <a:pt x="774" y="108"/>
                    <a:pt x="774" y="108"/>
                    <a:pt x="763" y="120"/>
                  </a:cubicBezTo>
                  <a:lnTo>
                    <a:pt x="1" y="6133"/>
                  </a:lnTo>
                  <a:lnTo>
                    <a:pt x="322" y="6133"/>
                  </a:lnTo>
                  <a:lnTo>
                    <a:pt x="1036" y="358"/>
                  </a:lnTo>
                  <a:lnTo>
                    <a:pt x="1048" y="275"/>
                  </a:lnTo>
                  <a:lnTo>
                    <a:pt x="1060" y="179"/>
                  </a:lnTo>
                  <a:cubicBezTo>
                    <a:pt x="1072" y="96"/>
                    <a:pt x="1013" y="13"/>
                    <a:pt x="92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8"/>
            <p:cNvSpPr/>
            <p:nvPr/>
          </p:nvSpPr>
          <p:spPr>
            <a:xfrm>
              <a:off x="5165975" y="3082950"/>
              <a:ext cx="51650" cy="352750"/>
            </a:xfrm>
            <a:custGeom>
              <a:rect b="b" l="l" r="r" t="t"/>
              <a:pathLst>
                <a:path extrusionOk="0" h="14110" w="2066">
                  <a:moveTo>
                    <a:pt x="6" y="0"/>
                  </a:moveTo>
                  <a:cubicBezTo>
                    <a:pt x="0" y="28"/>
                    <a:pt x="5" y="56"/>
                    <a:pt x="16" y="81"/>
                  </a:cubicBezTo>
                  <a:lnTo>
                    <a:pt x="16" y="81"/>
                  </a:lnTo>
                  <a:lnTo>
                    <a:pt x="6" y="0"/>
                  </a:lnTo>
                  <a:close/>
                  <a:moveTo>
                    <a:pt x="16" y="81"/>
                  </a:moveTo>
                  <a:lnTo>
                    <a:pt x="792" y="6430"/>
                  </a:lnTo>
                  <a:lnTo>
                    <a:pt x="839" y="6739"/>
                  </a:lnTo>
                  <a:lnTo>
                    <a:pt x="1125" y="9025"/>
                  </a:lnTo>
                  <a:lnTo>
                    <a:pt x="1173" y="9359"/>
                  </a:lnTo>
                  <a:lnTo>
                    <a:pt x="1756" y="14109"/>
                  </a:lnTo>
                  <a:lnTo>
                    <a:pt x="2066" y="14109"/>
                  </a:lnTo>
                  <a:lnTo>
                    <a:pt x="1482" y="9442"/>
                  </a:lnTo>
                  <a:lnTo>
                    <a:pt x="1435" y="9121"/>
                  </a:lnTo>
                  <a:lnTo>
                    <a:pt x="1125" y="6608"/>
                  </a:lnTo>
                  <a:lnTo>
                    <a:pt x="1077" y="6287"/>
                  </a:lnTo>
                  <a:lnTo>
                    <a:pt x="351" y="358"/>
                  </a:lnTo>
                  <a:lnTo>
                    <a:pt x="65" y="143"/>
                  </a:lnTo>
                  <a:cubicBezTo>
                    <a:pt x="46" y="131"/>
                    <a:pt x="28" y="108"/>
                    <a:pt x="16" y="8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8"/>
            <p:cNvSpPr/>
            <p:nvPr/>
          </p:nvSpPr>
          <p:spPr>
            <a:xfrm>
              <a:off x="5303025" y="3368700"/>
              <a:ext cx="54800" cy="67000"/>
            </a:xfrm>
            <a:custGeom>
              <a:rect b="b" l="l" r="r" t="t"/>
              <a:pathLst>
                <a:path extrusionOk="0" h="2680" w="2192">
                  <a:moveTo>
                    <a:pt x="1941" y="0"/>
                  </a:moveTo>
                  <a:lnTo>
                    <a:pt x="1" y="2679"/>
                  </a:lnTo>
                  <a:lnTo>
                    <a:pt x="382" y="2679"/>
                  </a:lnTo>
                  <a:lnTo>
                    <a:pt x="2192" y="179"/>
                  </a:lnTo>
                  <a:cubicBezTo>
                    <a:pt x="2084" y="143"/>
                    <a:pt x="2001" y="84"/>
                    <a:pt x="194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8"/>
            <p:cNvSpPr/>
            <p:nvPr/>
          </p:nvSpPr>
          <p:spPr>
            <a:xfrm>
              <a:off x="5430125" y="3087425"/>
              <a:ext cx="129500" cy="180700"/>
            </a:xfrm>
            <a:custGeom>
              <a:rect b="b" l="l" r="r" t="t"/>
              <a:pathLst>
                <a:path extrusionOk="0" h="7228" w="5180">
                  <a:moveTo>
                    <a:pt x="4918" y="0"/>
                  </a:moveTo>
                  <a:lnTo>
                    <a:pt x="4882" y="60"/>
                  </a:lnTo>
                  <a:lnTo>
                    <a:pt x="156" y="6644"/>
                  </a:lnTo>
                  <a:cubicBezTo>
                    <a:pt x="203" y="6691"/>
                    <a:pt x="239" y="6751"/>
                    <a:pt x="251" y="6834"/>
                  </a:cubicBezTo>
                  <a:cubicBezTo>
                    <a:pt x="251" y="6989"/>
                    <a:pt x="144" y="7120"/>
                    <a:pt x="1" y="7132"/>
                  </a:cubicBezTo>
                  <a:lnTo>
                    <a:pt x="132" y="7227"/>
                  </a:lnTo>
                  <a:lnTo>
                    <a:pt x="5180" y="179"/>
                  </a:lnTo>
                  <a:cubicBezTo>
                    <a:pt x="5061" y="143"/>
                    <a:pt x="4978" y="83"/>
                    <a:pt x="491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8"/>
            <p:cNvSpPr/>
            <p:nvPr/>
          </p:nvSpPr>
          <p:spPr>
            <a:xfrm>
              <a:off x="5365250" y="3269875"/>
              <a:ext cx="63425" cy="84550"/>
            </a:xfrm>
            <a:custGeom>
              <a:rect b="b" l="l" r="r" t="t"/>
              <a:pathLst>
                <a:path extrusionOk="0" h="3382" w="2537">
                  <a:moveTo>
                    <a:pt x="2274" y="1"/>
                  </a:moveTo>
                  <a:lnTo>
                    <a:pt x="0" y="3191"/>
                  </a:lnTo>
                  <a:cubicBezTo>
                    <a:pt x="107" y="3215"/>
                    <a:pt x="179" y="3299"/>
                    <a:pt x="238" y="3382"/>
                  </a:cubicBezTo>
                  <a:lnTo>
                    <a:pt x="2536" y="179"/>
                  </a:lnTo>
                  <a:lnTo>
                    <a:pt x="2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8"/>
            <p:cNvSpPr/>
            <p:nvPr/>
          </p:nvSpPr>
          <p:spPr>
            <a:xfrm>
              <a:off x="5372675" y="3356800"/>
              <a:ext cx="248275" cy="56575"/>
            </a:xfrm>
            <a:custGeom>
              <a:rect b="b" l="l" r="r" t="t"/>
              <a:pathLst>
                <a:path extrusionOk="0" h="2263" w="9931">
                  <a:moveTo>
                    <a:pt x="1" y="0"/>
                  </a:moveTo>
                  <a:cubicBezTo>
                    <a:pt x="13" y="36"/>
                    <a:pt x="37" y="95"/>
                    <a:pt x="37" y="155"/>
                  </a:cubicBezTo>
                  <a:cubicBezTo>
                    <a:pt x="37" y="203"/>
                    <a:pt x="37" y="262"/>
                    <a:pt x="13" y="310"/>
                  </a:cubicBezTo>
                  <a:lnTo>
                    <a:pt x="9931" y="2262"/>
                  </a:lnTo>
                  <a:lnTo>
                    <a:pt x="9335" y="1822"/>
                  </a:lnTo>
                  <a:lnTo>
                    <a:pt x="6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8"/>
            <p:cNvSpPr/>
            <p:nvPr/>
          </p:nvSpPr>
          <p:spPr>
            <a:xfrm>
              <a:off x="5718250" y="3230300"/>
              <a:ext cx="86350" cy="88125"/>
            </a:xfrm>
            <a:custGeom>
              <a:rect b="b" l="l" r="r" t="t"/>
              <a:pathLst>
                <a:path extrusionOk="0" h="3525" w="3454">
                  <a:moveTo>
                    <a:pt x="3370" y="0"/>
                  </a:moveTo>
                  <a:lnTo>
                    <a:pt x="1" y="3250"/>
                  </a:lnTo>
                  <a:lnTo>
                    <a:pt x="168" y="3524"/>
                  </a:lnTo>
                  <a:lnTo>
                    <a:pt x="3454" y="333"/>
                  </a:lnTo>
                  <a:cubicBezTo>
                    <a:pt x="3382" y="298"/>
                    <a:pt x="3335" y="214"/>
                    <a:pt x="3335" y="131"/>
                  </a:cubicBezTo>
                  <a:cubicBezTo>
                    <a:pt x="3335" y="83"/>
                    <a:pt x="3335" y="36"/>
                    <a:pt x="3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8"/>
            <p:cNvSpPr/>
            <p:nvPr/>
          </p:nvSpPr>
          <p:spPr>
            <a:xfrm>
              <a:off x="5808450" y="3104675"/>
              <a:ext cx="128625" cy="124150"/>
            </a:xfrm>
            <a:custGeom>
              <a:rect b="b" l="l" r="r" t="t"/>
              <a:pathLst>
                <a:path extrusionOk="0" h="4966" w="5145">
                  <a:moveTo>
                    <a:pt x="4930" y="1"/>
                  </a:moveTo>
                  <a:lnTo>
                    <a:pt x="1" y="4787"/>
                  </a:lnTo>
                  <a:lnTo>
                    <a:pt x="120" y="4870"/>
                  </a:lnTo>
                  <a:cubicBezTo>
                    <a:pt x="167" y="4882"/>
                    <a:pt x="191" y="4906"/>
                    <a:pt x="227" y="4930"/>
                  </a:cubicBezTo>
                  <a:lnTo>
                    <a:pt x="263" y="4966"/>
                  </a:lnTo>
                  <a:lnTo>
                    <a:pt x="5144" y="227"/>
                  </a:lnTo>
                  <a:cubicBezTo>
                    <a:pt x="5061" y="167"/>
                    <a:pt x="4989" y="96"/>
                    <a:pt x="493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8"/>
            <p:cNvSpPr/>
            <p:nvPr/>
          </p:nvSpPr>
          <p:spPr>
            <a:xfrm>
              <a:off x="5622425" y="3317200"/>
              <a:ext cx="94375" cy="92000"/>
            </a:xfrm>
            <a:custGeom>
              <a:rect b="b" l="l" r="r" t="t"/>
              <a:pathLst>
                <a:path extrusionOk="0" h="3680" w="3775">
                  <a:moveTo>
                    <a:pt x="3596" y="1"/>
                  </a:moveTo>
                  <a:lnTo>
                    <a:pt x="0" y="3501"/>
                  </a:lnTo>
                  <a:lnTo>
                    <a:pt x="250" y="3680"/>
                  </a:lnTo>
                  <a:lnTo>
                    <a:pt x="3774" y="275"/>
                  </a:lnTo>
                  <a:lnTo>
                    <a:pt x="35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8"/>
            <p:cNvSpPr/>
            <p:nvPr/>
          </p:nvSpPr>
          <p:spPr>
            <a:xfrm>
              <a:off x="5166700" y="3082050"/>
              <a:ext cx="498600" cy="354250"/>
            </a:xfrm>
            <a:custGeom>
              <a:rect b="b" l="l" r="r" t="t"/>
              <a:pathLst>
                <a:path extrusionOk="0" h="14170" w="19944">
                  <a:moveTo>
                    <a:pt x="298" y="1"/>
                  </a:moveTo>
                  <a:cubicBezTo>
                    <a:pt x="239" y="48"/>
                    <a:pt x="155" y="60"/>
                    <a:pt x="72" y="60"/>
                  </a:cubicBezTo>
                  <a:cubicBezTo>
                    <a:pt x="36" y="48"/>
                    <a:pt x="25" y="48"/>
                    <a:pt x="1" y="48"/>
                  </a:cubicBezTo>
                  <a:cubicBezTo>
                    <a:pt x="1" y="108"/>
                    <a:pt x="13" y="156"/>
                    <a:pt x="60" y="191"/>
                  </a:cubicBezTo>
                  <a:lnTo>
                    <a:pt x="334" y="406"/>
                  </a:lnTo>
                  <a:lnTo>
                    <a:pt x="5716" y="4275"/>
                  </a:lnTo>
                  <a:lnTo>
                    <a:pt x="5990" y="4477"/>
                  </a:lnTo>
                  <a:lnTo>
                    <a:pt x="10216" y="7537"/>
                  </a:lnTo>
                  <a:lnTo>
                    <a:pt x="10478" y="7716"/>
                  </a:lnTo>
                  <a:lnTo>
                    <a:pt x="17574" y="12836"/>
                  </a:lnTo>
                  <a:lnTo>
                    <a:pt x="18170" y="13264"/>
                  </a:lnTo>
                  <a:lnTo>
                    <a:pt x="19420" y="14169"/>
                  </a:lnTo>
                  <a:lnTo>
                    <a:pt x="19944" y="14169"/>
                  </a:lnTo>
                  <a:lnTo>
                    <a:pt x="18479" y="13110"/>
                  </a:lnTo>
                  <a:lnTo>
                    <a:pt x="18229" y="12931"/>
                  </a:lnTo>
                  <a:lnTo>
                    <a:pt x="10657" y="7466"/>
                  </a:lnTo>
                  <a:lnTo>
                    <a:pt x="10514" y="7383"/>
                  </a:lnTo>
                  <a:lnTo>
                    <a:pt x="10502" y="7383"/>
                  </a:lnTo>
                  <a:cubicBezTo>
                    <a:pt x="10495" y="7383"/>
                    <a:pt x="10487" y="7384"/>
                    <a:pt x="10480" y="7384"/>
                  </a:cubicBezTo>
                  <a:cubicBezTo>
                    <a:pt x="10347" y="7384"/>
                    <a:pt x="10238" y="7281"/>
                    <a:pt x="10204" y="7156"/>
                  </a:cubicBezTo>
                  <a:lnTo>
                    <a:pt x="7240" y="5013"/>
                  </a:lnTo>
                  <a:cubicBezTo>
                    <a:pt x="7216" y="5025"/>
                    <a:pt x="7180" y="5025"/>
                    <a:pt x="7156" y="5025"/>
                  </a:cubicBezTo>
                  <a:cubicBezTo>
                    <a:pt x="7143" y="5027"/>
                    <a:pt x="7130" y="5028"/>
                    <a:pt x="7117" y="5028"/>
                  </a:cubicBezTo>
                  <a:cubicBezTo>
                    <a:pt x="6978" y="5028"/>
                    <a:pt x="6859" y="4916"/>
                    <a:pt x="6859" y="4763"/>
                  </a:cubicBezTo>
                  <a:lnTo>
                    <a:pt x="6859" y="4728"/>
                  </a:lnTo>
                  <a:lnTo>
                    <a:pt x="6323" y="4347"/>
                  </a:lnTo>
                  <a:lnTo>
                    <a:pt x="6037" y="4132"/>
                  </a:ln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8"/>
            <p:cNvSpPr/>
            <p:nvPr/>
          </p:nvSpPr>
          <p:spPr>
            <a:xfrm>
              <a:off x="5558725" y="3064225"/>
              <a:ext cx="8950" cy="4750"/>
            </a:xfrm>
            <a:custGeom>
              <a:rect b="b" l="l" r="r" t="t"/>
              <a:pathLst>
                <a:path extrusionOk="0" h="190" w="358">
                  <a:moveTo>
                    <a:pt x="146" y="0"/>
                  </a:moveTo>
                  <a:cubicBezTo>
                    <a:pt x="122" y="0"/>
                    <a:pt x="97" y="4"/>
                    <a:pt x="72" y="11"/>
                  </a:cubicBezTo>
                  <a:cubicBezTo>
                    <a:pt x="12" y="47"/>
                    <a:pt x="0" y="107"/>
                    <a:pt x="0" y="166"/>
                  </a:cubicBezTo>
                  <a:cubicBezTo>
                    <a:pt x="48" y="154"/>
                    <a:pt x="95" y="130"/>
                    <a:pt x="131" y="130"/>
                  </a:cubicBezTo>
                  <a:cubicBezTo>
                    <a:pt x="226" y="154"/>
                    <a:pt x="298" y="166"/>
                    <a:pt x="357" y="190"/>
                  </a:cubicBezTo>
                  <a:lnTo>
                    <a:pt x="286" y="71"/>
                  </a:lnTo>
                  <a:cubicBezTo>
                    <a:pt x="253" y="21"/>
                    <a:pt x="202" y="0"/>
                    <a:pt x="14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8"/>
            <p:cNvSpPr/>
            <p:nvPr/>
          </p:nvSpPr>
          <p:spPr>
            <a:xfrm>
              <a:off x="5571525" y="3089200"/>
              <a:ext cx="223250" cy="346500"/>
            </a:xfrm>
            <a:custGeom>
              <a:rect b="b" l="l" r="r" t="t"/>
              <a:pathLst>
                <a:path extrusionOk="0" h="13860" w="8930">
                  <a:moveTo>
                    <a:pt x="0" y="0"/>
                  </a:moveTo>
                  <a:lnTo>
                    <a:pt x="5632" y="9121"/>
                  </a:lnTo>
                  <a:lnTo>
                    <a:pt x="5799" y="9395"/>
                  </a:lnTo>
                  <a:lnTo>
                    <a:pt x="8573" y="13859"/>
                  </a:lnTo>
                  <a:lnTo>
                    <a:pt x="8930" y="13859"/>
                  </a:lnTo>
                  <a:lnTo>
                    <a:pt x="6025" y="9168"/>
                  </a:lnTo>
                  <a:lnTo>
                    <a:pt x="5858" y="8894"/>
                  </a:lnTo>
                  <a:lnTo>
                    <a:pt x="560" y="346"/>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8"/>
            <p:cNvSpPr/>
            <p:nvPr/>
          </p:nvSpPr>
          <p:spPr>
            <a:xfrm>
              <a:off x="6055500" y="3242800"/>
              <a:ext cx="4200" cy="14900"/>
            </a:xfrm>
            <a:custGeom>
              <a:rect b="b" l="l" r="r" t="t"/>
              <a:pathLst>
                <a:path extrusionOk="0" h="596" w="168">
                  <a:moveTo>
                    <a:pt x="108" y="0"/>
                  </a:moveTo>
                  <a:lnTo>
                    <a:pt x="1" y="393"/>
                  </a:lnTo>
                  <a:lnTo>
                    <a:pt x="167" y="595"/>
                  </a:lnTo>
                  <a:lnTo>
                    <a:pt x="167" y="72"/>
                  </a:lnTo>
                  <a:lnTo>
                    <a:pt x="10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8"/>
            <p:cNvSpPr/>
            <p:nvPr/>
          </p:nvSpPr>
          <p:spPr>
            <a:xfrm>
              <a:off x="5953400" y="3107050"/>
              <a:ext cx="98850" cy="137250"/>
            </a:xfrm>
            <a:custGeom>
              <a:rect b="b" l="l" r="r" t="t"/>
              <a:pathLst>
                <a:path extrusionOk="0" h="5490" w="3954">
                  <a:moveTo>
                    <a:pt x="227" y="1"/>
                  </a:moveTo>
                  <a:cubicBezTo>
                    <a:pt x="168" y="72"/>
                    <a:pt x="96" y="132"/>
                    <a:pt x="1" y="179"/>
                  </a:cubicBezTo>
                  <a:lnTo>
                    <a:pt x="3847" y="5490"/>
                  </a:lnTo>
                  <a:lnTo>
                    <a:pt x="3954" y="5109"/>
                  </a:lnTo>
                  <a:lnTo>
                    <a:pt x="287" y="25"/>
                  </a:ln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8"/>
            <p:cNvSpPr/>
            <p:nvPr/>
          </p:nvSpPr>
          <p:spPr>
            <a:xfrm>
              <a:off x="5571825" y="3083850"/>
              <a:ext cx="239625" cy="146475"/>
            </a:xfrm>
            <a:custGeom>
              <a:rect b="b" l="l" r="r" t="t"/>
              <a:pathLst>
                <a:path extrusionOk="0" h="5859" w="9585">
                  <a:moveTo>
                    <a:pt x="131" y="0"/>
                  </a:moveTo>
                  <a:cubicBezTo>
                    <a:pt x="95" y="84"/>
                    <a:pt x="60" y="155"/>
                    <a:pt x="0" y="214"/>
                  </a:cubicBezTo>
                  <a:lnTo>
                    <a:pt x="560" y="560"/>
                  </a:lnTo>
                  <a:lnTo>
                    <a:pt x="9227" y="5858"/>
                  </a:lnTo>
                  <a:cubicBezTo>
                    <a:pt x="9275" y="5763"/>
                    <a:pt x="9358" y="5691"/>
                    <a:pt x="9466" y="5691"/>
                  </a:cubicBezTo>
                  <a:cubicBezTo>
                    <a:pt x="9513" y="5691"/>
                    <a:pt x="9537" y="5691"/>
                    <a:pt x="9585" y="5703"/>
                  </a:cubicBezTo>
                  <a:lnTo>
                    <a:pt x="9466" y="5632"/>
                  </a:lnTo>
                  <a:lnTo>
                    <a:pt x="25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8"/>
            <p:cNvSpPr/>
            <p:nvPr/>
          </p:nvSpPr>
          <p:spPr>
            <a:xfrm>
              <a:off x="5814100" y="3227900"/>
              <a:ext cx="202450" cy="130700"/>
            </a:xfrm>
            <a:custGeom>
              <a:rect b="b" l="l" r="r" t="t"/>
              <a:pathLst>
                <a:path extrusionOk="0" h="5228" w="8098">
                  <a:moveTo>
                    <a:pt x="1" y="1"/>
                  </a:moveTo>
                  <a:lnTo>
                    <a:pt x="1" y="1"/>
                  </a:lnTo>
                  <a:cubicBezTo>
                    <a:pt x="37" y="48"/>
                    <a:pt x="84" y="120"/>
                    <a:pt x="84" y="191"/>
                  </a:cubicBezTo>
                  <a:cubicBezTo>
                    <a:pt x="84" y="263"/>
                    <a:pt x="72" y="322"/>
                    <a:pt x="25" y="382"/>
                  </a:cubicBezTo>
                  <a:lnTo>
                    <a:pt x="4263" y="2977"/>
                  </a:lnTo>
                  <a:cubicBezTo>
                    <a:pt x="4311" y="2918"/>
                    <a:pt x="4382" y="2870"/>
                    <a:pt x="4478" y="2870"/>
                  </a:cubicBezTo>
                  <a:cubicBezTo>
                    <a:pt x="4644" y="2870"/>
                    <a:pt x="4775" y="2977"/>
                    <a:pt x="4775" y="3144"/>
                  </a:cubicBezTo>
                  <a:cubicBezTo>
                    <a:pt x="4775" y="3180"/>
                    <a:pt x="4775" y="3227"/>
                    <a:pt x="4739" y="3275"/>
                  </a:cubicBezTo>
                  <a:lnTo>
                    <a:pt x="7942" y="5228"/>
                  </a:lnTo>
                  <a:cubicBezTo>
                    <a:pt x="7954" y="5120"/>
                    <a:pt x="8014" y="5025"/>
                    <a:pt x="8097" y="4954"/>
                  </a:cubicBezTo>
                  <a:lnTo>
                    <a:pt x="37" y="37"/>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8"/>
            <p:cNvSpPr/>
            <p:nvPr/>
          </p:nvSpPr>
          <p:spPr>
            <a:xfrm>
              <a:off x="5574500" y="3075800"/>
              <a:ext cx="354825" cy="22650"/>
            </a:xfrm>
            <a:custGeom>
              <a:rect b="b" l="l" r="r" t="t"/>
              <a:pathLst>
                <a:path extrusionOk="0" h="906" w="14193">
                  <a:moveTo>
                    <a:pt x="0" y="1"/>
                  </a:moveTo>
                  <a:lnTo>
                    <a:pt x="0" y="1"/>
                  </a:lnTo>
                  <a:cubicBezTo>
                    <a:pt x="12" y="36"/>
                    <a:pt x="24" y="84"/>
                    <a:pt x="24" y="132"/>
                  </a:cubicBezTo>
                  <a:cubicBezTo>
                    <a:pt x="36" y="203"/>
                    <a:pt x="24" y="263"/>
                    <a:pt x="12" y="322"/>
                  </a:cubicBezTo>
                  <a:lnTo>
                    <a:pt x="131" y="322"/>
                  </a:lnTo>
                  <a:lnTo>
                    <a:pt x="14181" y="906"/>
                  </a:lnTo>
                  <a:cubicBezTo>
                    <a:pt x="14181" y="870"/>
                    <a:pt x="14169" y="858"/>
                    <a:pt x="14169" y="834"/>
                  </a:cubicBezTo>
                  <a:cubicBezTo>
                    <a:pt x="14169" y="751"/>
                    <a:pt x="14169" y="667"/>
                    <a:pt x="14193" y="596"/>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8"/>
            <p:cNvSpPr/>
            <p:nvPr/>
          </p:nvSpPr>
          <p:spPr>
            <a:xfrm>
              <a:off x="5569125" y="2643900"/>
              <a:ext cx="490575" cy="431025"/>
            </a:xfrm>
            <a:custGeom>
              <a:rect b="b" l="l" r="r" t="t"/>
              <a:pathLst>
                <a:path extrusionOk="0" h="17241" w="19623">
                  <a:moveTo>
                    <a:pt x="19622" y="1"/>
                  </a:moveTo>
                  <a:lnTo>
                    <a:pt x="1" y="17027"/>
                  </a:lnTo>
                  <a:cubicBezTo>
                    <a:pt x="96" y="17074"/>
                    <a:pt x="168" y="17158"/>
                    <a:pt x="215" y="17241"/>
                  </a:cubicBezTo>
                  <a:lnTo>
                    <a:pt x="19622" y="394"/>
                  </a:lnTo>
                  <a:lnTo>
                    <a:pt x="196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8"/>
            <p:cNvSpPr/>
            <p:nvPr/>
          </p:nvSpPr>
          <p:spPr>
            <a:xfrm>
              <a:off x="5954000" y="2949300"/>
              <a:ext cx="105100" cy="136050"/>
            </a:xfrm>
            <a:custGeom>
              <a:rect b="b" l="l" r="r" t="t"/>
              <a:pathLst>
                <a:path extrusionOk="0" h="5442" w="4204">
                  <a:moveTo>
                    <a:pt x="4204" y="1"/>
                  </a:moveTo>
                  <a:lnTo>
                    <a:pt x="1" y="5239"/>
                  </a:lnTo>
                  <a:cubicBezTo>
                    <a:pt x="96" y="5299"/>
                    <a:pt x="179" y="5370"/>
                    <a:pt x="239" y="5442"/>
                  </a:cubicBezTo>
                  <a:lnTo>
                    <a:pt x="4204" y="489"/>
                  </a:lnTo>
                  <a:lnTo>
                    <a:pt x="420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8"/>
            <p:cNvSpPr/>
            <p:nvPr/>
          </p:nvSpPr>
          <p:spPr>
            <a:xfrm>
              <a:off x="6022475" y="3206175"/>
              <a:ext cx="37225" cy="143500"/>
            </a:xfrm>
            <a:custGeom>
              <a:rect b="b" l="l" r="r" t="t"/>
              <a:pathLst>
                <a:path extrusionOk="0" h="5740" w="1489">
                  <a:moveTo>
                    <a:pt x="1488" y="1"/>
                  </a:moveTo>
                  <a:lnTo>
                    <a:pt x="1191" y="1132"/>
                  </a:lnTo>
                  <a:lnTo>
                    <a:pt x="1084" y="1525"/>
                  </a:lnTo>
                  <a:lnTo>
                    <a:pt x="0" y="5692"/>
                  </a:lnTo>
                  <a:cubicBezTo>
                    <a:pt x="12" y="5692"/>
                    <a:pt x="24" y="5692"/>
                    <a:pt x="60" y="5680"/>
                  </a:cubicBezTo>
                  <a:cubicBezTo>
                    <a:pt x="143" y="5680"/>
                    <a:pt x="238" y="5692"/>
                    <a:pt x="310" y="5739"/>
                  </a:cubicBezTo>
                  <a:lnTo>
                    <a:pt x="1322" y="1834"/>
                  </a:lnTo>
                  <a:lnTo>
                    <a:pt x="1429" y="1453"/>
                  </a:lnTo>
                  <a:lnTo>
                    <a:pt x="1488" y="1227"/>
                  </a:lnTo>
                  <a:lnTo>
                    <a:pt x="148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8"/>
            <p:cNvSpPr/>
            <p:nvPr/>
          </p:nvSpPr>
          <p:spPr>
            <a:xfrm>
              <a:off x="5959075" y="3100225"/>
              <a:ext cx="100625" cy="64900"/>
            </a:xfrm>
            <a:custGeom>
              <a:rect b="b" l="l" r="r" t="t"/>
              <a:pathLst>
                <a:path extrusionOk="0" h="2596" w="4025">
                  <a:moveTo>
                    <a:pt x="155" y="0"/>
                  </a:moveTo>
                  <a:cubicBezTo>
                    <a:pt x="119" y="107"/>
                    <a:pt x="72" y="202"/>
                    <a:pt x="0" y="274"/>
                  </a:cubicBezTo>
                  <a:lnTo>
                    <a:pt x="60" y="298"/>
                  </a:lnTo>
                  <a:lnTo>
                    <a:pt x="4024" y="2596"/>
                  </a:lnTo>
                  <a:lnTo>
                    <a:pt x="4024" y="2238"/>
                  </a:ln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8"/>
            <p:cNvSpPr/>
            <p:nvPr/>
          </p:nvSpPr>
          <p:spPr>
            <a:xfrm>
              <a:off x="4523175" y="3371975"/>
              <a:ext cx="36625" cy="35750"/>
            </a:xfrm>
            <a:custGeom>
              <a:rect b="b" l="l" r="r" t="t"/>
              <a:pathLst>
                <a:path extrusionOk="0" h="1430" w="1465">
                  <a:moveTo>
                    <a:pt x="691" y="0"/>
                  </a:moveTo>
                  <a:cubicBezTo>
                    <a:pt x="334" y="12"/>
                    <a:pt x="60" y="286"/>
                    <a:pt x="24" y="620"/>
                  </a:cubicBezTo>
                  <a:cubicBezTo>
                    <a:pt x="24" y="667"/>
                    <a:pt x="0" y="715"/>
                    <a:pt x="24" y="762"/>
                  </a:cubicBezTo>
                  <a:cubicBezTo>
                    <a:pt x="24" y="834"/>
                    <a:pt x="36" y="893"/>
                    <a:pt x="60" y="953"/>
                  </a:cubicBezTo>
                  <a:cubicBezTo>
                    <a:pt x="164" y="1242"/>
                    <a:pt x="436" y="1430"/>
                    <a:pt x="746" y="1430"/>
                  </a:cubicBezTo>
                  <a:cubicBezTo>
                    <a:pt x="755" y="1430"/>
                    <a:pt x="765" y="1430"/>
                    <a:pt x="774" y="1429"/>
                  </a:cubicBezTo>
                  <a:cubicBezTo>
                    <a:pt x="822" y="1429"/>
                    <a:pt x="870" y="1417"/>
                    <a:pt x="917" y="1417"/>
                  </a:cubicBezTo>
                  <a:cubicBezTo>
                    <a:pt x="1012" y="1382"/>
                    <a:pt x="1108" y="1334"/>
                    <a:pt x="1191" y="1274"/>
                  </a:cubicBezTo>
                  <a:cubicBezTo>
                    <a:pt x="1358" y="1120"/>
                    <a:pt x="1465" y="905"/>
                    <a:pt x="1453" y="667"/>
                  </a:cubicBezTo>
                  <a:cubicBezTo>
                    <a:pt x="1429" y="441"/>
                    <a:pt x="1334" y="262"/>
                    <a:pt x="1167" y="143"/>
                  </a:cubicBezTo>
                  <a:cubicBezTo>
                    <a:pt x="1096" y="84"/>
                    <a:pt x="989" y="48"/>
                    <a:pt x="881" y="12"/>
                  </a:cubicBezTo>
                  <a:cubicBezTo>
                    <a:pt x="822" y="0"/>
                    <a:pt x="762" y="0"/>
                    <a:pt x="69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8"/>
            <p:cNvSpPr/>
            <p:nvPr/>
          </p:nvSpPr>
          <p:spPr>
            <a:xfrm>
              <a:off x="4806850" y="3361225"/>
              <a:ext cx="35725" cy="35175"/>
            </a:xfrm>
            <a:custGeom>
              <a:rect b="b" l="l" r="r" t="t"/>
              <a:pathLst>
                <a:path extrusionOk="0" h="1407" w="1429">
                  <a:moveTo>
                    <a:pt x="724" y="0"/>
                  </a:moveTo>
                  <a:cubicBezTo>
                    <a:pt x="709" y="0"/>
                    <a:pt x="694" y="1"/>
                    <a:pt x="679" y="2"/>
                  </a:cubicBezTo>
                  <a:cubicBezTo>
                    <a:pt x="583" y="2"/>
                    <a:pt x="476" y="38"/>
                    <a:pt x="381" y="85"/>
                  </a:cubicBezTo>
                  <a:cubicBezTo>
                    <a:pt x="286" y="121"/>
                    <a:pt x="202" y="192"/>
                    <a:pt x="143" y="264"/>
                  </a:cubicBezTo>
                  <a:cubicBezTo>
                    <a:pt x="83" y="335"/>
                    <a:pt x="48" y="442"/>
                    <a:pt x="12" y="549"/>
                  </a:cubicBezTo>
                  <a:cubicBezTo>
                    <a:pt x="0" y="609"/>
                    <a:pt x="0" y="680"/>
                    <a:pt x="0" y="740"/>
                  </a:cubicBezTo>
                  <a:cubicBezTo>
                    <a:pt x="24" y="1133"/>
                    <a:pt x="345" y="1407"/>
                    <a:pt x="726" y="1407"/>
                  </a:cubicBezTo>
                  <a:lnTo>
                    <a:pt x="738" y="1407"/>
                  </a:lnTo>
                  <a:cubicBezTo>
                    <a:pt x="845" y="1407"/>
                    <a:pt x="941" y="1383"/>
                    <a:pt x="1024" y="1335"/>
                  </a:cubicBezTo>
                  <a:cubicBezTo>
                    <a:pt x="1131" y="1276"/>
                    <a:pt x="1214" y="1204"/>
                    <a:pt x="1298" y="1097"/>
                  </a:cubicBezTo>
                  <a:cubicBezTo>
                    <a:pt x="1357" y="1002"/>
                    <a:pt x="1393" y="919"/>
                    <a:pt x="1417" y="811"/>
                  </a:cubicBezTo>
                  <a:cubicBezTo>
                    <a:pt x="1429" y="776"/>
                    <a:pt x="1429" y="704"/>
                    <a:pt x="1429" y="669"/>
                  </a:cubicBezTo>
                  <a:cubicBezTo>
                    <a:pt x="1417" y="279"/>
                    <a:pt x="1098" y="0"/>
                    <a:pt x="72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8"/>
            <p:cNvSpPr/>
            <p:nvPr/>
          </p:nvSpPr>
          <p:spPr>
            <a:xfrm>
              <a:off x="4231475" y="3218375"/>
              <a:ext cx="12225" cy="12250"/>
            </a:xfrm>
            <a:custGeom>
              <a:rect b="b" l="l" r="r" t="t"/>
              <a:pathLst>
                <a:path extrusionOk="0" h="490" w="489">
                  <a:moveTo>
                    <a:pt x="238" y="1"/>
                  </a:moveTo>
                  <a:cubicBezTo>
                    <a:pt x="155" y="1"/>
                    <a:pt x="96" y="37"/>
                    <a:pt x="48" y="108"/>
                  </a:cubicBezTo>
                  <a:cubicBezTo>
                    <a:pt x="12" y="156"/>
                    <a:pt x="0" y="203"/>
                    <a:pt x="0" y="263"/>
                  </a:cubicBezTo>
                  <a:cubicBezTo>
                    <a:pt x="23" y="387"/>
                    <a:pt x="142" y="490"/>
                    <a:pt x="256" y="490"/>
                  </a:cubicBezTo>
                  <a:cubicBezTo>
                    <a:pt x="262" y="490"/>
                    <a:pt x="268" y="490"/>
                    <a:pt x="274" y="489"/>
                  </a:cubicBezTo>
                  <a:cubicBezTo>
                    <a:pt x="381" y="489"/>
                    <a:pt x="453" y="429"/>
                    <a:pt x="477" y="334"/>
                  </a:cubicBezTo>
                  <a:cubicBezTo>
                    <a:pt x="488" y="310"/>
                    <a:pt x="488" y="263"/>
                    <a:pt x="488" y="239"/>
                  </a:cubicBezTo>
                  <a:cubicBezTo>
                    <a:pt x="488" y="96"/>
                    <a:pt x="381" y="1"/>
                    <a:pt x="2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8"/>
            <p:cNvSpPr/>
            <p:nvPr/>
          </p:nvSpPr>
          <p:spPr>
            <a:xfrm>
              <a:off x="5155100" y="3058225"/>
              <a:ext cx="25325" cy="25050"/>
            </a:xfrm>
            <a:custGeom>
              <a:rect b="b" l="l" r="r" t="t"/>
              <a:pathLst>
                <a:path extrusionOk="0" h="1002" w="1013">
                  <a:moveTo>
                    <a:pt x="510" y="1"/>
                  </a:moveTo>
                  <a:cubicBezTo>
                    <a:pt x="503" y="1"/>
                    <a:pt x="496" y="1"/>
                    <a:pt x="489" y="1"/>
                  </a:cubicBezTo>
                  <a:cubicBezTo>
                    <a:pt x="203" y="13"/>
                    <a:pt x="0" y="239"/>
                    <a:pt x="12" y="525"/>
                  </a:cubicBezTo>
                  <a:cubicBezTo>
                    <a:pt x="24" y="763"/>
                    <a:pt x="203" y="954"/>
                    <a:pt x="441" y="989"/>
                  </a:cubicBezTo>
                  <a:cubicBezTo>
                    <a:pt x="489" y="1001"/>
                    <a:pt x="500" y="1001"/>
                    <a:pt x="536" y="1001"/>
                  </a:cubicBezTo>
                  <a:cubicBezTo>
                    <a:pt x="608" y="1001"/>
                    <a:pt x="679" y="966"/>
                    <a:pt x="762" y="942"/>
                  </a:cubicBezTo>
                  <a:cubicBezTo>
                    <a:pt x="917" y="847"/>
                    <a:pt x="1012" y="668"/>
                    <a:pt x="1012" y="478"/>
                  </a:cubicBezTo>
                  <a:cubicBezTo>
                    <a:pt x="1001" y="222"/>
                    <a:pt x="786" y="1"/>
                    <a:pt x="5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8"/>
            <p:cNvSpPr/>
            <p:nvPr/>
          </p:nvSpPr>
          <p:spPr>
            <a:xfrm>
              <a:off x="5929000" y="3079000"/>
              <a:ext cx="34850" cy="34325"/>
            </a:xfrm>
            <a:custGeom>
              <a:rect b="b" l="l" r="r" t="t"/>
              <a:pathLst>
                <a:path extrusionOk="0" h="1373" w="1394">
                  <a:moveTo>
                    <a:pt x="720" y="1"/>
                  </a:moveTo>
                  <a:cubicBezTo>
                    <a:pt x="699" y="1"/>
                    <a:pt x="677" y="2"/>
                    <a:pt x="655" y="4"/>
                  </a:cubicBezTo>
                  <a:cubicBezTo>
                    <a:pt x="358" y="16"/>
                    <a:pt x="96" y="230"/>
                    <a:pt x="24" y="492"/>
                  </a:cubicBezTo>
                  <a:cubicBezTo>
                    <a:pt x="13" y="575"/>
                    <a:pt x="1" y="647"/>
                    <a:pt x="1" y="730"/>
                  </a:cubicBezTo>
                  <a:lnTo>
                    <a:pt x="1" y="789"/>
                  </a:lnTo>
                  <a:cubicBezTo>
                    <a:pt x="13" y="885"/>
                    <a:pt x="48" y="968"/>
                    <a:pt x="108" y="1051"/>
                  </a:cubicBezTo>
                  <a:cubicBezTo>
                    <a:pt x="167" y="1135"/>
                    <a:pt x="239" y="1206"/>
                    <a:pt x="322" y="1266"/>
                  </a:cubicBezTo>
                  <a:cubicBezTo>
                    <a:pt x="441" y="1349"/>
                    <a:pt x="584" y="1373"/>
                    <a:pt x="727" y="1373"/>
                  </a:cubicBezTo>
                  <a:cubicBezTo>
                    <a:pt x="822" y="1373"/>
                    <a:pt x="917" y="1349"/>
                    <a:pt x="1001" y="1313"/>
                  </a:cubicBezTo>
                  <a:cubicBezTo>
                    <a:pt x="1084" y="1266"/>
                    <a:pt x="1156" y="1206"/>
                    <a:pt x="1215" y="1135"/>
                  </a:cubicBezTo>
                  <a:cubicBezTo>
                    <a:pt x="1275" y="1063"/>
                    <a:pt x="1334" y="968"/>
                    <a:pt x="1370" y="873"/>
                  </a:cubicBezTo>
                  <a:cubicBezTo>
                    <a:pt x="1382" y="789"/>
                    <a:pt x="1394" y="730"/>
                    <a:pt x="1382" y="659"/>
                  </a:cubicBezTo>
                  <a:cubicBezTo>
                    <a:pt x="1382" y="516"/>
                    <a:pt x="1322" y="397"/>
                    <a:pt x="1251" y="278"/>
                  </a:cubicBezTo>
                  <a:cubicBezTo>
                    <a:pt x="1191" y="182"/>
                    <a:pt x="1096" y="123"/>
                    <a:pt x="1013" y="75"/>
                  </a:cubicBezTo>
                  <a:cubicBezTo>
                    <a:pt x="923" y="26"/>
                    <a:pt x="826" y="1"/>
                    <a:pt x="7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8"/>
            <p:cNvSpPr/>
            <p:nvPr/>
          </p:nvSpPr>
          <p:spPr>
            <a:xfrm>
              <a:off x="6012050" y="3348375"/>
              <a:ext cx="25625" cy="24275"/>
            </a:xfrm>
            <a:custGeom>
              <a:rect b="b" l="l" r="r" t="t"/>
              <a:pathLst>
                <a:path extrusionOk="0" h="971" w="1025">
                  <a:moveTo>
                    <a:pt x="524" y="1"/>
                  </a:moveTo>
                  <a:cubicBezTo>
                    <a:pt x="508" y="1"/>
                    <a:pt x="492" y="2"/>
                    <a:pt x="477" y="4"/>
                  </a:cubicBezTo>
                  <a:cubicBezTo>
                    <a:pt x="453" y="4"/>
                    <a:pt x="441" y="4"/>
                    <a:pt x="417" y="16"/>
                  </a:cubicBezTo>
                  <a:cubicBezTo>
                    <a:pt x="310" y="40"/>
                    <a:pt x="215" y="75"/>
                    <a:pt x="155" y="135"/>
                  </a:cubicBezTo>
                  <a:cubicBezTo>
                    <a:pt x="84" y="218"/>
                    <a:pt x="24" y="301"/>
                    <a:pt x="12" y="409"/>
                  </a:cubicBezTo>
                  <a:cubicBezTo>
                    <a:pt x="12" y="432"/>
                    <a:pt x="0" y="480"/>
                    <a:pt x="12" y="516"/>
                  </a:cubicBezTo>
                  <a:cubicBezTo>
                    <a:pt x="24" y="764"/>
                    <a:pt x="239" y="970"/>
                    <a:pt x="495" y="970"/>
                  </a:cubicBezTo>
                  <a:cubicBezTo>
                    <a:pt x="508" y="970"/>
                    <a:pt x="522" y="969"/>
                    <a:pt x="536" y="968"/>
                  </a:cubicBezTo>
                  <a:cubicBezTo>
                    <a:pt x="798" y="956"/>
                    <a:pt x="1024" y="730"/>
                    <a:pt x="989" y="456"/>
                  </a:cubicBezTo>
                  <a:cubicBezTo>
                    <a:pt x="977" y="278"/>
                    <a:pt x="870" y="123"/>
                    <a:pt x="727" y="40"/>
                  </a:cubicBezTo>
                  <a:cubicBezTo>
                    <a:pt x="668" y="20"/>
                    <a:pt x="594" y="1"/>
                    <a:pt x="52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8"/>
            <p:cNvSpPr/>
            <p:nvPr/>
          </p:nvSpPr>
          <p:spPr>
            <a:xfrm>
              <a:off x="5550375" y="3068250"/>
              <a:ext cx="25025" cy="24250"/>
            </a:xfrm>
            <a:custGeom>
              <a:rect b="b" l="l" r="r" t="t"/>
              <a:pathLst>
                <a:path extrusionOk="0" h="970" w="1001">
                  <a:moveTo>
                    <a:pt x="542" y="0"/>
                  </a:moveTo>
                  <a:cubicBezTo>
                    <a:pt x="521" y="0"/>
                    <a:pt x="499" y="2"/>
                    <a:pt x="477" y="5"/>
                  </a:cubicBezTo>
                  <a:cubicBezTo>
                    <a:pt x="441" y="5"/>
                    <a:pt x="394" y="17"/>
                    <a:pt x="346" y="29"/>
                  </a:cubicBezTo>
                  <a:cubicBezTo>
                    <a:pt x="144" y="112"/>
                    <a:pt x="1" y="303"/>
                    <a:pt x="25" y="529"/>
                  </a:cubicBezTo>
                  <a:cubicBezTo>
                    <a:pt x="25" y="612"/>
                    <a:pt x="48" y="708"/>
                    <a:pt x="108" y="779"/>
                  </a:cubicBezTo>
                  <a:cubicBezTo>
                    <a:pt x="168" y="850"/>
                    <a:pt x="251" y="910"/>
                    <a:pt x="346" y="946"/>
                  </a:cubicBezTo>
                  <a:cubicBezTo>
                    <a:pt x="406" y="958"/>
                    <a:pt x="465" y="969"/>
                    <a:pt x="525" y="969"/>
                  </a:cubicBezTo>
                  <a:cubicBezTo>
                    <a:pt x="644" y="969"/>
                    <a:pt x="751" y="910"/>
                    <a:pt x="846" y="838"/>
                  </a:cubicBezTo>
                  <a:cubicBezTo>
                    <a:pt x="906" y="779"/>
                    <a:pt x="941" y="708"/>
                    <a:pt x="977" y="624"/>
                  </a:cubicBezTo>
                  <a:cubicBezTo>
                    <a:pt x="989" y="565"/>
                    <a:pt x="1001" y="529"/>
                    <a:pt x="989" y="469"/>
                  </a:cubicBezTo>
                  <a:cubicBezTo>
                    <a:pt x="989" y="422"/>
                    <a:pt x="977" y="374"/>
                    <a:pt x="953" y="327"/>
                  </a:cubicBezTo>
                  <a:cubicBezTo>
                    <a:pt x="953" y="315"/>
                    <a:pt x="941" y="303"/>
                    <a:pt x="941" y="291"/>
                  </a:cubicBezTo>
                  <a:cubicBezTo>
                    <a:pt x="906" y="184"/>
                    <a:pt x="822" y="112"/>
                    <a:pt x="739" y="65"/>
                  </a:cubicBezTo>
                  <a:cubicBezTo>
                    <a:pt x="727" y="53"/>
                    <a:pt x="703" y="53"/>
                    <a:pt x="691" y="29"/>
                  </a:cubicBezTo>
                  <a:cubicBezTo>
                    <a:pt x="648" y="11"/>
                    <a:pt x="598" y="0"/>
                    <a:pt x="54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8"/>
            <p:cNvSpPr/>
            <p:nvPr/>
          </p:nvSpPr>
          <p:spPr>
            <a:xfrm>
              <a:off x="5349175" y="3348750"/>
              <a:ext cx="25025" cy="24850"/>
            </a:xfrm>
            <a:custGeom>
              <a:rect b="b" l="l" r="r" t="t"/>
              <a:pathLst>
                <a:path extrusionOk="0" h="994" w="1001">
                  <a:moveTo>
                    <a:pt x="476" y="1"/>
                  </a:moveTo>
                  <a:cubicBezTo>
                    <a:pt x="334" y="1"/>
                    <a:pt x="203" y="96"/>
                    <a:pt x="107" y="203"/>
                  </a:cubicBezTo>
                  <a:cubicBezTo>
                    <a:pt x="48" y="286"/>
                    <a:pt x="0" y="382"/>
                    <a:pt x="24" y="501"/>
                  </a:cubicBezTo>
                  <a:lnTo>
                    <a:pt x="24" y="525"/>
                  </a:lnTo>
                  <a:cubicBezTo>
                    <a:pt x="36" y="632"/>
                    <a:pt x="60" y="715"/>
                    <a:pt x="119" y="798"/>
                  </a:cubicBezTo>
                  <a:cubicBezTo>
                    <a:pt x="179" y="882"/>
                    <a:pt x="274" y="941"/>
                    <a:pt x="381" y="977"/>
                  </a:cubicBezTo>
                  <a:cubicBezTo>
                    <a:pt x="406" y="985"/>
                    <a:pt x="444" y="994"/>
                    <a:pt x="484" y="994"/>
                  </a:cubicBezTo>
                  <a:cubicBezTo>
                    <a:pt x="501" y="994"/>
                    <a:pt x="519" y="992"/>
                    <a:pt x="536" y="989"/>
                  </a:cubicBezTo>
                  <a:cubicBezTo>
                    <a:pt x="762" y="977"/>
                    <a:pt x="941" y="822"/>
                    <a:pt x="988" y="620"/>
                  </a:cubicBezTo>
                  <a:cubicBezTo>
                    <a:pt x="1000" y="572"/>
                    <a:pt x="1000" y="525"/>
                    <a:pt x="1000" y="465"/>
                  </a:cubicBezTo>
                  <a:cubicBezTo>
                    <a:pt x="977" y="417"/>
                    <a:pt x="953" y="358"/>
                    <a:pt x="941" y="322"/>
                  </a:cubicBezTo>
                  <a:lnTo>
                    <a:pt x="893" y="227"/>
                  </a:lnTo>
                  <a:cubicBezTo>
                    <a:pt x="834" y="144"/>
                    <a:pt x="750" y="84"/>
                    <a:pt x="655" y="36"/>
                  </a:cubicBezTo>
                  <a:cubicBezTo>
                    <a:pt x="596" y="25"/>
                    <a:pt x="536" y="1"/>
                    <a:pt x="4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8"/>
            <p:cNvSpPr/>
            <p:nvPr/>
          </p:nvSpPr>
          <p:spPr>
            <a:xfrm>
              <a:off x="4288925" y="3245425"/>
              <a:ext cx="24725" cy="24575"/>
            </a:xfrm>
            <a:custGeom>
              <a:rect b="b" l="l" r="r" t="t"/>
              <a:pathLst>
                <a:path extrusionOk="0" h="983" w="989">
                  <a:moveTo>
                    <a:pt x="513" y="0"/>
                  </a:moveTo>
                  <a:cubicBezTo>
                    <a:pt x="497" y="0"/>
                    <a:pt x="481" y="1"/>
                    <a:pt x="465" y="2"/>
                  </a:cubicBezTo>
                  <a:cubicBezTo>
                    <a:pt x="262" y="14"/>
                    <a:pt x="84" y="133"/>
                    <a:pt x="24" y="312"/>
                  </a:cubicBezTo>
                  <a:cubicBezTo>
                    <a:pt x="0" y="371"/>
                    <a:pt x="0" y="443"/>
                    <a:pt x="0" y="526"/>
                  </a:cubicBezTo>
                  <a:cubicBezTo>
                    <a:pt x="0" y="586"/>
                    <a:pt x="12" y="621"/>
                    <a:pt x="24" y="669"/>
                  </a:cubicBezTo>
                  <a:cubicBezTo>
                    <a:pt x="36" y="729"/>
                    <a:pt x="72" y="776"/>
                    <a:pt x="119" y="824"/>
                  </a:cubicBezTo>
                  <a:cubicBezTo>
                    <a:pt x="193" y="908"/>
                    <a:pt x="322" y="983"/>
                    <a:pt x="450" y="983"/>
                  </a:cubicBezTo>
                  <a:cubicBezTo>
                    <a:pt x="467" y="983"/>
                    <a:pt x="483" y="981"/>
                    <a:pt x="500" y="979"/>
                  </a:cubicBezTo>
                  <a:cubicBezTo>
                    <a:pt x="512" y="979"/>
                    <a:pt x="536" y="979"/>
                    <a:pt x="560" y="967"/>
                  </a:cubicBezTo>
                  <a:cubicBezTo>
                    <a:pt x="703" y="955"/>
                    <a:pt x="798" y="883"/>
                    <a:pt x="869" y="788"/>
                  </a:cubicBezTo>
                  <a:cubicBezTo>
                    <a:pt x="953" y="705"/>
                    <a:pt x="988" y="586"/>
                    <a:pt x="976" y="455"/>
                  </a:cubicBezTo>
                  <a:cubicBezTo>
                    <a:pt x="976" y="431"/>
                    <a:pt x="976" y="419"/>
                    <a:pt x="965" y="383"/>
                  </a:cubicBezTo>
                  <a:cubicBezTo>
                    <a:pt x="953" y="276"/>
                    <a:pt x="893" y="193"/>
                    <a:pt x="822" y="121"/>
                  </a:cubicBezTo>
                  <a:cubicBezTo>
                    <a:pt x="738" y="38"/>
                    <a:pt x="627" y="0"/>
                    <a:pt x="5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8"/>
            <p:cNvSpPr/>
            <p:nvPr/>
          </p:nvSpPr>
          <p:spPr>
            <a:xfrm>
              <a:off x="4145150" y="3339825"/>
              <a:ext cx="26225" cy="24750"/>
            </a:xfrm>
            <a:custGeom>
              <a:rect b="b" l="l" r="r" t="t"/>
              <a:pathLst>
                <a:path extrusionOk="0" h="990" w="1049">
                  <a:moveTo>
                    <a:pt x="501" y="1"/>
                  </a:moveTo>
                  <a:cubicBezTo>
                    <a:pt x="227" y="24"/>
                    <a:pt x="0" y="239"/>
                    <a:pt x="36" y="524"/>
                  </a:cubicBezTo>
                  <a:cubicBezTo>
                    <a:pt x="48" y="791"/>
                    <a:pt x="262" y="989"/>
                    <a:pt x="536" y="989"/>
                  </a:cubicBezTo>
                  <a:cubicBezTo>
                    <a:pt x="544" y="989"/>
                    <a:pt x="552" y="989"/>
                    <a:pt x="560" y="989"/>
                  </a:cubicBezTo>
                  <a:cubicBezTo>
                    <a:pt x="822" y="977"/>
                    <a:pt x="1048" y="751"/>
                    <a:pt x="1012" y="465"/>
                  </a:cubicBezTo>
                  <a:cubicBezTo>
                    <a:pt x="1012" y="405"/>
                    <a:pt x="1001" y="358"/>
                    <a:pt x="989" y="322"/>
                  </a:cubicBezTo>
                  <a:cubicBezTo>
                    <a:pt x="929" y="215"/>
                    <a:pt x="870" y="143"/>
                    <a:pt x="774" y="84"/>
                  </a:cubicBezTo>
                  <a:cubicBezTo>
                    <a:pt x="703" y="36"/>
                    <a:pt x="631" y="1"/>
                    <a:pt x="5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8"/>
            <p:cNvSpPr/>
            <p:nvPr/>
          </p:nvSpPr>
          <p:spPr>
            <a:xfrm>
              <a:off x="4710100" y="2985275"/>
              <a:ext cx="25625" cy="24775"/>
            </a:xfrm>
            <a:custGeom>
              <a:rect b="b" l="l" r="r" t="t"/>
              <a:pathLst>
                <a:path extrusionOk="0" h="991" w="1025">
                  <a:moveTo>
                    <a:pt x="532" y="0"/>
                  </a:moveTo>
                  <a:cubicBezTo>
                    <a:pt x="518" y="0"/>
                    <a:pt x="503" y="1"/>
                    <a:pt x="489" y="2"/>
                  </a:cubicBezTo>
                  <a:cubicBezTo>
                    <a:pt x="227" y="14"/>
                    <a:pt x="1" y="240"/>
                    <a:pt x="24" y="526"/>
                  </a:cubicBezTo>
                  <a:cubicBezTo>
                    <a:pt x="48" y="657"/>
                    <a:pt x="108" y="776"/>
                    <a:pt x="191" y="859"/>
                  </a:cubicBezTo>
                  <a:cubicBezTo>
                    <a:pt x="262" y="943"/>
                    <a:pt x="370" y="979"/>
                    <a:pt x="477" y="979"/>
                  </a:cubicBezTo>
                  <a:lnTo>
                    <a:pt x="536" y="990"/>
                  </a:lnTo>
                  <a:cubicBezTo>
                    <a:pt x="655" y="990"/>
                    <a:pt x="739" y="943"/>
                    <a:pt x="834" y="883"/>
                  </a:cubicBezTo>
                  <a:cubicBezTo>
                    <a:pt x="953" y="788"/>
                    <a:pt x="1024" y="621"/>
                    <a:pt x="1013" y="467"/>
                  </a:cubicBezTo>
                  <a:cubicBezTo>
                    <a:pt x="1001" y="207"/>
                    <a:pt x="797" y="0"/>
                    <a:pt x="53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8"/>
            <p:cNvSpPr/>
            <p:nvPr/>
          </p:nvSpPr>
          <p:spPr>
            <a:xfrm>
              <a:off x="5801300" y="3226125"/>
              <a:ext cx="14625" cy="14600"/>
            </a:xfrm>
            <a:custGeom>
              <a:rect b="b" l="l" r="r" t="t"/>
              <a:pathLst>
                <a:path extrusionOk="0" h="584" w="585">
                  <a:moveTo>
                    <a:pt x="275" y="0"/>
                  </a:moveTo>
                  <a:cubicBezTo>
                    <a:pt x="168" y="0"/>
                    <a:pt x="72" y="72"/>
                    <a:pt x="37" y="167"/>
                  </a:cubicBezTo>
                  <a:lnTo>
                    <a:pt x="37" y="179"/>
                  </a:lnTo>
                  <a:cubicBezTo>
                    <a:pt x="13" y="227"/>
                    <a:pt x="1" y="262"/>
                    <a:pt x="1" y="310"/>
                  </a:cubicBezTo>
                  <a:cubicBezTo>
                    <a:pt x="1" y="405"/>
                    <a:pt x="48" y="477"/>
                    <a:pt x="120" y="524"/>
                  </a:cubicBezTo>
                  <a:cubicBezTo>
                    <a:pt x="179" y="560"/>
                    <a:pt x="239" y="584"/>
                    <a:pt x="310" y="584"/>
                  </a:cubicBezTo>
                  <a:cubicBezTo>
                    <a:pt x="406" y="584"/>
                    <a:pt x="477" y="536"/>
                    <a:pt x="525" y="465"/>
                  </a:cubicBezTo>
                  <a:cubicBezTo>
                    <a:pt x="572" y="417"/>
                    <a:pt x="584" y="346"/>
                    <a:pt x="584" y="262"/>
                  </a:cubicBezTo>
                  <a:cubicBezTo>
                    <a:pt x="584" y="191"/>
                    <a:pt x="549" y="119"/>
                    <a:pt x="489" y="72"/>
                  </a:cubicBezTo>
                  <a:cubicBezTo>
                    <a:pt x="465" y="36"/>
                    <a:pt x="429" y="24"/>
                    <a:pt x="394" y="12"/>
                  </a:cubicBezTo>
                  <a:cubicBezTo>
                    <a:pt x="358" y="0"/>
                    <a:pt x="310" y="0"/>
                    <a:pt x="27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8"/>
            <p:cNvSpPr/>
            <p:nvPr/>
          </p:nvSpPr>
          <p:spPr>
            <a:xfrm>
              <a:off x="5918575" y="3299625"/>
              <a:ext cx="14600" cy="14325"/>
            </a:xfrm>
            <a:custGeom>
              <a:rect b="b" l="l" r="r" t="t"/>
              <a:pathLst>
                <a:path extrusionOk="0" h="573" w="584">
                  <a:moveTo>
                    <a:pt x="308" y="0"/>
                  </a:moveTo>
                  <a:cubicBezTo>
                    <a:pt x="301" y="0"/>
                    <a:pt x="294" y="1"/>
                    <a:pt x="287" y="1"/>
                  </a:cubicBezTo>
                  <a:cubicBezTo>
                    <a:pt x="191" y="1"/>
                    <a:pt x="132" y="49"/>
                    <a:pt x="72" y="108"/>
                  </a:cubicBezTo>
                  <a:cubicBezTo>
                    <a:pt x="25" y="168"/>
                    <a:pt x="1" y="227"/>
                    <a:pt x="13" y="299"/>
                  </a:cubicBezTo>
                  <a:cubicBezTo>
                    <a:pt x="25" y="454"/>
                    <a:pt x="144" y="573"/>
                    <a:pt x="310" y="573"/>
                  </a:cubicBezTo>
                  <a:cubicBezTo>
                    <a:pt x="430" y="573"/>
                    <a:pt x="513" y="489"/>
                    <a:pt x="549" y="394"/>
                  </a:cubicBezTo>
                  <a:cubicBezTo>
                    <a:pt x="560" y="346"/>
                    <a:pt x="572" y="299"/>
                    <a:pt x="572" y="251"/>
                  </a:cubicBezTo>
                  <a:cubicBezTo>
                    <a:pt x="584" y="115"/>
                    <a:pt x="454" y="0"/>
                    <a:pt x="3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8"/>
            <p:cNvSpPr/>
            <p:nvPr/>
          </p:nvSpPr>
          <p:spPr>
            <a:xfrm>
              <a:off x="5332800" y="3319575"/>
              <a:ext cx="14300" cy="14025"/>
            </a:xfrm>
            <a:custGeom>
              <a:rect b="b" l="l" r="r" t="t"/>
              <a:pathLst>
                <a:path extrusionOk="0" h="561" w="572">
                  <a:moveTo>
                    <a:pt x="274" y="1"/>
                  </a:moveTo>
                  <a:cubicBezTo>
                    <a:pt x="108" y="1"/>
                    <a:pt x="0" y="132"/>
                    <a:pt x="0" y="299"/>
                  </a:cubicBezTo>
                  <a:cubicBezTo>
                    <a:pt x="0" y="453"/>
                    <a:pt x="143" y="561"/>
                    <a:pt x="298" y="561"/>
                  </a:cubicBezTo>
                  <a:cubicBezTo>
                    <a:pt x="465" y="561"/>
                    <a:pt x="572" y="430"/>
                    <a:pt x="572" y="263"/>
                  </a:cubicBezTo>
                  <a:cubicBezTo>
                    <a:pt x="572" y="96"/>
                    <a:pt x="441" y="1"/>
                    <a:pt x="27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8"/>
            <p:cNvSpPr/>
            <p:nvPr/>
          </p:nvSpPr>
          <p:spPr>
            <a:xfrm>
              <a:off x="4583900" y="3272550"/>
              <a:ext cx="14600" cy="14375"/>
            </a:xfrm>
            <a:custGeom>
              <a:rect b="b" l="l" r="r" t="t"/>
              <a:pathLst>
                <a:path extrusionOk="0" h="575" w="584">
                  <a:moveTo>
                    <a:pt x="286" y="1"/>
                  </a:moveTo>
                  <a:cubicBezTo>
                    <a:pt x="215" y="1"/>
                    <a:pt x="155" y="36"/>
                    <a:pt x="107" y="72"/>
                  </a:cubicBezTo>
                  <a:cubicBezTo>
                    <a:pt x="48" y="132"/>
                    <a:pt x="0" y="215"/>
                    <a:pt x="12" y="298"/>
                  </a:cubicBezTo>
                  <a:cubicBezTo>
                    <a:pt x="12" y="334"/>
                    <a:pt x="36" y="346"/>
                    <a:pt x="36" y="370"/>
                  </a:cubicBezTo>
                  <a:cubicBezTo>
                    <a:pt x="48" y="417"/>
                    <a:pt x="60" y="453"/>
                    <a:pt x="96" y="477"/>
                  </a:cubicBezTo>
                  <a:cubicBezTo>
                    <a:pt x="149" y="530"/>
                    <a:pt x="212" y="574"/>
                    <a:pt x="284" y="574"/>
                  </a:cubicBezTo>
                  <a:cubicBezTo>
                    <a:pt x="293" y="574"/>
                    <a:pt x="301" y="573"/>
                    <a:pt x="310" y="572"/>
                  </a:cubicBezTo>
                  <a:cubicBezTo>
                    <a:pt x="346" y="572"/>
                    <a:pt x="369" y="548"/>
                    <a:pt x="405" y="548"/>
                  </a:cubicBezTo>
                  <a:cubicBezTo>
                    <a:pt x="465" y="525"/>
                    <a:pt x="524" y="477"/>
                    <a:pt x="548" y="417"/>
                  </a:cubicBezTo>
                  <a:cubicBezTo>
                    <a:pt x="572" y="370"/>
                    <a:pt x="584" y="334"/>
                    <a:pt x="584" y="275"/>
                  </a:cubicBezTo>
                  <a:cubicBezTo>
                    <a:pt x="584" y="227"/>
                    <a:pt x="572" y="179"/>
                    <a:pt x="548" y="156"/>
                  </a:cubicBezTo>
                  <a:cubicBezTo>
                    <a:pt x="512" y="60"/>
                    <a:pt x="417" y="13"/>
                    <a:pt x="3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8"/>
            <p:cNvSpPr/>
            <p:nvPr/>
          </p:nvSpPr>
          <p:spPr>
            <a:xfrm>
              <a:off x="5421500" y="3251650"/>
              <a:ext cx="14900" cy="14400"/>
            </a:xfrm>
            <a:custGeom>
              <a:rect b="b" l="l" r="r" t="t"/>
              <a:pathLst>
                <a:path extrusionOk="0" h="576" w="596">
                  <a:moveTo>
                    <a:pt x="308" y="0"/>
                  </a:moveTo>
                  <a:cubicBezTo>
                    <a:pt x="293" y="0"/>
                    <a:pt x="278" y="1"/>
                    <a:pt x="262" y="3"/>
                  </a:cubicBezTo>
                  <a:cubicBezTo>
                    <a:pt x="108" y="3"/>
                    <a:pt x="0" y="134"/>
                    <a:pt x="0" y="301"/>
                  </a:cubicBezTo>
                  <a:lnTo>
                    <a:pt x="0" y="349"/>
                  </a:lnTo>
                  <a:cubicBezTo>
                    <a:pt x="23" y="473"/>
                    <a:pt x="131" y="576"/>
                    <a:pt x="275" y="576"/>
                  </a:cubicBezTo>
                  <a:cubicBezTo>
                    <a:pt x="282" y="576"/>
                    <a:pt x="290" y="575"/>
                    <a:pt x="298" y="575"/>
                  </a:cubicBezTo>
                  <a:lnTo>
                    <a:pt x="310" y="575"/>
                  </a:lnTo>
                  <a:cubicBezTo>
                    <a:pt x="477" y="551"/>
                    <a:pt x="596" y="420"/>
                    <a:pt x="584" y="277"/>
                  </a:cubicBezTo>
                  <a:cubicBezTo>
                    <a:pt x="584" y="194"/>
                    <a:pt x="548" y="134"/>
                    <a:pt x="489" y="75"/>
                  </a:cubicBezTo>
                  <a:cubicBezTo>
                    <a:pt x="439" y="25"/>
                    <a:pt x="381" y="0"/>
                    <a:pt x="3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8"/>
            <p:cNvSpPr/>
            <p:nvPr/>
          </p:nvSpPr>
          <p:spPr>
            <a:xfrm>
              <a:off x="5632525" y="3428525"/>
              <a:ext cx="14025" cy="7175"/>
            </a:xfrm>
            <a:custGeom>
              <a:rect b="b" l="l" r="r" t="t"/>
              <a:pathLst>
                <a:path extrusionOk="0" h="287" w="561">
                  <a:moveTo>
                    <a:pt x="263" y="1"/>
                  </a:moveTo>
                  <a:cubicBezTo>
                    <a:pt x="120" y="1"/>
                    <a:pt x="1" y="132"/>
                    <a:pt x="1" y="286"/>
                  </a:cubicBezTo>
                  <a:lnTo>
                    <a:pt x="561" y="286"/>
                  </a:lnTo>
                  <a:lnTo>
                    <a:pt x="561" y="263"/>
                  </a:lnTo>
                  <a:cubicBezTo>
                    <a:pt x="561" y="108"/>
                    <a:pt x="430" y="1"/>
                    <a:pt x="2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8"/>
            <p:cNvSpPr/>
            <p:nvPr/>
          </p:nvSpPr>
          <p:spPr>
            <a:xfrm>
              <a:off x="5338150" y="3193075"/>
              <a:ext cx="14025" cy="14050"/>
            </a:xfrm>
            <a:custGeom>
              <a:rect b="b" l="l" r="r" t="t"/>
              <a:pathLst>
                <a:path extrusionOk="0" h="562" w="561">
                  <a:moveTo>
                    <a:pt x="263" y="1"/>
                  </a:moveTo>
                  <a:cubicBezTo>
                    <a:pt x="120" y="1"/>
                    <a:pt x="13" y="120"/>
                    <a:pt x="1" y="263"/>
                  </a:cubicBezTo>
                  <a:lnTo>
                    <a:pt x="1" y="298"/>
                  </a:lnTo>
                  <a:cubicBezTo>
                    <a:pt x="1" y="446"/>
                    <a:pt x="131" y="561"/>
                    <a:pt x="277" y="561"/>
                  </a:cubicBezTo>
                  <a:cubicBezTo>
                    <a:pt x="284" y="561"/>
                    <a:pt x="291" y="561"/>
                    <a:pt x="298" y="560"/>
                  </a:cubicBezTo>
                  <a:cubicBezTo>
                    <a:pt x="322" y="560"/>
                    <a:pt x="358" y="548"/>
                    <a:pt x="382" y="548"/>
                  </a:cubicBezTo>
                  <a:cubicBezTo>
                    <a:pt x="489" y="501"/>
                    <a:pt x="560" y="394"/>
                    <a:pt x="560" y="263"/>
                  </a:cubicBezTo>
                  <a:cubicBezTo>
                    <a:pt x="560" y="96"/>
                    <a:pt x="429" y="1"/>
                    <a:pt x="2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63" name="Google Shape;963;p8"/>
          <p:cNvSpPr txBox="1"/>
          <p:nvPr>
            <p:ph type="title"/>
          </p:nvPr>
        </p:nvSpPr>
        <p:spPr>
          <a:xfrm>
            <a:off x="948988" y="1422767"/>
            <a:ext cx="3790500" cy="741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500"/>
              <a:buNone/>
              <a:defRPr sz="48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964" name="Google Shape;964;p8"/>
          <p:cNvSpPr txBox="1"/>
          <p:nvPr>
            <p:ph idx="1" type="subTitle"/>
          </p:nvPr>
        </p:nvSpPr>
        <p:spPr>
          <a:xfrm>
            <a:off x="948988" y="2357225"/>
            <a:ext cx="3790500" cy="1560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999999"/>
              </a:buClr>
              <a:buSzPts val="800"/>
              <a:buFont typeface="Open Sans"/>
              <a:buChar char="●"/>
              <a:defRPr/>
            </a:lvl1pPr>
            <a:lvl2pPr lvl="1" algn="ctr">
              <a:lnSpc>
                <a:spcPct val="100000"/>
              </a:lnSpc>
              <a:spcBef>
                <a:spcPts val="1600"/>
              </a:spcBef>
              <a:spcAft>
                <a:spcPts val="0"/>
              </a:spcAft>
              <a:buClr>
                <a:srgbClr val="999999"/>
              </a:buClr>
              <a:buSzPts val="800"/>
              <a:buFont typeface="Open Sans"/>
              <a:buChar char="○"/>
              <a:defRPr/>
            </a:lvl2pPr>
            <a:lvl3pPr lvl="2" algn="ctr">
              <a:lnSpc>
                <a:spcPct val="100000"/>
              </a:lnSpc>
              <a:spcBef>
                <a:spcPts val="1600"/>
              </a:spcBef>
              <a:spcAft>
                <a:spcPts val="0"/>
              </a:spcAft>
              <a:buClr>
                <a:srgbClr val="999999"/>
              </a:buClr>
              <a:buSzPts val="800"/>
              <a:buFont typeface="Open Sans"/>
              <a:buChar char="■"/>
              <a:defRPr/>
            </a:lvl3pPr>
            <a:lvl4pPr lvl="3" algn="ctr">
              <a:lnSpc>
                <a:spcPct val="100000"/>
              </a:lnSpc>
              <a:spcBef>
                <a:spcPts val="1600"/>
              </a:spcBef>
              <a:spcAft>
                <a:spcPts val="0"/>
              </a:spcAft>
              <a:buClr>
                <a:srgbClr val="999999"/>
              </a:buClr>
              <a:buSzPts val="800"/>
              <a:buFont typeface="Open Sans"/>
              <a:buChar char="●"/>
              <a:defRPr/>
            </a:lvl4pPr>
            <a:lvl5pPr lvl="4" algn="ctr">
              <a:lnSpc>
                <a:spcPct val="100000"/>
              </a:lnSpc>
              <a:spcBef>
                <a:spcPts val="1600"/>
              </a:spcBef>
              <a:spcAft>
                <a:spcPts val="0"/>
              </a:spcAft>
              <a:buClr>
                <a:srgbClr val="999999"/>
              </a:buClr>
              <a:buSzPts val="1200"/>
              <a:buFont typeface="Open Sans"/>
              <a:buChar char="○"/>
              <a:defRPr/>
            </a:lvl5pPr>
            <a:lvl6pPr lvl="5" algn="ctr">
              <a:lnSpc>
                <a:spcPct val="100000"/>
              </a:lnSpc>
              <a:spcBef>
                <a:spcPts val="1600"/>
              </a:spcBef>
              <a:spcAft>
                <a:spcPts val="0"/>
              </a:spcAft>
              <a:buClr>
                <a:srgbClr val="999999"/>
              </a:buClr>
              <a:buSzPts val="1200"/>
              <a:buFont typeface="Open Sans"/>
              <a:buChar char="■"/>
              <a:defRPr/>
            </a:lvl6pPr>
            <a:lvl7pPr lvl="6" algn="ctr">
              <a:lnSpc>
                <a:spcPct val="100000"/>
              </a:lnSpc>
              <a:spcBef>
                <a:spcPts val="1600"/>
              </a:spcBef>
              <a:spcAft>
                <a:spcPts val="0"/>
              </a:spcAft>
              <a:buClr>
                <a:srgbClr val="999999"/>
              </a:buClr>
              <a:buSzPts val="700"/>
              <a:buFont typeface="Open Sans"/>
              <a:buChar char="●"/>
              <a:defRPr/>
            </a:lvl7pPr>
            <a:lvl8pPr lvl="7" algn="ctr">
              <a:lnSpc>
                <a:spcPct val="100000"/>
              </a:lnSpc>
              <a:spcBef>
                <a:spcPts val="1600"/>
              </a:spcBef>
              <a:spcAft>
                <a:spcPts val="0"/>
              </a:spcAft>
              <a:buClr>
                <a:srgbClr val="999999"/>
              </a:buClr>
              <a:buSzPts val="700"/>
              <a:buFont typeface="Open Sans"/>
              <a:buChar char="○"/>
              <a:defRPr/>
            </a:lvl8pPr>
            <a:lvl9pPr lvl="8" algn="ctr">
              <a:lnSpc>
                <a:spcPct val="100000"/>
              </a:lnSpc>
              <a:spcBef>
                <a:spcPts val="1600"/>
              </a:spcBef>
              <a:spcAft>
                <a:spcPts val="1600"/>
              </a:spcAft>
              <a:buClr>
                <a:srgbClr val="999999"/>
              </a:buClr>
              <a:buSzPts val="600"/>
              <a:buFont typeface="Open Sans"/>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65" name="Shape 965"/>
        <p:cNvGrpSpPr/>
        <p:nvPr/>
      </p:nvGrpSpPr>
      <p:grpSpPr>
        <a:xfrm>
          <a:off x="0" y="0"/>
          <a:ext cx="0" cy="0"/>
          <a:chOff x="0" y="0"/>
          <a:chExt cx="0" cy="0"/>
        </a:xfrm>
      </p:grpSpPr>
      <p:grpSp>
        <p:nvGrpSpPr>
          <p:cNvPr id="966" name="Google Shape;966;p9"/>
          <p:cNvGrpSpPr/>
          <p:nvPr/>
        </p:nvGrpSpPr>
        <p:grpSpPr>
          <a:xfrm rot="10800000">
            <a:off x="38" y="-3"/>
            <a:ext cx="3941609" cy="1021956"/>
            <a:chOff x="2582150" y="3714800"/>
            <a:chExt cx="2689050" cy="697200"/>
          </a:xfrm>
        </p:grpSpPr>
        <p:sp>
          <p:nvSpPr>
            <p:cNvPr id="967" name="Google Shape;967;p9"/>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9"/>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9"/>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9"/>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9"/>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9"/>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9"/>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9"/>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9"/>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9"/>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9"/>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9"/>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9"/>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9"/>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9"/>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9"/>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9"/>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9"/>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9"/>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9"/>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9"/>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9"/>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9"/>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9"/>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9"/>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9"/>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9"/>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9"/>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9"/>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9"/>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9"/>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9"/>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9"/>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9"/>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9"/>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9"/>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9"/>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9"/>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9"/>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9"/>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9"/>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9"/>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9"/>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9"/>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9"/>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9"/>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9"/>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9"/>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9"/>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9"/>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9"/>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9"/>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9"/>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9"/>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9"/>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9"/>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9"/>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9"/>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9"/>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9"/>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7" name="Google Shape;1027;p9"/>
          <p:cNvGrpSpPr/>
          <p:nvPr/>
        </p:nvGrpSpPr>
        <p:grpSpPr>
          <a:xfrm flipH="1" rot="10800000">
            <a:off x="5202063" y="-3"/>
            <a:ext cx="3941609" cy="1021956"/>
            <a:chOff x="2582150" y="3714800"/>
            <a:chExt cx="2689050" cy="697200"/>
          </a:xfrm>
        </p:grpSpPr>
        <p:sp>
          <p:nvSpPr>
            <p:cNvPr id="1028" name="Google Shape;1028;p9"/>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9"/>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9"/>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9"/>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9"/>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9"/>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9"/>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9"/>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9"/>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9"/>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9"/>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9"/>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9"/>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9"/>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9"/>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9"/>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9"/>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9"/>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9"/>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9"/>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9"/>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9"/>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9"/>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9"/>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9"/>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9"/>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9"/>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9"/>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9"/>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9"/>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9"/>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9"/>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9"/>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9"/>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9"/>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9"/>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9"/>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9"/>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9"/>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9"/>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9"/>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9"/>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9"/>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9"/>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9"/>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9"/>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9"/>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9"/>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9"/>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9"/>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9"/>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9"/>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9"/>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9"/>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9"/>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9"/>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9"/>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9"/>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9"/>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9"/>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8" name="Google Shape;1088;p9"/>
          <p:cNvGrpSpPr/>
          <p:nvPr/>
        </p:nvGrpSpPr>
        <p:grpSpPr>
          <a:xfrm>
            <a:off x="-27" y="3282339"/>
            <a:ext cx="3680939" cy="1565485"/>
            <a:chOff x="889075" y="3382100"/>
            <a:chExt cx="2866775" cy="1219225"/>
          </a:xfrm>
        </p:grpSpPr>
        <p:sp>
          <p:nvSpPr>
            <p:cNvPr id="1089" name="Google Shape;1089;p9"/>
            <p:cNvSpPr/>
            <p:nvPr/>
          </p:nvSpPr>
          <p:spPr>
            <a:xfrm>
              <a:off x="2285400" y="4527175"/>
              <a:ext cx="133950" cy="42000"/>
            </a:xfrm>
            <a:custGeom>
              <a:rect b="b" l="l" r="r" t="t"/>
              <a:pathLst>
                <a:path extrusionOk="0" h="1680" w="5358">
                  <a:moveTo>
                    <a:pt x="4906" y="0"/>
                  </a:moveTo>
                  <a:lnTo>
                    <a:pt x="72" y="1203"/>
                  </a:lnTo>
                  <a:lnTo>
                    <a:pt x="0" y="1679"/>
                  </a:lnTo>
                  <a:lnTo>
                    <a:pt x="5358" y="358"/>
                  </a:lnTo>
                  <a:lnTo>
                    <a:pt x="5334" y="215"/>
                  </a:lnTo>
                  <a:lnTo>
                    <a:pt x="490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9"/>
            <p:cNvSpPr/>
            <p:nvPr/>
          </p:nvSpPr>
          <p:spPr>
            <a:xfrm>
              <a:off x="2429750" y="4527475"/>
              <a:ext cx="25" cy="625"/>
            </a:xfrm>
            <a:custGeom>
              <a:rect b="b" l="l" r="r" t="t"/>
              <a:pathLst>
                <a:path extrusionOk="0" h="25" w="1">
                  <a:moveTo>
                    <a:pt x="1" y="24"/>
                  </a:moveTo>
                  <a:lnTo>
                    <a:pt x="1" y="0"/>
                  </a:ln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9"/>
            <p:cNvSpPr/>
            <p:nvPr/>
          </p:nvSpPr>
          <p:spPr>
            <a:xfrm>
              <a:off x="2111850" y="4560225"/>
              <a:ext cx="163750" cy="40800"/>
            </a:xfrm>
            <a:custGeom>
              <a:rect b="b" l="l" r="r" t="t"/>
              <a:pathLst>
                <a:path extrusionOk="0" h="1632" w="6550">
                  <a:moveTo>
                    <a:pt x="6549" y="0"/>
                  </a:moveTo>
                  <a:lnTo>
                    <a:pt x="1" y="1631"/>
                  </a:lnTo>
                  <a:lnTo>
                    <a:pt x="1858" y="1631"/>
                  </a:lnTo>
                  <a:lnTo>
                    <a:pt x="6478" y="476"/>
                  </a:lnTo>
                  <a:lnTo>
                    <a:pt x="654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9"/>
            <p:cNvSpPr/>
            <p:nvPr/>
          </p:nvSpPr>
          <p:spPr>
            <a:xfrm>
              <a:off x="2427075" y="4524200"/>
              <a:ext cx="25" cy="25"/>
            </a:xfrm>
            <a:custGeom>
              <a:rect b="b" l="l" r="r" t="t"/>
              <a:pathLst>
                <a:path extrusionOk="0" h="1" w="1">
                  <a:moveTo>
                    <a:pt x="1"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9"/>
            <p:cNvSpPr/>
            <p:nvPr/>
          </p:nvSpPr>
          <p:spPr>
            <a:xfrm>
              <a:off x="2427075" y="452420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9"/>
            <p:cNvSpPr/>
            <p:nvPr/>
          </p:nvSpPr>
          <p:spPr>
            <a:xfrm>
              <a:off x="2428575" y="4525675"/>
              <a:ext cx="300" cy="25"/>
            </a:xfrm>
            <a:custGeom>
              <a:rect b="b" l="l" r="r" t="t"/>
              <a:pathLst>
                <a:path extrusionOk="0" h="1" w="12">
                  <a:moveTo>
                    <a:pt x="12" y="1"/>
                  </a:moveTo>
                  <a:cubicBezTo>
                    <a:pt x="0" y="1"/>
                    <a:pt x="0" y="1"/>
                    <a:pt x="12" y="1"/>
                  </a:cubicBezTo>
                  <a:cubicBezTo>
                    <a:pt x="0" y="1"/>
                    <a:pt x="0" y="1"/>
                    <a:pt x="12" y="1"/>
                  </a:cubicBezTo>
                  <a:cubicBezTo>
                    <a:pt x="0" y="1"/>
                    <a:pt x="0" y="1"/>
                    <a:pt x="12"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9"/>
            <p:cNvSpPr/>
            <p:nvPr/>
          </p:nvSpPr>
          <p:spPr>
            <a:xfrm>
              <a:off x="2426775" y="4524200"/>
              <a:ext cx="925" cy="925"/>
            </a:xfrm>
            <a:custGeom>
              <a:rect b="b" l="l" r="r" t="t"/>
              <a:pathLst>
                <a:path extrusionOk="0" h="37" w="37">
                  <a:moveTo>
                    <a:pt x="1" y="0"/>
                  </a:moveTo>
                  <a:cubicBezTo>
                    <a:pt x="13" y="12"/>
                    <a:pt x="24" y="12"/>
                    <a:pt x="36" y="36"/>
                  </a:cubicBezTo>
                  <a:cubicBezTo>
                    <a:pt x="36" y="12"/>
                    <a:pt x="24" y="0"/>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9"/>
            <p:cNvSpPr/>
            <p:nvPr/>
          </p:nvSpPr>
          <p:spPr>
            <a:xfrm>
              <a:off x="2428275" y="4525400"/>
              <a:ext cx="325" cy="300"/>
            </a:xfrm>
            <a:custGeom>
              <a:rect b="b" l="l" r="r" t="t"/>
              <a:pathLst>
                <a:path extrusionOk="0" h="12" w="13">
                  <a:moveTo>
                    <a:pt x="12" y="12"/>
                  </a:moveTo>
                  <a:cubicBezTo>
                    <a:pt x="12" y="0"/>
                    <a:pt x="0" y="0"/>
                    <a:pt x="12" y="12"/>
                  </a:cubicBezTo>
                  <a:cubicBezTo>
                    <a:pt x="0" y="0"/>
                    <a:pt x="12" y="0"/>
                    <a:pt x="12" y="12"/>
                  </a:cubicBezTo>
                  <a:cubicBezTo>
                    <a:pt x="12" y="0"/>
                    <a:pt x="12" y="0"/>
                    <a:pt x="12"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9"/>
            <p:cNvSpPr/>
            <p:nvPr/>
          </p:nvSpPr>
          <p:spPr>
            <a:xfrm>
              <a:off x="2115725" y="4376850"/>
              <a:ext cx="176250" cy="92600"/>
            </a:xfrm>
            <a:custGeom>
              <a:rect b="b" l="l" r="r" t="t"/>
              <a:pathLst>
                <a:path extrusionOk="0" h="3704" w="7050">
                  <a:moveTo>
                    <a:pt x="429" y="1"/>
                  </a:moveTo>
                  <a:lnTo>
                    <a:pt x="1" y="287"/>
                  </a:lnTo>
                  <a:lnTo>
                    <a:pt x="6978" y="3704"/>
                  </a:lnTo>
                  <a:lnTo>
                    <a:pt x="7049" y="3251"/>
                  </a:lnTo>
                  <a:lnTo>
                    <a:pt x="4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9"/>
            <p:cNvSpPr/>
            <p:nvPr/>
          </p:nvSpPr>
          <p:spPr>
            <a:xfrm>
              <a:off x="2300575" y="4463175"/>
              <a:ext cx="126525" cy="69375"/>
            </a:xfrm>
            <a:custGeom>
              <a:rect b="b" l="l" r="r" t="t"/>
              <a:pathLst>
                <a:path extrusionOk="0" h="2775" w="5061">
                  <a:moveTo>
                    <a:pt x="5041" y="2436"/>
                  </a:moveTo>
                  <a:cubicBezTo>
                    <a:pt x="5047" y="2441"/>
                    <a:pt x="5061" y="2441"/>
                    <a:pt x="5061" y="2441"/>
                  </a:cubicBezTo>
                  <a:cubicBezTo>
                    <a:pt x="5054" y="2440"/>
                    <a:pt x="5047" y="2438"/>
                    <a:pt x="5041" y="2436"/>
                  </a:cubicBezTo>
                  <a:close/>
                  <a:moveTo>
                    <a:pt x="72" y="1"/>
                  </a:moveTo>
                  <a:lnTo>
                    <a:pt x="0" y="465"/>
                  </a:lnTo>
                  <a:lnTo>
                    <a:pt x="4299" y="2560"/>
                  </a:lnTo>
                  <a:lnTo>
                    <a:pt x="4727" y="2775"/>
                  </a:lnTo>
                  <a:lnTo>
                    <a:pt x="4715" y="2656"/>
                  </a:lnTo>
                  <a:cubicBezTo>
                    <a:pt x="4703" y="2537"/>
                    <a:pt x="4787" y="2418"/>
                    <a:pt x="4930" y="2418"/>
                  </a:cubicBezTo>
                  <a:cubicBezTo>
                    <a:pt x="4960" y="2418"/>
                    <a:pt x="5000" y="2426"/>
                    <a:pt x="5041" y="2436"/>
                  </a:cubicBezTo>
                  <a:lnTo>
                    <a:pt x="5041" y="2436"/>
                  </a:lnTo>
                  <a:cubicBezTo>
                    <a:pt x="5038" y="2435"/>
                    <a:pt x="5037" y="2433"/>
                    <a:pt x="5037" y="2430"/>
                  </a:cubicBezTo>
                  <a:lnTo>
                    <a:pt x="7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9"/>
            <p:cNvSpPr/>
            <p:nvPr/>
          </p:nvSpPr>
          <p:spPr>
            <a:xfrm>
              <a:off x="1777600" y="4208100"/>
              <a:ext cx="336950" cy="170275"/>
            </a:xfrm>
            <a:custGeom>
              <a:rect b="b" l="l" r="r" t="t"/>
              <a:pathLst>
                <a:path extrusionOk="0" h="6811" w="13478">
                  <a:moveTo>
                    <a:pt x="143" y="0"/>
                  </a:moveTo>
                  <a:cubicBezTo>
                    <a:pt x="119" y="131"/>
                    <a:pt x="83" y="262"/>
                    <a:pt x="0" y="369"/>
                  </a:cubicBezTo>
                  <a:lnTo>
                    <a:pt x="72" y="452"/>
                  </a:lnTo>
                  <a:lnTo>
                    <a:pt x="13049" y="6810"/>
                  </a:lnTo>
                  <a:lnTo>
                    <a:pt x="13478" y="6525"/>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9"/>
            <p:cNvSpPr/>
            <p:nvPr/>
          </p:nvSpPr>
          <p:spPr>
            <a:xfrm>
              <a:off x="2429750" y="4527175"/>
              <a:ext cx="25" cy="325"/>
            </a:xfrm>
            <a:custGeom>
              <a:rect b="b" l="l" r="r" t="t"/>
              <a:pathLst>
                <a:path extrusionOk="0" h="13" w="1">
                  <a:moveTo>
                    <a:pt x="1" y="12"/>
                  </a:moveTo>
                  <a:cubicBezTo>
                    <a:pt x="1" y="12"/>
                    <a:pt x="1" y="0"/>
                    <a:pt x="1" y="12"/>
                  </a:cubicBezTo>
                  <a:cubicBezTo>
                    <a:pt x="1" y="0"/>
                    <a:pt x="1" y="12"/>
                    <a:pt x="1"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9"/>
            <p:cNvSpPr/>
            <p:nvPr/>
          </p:nvSpPr>
          <p:spPr>
            <a:xfrm>
              <a:off x="2427075" y="4524200"/>
              <a:ext cx="25" cy="25"/>
            </a:xfrm>
            <a:custGeom>
              <a:rect b="b" l="l" r="r" t="t"/>
              <a:pathLst>
                <a:path extrusionOk="0" h="1" w="1">
                  <a:moveTo>
                    <a:pt x="1" y="0"/>
                  </a:move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9"/>
            <p:cNvSpPr/>
            <p:nvPr/>
          </p:nvSpPr>
          <p:spPr>
            <a:xfrm>
              <a:off x="2428575" y="4525400"/>
              <a:ext cx="25" cy="300"/>
            </a:xfrm>
            <a:custGeom>
              <a:rect b="b" l="l" r="r" t="t"/>
              <a:pathLst>
                <a:path extrusionOk="0" h="12" w="1">
                  <a:moveTo>
                    <a:pt x="0" y="12"/>
                  </a:moveTo>
                  <a:lnTo>
                    <a:pt x="0" y="12"/>
                  </a:lnTo>
                  <a:lnTo>
                    <a:pt x="0" y="12"/>
                  </a:lnTo>
                  <a:cubicBezTo>
                    <a:pt x="0" y="0"/>
                    <a:pt x="0" y="0"/>
                    <a:pt x="0" y="12"/>
                  </a:cubicBezTo>
                  <a:cubicBezTo>
                    <a:pt x="0" y="0"/>
                    <a:pt x="0" y="12"/>
                    <a:pt x="0"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9"/>
            <p:cNvSpPr/>
            <p:nvPr/>
          </p:nvSpPr>
          <p:spPr>
            <a:xfrm>
              <a:off x="3679325" y="4491150"/>
              <a:ext cx="76525" cy="109875"/>
            </a:xfrm>
            <a:custGeom>
              <a:rect b="b" l="l" r="r" t="t"/>
              <a:pathLst>
                <a:path extrusionOk="0" h="4395" w="3061">
                  <a:moveTo>
                    <a:pt x="405" y="1"/>
                  </a:moveTo>
                  <a:lnTo>
                    <a:pt x="0" y="203"/>
                  </a:lnTo>
                  <a:lnTo>
                    <a:pt x="2536" y="4394"/>
                  </a:lnTo>
                  <a:lnTo>
                    <a:pt x="3060" y="4394"/>
                  </a:lnTo>
                  <a:lnTo>
                    <a:pt x="40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9"/>
            <p:cNvSpPr/>
            <p:nvPr/>
          </p:nvSpPr>
          <p:spPr>
            <a:xfrm>
              <a:off x="3424225" y="4426275"/>
              <a:ext cx="150925" cy="98550"/>
            </a:xfrm>
            <a:custGeom>
              <a:rect b="b" l="l" r="r" t="t"/>
              <a:pathLst>
                <a:path extrusionOk="0" h="3942" w="6037">
                  <a:moveTo>
                    <a:pt x="108" y="0"/>
                  </a:moveTo>
                  <a:cubicBezTo>
                    <a:pt x="120" y="0"/>
                    <a:pt x="131" y="24"/>
                    <a:pt x="143" y="24"/>
                  </a:cubicBezTo>
                  <a:cubicBezTo>
                    <a:pt x="131" y="0"/>
                    <a:pt x="120" y="0"/>
                    <a:pt x="108" y="0"/>
                  </a:cubicBezTo>
                  <a:close/>
                  <a:moveTo>
                    <a:pt x="143" y="24"/>
                  </a:moveTo>
                  <a:cubicBezTo>
                    <a:pt x="179" y="48"/>
                    <a:pt x="203" y="84"/>
                    <a:pt x="227" y="119"/>
                  </a:cubicBezTo>
                  <a:cubicBezTo>
                    <a:pt x="262" y="238"/>
                    <a:pt x="227" y="357"/>
                    <a:pt x="108" y="417"/>
                  </a:cubicBezTo>
                  <a:lnTo>
                    <a:pt x="1" y="465"/>
                  </a:lnTo>
                  <a:lnTo>
                    <a:pt x="5799" y="3941"/>
                  </a:lnTo>
                  <a:cubicBezTo>
                    <a:pt x="5835" y="3798"/>
                    <a:pt x="5918" y="3667"/>
                    <a:pt x="6037" y="3560"/>
                  </a:cubicBezTo>
                  <a:lnTo>
                    <a:pt x="143" y="24"/>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9"/>
            <p:cNvSpPr/>
            <p:nvPr/>
          </p:nvSpPr>
          <p:spPr>
            <a:xfrm>
              <a:off x="3171525" y="4426275"/>
              <a:ext cx="259275" cy="123550"/>
            </a:xfrm>
            <a:custGeom>
              <a:rect b="b" l="l" r="r" t="t"/>
              <a:pathLst>
                <a:path extrusionOk="0" h="4942" w="10371">
                  <a:moveTo>
                    <a:pt x="10085" y="0"/>
                  </a:moveTo>
                  <a:cubicBezTo>
                    <a:pt x="10073" y="0"/>
                    <a:pt x="10061" y="0"/>
                    <a:pt x="10049" y="24"/>
                  </a:cubicBezTo>
                  <a:lnTo>
                    <a:pt x="0" y="4501"/>
                  </a:lnTo>
                  <a:cubicBezTo>
                    <a:pt x="83" y="4584"/>
                    <a:pt x="131" y="4703"/>
                    <a:pt x="119" y="4834"/>
                  </a:cubicBezTo>
                  <a:cubicBezTo>
                    <a:pt x="107" y="4870"/>
                    <a:pt x="95" y="4918"/>
                    <a:pt x="72" y="4941"/>
                  </a:cubicBezTo>
                  <a:lnTo>
                    <a:pt x="10109" y="465"/>
                  </a:lnTo>
                  <a:lnTo>
                    <a:pt x="10216" y="417"/>
                  </a:lnTo>
                  <a:cubicBezTo>
                    <a:pt x="10335" y="381"/>
                    <a:pt x="10370" y="238"/>
                    <a:pt x="10335" y="119"/>
                  </a:cubicBezTo>
                  <a:cubicBezTo>
                    <a:pt x="10311" y="84"/>
                    <a:pt x="10287" y="48"/>
                    <a:pt x="10239" y="24"/>
                  </a:cubicBezTo>
                  <a:cubicBezTo>
                    <a:pt x="10228" y="0"/>
                    <a:pt x="10204" y="0"/>
                    <a:pt x="1019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9"/>
            <p:cNvSpPr/>
            <p:nvPr/>
          </p:nvSpPr>
          <p:spPr>
            <a:xfrm>
              <a:off x="3599850" y="4534025"/>
              <a:ext cx="100925" cy="67000"/>
            </a:xfrm>
            <a:custGeom>
              <a:rect b="b" l="l" r="r" t="t"/>
              <a:pathLst>
                <a:path extrusionOk="0" h="2680" w="4037">
                  <a:moveTo>
                    <a:pt x="322" y="0"/>
                  </a:moveTo>
                  <a:lnTo>
                    <a:pt x="131" y="96"/>
                  </a:lnTo>
                  <a:cubicBezTo>
                    <a:pt x="107" y="179"/>
                    <a:pt x="60" y="250"/>
                    <a:pt x="0" y="310"/>
                  </a:cubicBezTo>
                  <a:lnTo>
                    <a:pt x="3274" y="2679"/>
                  </a:lnTo>
                  <a:lnTo>
                    <a:pt x="4036" y="2679"/>
                  </a:lnTo>
                  <a:lnTo>
                    <a:pt x="32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9"/>
            <p:cNvSpPr/>
            <p:nvPr/>
          </p:nvSpPr>
          <p:spPr>
            <a:xfrm>
              <a:off x="3456675" y="4539975"/>
              <a:ext cx="126825" cy="61050"/>
            </a:xfrm>
            <a:custGeom>
              <a:rect b="b" l="l" r="r" t="t"/>
              <a:pathLst>
                <a:path extrusionOk="0" h="2442" w="5073">
                  <a:moveTo>
                    <a:pt x="4620" y="0"/>
                  </a:moveTo>
                  <a:lnTo>
                    <a:pt x="0" y="2441"/>
                  </a:lnTo>
                  <a:lnTo>
                    <a:pt x="965" y="2441"/>
                  </a:lnTo>
                  <a:lnTo>
                    <a:pt x="5072" y="274"/>
                  </a:lnTo>
                  <a:cubicBezTo>
                    <a:pt x="4882" y="250"/>
                    <a:pt x="4715" y="143"/>
                    <a:pt x="46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9"/>
            <p:cNvSpPr/>
            <p:nvPr/>
          </p:nvSpPr>
          <p:spPr>
            <a:xfrm>
              <a:off x="3602825" y="4479850"/>
              <a:ext cx="91100" cy="56275"/>
            </a:xfrm>
            <a:custGeom>
              <a:rect b="b" l="l" r="r" t="t"/>
              <a:pathLst>
                <a:path extrusionOk="0" h="2251" w="3644">
                  <a:moveTo>
                    <a:pt x="3382" y="0"/>
                  </a:moveTo>
                  <a:cubicBezTo>
                    <a:pt x="3405" y="60"/>
                    <a:pt x="3441" y="131"/>
                    <a:pt x="3417" y="215"/>
                  </a:cubicBezTo>
                  <a:cubicBezTo>
                    <a:pt x="3407" y="388"/>
                    <a:pt x="3258" y="541"/>
                    <a:pt x="3088" y="541"/>
                  </a:cubicBezTo>
                  <a:cubicBezTo>
                    <a:pt x="3071" y="541"/>
                    <a:pt x="3054" y="539"/>
                    <a:pt x="3036" y="536"/>
                  </a:cubicBezTo>
                  <a:cubicBezTo>
                    <a:pt x="2882" y="524"/>
                    <a:pt x="2786" y="429"/>
                    <a:pt x="2739" y="310"/>
                  </a:cubicBezTo>
                  <a:lnTo>
                    <a:pt x="12" y="1751"/>
                  </a:lnTo>
                  <a:cubicBezTo>
                    <a:pt x="60" y="1834"/>
                    <a:pt x="72" y="1941"/>
                    <a:pt x="60" y="2048"/>
                  </a:cubicBezTo>
                  <a:cubicBezTo>
                    <a:pt x="60" y="2120"/>
                    <a:pt x="24" y="2191"/>
                    <a:pt x="0" y="2251"/>
                  </a:cubicBezTo>
                  <a:lnTo>
                    <a:pt x="191" y="2144"/>
                  </a:lnTo>
                  <a:lnTo>
                    <a:pt x="3060" y="643"/>
                  </a:lnTo>
                  <a:lnTo>
                    <a:pt x="3465" y="441"/>
                  </a:lnTo>
                  <a:lnTo>
                    <a:pt x="3501" y="417"/>
                  </a:lnTo>
                  <a:cubicBezTo>
                    <a:pt x="3596" y="358"/>
                    <a:pt x="3644" y="227"/>
                    <a:pt x="3584" y="119"/>
                  </a:cubicBezTo>
                  <a:cubicBezTo>
                    <a:pt x="3572" y="84"/>
                    <a:pt x="3536" y="48"/>
                    <a:pt x="3501" y="36"/>
                  </a:cubicBezTo>
                  <a:cubicBezTo>
                    <a:pt x="3465" y="12"/>
                    <a:pt x="3417" y="0"/>
                    <a:pt x="338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9"/>
            <p:cNvSpPr/>
            <p:nvPr/>
          </p:nvSpPr>
          <p:spPr>
            <a:xfrm>
              <a:off x="2987850" y="4144100"/>
              <a:ext cx="175650" cy="396800"/>
            </a:xfrm>
            <a:custGeom>
              <a:rect b="b" l="l" r="r" t="t"/>
              <a:pathLst>
                <a:path extrusionOk="0" h="15872" w="7026">
                  <a:moveTo>
                    <a:pt x="418" y="0"/>
                  </a:moveTo>
                  <a:cubicBezTo>
                    <a:pt x="299" y="84"/>
                    <a:pt x="144" y="143"/>
                    <a:pt x="1" y="155"/>
                  </a:cubicBezTo>
                  <a:lnTo>
                    <a:pt x="6621" y="15847"/>
                  </a:lnTo>
                  <a:cubicBezTo>
                    <a:pt x="6645" y="15847"/>
                    <a:pt x="6668" y="15859"/>
                    <a:pt x="6680" y="15871"/>
                  </a:cubicBezTo>
                  <a:cubicBezTo>
                    <a:pt x="6752" y="15752"/>
                    <a:pt x="6871" y="15681"/>
                    <a:pt x="7026" y="15681"/>
                  </a:cubicBezTo>
                  <a:lnTo>
                    <a:pt x="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9"/>
            <p:cNvSpPr/>
            <p:nvPr/>
          </p:nvSpPr>
          <p:spPr>
            <a:xfrm>
              <a:off x="3159900" y="4553675"/>
              <a:ext cx="31275" cy="47350"/>
            </a:xfrm>
            <a:custGeom>
              <a:rect b="b" l="l" r="r" t="t"/>
              <a:pathLst>
                <a:path extrusionOk="0" h="1894" w="1251">
                  <a:moveTo>
                    <a:pt x="453" y="0"/>
                  </a:moveTo>
                  <a:cubicBezTo>
                    <a:pt x="368" y="75"/>
                    <a:pt x="282" y="121"/>
                    <a:pt x="162" y="121"/>
                  </a:cubicBezTo>
                  <a:cubicBezTo>
                    <a:pt x="148" y="121"/>
                    <a:pt x="134" y="120"/>
                    <a:pt x="120" y="119"/>
                  </a:cubicBezTo>
                  <a:cubicBezTo>
                    <a:pt x="84" y="119"/>
                    <a:pt x="36" y="107"/>
                    <a:pt x="1" y="83"/>
                  </a:cubicBezTo>
                  <a:lnTo>
                    <a:pt x="1" y="83"/>
                  </a:lnTo>
                  <a:lnTo>
                    <a:pt x="763" y="1893"/>
                  </a:lnTo>
                  <a:lnTo>
                    <a:pt x="1251" y="1893"/>
                  </a:lnTo>
                  <a:lnTo>
                    <a:pt x="45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9"/>
            <p:cNvSpPr/>
            <p:nvPr/>
          </p:nvSpPr>
          <p:spPr>
            <a:xfrm>
              <a:off x="2998275" y="4539850"/>
              <a:ext cx="156900" cy="61175"/>
            </a:xfrm>
            <a:custGeom>
              <a:rect b="b" l="l" r="r" t="t"/>
              <a:pathLst>
                <a:path extrusionOk="0" h="2447" w="6276">
                  <a:moveTo>
                    <a:pt x="6157" y="1"/>
                  </a:moveTo>
                  <a:cubicBezTo>
                    <a:pt x="6134" y="1"/>
                    <a:pt x="6111" y="10"/>
                    <a:pt x="6085" y="29"/>
                  </a:cubicBezTo>
                  <a:lnTo>
                    <a:pt x="1" y="2446"/>
                  </a:lnTo>
                  <a:lnTo>
                    <a:pt x="1203" y="2446"/>
                  </a:lnTo>
                  <a:lnTo>
                    <a:pt x="6251" y="446"/>
                  </a:lnTo>
                  <a:cubicBezTo>
                    <a:pt x="6251" y="434"/>
                    <a:pt x="6251" y="434"/>
                    <a:pt x="6263" y="434"/>
                  </a:cubicBezTo>
                  <a:cubicBezTo>
                    <a:pt x="6228" y="375"/>
                    <a:pt x="6216" y="303"/>
                    <a:pt x="6216" y="220"/>
                  </a:cubicBezTo>
                  <a:cubicBezTo>
                    <a:pt x="6216" y="160"/>
                    <a:pt x="6251" y="101"/>
                    <a:pt x="6275" y="41"/>
                  </a:cubicBezTo>
                  <a:cubicBezTo>
                    <a:pt x="6263" y="29"/>
                    <a:pt x="6228" y="29"/>
                    <a:pt x="6216" y="17"/>
                  </a:cubicBezTo>
                  <a:cubicBezTo>
                    <a:pt x="6194" y="7"/>
                    <a:pt x="6175" y="1"/>
                    <a:pt x="615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9"/>
            <p:cNvSpPr/>
            <p:nvPr/>
          </p:nvSpPr>
          <p:spPr>
            <a:xfrm>
              <a:off x="2838450" y="4144100"/>
              <a:ext cx="147950" cy="456925"/>
            </a:xfrm>
            <a:custGeom>
              <a:rect b="b" l="l" r="r" t="t"/>
              <a:pathLst>
                <a:path extrusionOk="0" h="18277" w="5918">
                  <a:moveTo>
                    <a:pt x="5501" y="0"/>
                  </a:moveTo>
                  <a:lnTo>
                    <a:pt x="0" y="18276"/>
                  </a:lnTo>
                  <a:lnTo>
                    <a:pt x="464" y="18276"/>
                  </a:lnTo>
                  <a:lnTo>
                    <a:pt x="5917" y="155"/>
                  </a:lnTo>
                  <a:cubicBezTo>
                    <a:pt x="5751" y="143"/>
                    <a:pt x="5596" y="84"/>
                    <a:pt x="550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9"/>
            <p:cNvSpPr/>
            <p:nvPr/>
          </p:nvSpPr>
          <p:spPr>
            <a:xfrm>
              <a:off x="2418450" y="4523000"/>
              <a:ext cx="17875" cy="77425"/>
            </a:xfrm>
            <a:custGeom>
              <a:rect b="b" l="l" r="r" t="t"/>
              <a:pathLst>
                <a:path extrusionOk="0" h="3097" w="715">
                  <a:moveTo>
                    <a:pt x="357" y="1"/>
                  </a:moveTo>
                  <a:cubicBezTo>
                    <a:pt x="328" y="13"/>
                    <a:pt x="301" y="13"/>
                    <a:pt x="277" y="13"/>
                  </a:cubicBezTo>
                  <a:cubicBezTo>
                    <a:pt x="253" y="13"/>
                    <a:pt x="232" y="13"/>
                    <a:pt x="215" y="25"/>
                  </a:cubicBezTo>
                  <a:cubicBezTo>
                    <a:pt x="96" y="37"/>
                    <a:pt x="0" y="144"/>
                    <a:pt x="0" y="263"/>
                  </a:cubicBezTo>
                  <a:lnTo>
                    <a:pt x="12" y="382"/>
                  </a:lnTo>
                  <a:lnTo>
                    <a:pt x="36" y="513"/>
                  </a:lnTo>
                  <a:lnTo>
                    <a:pt x="274" y="3096"/>
                  </a:lnTo>
                  <a:lnTo>
                    <a:pt x="715" y="3096"/>
                  </a:lnTo>
                  <a:lnTo>
                    <a:pt x="465" y="203"/>
                  </a:lnTo>
                  <a:lnTo>
                    <a:pt x="465" y="179"/>
                  </a:lnTo>
                  <a:lnTo>
                    <a:pt x="465" y="156"/>
                  </a:lnTo>
                  <a:lnTo>
                    <a:pt x="465" y="132"/>
                  </a:lnTo>
                  <a:lnTo>
                    <a:pt x="465" y="120"/>
                  </a:lnTo>
                  <a:cubicBezTo>
                    <a:pt x="465" y="108"/>
                    <a:pt x="453" y="108"/>
                    <a:pt x="453" y="96"/>
                  </a:cubicBezTo>
                  <a:cubicBezTo>
                    <a:pt x="453" y="96"/>
                    <a:pt x="453" y="72"/>
                    <a:pt x="429" y="72"/>
                  </a:cubicBezTo>
                  <a:cubicBezTo>
                    <a:pt x="429" y="72"/>
                    <a:pt x="429" y="60"/>
                    <a:pt x="417" y="60"/>
                  </a:cubicBezTo>
                  <a:lnTo>
                    <a:pt x="405" y="48"/>
                  </a:lnTo>
                  <a:cubicBezTo>
                    <a:pt x="405" y="48"/>
                    <a:pt x="405" y="37"/>
                    <a:pt x="381" y="37"/>
                  </a:cubicBezTo>
                  <a:cubicBezTo>
                    <a:pt x="369" y="13"/>
                    <a:pt x="357" y="13"/>
                    <a:pt x="35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9"/>
            <p:cNvSpPr/>
            <p:nvPr/>
          </p:nvSpPr>
          <p:spPr>
            <a:xfrm>
              <a:off x="2269325" y="4231000"/>
              <a:ext cx="70575" cy="370025"/>
            </a:xfrm>
            <a:custGeom>
              <a:rect b="b" l="l" r="r" t="t"/>
              <a:pathLst>
                <a:path extrusionOk="0" h="14801" w="2823">
                  <a:moveTo>
                    <a:pt x="2810" y="1"/>
                  </a:moveTo>
                  <a:cubicBezTo>
                    <a:pt x="2810" y="72"/>
                    <a:pt x="2786" y="167"/>
                    <a:pt x="2703" y="215"/>
                  </a:cubicBezTo>
                  <a:lnTo>
                    <a:pt x="2286" y="489"/>
                  </a:lnTo>
                  <a:lnTo>
                    <a:pt x="905" y="9085"/>
                  </a:lnTo>
                  <a:lnTo>
                    <a:pt x="834" y="9538"/>
                  </a:lnTo>
                  <a:lnTo>
                    <a:pt x="250" y="13169"/>
                  </a:lnTo>
                  <a:lnTo>
                    <a:pt x="179" y="13645"/>
                  </a:lnTo>
                  <a:lnTo>
                    <a:pt x="0" y="14800"/>
                  </a:lnTo>
                  <a:lnTo>
                    <a:pt x="441" y="14800"/>
                  </a:lnTo>
                  <a:lnTo>
                    <a:pt x="655" y="13526"/>
                  </a:lnTo>
                  <a:lnTo>
                    <a:pt x="727" y="13050"/>
                  </a:lnTo>
                  <a:lnTo>
                    <a:pt x="1262" y="9752"/>
                  </a:lnTo>
                  <a:lnTo>
                    <a:pt x="1334" y="9288"/>
                  </a:lnTo>
                  <a:lnTo>
                    <a:pt x="28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9"/>
            <p:cNvSpPr/>
            <p:nvPr/>
          </p:nvSpPr>
          <p:spPr>
            <a:xfrm>
              <a:off x="1768950" y="4217025"/>
              <a:ext cx="178625" cy="268800"/>
            </a:xfrm>
            <a:custGeom>
              <a:rect b="b" l="l" r="r" t="t"/>
              <a:pathLst>
                <a:path extrusionOk="0" h="10752" w="7145">
                  <a:moveTo>
                    <a:pt x="370" y="0"/>
                  </a:moveTo>
                  <a:cubicBezTo>
                    <a:pt x="275" y="119"/>
                    <a:pt x="144" y="203"/>
                    <a:pt x="1" y="250"/>
                  </a:cubicBezTo>
                  <a:lnTo>
                    <a:pt x="6966" y="10752"/>
                  </a:lnTo>
                  <a:lnTo>
                    <a:pt x="7145" y="10621"/>
                  </a:lnTo>
                  <a:cubicBezTo>
                    <a:pt x="6918" y="10597"/>
                    <a:pt x="6787" y="10394"/>
                    <a:pt x="6799" y="10180"/>
                  </a:cubicBezTo>
                  <a:cubicBezTo>
                    <a:pt x="6811" y="10073"/>
                    <a:pt x="6859" y="9966"/>
                    <a:pt x="6930" y="9906"/>
                  </a:cubicBezTo>
                  <a:lnTo>
                    <a:pt x="429" y="84"/>
                  </a:lnTo>
                  <a:lnTo>
                    <a:pt x="3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9"/>
            <p:cNvSpPr/>
            <p:nvPr/>
          </p:nvSpPr>
          <p:spPr>
            <a:xfrm>
              <a:off x="1949050" y="4488775"/>
              <a:ext cx="83350" cy="112250"/>
            </a:xfrm>
            <a:custGeom>
              <a:rect b="b" l="l" r="r" t="t"/>
              <a:pathLst>
                <a:path extrusionOk="0" h="4490" w="3334">
                  <a:moveTo>
                    <a:pt x="369" y="1"/>
                  </a:moveTo>
                  <a:lnTo>
                    <a:pt x="0" y="263"/>
                  </a:lnTo>
                  <a:lnTo>
                    <a:pt x="2798" y="4489"/>
                  </a:lnTo>
                  <a:lnTo>
                    <a:pt x="3334" y="4489"/>
                  </a:lnTo>
                  <a:lnTo>
                    <a:pt x="36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9"/>
            <p:cNvSpPr/>
            <p:nvPr/>
          </p:nvSpPr>
          <p:spPr>
            <a:xfrm>
              <a:off x="1528150" y="4542950"/>
              <a:ext cx="62250" cy="58075"/>
            </a:xfrm>
            <a:custGeom>
              <a:rect b="b" l="l" r="r" t="t"/>
              <a:pathLst>
                <a:path extrusionOk="0" h="2323" w="2490">
                  <a:moveTo>
                    <a:pt x="251" y="1"/>
                  </a:moveTo>
                  <a:lnTo>
                    <a:pt x="1" y="382"/>
                  </a:lnTo>
                  <a:lnTo>
                    <a:pt x="1858" y="2322"/>
                  </a:lnTo>
                  <a:lnTo>
                    <a:pt x="2489" y="2322"/>
                  </a:lnTo>
                  <a:lnTo>
                    <a:pt x="2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9"/>
            <p:cNvSpPr/>
            <p:nvPr/>
          </p:nvSpPr>
          <p:spPr>
            <a:xfrm>
              <a:off x="1404925" y="4411375"/>
              <a:ext cx="121475" cy="132500"/>
            </a:xfrm>
            <a:custGeom>
              <a:rect b="b" l="l" r="r" t="t"/>
              <a:pathLst>
                <a:path extrusionOk="0" h="5300" w="4859">
                  <a:moveTo>
                    <a:pt x="131" y="1"/>
                  </a:moveTo>
                  <a:lnTo>
                    <a:pt x="131" y="1"/>
                  </a:lnTo>
                  <a:cubicBezTo>
                    <a:pt x="167" y="84"/>
                    <a:pt x="179" y="144"/>
                    <a:pt x="179" y="215"/>
                  </a:cubicBezTo>
                  <a:cubicBezTo>
                    <a:pt x="167" y="346"/>
                    <a:pt x="108" y="453"/>
                    <a:pt x="1" y="513"/>
                  </a:cubicBezTo>
                  <a:lnTo>
                    <a:pt x="4596" y="5299"/>
                  </a:lnTo>
                  <a:lnTo>
                    <a:pt x="4858" y="4918"/>
                  </a:lnTo>
                  <a:lnTo>
                    <a:pt x="13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9"/>
            <p:cNvSpPr/>
            <p:nvPr/>
          </p:nvSpPr>
          <p:spPr>
            <a:xfrm>
              <a:off x="1219200" y="4222975"/>
              <a:ext cx="181275" cy="185450"/>
            </a:xfrm>
            <a:custGeom>
              <a:rect b="b" l="l" r="r" t="t"/>
              <a:pathLst>
                <a:path extrusionOk="0" h="7418" w="7251">
                  <a:moveTo>
                    <a:pt x="333" y="0"/>
                  </a:moveTo>
                  <a:cubicBezTo>
                    <a:pt x="238" y="119"/>
                    <a:pt x="131" y="215"/>
                    <a:pt x="0" y="298"/>
                  </a:cubicBezTo>
                  <a:lnTo>
                    <a:pt x="6846" y="7418"/>
                  </a:lnTo>
                  <a:lnTo>
                    <a:pt x="6929" y="7394"/>
                  </a:lnTo>
                  <a:cubicBezTo>
                    <a:pt x="6965" y="7358"/>
                    <a:pt x="7013" y="7335"/>
                    <a:pt x="7072" y="7299"/>
                  </a:cubicBezTo>
                  <a:lnTo>
                    <a:pt x="7251" y="7204"/>
                  </a:ln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9"/>
            <p:cNvSpPr/>
            <p:nvPr/>
          </p:nvSpPr>
          <p:spPr>
            <a:xfrm>
              <a:off x="1770450" y="4228325"/>
              <a:ext cx="568850" cy="372400"/>
            </a:xfrm>
            <a:custGeom>
              <a:rect b="b" l="l" r="r" t="t"/>
              <a:pathLst>
                <a:path extrusionOk="0" h="14896" w="22754">
                  <a:moveTo>
                    <a:pt x="22301" y="1"/>
                  </a:moveTo>
                  <a:lnTo>
                    <a:pt x="13764" y="5704"/>
                  </a:lnTo>
                  <a:lnTo>
                    <a:pt x="13335" y="5989"/>
                  </a:lnTo>
                  <a:lnTo>
                    <a:pt x="12538" y="6525"/>
                  </a:lnTo>
                  <a:lnTo>
                    <a:pt x="12538" y="6573"/>
                  </a:lnTo>
                  <a:cubicBezTo>
                    <a:pt x="12527" y="6795"/>
                    <a:pt x="12350" y="6944"/>
                    <a:pt x="12143" y="6944"/>
                  </a:cubicBezTo>
                  <a:cubicBezTo>
                    <a:pt x="12128" y="6944"/>
                    <a:pt x="12112" y="6944"/>
                    <a:pt x="12097" y="6942"/>
                  </a:cubicBezTo>
                  <a:cubicBezTo>
                    <a:pt x="12050" y="6942"/>
                    <a:pt x="12002" y="6930"/>
                    <a:pt x="11978" y="6906"/>
                  </a:cubicBezTo>
                  <a:lnTo>
                    <a:pt x="7561" y="9859"/>
                  </a:lnTo>
                  <a:cubicBezTo>
                    <a:pt x="7517" y="10045"/>
                    <a:pt x="7352" y="10171"/>
                    <a:pt x="7158" y="10171"/>
                  </a:cubicBezTo>
                  <a:cubicBezTo>
                    <a:pt x="7142" y="10171"/>
                    <a:pt x="7125" y="10170"/>
                    <a:pt x="7108" y="10169"/>
                  </a:cubicBezTo>
                  <a:lnTo>
                    <a:pt x="7085" y="10169"/>
                  </a:lnTo>
                  <a:lnTo>
                    <a:pt x="6882" y="10300"/>
                  </a:lnTo>
                  <a:lnTo>
                    <a:pt x="0" y="14895"/>
                  </a:lnTo>
                  <a:lnTo>
                    <a:pt x="798" y="14895"/>
                  </a:lnTo>
                  <a:lnTo>
                    <a:pt x="7120" y="10669"/>
                  </a:lnTo>
                  <a:lnTo>
                    <a:pt x="7501" y="10419"/>
                  </a:lnTo>
                  <a:lnTo>
                    <a:pt x="13788" y="6228"/>
                  </a:lnTo>
                  <a:lnTo>
                    <a:pt x="14228" y="5942"/>
                  </a:lnTo>
                  <a:lnTo>
                    <a:pt x="22229" y="596"/>
                  </a:lnTo>
                  <a:lnTo>
                    <a:pt x="22646" y="310"/>
                  </a:lnTo>
                  <a:cubicBezTo>
                    <a:pt x="22718" y="274"/>
                    <a:pt x="22753" y="203"/>
                    <a:pt x="22753" y="108"/>
                  </a:cubicBezTo>
                  <a:lnTo>
                    <a:pt x="22610" y="108"/>
                  </a:lnTo>
                  <a:cubicBezTo>
                    <a:pt x="22503" y="96"/>
                    <a:pt x="22396" y="60"/>
                    <a:pt x="2230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9"/>
            <p:cNvSpPr/>
            <p:nvPr/>
          </p:nvSpPr>
          <p:spPr>
            <a:xfrm>
              <a:off x="1757350" y="4183475"/>
              <a:ext cx="13125" cy="6775"/>
            </a:xfrm>
            <a:custGeom>
              <a:rect b="b" l="l" r="r" t="t"/>
              <a:pathLst>
                <a:path extrusionOk="0" h="271" w="525">
                  <a:moveTo>
                    <a:pt x="279" y="1"/>
                  </a:moveTo>
                  <a:cubicBezTo>
                    <a:pt x="207" y="1"/>
                    <a:pt x="134" y="35"/>
                    <a:pt x="96" y="104"/>
                  </a:cubicBezTo>
                  <a:lnTo>
                    <a:pt x="1" y="271"/>
                  </a:lnTo>
                  <a:cubicBezTo>
                    <a:pt x="80" y="226"/>
                    <a:pt x="153" y="202"/>
                    <a:pt x="229" y="202"/>
                  </a:cubicBezTo>
                  <a:cubicBezTo>
                    <a:pt x="255" y="202"/>
                    <a:pt x="282" y="205"/>
                    <a:pt x="310" y="211"/>
                  </a:cubicBezTo>
                  <a:cubicBezTo>
                    <a:pt x="382" y="211"/>
                    <a:pt x="441" y="235"/>
                    <a:pt x="501" y="247"/>
                  </a:cubicBezTo>
                  <a:cubicBezTo>
                    <a:pt x="524" y="163"/>
                    <a:pt x="489" y="68"/>
                    <a:pt x="417" y="33"/>
                  </a:cubicBezTo>
                  <a:lnTo>
                    <a:pt x="393" y="33"/>
                  </a:lnTo>
                  <a:cubicBezTo>
                    <a:pt x="359" y="11"/>
                    <a:pt x="319" y="1"/>
                    <a:pt x="27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9"/>
            <p:cNvSpPr/>
            <p:nvPr/>
          </p:nvSpPr>
          <p:spPr>
            <a:xfrm>
              <a:off x="1482325" y="4218800"/>
              <a:ext cx="269100" cy="382525"/>
            </a:xfrm>
            <a:custGeom>
              <a:rect b="b" l="l" r="r" t="t"/>
              <a:pathLst>
                <a:path extrusionOk="0" h="15301" w="10764">
                  <a:moveTo>
                    <a:pt x="10751" y="1"/>
                  </a:moveTo>
                  <a:lnTo>
                    <a:pt x="9906" y="477"/>
                  </a:lnTo>
                  <a:lnTo>
                    <a:pt x="1774" y="12633"/>
                  </a:lnTo>
                  <a:lnTo>
                    <a:pt x="1524" y="13026"/>
                  </a:lnTo>
                  <a:lnTo>
                    <a:pt x="0" y="15300"/>
                  </a:lnTo>
                  <a:lnTo>
                    <a:pt x="536" y="15300"/>
                  </a:lnTo>
                  <a:lnTo>
                    <a:pt x="1834" y="13359"/>
                  </a:lnTo>
                  <a:lnTo>
                    <a:pt x="2084" y="12967"/>
                  </a:lnTo>
                  <a:lnTo>
                    <a:pt x="10763" y="13"/>
                  </a:lnTo>
                  <a:lnTo>
                    <a:pt x="107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9"/>
            <p:cNvSpPr/>
            <p:nvPr/>
          </p:nvSpPr>
          <p:spPr>
            <a:xfrm>
              <a:off x="1045650" y="4224750"/>
              <a:ext cx="149150" cy="194700"/>
            </a:xfrm>
            <a:custGeom>
              <a:rect b="b" l="l" r="r" t="t"/>
              <a:pathLst>
                <a:path extrusionOk="0" h="7788" w="5966">
                  <a:moveTo>
                    <a:pt x="5668" y="1"/>
                  </a:moveTo>
                  <a:lnTo>
                    <a:pt x="5597" y="48"/>
                  </a:lnTo>
                  <a:lnTo>
                    <a:pt x="1" y="7216"/>
                  </a:lnTo>
                  <a:lnTo>
                    <a:pt x="120" y="7787"/>
                  </a:lnTo>
                  <a:lnTo>
                    <a:pt x="5966" y="263"/>
                  </a:lnTo>
                  <a:cubicBezTo>
                    <a:pt x="5859" y="203"/>
                    <a:pt x="5739" y="108"/>
                    <a:pt x="5668"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9"/>
            <p:cNvSpPr/>
            <p:nvPr/>
          </p:nvSpPr>
          <p:spPr>
            <a:xfrm>
              <a:off x="892950" y="4416450"/>
              <a:ext cx="147075" cy="184575"/>
            </a:xfrm>
            <a:custGeom>
              <a:rect b="b" l="l" r="r" t="t"/>
              <a:pathLst>
                <a:path extrusionOk="0" h="7383" w="5883">
                  <a:moveTo>
                    <a:pt x="5751" y="0"/>
                  </a:moveTo>
                  <a:lnTo>
                    <a:pt x="1" y="7382"/>
                  </a:lnTo>
                  <a:lnTo>
                    <a:pt x="572" y="7382"/>
                  </a:lnTo>
                  <a:lnTo>
                    <a:pt x="5882" y="560"/>
                  </a:lnTo>
                  <a:lnTo>
                    <a:pt x="575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9"/>
            <p:cNvSpPr/>
            <p:nvPr/>
          </p:nvSpPr>
          <p:spPr>
            <a:xfrm>
              <a:off x="1395700" y="4211350"/>
              <a:ext cx="354825" cy="200650"/>
            </a:xfrm>
            <a:custGeom>
              <a:rect b="b" l="l" r="r" t="t"/>
              <a:pathLst>
                <a:path extrusionOk="0" h="8026" w="14193">
                  <a:moveTo>
                    <a:pt x="13835" y="1"/>
                  </a:moveTo>
                  <a:lnTo>
                    <a:pt x="179" y="7692"/>
                  </a:lnTo>
                  <a:lnTo>
                    <a:pt x="0" y="7788"/>
                  </a:lnTo>
                  <a:cubicBezTo>
                    <a:pt x="44" y="7770"/>
                    <a:pt x="81" y="7759"/>
                    <a:pt x="121" y="7759"/>
                  </a:cubicBezTo>
                  <a:cubicBezTo>
                    <a:pt x="136" y="7759"/>
                    <a:pt x="151" y="7761"/>
                    <a:pt x="167" y="7764"/>
                  </a:cubicBezTo>
                  <a:cubicBezTo>
                    <a:pt x="322" y="7788"/>
                    <a:pt x="441" y="7871"/>
                    <a:pt x="500" y="8026"/>
                  </a:cubicBezTo>
                  <a:lnTo>
                    <a:pt x="13359" y="787"/>
                  </a:lnTo>
                  <a:lnTo>
                    <a:pt x="14193" y="311"/>
                  </a:lnTo>
                  <a:cubicBezTo>
                    <a:pt x="14109" y="227"/>
                    <a:pt x="14050" y="120"/>
                    <a:pt x="1401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9"/>
            <p:cNvSpPr/>
            <p:nvPr/>
          </p:nvSpPr>
          <p:spPr>
            <a:xfrm>
              <a:off x="1092100" y="4407825"/>
              <a:ext cx="300350" cy="178900"/>
            </a:xfrm>
            <a:custGeom>
              <a:rect b="b" l="l" r="r" t="t"/>
              <a:pathLst>
                <a:path extrusionOk="0" h="7156" w="12014">
                  <a:moveTo>
                    <a:pt x="12013" y="0"/>
                  </a:moveTo>
                  <a:lnTo>
                    <a:pt x="11930" y="48"/>
                  </a:lnTo>
                  <a:lnTo>
                    <a:pt x="0" y="6751"/>
                  </a:lnTo>
                  <a:cubicBezTo>
                    <a:pt x="107" y="6858"/>
                    <a:pt x="179" y="7013"/>
                    <a:pt x="191" y="7156"/>
                  </a:cubicBezTo>
                  <a:lnTo>
                    <a:pt x="4941" y="4489"/>
                  </a:lnTo>
                  <a:cubicBezTo>
                    <a:pt x="4917" y="4429"/>
                    <a:pt x="4905" y="4370"/>
                    <a:pt x="4905" y="4298"/>
                  </a:cubicBezTo>
                  <a:cubicBezTo>
                    <a:pt x="4928" y="4069"/>
                    <a:pt x="5116" y="3928"/>
                    <a:pt x="5332" y="3928"/>
                  </a:cubicBezTo>
                  <a:cubicBezTo>
                    <a:pt x="5340" y="3928"/>
                    <a:pt x="5349" y="3929"/>
                    <a:pt x="5358" y="3929"/>
                  </a:cubicBezTo>
                  <a:cubicBezTo>
                    <a:pt x="5477" y="3941"/>
                    <a:pt x="5584" y="4001"/>
                    <a:pt x="5632" y="4096"/>
                  </a:cubicBezTo>
                  <a:lnTo>
                    <a:pt x="11930" y="548"/>
                  </a:lnTo>
                  <a:cubicBezTo>
                    <a:pt x="11871" y="476"/>
                    <a:pt x="11859" y="369"/>
                    <a:pt x="11859" y="262"/>
                  </a:cubicBezTo>
                  <a:cubicBezTo>
                    <a:pt x="11871" y="167"/>
                    <a:pt x="11918" y="72"/>
                    <a:pt x="1201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9"/>
            <p:cNvSpPr/>
            <p:nvPr/>
          </p:nvSpPr>
          <p:spPr>
            <a:xfrm>
              <a:off x="1231100" y="4199750"/>
              <a:ext cx="516150" cy="14325"/>
            </a:xfrm>
            <a:custGeom>
              <a:rect b="b" l="l" r="r" t="t"/>
              <a:pathLst>
                <a:path extrusionOk="0" h="573" w="20646">
                  <a:moveTo>
                    <a:pt x="20646" y="1"/>
                  </a:moveTo>
                  <a:lnTo>
                    <a:pt x="0" y="120"/>
                  </a:lnTo>
                  <a:cubicBezTo>
                    <a:pt x="36" y="239"/>
                    <a:pt x="48" y="346"/>
                    <a:pt x="36" y="465"/>
                  </a:cubicBezTo>
                  <a:cubicBezTo>
                    <a:pt x="36" y="489"/>
                    <a:pt x="24" y="536"/>
                    <a:pt x="24" y="572"/>
                  </a:cubicBezTo>
                  <a:lnTo>
                    <a:pt x="20443" y="453"/>
                  </a:lnTo>
                  <a:lnTo>
                    <a:pt x="20622" y="453"/>
                  </a:lnTo>
                  <a:cubicBezTo>
                    <a:pt x="20598" y="370"/>
                    <a:pt x="20586" y="286"/>
                    <a:pt x="20598" y="191"/>
                  </a:cubicBezTo>
                  <a:cubicBezTo>
                    <a:pt x="20598" y="120"/>
                    <a:pt x="20634" y="60"/>
                    <a:pt x="2064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9"/>
            <p:cNvSpPr/>
            <p:nvPr/>
          </p:nvSpPr>
          <p:spPr>
            <a:xfrm>
              <a:off x="889375" y="3382100"/>
              <a:ext cx="866225" cy="816200"/>
            </a:xfrm>
            <a:custGeom>
              <a:rect b="b" l="l" r="r" t="t"/>
              <a:pathLst>
                <a:path extrusionOk="0" h="32648" w="34649">
                  <a:moveTo>
                    <a:pt x="1" y="0"/>
                  </a:moveTo>
                  <a:lnTo>
                    <a:pt x="1" y="607"/>
                  </a:lnTo>
                  <a:lnTo>
                    <a:pt x="34327" y="32647"/>
                  </a:lnTo>
                  <a:cubicBezTo>
                    <a:pt x="34410" y="32516"/>
                    <a:pt x="34505" y="32397"/>
                    <a:pt x="34648" y="32338"/>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9"/>
            <p:cNvSpPr/>
            <p:nvPr/>
          </p:nvSpPr>
          <p:spPr>
            <a:xfrm>
              <a:off x="953675" y="3873825"/>
              <a:ext cx="242625" cy="319700"/>
            </a:xfrm>
            <a:custGeom>
              <a:rect b="b" l="l" r="r" t="t"/>
              <a:pathLst>
                <a:path extrusionOk="0" h="12788" w="9705">
                  <a:moveTo>
                    <a:pt x="358" y="0"/>
                  </a:moveTo>
                  <a:cubicBezTo>
                    <a:pt x="251" y="107"/>
                    <a:pt x="132" y="191"/>
                    <a:pt x="1" y="274"/>
                  </a:cubicBezTo>
                  <a:lnTo>
                    <a:pt x="9347" y="12788"/>
                  </a:lnTo>
                  <a:cubicBezTo>
                    <a:pt x="9430" y="12669"/>
                    <a:pt x="9549" y="12573"/>
                    <a:pt x="9704" y="12514"/>
                  </a:cubicBezTo>
                  <a:lnTo>
                    <a:pt x="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9"/>
            <p:cNvSpPr/>
            <p:nvPr/>
          </p:nvSpPr>
          <p:spPr>
            <a:xfrm>
              <a:off x="1015000" y="4311375"/>
              <a:ext cx="67875" cy="261950"/>
            </a:xfrm>
            <a:custGeom>
              <a:rect b="b" l="l" r="r" t="t"/>
              <a:pathLst>
                <a:path extrusionOk="0" h="10478" w="2715">
                  <a:moveTo>
                    <a:pt x="405" y="0"/>
                  </a:moveTo>
                  <a:lnTo>
                    <a:pt x="0" y="227"/>
                  </a:lnTo>
                  <a:lnTo>
                    <a:pt x="893" y="4215"/>
                  </a:lnTo>
                  <a:lnTo>
                    <a:pt x="1012" y="4775"/>
                  </a:lnTo>
                  <a:lnTo>
                    <a:pt x="2263" y="10478"/>
                  </a:lnTo>
                  <a:cubicBezTo>
                    <a:pt x="2355" y="10432"/>
                    <a:pt x="2447" y="10414"/>
                    <a:pt x="2545" y="10414"/>
                  </a:cubicBezTo>
                  <a:cubicBezTo>
                    <a:pt x="2573" y="10414"/>
                    <a:pt x="2602" y="10416"/>
                    <a:pt x="2632" y="10418"/>
                  </a:cubicBezTo>
                  <a:cubicBezTo>
                    <a:pt x="2667" y="10418"/>
                    <a:pt x="2679" y="10430"/>
                    <a:pt x="2715" y="10430"/>
                  </a:cubicBezTo>
                  <a:lnTo>
                    <a:pt x="1358" y="4322"/>
                  </a:lnTo>
                  <a:lnTo>
                    <a:pt x="1239" y="3751"/>
                  </a:lnTo>
                  <a:lnTo>
                    <a:pt x="40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9"/>
            <p:cNvSpPr/>
            <p:nvPr/>
          </p:nvSpPr>
          <p:spPr>
            <a:xfrm>
              <a:off x="1011725" y="4302450"/>
              <a:ext cx="2100" cy="2700"/>
            </a:xfrm>
            <a:custGeom>
              <a:rect b="b" l="l" r="r" t="t"/>
              <a:pathLst>
                <a:path extrusionOk="0" h="108" w="84">
                  <a:moveTo>
                    <a:pt x="0" y="0"/>
                  </a:moveTo>
                  <a:lnTo>
                    <a:pt x="24" y="107"/>
                  </a:lnTo>
                  <a:lnTo>
                    <a:pt x="84" y="72"/>
                  </a:lnTo>
                  <a:cubicBezTo>
                    <a:pt x="48" y="60"/>
                    <a:pt x="12" y="36"/>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9"/>
            <p:cNvSpPr/>
            <p:nvPr/>
          </p:nvSpPr>
          <p:spPr>
            <a:xfrm>
              <a:off x="919450" y="3886925"/>
              <a:ext cx="99725" cy="406625"/>
            </a:xfrm>
            <a:custGeom>
              <a:rect b="b" l="l" r="r" t="t"/>
              <a:pathLst>
                <a:path extrusionOk="0" h="16265" w="3989">
                  <a:moveTo>
                    <a:pt x="12" y="0"/>
                  </a:moveTo>
                  <a:cubicBezTo>
                    <a:pt x="0" y="24"/>
                    <a:pt x="0" y="72"/>
                    <a:pt x="12" y="107"/>
                  </a:cubicBezTo>
                  <a:lnTo>
                    <a:pt x="3596" y="16264"/>
                  </a:lnTo>
                  <a:cubicBezTo>
                    <a:pt x="3644" y="16074"/>
                    <a:pt x="3810" y="15955"/>
                    <a:pt x="3989" y="15955"/>
                  </a:cubicBezTo>
                  <a:lnTo>
                    <a:pt x="441" y="12"/>
                  </a:lnTo>
                  <a:lnTo>
                    <a:pt x="167" y="12"/>
                  </a:lnTo>
                  <a:cubicBezTo>
                    <a:pt x="119" y="12"/>
                    <a:pt x="60" y="0"/>
                    <a:pt x="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9"/>
            <p:cNvSpPr/>
            <p:nvPr/>
          </p:nvSpPr>
          <p:spPr>
            <a:xfrm>
              <a:off x="889075" y="4214625"/>
              <a:ext cx="298000" cy="168500"/>
            </a:xfrm>
            <a:custGeom>
              <a:rect b="b" l="l" r="r" t="t"/>
              <a:pathLst>
                <a:path extrusionOk="0" h="6740" w="11920">
                  <a:moveTo>
                    <a:pt x="11717" y="1"/>
                  </a:moveTo>
                  <a:lnTo>
                    <a:pt x="5621" y="3251"/>
                  </a:lnTo>
                  <a:lnTo>
                    <a:pt x="5621" y="3287"/>
                  </a:lnTo>
                  <a:cubicBezTo>
                    <a:pt x="5586" y="3506"/>
                    <a:pt x="5407" y="3669"/>
                    <a:pt x="5191" y="3669"/>
                  </a:cubicBezTo>
                  <a:cubicBezTo>
                    <a:pt x="5183" y="3669"/>
                    <a:pt x="5176" y="3668"/>
                    <a:pt x="5168" y="3668"/>
                  </a:cubicBezTo>
                  <a:cubicBezTo>
                    <a:pt x="5097" y="3668"/>
                    <a:pt x="5037" y="3632"/>
                    <a:pt x="4978" y="3585"/>
                  </a:cubicBezTo>
                  <a:lnTo>
                    <a:pt x="4918" y="3620"/>
                  </a:lnTo>
                  <a:lnTo>
                    <a:pt x="1" y="6240"/>
                  </a:lnTo>
                  <a:lnTo>
                    <a:pt x="1" y="6740"/>
                  </a:lnTo>
                  <a:lnTo>
                    <a:pt x="5025" y="4085"/>
                  </a:lnTo>
                  <a:lnTo>
                    <a:pt x="5418" y="3859"/>
                  </a:lnTo>
                  <a:lnTo>
                    <a:pt x="11836" y="453"/>
                  </a:lnTo>
                  <a:lnTo>
                    <a:pt x="11919" y="406"/>
                  </a:lnTo>
                  <a:cubicBezTo>
                    <a:pt x="11824" y="287"/>
                    <a:pt x="11752" y="156"/>
                    <a:pt x="1171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9"/>
            <p:cNvSpPr/>
            <p:nvPr/>
          </p:nvSpPr>
          <p:spPr>
            <a:xfrm>
              <a:off x="889375" y="3623200"/>
              <a:ext cx="34550" cy="166100"/>
            </a:xfrm>
            <a:custGeom>
              <a:rect b="b" l="l" r="r" t="t"/>
              <a:pathLst>
                <a:path extrusionOk="0" h="6644" w="1382">
                  <a:moveTo>
                    <a:pt x="1" y="0"/>
                  </a:moveTo>
                  <a:lnTo>
                    <a:pt x="1" y="2155"/>
                  </a:lnTo>
                  <a:lnTo>
                    <a:pt x="953" y="6644"/>
                  </a:lnTo>
                  <a:cubicBezTo>
                    <a:pt x="1084" y="6608"/>
                    <a:pt x="1227" y="6573"/>
                    <a:pt x="1382" y="6561"/>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9"/>
            <p:cNvSpPr/>
            <p:nvPr/>
          </p:nvSpPr>
          <p:spPr>
            <a:xfrm>
              <a:off x="889075" y="3786975"/>
              <a:ext cx="91725" cy="100275"/>
            </a:xfrm>
            <a:custGeom>
              <a:rect b="b" l="l" r="r" t="t"/>
              <a:pathLst>
                <a:path extrusionOk="0" h="4011" w="3669">
                  <a:moveTo>
                    <a:pt x="1573" y="1"/>
                  </a:moveTo>
                  <a:cubicBezTo>
                    <a:pt x="1513" y="1"/>
                    <a:pt x="1454" y="4"/>
                    <a:pt x="1394" y="10"/>
                  </a:cubicBezTo>
                  <a:cubicBezTo>
                    <a:pt x="1239" y="22"/>
                    <a:pt x="1096" y="57"/>
                    <a:pt x="953" y="93"/>
                  </a:cubicBezTo>
                  <a:cubicBezTo>
                    <a:pt x="584" y="212"/>
                    <a:pt x="239" y="450"/>
                    <a:pt x="1" y="748"/>
                  </a:cubicBezTo>
                  <a:lnTo>
                    <a:pt x="1" y="3272"/>
                  </a:lnTo>
                  <a:cubicBezTo>
                    <a:pt x="299" y="3641"/>
                    <a:pt x="739" y="3903"/>
                    <a:pt x="1227" y="3998"/>
                  </a:cubicBezTo>
                  <a:cubicBezTo>
                    <a:pt x="1275" y="4010"/>
                    <a:pt x="1334" y="4010"/>
                    <a:pt x="1370" y="4010"/>
                  </a:cubicBezTo>
                  <a:lnTo>
                    <a:pt x="1680" y="4010"/>
                  </a:lnTo>
                  <a:cubicBezTo>
                    <a:pt x="2001" y="3998"/>
                    <a:pt x="2311" y="3891"/>
                    <a:pt x="2585" y="3748"/>
                  </a:cubicBezTo>
                  <a:cubicBezTo>
                    <a:pt x="2716" y="3665"/>
                    <a:pt x="2835" y="3581"/>
                    <a:pt x="2942" y="3474"/>
                  </a:cubicBezTo>
                  <a:cubicBezTo>
                    <a:pt x="3287" y="3153"/>
                    <a:pt x="3525" y="2700"/>
                    <a:pt x="3561" y="2200"/>
                  </a:cubicBezTo>
                  <a:cubicBezTo>
                    <a:pt x="3668" y="1093"/>
                    <a:pt x="2847" y="117"/>
                    <a:pt x="1751" y="10"/>
                  </a:cubicBezTo>
                  <a:cubicBezTo>
                    <a:pt x="1692" y="4"/>
                    <a:pt x="1632" y="1"/>
                    <a:pt x="157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9"/>
            <p:cNvSpPr/>
            <p:nvPr/>
          </p:nvSpPr>
          <p:spPr>
            <a:xfrm>
              <a:off x="3670975" y="4475375"/>
              <a:ext cx="17900" cy="18025"/>
            </a:xfrm>
            <a:custGeom>
              <a:rect b="b" l="l" r="r" t="t"/>
              <a:pathLst>
                <a:path extrusionOk="0" h="721" w="716">
                  <a:moveTo>
                    <a:pt x="358" y="0"/>
                  </a:moveTo>
                  <a:cubicBezTo>
                    <a:pt x="177" y="0"/>
                    <a:pt x="12" y="129"/>
                    <a:pt x="1" y="334"/>
                  </a:cubicBezTo>
                  <a:cubicBezTo>
                    <a:pt x="1" y="394"/>
                    <a:pt x="1" y="441"/>
                    <a:pt x="25" y="501"/>
                  </a:cubicBezTo>
                  <a:cubicBezTo>
                    <a:pt x="72" y="620"/>
                    <a:pt x="179" y="715"/>
                    <a:pt x="322" y="715"/>
                  </a:cubicBezTo>
                  <a:cubicBezTo>
                    <a:pt x="341" y="719"/>
                    <a:pt x="359" y="720"/>
                    <a:pt x="377" y="720"/>
                  </a:cubicBezTo>
                  <a:cubicBezTo>
                    <a:pt x="546" y="720"/>
                    <a:pt x="694" y="576"/>
                    <a:pt x="715" y="394"/>
                  </a:cubicBezTo>
                  <a:cubicBezTo>
                    <a:pt x="715" y="322"/>
                    <a:pt x="691" y="239"/>
                    <a:pt x="668" y="179"/>
                  </a:cubicBezTo>
                  <a:cubicBezTo>
                    <a:pt x="608" y="96"/>
                    <a:pt x="513" y="25"/>
                    <a:pt x="382" y="1"/>
                  </a:cubicBezTo>
                  <a:cubicBezTo>
                    <a:pt x="374" y="0"/>
                    <a:pt x="366" y="0"/>
                    <a:pt x="35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9"/>
            <p:cNvSpPr/>
            <p:nvPr/>
          </p:nvSpPr>
          <p:spPr>
            <a:xfrm>
              <a:off x="2319625" y="4195250"/>
              <a:ext cx="36625" cy="35925"/>
            </a:xfrm>
            <a:custGeom>
              <a:rect b="b" l="l" r="r" t="t"/>
              <a:pathLst>
                <a:path extrusionOk="0" h="1437" w="1465">
                  <a:moveTo>
                    <a:pt x="741" y="1"/>
                  </a:moveTo>
                  <a:cubicBezTo>
                    <a:pt x="356" y="1"/>
                    <a:pt x="35" y="290"/>
                    <a:pt x="12" y="657"/>
                  </a:cubicBezTo>
                  <a:cubicBezTo>
                    <a:pt x="0" y="943"/>
                    <a:pt x="131" y="1193"/>
                    <a:pt x="346" y="1324"/>
                  </a:cubicBezTo>
                  <a:cubicBezTo>
                    <a:pt x="441" y="1383"/>
                    <a:pt x="548" y="1431"/>
                    <a:pt x="667" y="1431"/>
                  </a:cubicBezTo>
                  <a:cubicBezTo>
                    <a:pt x="683" y="1435"/>
                    <a:pt x="698" y="1436"/>
                    <a:pt x="711" y="1436"/>
                  </a:cubicBezTo>
                  <a:cubicBezTo>
                    <a:pt x="739" y="1436"/>
                    <a:pt x="762" y="1431"/>
                    <a:pt x="786" y="1431"/>
                  </a:cubicBezTo>
                  <a:cubicBezTo>
                    <a:pt x="1132" y="1383"/>
                    <a:pt x="1405" y="1133"/>
                    <a:pt x="1441" y="776"/>
                  </a:cubicBezTo>
                  <a:cubicBezTo>
                    <a:pt x="1465" y="371"/>
                    <a:pt x="1167" y="38"/>
                    <a:pt x="786" y="2"/>
                  </a:cubicBezTo>
                  <a:cubicBezTo>
                    <a:pt x="771" y="1"/>
                    <a:pt x="756" y="1"/>
                    <a:pt x="74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9"/>
            <p:cNvSpPr/>
            <p:nvPr/>
          </p:nvSpPr>
          <p:spPr>
            <a:xfrm>
              <a:off x="1181675" y="4184500"/>
              <a:ext cx="50625" cy="49950"/>
            </a:xfrm>
            <a:custGeom>
              <a:rect b="b" l="l" r="r" t="t"/>
              <a:pathLst>
                <a:path extrusionOk="0" h="1998" w="2025">
                  <a:moveTo>
                    <a:pt x="1021" y="0"/>
                  </a:moveTo>
                  <a:cubicBezTo>
                    <a:pt x="872" y="0"/>
                    <a:pt x="724" y="27"/>
                    <a:pt x="584" y="87"/>
                  </a:cubicBezTo>
                  <a:cubicBezTo>
                    <a:pt x="429" y="134"/>
                    <a:pt x="310" y="242"/>
                    <a:pt x="227" y="361"/>
                  </a:cubicBezTo>
                  <a:cubicBezTo>
                    <a:pt x="108" y="503"/>
                    <a:pt x="37" y="706"/>
                    <a:pt x="13" y="908"/>
                  </a:cubicBezTo>
                  <a:cubicBezTo>
                    <a:pt x="1" y="1015"/>
                    <a:pt x="13" y="1123"/>
                    <a:pt x="37" y="1218"/>
                  </a:cubicBezTo>
                  <a:cubicBezTo>
                    <a:pt x="60" y="1373"/>
                    <a:pt x="132" y="1504"/>
                    <a:pt x="227" y="1623"/>
                  </a:cubicBezTo>
                  <a:cubicBezTo>
                    <a:pt x="310" y="1730"/>
                    <a:pt x="418" y="1813"/>
                    <a:pt x="537" y="1896"/>
                  </a:cubicBezTo>
                  <a:cubicBezTo>
                    <a:pt x="656" y="1956"/>
                    <a:pt x="787" y="1992"/>
                    <a:pt x="930" y="1992"/>
                  </a:cubicBezTo>
                  <a:cubicBezTo>
                    <a:pt x="964" y="1996"/>
                    <a:pt x="998" y="1998"/>
                    <a:pt x="1033" y="1998"/>
                  </a:cubicBezTo>
                  <a:cubicBezTo>
                    <a:pt x="1203" y="1998"/>
                    <a:pt x="1372" y="1950"/>
                    <a:pt x="1501" y="1861"/>
                  </a:cubicBezTo>
                  <a:cubicBezTo>
                    <a:pt x="1632" y="1789"/>
                    <a:pt x="1739" y="1682"/>
                    <a:pt x="1834" y="1563"/>
                  </a:cubicBezTo>
                  <a:cubicBezTo>
                    <a:pt x="1906" y="1456"/>
                    <a:pt x="1965" y="1325"/>
                    <a:pt x="2001" y="1194"/>
                  </a:cubicBezTo>
                  <a:cubicBezTo>
                    <a:pt x="2013" y="1158"/>
                    <a:pt x="2013" y="1123"/>
                    <a:pt x="2013" y="1087"/>
                  </a:cubicBezTo>
                  <a:cubicBezTo>
                    <a:pt x="2025" y="968"/>
                    <a:pt x="2013" y="861"/>
                    <a:pt x="1977" y="742"/>
                  </a:cubicBezTo>
                  <a:cubicBezTo>
                    <a:pt x="1882" y="349"/>
                    <a:pt x="1537" y="27"/>
                    <a:pt x="1108" y="3"/>
                  </a:cubicBezTo>
                  <a:cubicBezTo>
                    <a:pt x="1079" y="1"/>
                    <a:pt x="1050" y="0"/>
                    <a:pt x="102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9"/>
            <p:cNvSpPr/>
            <p:nvPr/>
          </p:nvSpPr>
          <p:spPr>
            <a:xfrm>
              <a:off x="1061125" y="4571450"/>
              <a:ext cx="36050" cy="28975"/>
            </a:xfrm>
            <a:custGeom>
              <a:rect b="b" l="l" r="r" t="t"/>
              <a:pathLst>
                <a:path extrusionOk="0" h="1159" w="1442">
                  <a:moveTo>
                    <a:pt x="720" y="0"/>
                  </a:moveTo>
                  <a:cubicBezTo>
                    <a:pt x="615" y="0"/>
                    <a:pt x="516" y="24"/>
                    <a:pt x="418" y="63"/>
                  </a:cubicBezTo>
                  <a:cubicBezTo>
                    <a:pt x="191" y="170"/>
                    <a:pt x="37" y="373"/>
                    <a:pt x="13" y="646"/>
                  </a:cubicBezTo>
                  <a:cubicBezTo>
                    <a:pt x="1" y="837"/>
                    <a:pt x="60" y="1027"/>
                    <a:pt x="179" y="1158"/>
                  </a:cubicBezTo>
                  <a:lnTo>
                    <a:pt x="1251" y="1158"/>
                  </a:lnTo>
                  <a:cubicBezTo>
                    <a:pt x="1358" y="1063"/>
                    <a:pt x="1418" y="908"/>
                    <a:pt x="1430" y="766"/>
                  </a:cubicBezTo>
                  <a:cubicBezTo>
                    <a:pt x="1441" y="718"/>
                    <a:pt x="1430" y="670"/>
                    <a:pt x="1430" y="611"/>
                  </a:cubicBezTo>
                  <a:cubicBezTo>
                    <a:pt x="1418" y="468"/>
                    <a:pt x="1346" y="313"/>
                    <a:pt x="1239" y="206"/>
                  </a:cubicBezTo>
                  <a:cubicBezTo>
                    <a:pt x="1132" y="111"/>
                    <a:pt x="1013" y="51"/>
                    <a:pt x="870" y="15"/>
                  </a:cubicBezTo>
                  <a:cubicBezTo>
                    <a:pt x="834" y="15"/>
                    <a:pt x="822" y="4"/>
                    <a:pt x="787" y="4"/>
                  </a:cubicBezTo>
                  <a:cubicBezTo>
                    <a:pt x="764" y="1"/>
                    <a:pt x="742" y="0"/>
                    <a:pt x="72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9"/>
            <p:cNvSpPr/>
            <p:nvPr/>
          </p:nvSpPr>
          <p:spPr>
            <a:xfrm>
              <a:off x="1745750" y="4188500"/>
              <a:ext cx="36925" cy="35975"/>
            </a:xfrm>
            <a:custGeom>
              <a:rect b="b" l="l" r="r" t="t"/>
              <a:pathLst>
                <a:path extrusionOk="0" h="1439" w="1477">
                  <a:moveTo>
                    <a:pt x="720" y="1"/>
                  </a:moveTo>
                  <a:cubicBezTo>
                    <a:pt x="643" y="1"/>
                    <a:pt x="566" y="20"/>
                    <a:pt x="488" y="46"/>
                  </a:cubicBezTo>
                  <a:cubicBezTo>
                    <a:pt x="465" y="70"/>
                    <a:pt x="441" y="70"/>
                    <a:pt x="417" y="82"/>
                  </a:cubicBezTo>
                  <a:cubicBezTo>
                    <a:pt x="286" y="153"/>
                    <a:pt x="167" y="260"/>
                    <a:pt x="107" y="391"/>
                  </a:cubicBezTo>
                  <a:cubicBezTo>
                    <a:pt x="84" y="403"/>
                    <a:pt x="84" y="439"/>
                    <a:pt x="72" y="451"/>
                  </a:cubicBezTo>
                  <a:cubicBezTo>
                    <a:pt x="48" y="510"/>
                    <a:pt x="24" y="582"/>
                    <a:pt x="24" y="641"/>
                  </a:cubicBezTo>
                  <a:cubicBezTo>
                    <a:pt x="0" y="736"/>
                    <a:pt x="0" y="820"/>
                    <a:pt x="36" y="903"/>
                  </a:cubicBezTo>
                  <a:cubicBezTo>
                    <a:pt x="60" y="1022"/>
                    <a:pt x="119" y="1117"/>
                    <a:pt x="214" y="1213"/>
                  </a:cubicBezTo>
                  <a:lnTo>
                    <a:pt x="226" y="1225"/>
                  </a:lnTo>
                  <a:cubicBezTo>
                    <a:pt x="345" y="1344"/>
                    <a:pt x="488" y="1415"/>
                    <a:pt x="667" y="1439"/>
                  </a:cubicBezTo>
                  <a:cubicBezTo>
                    <a:pt x="762" y="1439"/>
                    <a:pt x="846" y="1439"/>
                    <a:pt x="941" y="1403"/>
                  </a:cubicBezTo>
                  <a:cubicBezTo>
                    <a:pt x="1084" y="1356"/>
                    <a:pt x="1227" y="1272"/>
                    <a:pt x="1310" y="1153"/>
                  </a:cubicBezTo>
                  <a:cubicBezTo>
                    <a:pt x="1381" y="1046"/>
                    <a:pt x="1441" y="927"/>
                    <a:pt x="1441" y="784"/>
                  </a:cubicBezTo>
                  <a:cubicBezTo>
                    <a:pt x="1477" y="451"/>
                    <a:pt x="1274" y="165"/>
                    <a:pt x="1000" y="46"/>
                  </a:cubicBezTo>
                  <a:cubicBezTo>
                    <a:pt x="941" y="22"/>
                    <a:pt x="869" y="10"/>
                    <a:pt x="810" y="10"/>
                  </a:cubicBezTo>
                  <a:cubicBezTo>
                    <a:pt x="780" y="3"/>
                    <a:pt x="750" y="1"/>
                    <a:pt x="7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9"/>
            <p:cNvSpPr/>
            <p:nvPr/>
          </p:nvSpPr>
          <p:spPr>
            <a:xfrm>
              <a:off x="3568600" y="4511575"/>
              <a:ext cx="36025" cy="35350"/>
            </a:xfrm>
            <a:custGeom>
              <a:rect b="b" l="l" r="r" t="t"/>
              <a:pathLst>
                <a:path extrusionOk="0" h="1414" w="1441">
                  <a:moveTo>
                    <a:pt x="703" y="0"/>
                  </a:moveTo>
                  <a:cubicBezTo>
                    <a:pt x="544" y="0"/>
                    <a:pt x="394" y="58"/>
                    <a:pt x="262" y="160"/>
                  </a:cubicBezTo>
                  <a:cubicBezTo>
                    <a:pt x="143" y="255"/>
                    <a:pt x="71" y="386"/>
                    <a:pt x="24" y="553"/>
                  </a:cubicBezTo>
                  <a:cubicBezTo>
                    <a:pt x="12" y="577"/>
                    <a:pt x="12" y="624"/>
                    <a:pt x="12" y="660"/>
                  </a:cubicBezTo>
                  <a:cubicBezTo>
                    <a:pt x="0" y="839"/>
                    <a:pt x="48" y="994"/>
                    <a:pt x="143" y="1136"/>
                  </a:cubicBezTo>
                  <a:cubicBezTo>
                    <a:pt x="250" y="1267"/>
                    <a:pt x="405" y="1375"/>
                    <a:pt x="572" y="1398"/>
                  </a:cubicBezTo>
                  <a:cubicBezTo>
                    <a:pt x="607" y="1398"/>
                    <a:pt x="619" y="1410"/>
                    <a:pt x="655" y="1410"/>
                  </a:cubicBezTo>
                  <a:cubicBezTo>
                    <a:pt x="677" y="1413"/>
                    <a:pt x="699" y="1414"/>
                    <a:pt x="721" y="1414"/>
                  </a:cubicBezTo>
                  <a:cubicBezTo>
                    <a:pt x="913" y="1414"/>
                    <a:pt x="1098" y="1324"/>
                    <a:pt x="1226" y="1196"/>
                  </a:cubicBezTo>
                  <a:cubicBezTo>
                    <a:pt x="1286" y="1136"/>
                    <a:pt x="1334" y="1053"/>
                    <a:pt x="1369" y="982"/>
                  </a:cubicBezTo>
                  <a:cubicBezTo>
                    <a:pt x="1393" y="910"/>
                    <a:pt x="1405" y="851"/>
                    <a:pt x="1429" y="779"/>
                  </a:cubicBezTo>
                  <a:cubicBezTo>
                    <a:pt x="1441" y="672"/>
                    <a:pt x="1429" y="565"/>
                    <a:pt x="1393" y="482"/>
                  </a:cubicBezTo>
                  <a:cubicBezTo>
                    <a:pt x="1310" y="220"/>
                    <a:pt x="1072" y="29"/>
                    <a:pt x="786" y="5"/>
                  </a:cubicBezTo>
                  <a:cubicBezTo>
                    <a:pt x="758" y="2"/>
                    <a:pt x="731" y="0"/>
                    <a:pt x="70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9"/>
            <p:cNvSpPr/>
            <p:nvPr/>
          </p:nvSpPr>
          <p:spPr>
            <a:xfrm>
              <a:off x="2968800" y="4112475"/>
              <a:ext cx="37550" cy="35500"/>
            </a:xfrm>
            <a:custGeom>
              <a:rect b="b" l="l" r="r" t="t"/>
              <a:pathLst>
                <a:path extrusionOk="0" h="1420" w="1502">
                  <a:moveTo>
                    <a:pt x="736" y="0"/>
                  </a:moveTo>
                  <a:cubicBezTo>
                    <a:pt x="380" y="0"/>
                    <a:pt x="59" y="287"/>
                    <a:pt x="25" y="658"/>
                  </a:cubicBezTo>
                  <a:cubicBezTo>
                    <a:pt x="1" y="896"/>
                    <a:pt x="96" y="1122"/>
                    <a:pt x="263" y="1277"/>
                  </a:cubicBezTo>
                  <a:cubicBezTo>
                    <a:pt x="382" y="1349"/>
                    <a:pt x="525" y="1408"/>
                    <a:pt x="703" y="1420"/>
                  </a:cubicBezTo>
                  <a:lnTo>
                    <a:pt x="775" y="1420"/>
                  </a:lnTo>
                  <a:cubicBezTo>
                    <a:pt x="918" y="1408"/>
                    <a:pt x="1073" y="1349"/>
                    <a:pt x="1192" y="1265"/>
                  </a:cubicBezTo>
                  <a:cubicBezTo>
                    <a:pt x="1334" y="1146"/>
                    <a:pt x="1430" y="979"/>
                    <a:pt x="1454" y="777"/>
                  </a:cubicBezTo>
                  <a:cubicBezTo>
                    <a:pt x="1501" y="396"/>
                    <a:pt x="1203" y="39"/>
                    <a:pt x="799" y="3"/>
                  </a:cubicBezTo>
                  <a:cubicBezTo>
                    <a:pt x="778" y="1"/>
                    <a:pt x="757" y="0"/>
                    <a:pt x="73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9"/>
            <p:cNvSpPr/>
            <p:nvPr/>
          </p:nvSpPr>
          <p:spPr>
            <a:xfrm>
              <a:off x="1008750" y="4285475"/>
              <a:ext cx="20850" cy="20875"/>
            </a:xfrm>
            <a:custGeom>
              <a:rect b="b" l="l" r="r" t="t"/>
              <a:pathLst>
                <a:path extrusionOk="0" h="835" w="834">
                  <a:moveTo>
                    <a:pt x="417" y="1"/>
                  </a:moveTo>
                  <a:cubicBezTo>
                    <a:pt x="215" y="1"/>
                    <a:pt x="72" y="132"/>
                    <a:pt x="24" y="310"/>
                  </a:cubicBezTo>
                  <a:cubicBezTo>
                    <a:pt x="24" y="322"/>
                    <a:pt x="12" y="358"/>
                    <a:pt x="12" y="370"/>
                  </a:cubicBezTo>
                  <a:cubicBezTo>
                    <a:pt x="0" y="489"/>
                    <a:pt x="36" y="596"/>
                    <a:pt x="107" y="679"/>
                  </a:cubicBezTo>
                  <a:cubicBezTo>
                    <a:pt x="131" y="715"/>
                    <a:pt x="167" y="739"/>
                    <a:pt x="191" y="751"/>
                  </a:cubicBezTo>
                  <a:cubicBezTo>
                    <a:pt x="250" y="798"/>
                    <a:pt x="310" y="834"/>
                    <a:pt x="381" y="834"/>
                  </a:cubicBezTo>
                  <a:cubicBezTo>
                    <a:pt x="389" y="834"/>
                    <a:pt x="396" y="835"/>
                    <a:pt x="404" y="835"/>
                  </a:cubicBezTo>
                  <a:cubicBezTo>
                    <a:pt x="620" y="835"/>
                    <a:pt x="799" y="672"/>
                    <a:pt x="834" y="453"/>
                  </a:cubicBezTo>
                  <a:lnTo>
                    <a:pt x="834" y="417"/>
                  </a:lnTo>
                  <a:cubicBezTo>
                    <a:pt x="834" y="203"/>
                    <a:pt x="679" y="24"/>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9"/>
            <p:cNvSpPr/>
            <p:nvPr/>
          </p:nvSpPr>
          <p:spPr>
            <a:xfrm>
              <a:off x="1388550" y="4405125"/>
              <a:ext cx="20875" cy="20950"/>
            </a:xfrm>
            <a:custGeom>
              <a:rect b="b" l="l" r="r" t="t"/>
              <a:pathLst>
                <a:path extrusionOk="0" h="838" w="835">
                  <a:moveTo>
                    <a:pt x="465" y="1"/>
                  </a:moveTo>
                  <a:cubicBezTo>
                    <a:pt x="405" y="1"/>
                    <a:pt x="346" y="1"/>
                    <a:pt x="298" y="13"/>
                  </a:cubicBezTo>
                  <a:cubicBezTo>
                    <a:pt x="239" y="37"/>
                    <a:pt x="191" y="60"/>
                    <a:pt x="155" y="108"/>
                  </a:cubicBezTo>
                  <a:cubicBezTo>
                    <a:pt x="72" y="168"/>
                    <a:pt x="13" y="275"/>
                    <a:pt x="13" y="370"/>
                  </a:cubicBezTo>
                  <a:cubicBezTo>
                    <a:pt x="1" y="477"/>
                    <a:pt x="36" y="572"/>
                    <a:pt x="96" y="656"/>
                  </a:cubicBezTo>
                  <a:cubicBezTo>
                    <a:pt x="155" y="751"/>
                    <a:pt x="251" y="822"/>
                    <a:pt x="394" y="834"/>
                  </a:cubicBezTo>
                  <a:cubicBezTo>
                    <a:pt x="409" y="836"/>
                    <a:pt x="425" y="837"/>
                    <a:pt x="441" y="837"/>
                  </a:cubicBezTo>
                  <a:cubicBezTo>
                    <a:pt x="520" y="837"/>
                    <a:pt x="596" y="813"/>
                    <a:pt x="656" y="763"/>
                  </a:cubicBezTo>
                  <a:cubicBezTo>
                    <a:pt x="751" y="703"/>
                    <a:pt x="822" y="584"/>
                    <a:pt x="834" y="465"/>
                  </a:cubicBezTo>
                  <a:cubicBezTo>
                    <a:pt x="834" y="394"/>
                    <a:pt x="834" y="334"/>
                    <a:pt x="810" y="275"/>
                  </a:cubicBezTo>
                  <a:lnTo>
                    <a:pt x="810" y="251"/>
                  </a:lnTo>
                  <a:cubicBezTo>
                    <a:pt x="751" y="120"/>
                    <a:pt x="632" y="13"/>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9"/>
            <p:cNvSpPr/>
            <p:nvPr/>
          </p:nvSpPr>
          <p:spPr>
            <a:xfrm>
              <a:off x="1214725" y="4506025"/>
              <a:ext cx="20850" cy="20900"/>
            </a:xfrm>
            <a:custGeom>
              <a:rect b="b" l="l" r="r" t="t"/>
              <a:pathLst>
                <a:path extrusionOk="0" h="836" w="834">
                  <a:moveTo>
                    <a:pt x="425" y="0"/>
                  </a:moveTo>
                  <a:cubicBezTo>
                    <a:pt x="200" y="0"/>
                    <a:pt x="23" y="141"/>
                    <a:pt x="0" y="370"/>
                  </a:cubicBezTo>
                  <a:cubicBezTo>
                    <a:pt x="0" y="430"/>
                    <a:pt x="0" y="501"/>
                    <a:pt x="36" y="561"/>
                  </a:cubicBezTo>
                  <a:cubicBezTo>
                    <a:pt x="96" y="716"/>
                    <a:pt x="215" y="823"/>
                    <a:pt x="381" y="835"/>
                  </a:cubicBezTo>
                  <a:cubicBezTo>
                    <a:pt x="389" y="835"/>
                    <a:pt x="396" y="835"/>
                    <a:pt x="404" y="835"/>
                  </a:cubicBezTo>
                  <a:cubicBezTo>
                    <a:pt x="631" y="835"/>
                    <a:pt x="810" y="661"/>
                    <a:pt x="822" y="454"/>
                  </a:cubicBezTo>
                  <a:cubicBezTo>
                    <a:pt x="834" y="358"/>
                    <a:pt x="798" y="251"/>
                    <a:pt x="727" y="156"/>
                  </a:cubicBezTo>
                  <a:cubicBezTo>
                    <a:pt x="679" y="73"/>
                    <a:pt x="572" y="13"/>
                    <a:pt x="453" y="1"/>
                  </a:cubicBezTo>
                  <a:cubicBezTo>
                    <a:pt x="444" y="1"/>
                    <a:pt x="434" y="0"/>
                    <a:pt x="42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9"/>
            <p:cNvSpPr/>
            <p:nvPr/>
          </p:nvSpPr>
          <p:spPr>
            <a:xfrm>
              <a:off x="2064225" y="4565550"/>
              <a:ext cx="21175" cy="20600"/>
            </a:xfrm>
            <a:custGeom>
              <a:rect b="b" l="l" r="r" t="t"/>
              <a:pathLst>
                <a:path extrusionOk="0" h="824" w="847">
                  <a:moveTo>
                    <a:pt x="438" y="1"/>
                  </a:moveTo>
                  <a:cubicBezTo>
                    <a:pt x="213" y="1"/>
                    <a:pt x="36" y="142"/>
                    <a:pt x="13" y="370"/>
                  </a:cubicBezTo>
                  <a:cubicBezTo>
                    <a:pt x="1" y="609"/>
                    <a:pt x="144" y="799"/>
                    <a:pt x="394" y="823"/>
                  </a:cubicBezTo>
                  <a:cubicBezTo>
                    <a:pt x="402" y="823"/>
                    <a:pt x="411" y="824"/>
                    <a:pt x="419" y="824"/>
                  </a:cubicBezTo>
                  <a:cubicBezTo>
                    <a:pt x="645" y="824"/>
                    <a:pt x="823" y="671"/>
                    <a:pt x="834" y="442"/>
                  </a:cubicBezTo>
                  <a:cubicBezTo>
                    <a:pt x="846" y="204"/>
                    <a:pt x="691" y="13"/>
                    <a:pt x="465" y="1"/>
                  </a:cubicBezTo>
                  <a:cubicBezTo>
                    <a:pt x="456" y="1"/>
                    <a:pt x="447" y="1"/>
                    <a:pt x="4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9"/>
            <p:cNvSpPr/>
            <p:nvPr/>
          </p:nvSpPr>
          <p:spPr>
            <a:xfrm>
              <a:off x="3153650" y="4535800"/>
              <a:ext cx="20875" cy="20900"/>
            </a:xfrm>
            <a:custGeom>
              <a:rect b="b" l="l" r="r" t="t"/>
              <a:pathLst>
                <a:path extrusionOk="0" h="836" w="835">
                  <a:moveTo>
                    <a:pt x="406" y="1"/>
                  </a:moveTo>
                  <a:cubicBezTo>
                    <a:pt x="251" y="13"/>
                    <a:pt x="132" y="84"/>
                    <a:pt x="60" y="203"/>
                  </a:cubicBezTo>
                  <a:cubicBezTo>
                    <a:pt x="36" y="251"/>
                    <a:pt x="13" y="310"/>
                    <a:pt x="1" y="382"/>
                  </a:cubicBezTo>
                  <a:cubicBezTo>
                    <a:pt x="1" y="465"/>
                    <a:pt x="13" y="537"/>
                    <a:pt x="48" y="596"/>
                  </a:cubicBezTo>
                  <a:cubicBezTo>
                    <a:pt x="96" y="679"/>
                    <a:pt x="167" y="763"/>
                    <a:pt x="251" y="798"/>
                  </a:cubicBezTo>
                  <a:cubicBezTo>
                    <a:pt x="298" y="822"/>
                    <a:pt x="334" y="834"/>
                    <a:pt x="370" y="834"/>
                  </a:cubicBezTo>
                  <a:cubicBezTo>
                    <a:pt x="382" y="835"/>
                    <a:pt x="394" y="836"/>
                    <a:pt x="406" y="836"/>
                  </a:cubicBezTo>
                  <a:cubicBezTo>
                    <a:pt x="513" y="836"/>
                    <a:pt x="618" y="790"/>
                    <a:pt x="703" y="715"/>
                  </a:cubicBezTo>
                  <a:cubicBezTo>
                    <a:pt x="739" y="668"/>
                    <a:pt x="775" y="620"/>
                    <a:pt x="787" y="560"/>
                  </a:cubicBezTo>
                  <a:cubicBezTo>
                    <a:pt x="810" y="537"/>
                    <a:pt x="822" y="489"/>
                    <a:pt x="822" y="465"/>
                  </a:cubicBezTo>
                  <a:cubicBezTo>
                    <a:pt x="834" y="322"/>
                    <a:pt x="775" y="203"/>
                    <a:pt x="703" y="120"/>
                  </a:cubicBezTo>
                  <a:cubicBezTo>
                    <a:pt x="644" y="60"/>
                    <a:pt x="548" y="13"/>
                    <a:pt x="45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9"/>
            <p:cNvSpPr/>
            <p:nvPr/>
          </p:nvSpPr>
          <p:spPr>
            <a:xfrm>
              <a:off x="1938625" y="4462425"/>
              <a:ext cx="21450" cy="20550"/>
            </a:xfrm>
            <a:custGeom>
              <a:rect b="b" l="l" r="r" t="t"/>
              <a:pathLst>
                <a:path extrusionOk="0" h="822" w="858">
                  <a:moveTo>
                    <a:pt x="390" y="1"/>
                  </a:moveTo>
                  <a:cubicBezTo>
                    <a:pt x="293" y="1"/>
                    <a:pt x="202" y="43"/>
                    <a:pt x="143" y="102"/>
                  </a:cubicBezTo>
                  <a:cubicBezTo>
                    <a:pt x="72" y="162"/>
                    <a:pt x="24" y="269"/>
                    <a:pt x="12" y="376"/>
                  </a:cubicBezTo>
                  <a:cubicBezTo>
                    <a:pt x="0" y="602"/>
                    <a:pt x="143" y="793"/>
                    <a:pt x="358" y="816"/>
                  </a:cubicBezTo>
                  <a:lnTo>
                    <a:pt x="381" y="816"/>
                  </a:lnTo>
                  <a:cubicBezTo>
                    <a:pt x="402" y="820"/>
                    <a:pt x="423" y="822"/>
                    <a:pt x="443" y="822"/>
                  </a:cubicBezTo>
                  <a:cubicBezTo>
                    <a:pt x="632" y="822"/>
                    <a:pt x="791" y="679"/>
                    <a:pt x="834" y="507"/>
                  </a:cubicBezTo>
                  <a:cubicBezTo>
                    <a:pt x="834" y="495"/>
                    <a:pt x="846" y="471"/>
                    <a:pt x="846" y="447"/>
                  </a:cubicBezTo>
                  <a:cubicBezTo>
                    <a:pt x="858" y="209"/>
                    <a:pt x="691" y="19"/>
                    <a:pt x="453" y="7"/>
                  </a:cubicBezTo>
                  <a:cubicBezTo>
                    <a:pt x="432" y="3"/>
                    <a:pt x="411" y="1"/>
                    <a:pt x="39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9"/>
            <p:cNvSpPr/>
            <p:nvPr/>
          </p:nvSpPr>
          <p:spPr>
            <a:xfrm>
              <a:off x="2063050" y="4381300"/>
              <a:ext cx="20850" cy="20650"/>
            </a:xfrm>
            <a:custGeom>
              <a:rect b="b" l="l" r="r" t="t"/>
              <a:pathLst>
                <a:path extrusionOk="0" h="826" w="834">
                  <a:moveTo>
                    <a:pt x="437" y="1"/>
                  </a:moveTo>
                  <a:cubicBezTo>
                    <a:pt x="212" y="1"/>
                    <a:pt x="35" y="142"/>
                    <a:pt x="24" y="371"/>
                  </a:cubicBezTo>
                  <a:cubicBezTo>
                    <a:pt x="0" y="573"/>
                    <a:pt x="107" y="728"/>
                    <a:pt x="274" y="787"/>
                  </a:cubicBezTo>
                  <a:cubicBezTo>
                    <a:pt x="322" y="811"/>
                    <a:pt x="346" y="823"/>
                    <a:pt x="393" y="823"/>
                  </a:cubicBezTo>
                  <a:cubicBezTo>
                    <a:pt x="408" y="825"/>
                    <a:pt x="424" y="825"/>
                    <a:pt x="439" y="825"/>
                  </a:cubicBezTo>
                  <a:cubicBezTo>
                    <a:pt x="646" y="825"/>
                    <a:pt x="823" y="676"/>
                    <a:pt x="834" y="454"/>
                  </a:cubicBezTo>
                  <a:lnTo>
                    <a:pt x="834" y="406"/>
                  </a:lnTo>
                  <a:cubicBezTo>
                    <a:pt x="834" y="192"/>
                    <a:pt x="691" y="13"/>
                    <a:pt x="465" y="1"/>
                  </a:cubicBezTo>
                  <a:cubicBezTo>
                    <a:pt x="455" y="1"/>
                    <a:pt x="446" y="1"/>
                    <a:pt x="43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0" name="Google Shape;1150;p9"/>
          <p:cNvGrpSpPr/>
          <p:nvPr/>
        </p:nvGrpSpPr>
        <p:grpSpPr>
          <a:xfrm flipH="1">
            <a:off x="5463073" y="3282339"/>
            <a:ext cx="3680939" cy="1565485"/>
            <a:chOff x="889075" y="3382100"/>
            <a:chExt cx="2866775" cy="1219225"/>
          </a:xfrm>
        </p:grpSpPr>
        <p:sp>
          <p:nvSpPr>
            <p:cNvPr id="1151" name="Google Shape;1151;p9"/>
            <p:cNvSpPr/>
            <p:nvPr/>
          </p:nvSpPr>
          <p:spPr>
            <a:xfrm>
              <a:off x="2285400" y="4527175"/>
              <a:ext cx="133950" cy="42000"/>
            </a:xfrm>
            <a:custGeom>
              <a:rect b="b" l="l" r="r" t="t"/>
              <a:pathLst>
                <a:path extrusionOk="0" h="1680" w="5358">
                  <a:moveTo>
                    <a:pt x="4906" y="0"/>
                  </a:moveTo>
                  <a:lnTo>
                    <a:pt x="72" y="1203"/>
                  </a:lnTo>
                  <a:lnTo>
                    <a:pt x="0" y="1679"/>
                  </a:lnTo>
                  <a:lnTo>
                    <a:pt x="5358" y="358"/>
                  </a:lnTo>
                  <a:lnTo>
                    <a:pt x="5334" y="215"/>
                  </a:lnTo>
                  <a:lnTo>
                    <a:pt x="490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9"/>
            <p:cNvSpPr/>
            <p:nvPr/>
          </p:nvSpPr>
          <p:spPr>
            <a:xfrm>
              <a:off x="2429750" y="4527475"/>
              <a:ext cx="25" cy="625"/>
            </a:xfrm>
            <a:custGeom>
              <a:rect b="b" l="l" r="r" t="t"/>
              <a:pathLst>
                <a:path extrusionOk="0" h="25" w="1">
                  <a:moveTo>
                    <a:pt x="1" y="24"/>
                  </a:moveTo>
                  <a:lnTo>
                    <a:pt x="1" y="0"/>
                  </a:ln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9"/>
            <p:cNvSpPr/>
            <p:nvPr/>
          </p:nvSpPr>
          <p:spPr>
            <a:xfrm>
              <a:off x="2111850" y="4560225"/>
              <a:ext cx="163750" cy="40800"/>
            </a:xfrm>
            <a:custGeom>
              <a:rect b="b" l="l" r="r" t="t"/>
              <a:pathLst>
                <a:path extrusionOk="0" h="1632" w="6550">
                  <a:moveTo>
                    <a:pt x="6549" y="0"/>
                  </a:moveTo>
                  <a:lnTo>
                    <a:pt x="1" y="1631"/>
                  </a:lnTo>
                  <a:lnTo>
                    <a:pt x="1858" y="1631"/>
                  </a:lnTo>
                  <a:lnTo>
                    <a:pt x="6478" y="476"/>
                  </a:lnTo>
                  <a:lnTo>
                    <a:pt x="654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9"/>
            <p:cNvSpPr/>
            <p:nvPr/>
          </p:nvSpPr>
          <p:spPr>
            <a:xfrm>
              <a:off x="2427075" y="4524200"/>
              <a:ext cx="25" cy="25"/>
            </a:xfrm>
            <a:custGeom>
              <a:rect b="b" l="l" r="r" t="t"/>
              <a:pathLst>
                <a:path extrusionOk="0" h="1" w="1">
                  <a:moveTo>
                    <a:pt x="1"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9"/>
            <p:cNvSpPr/>
            <p:nvPr/>
          </p:nvSpPr>
          <p:spPr>
            <a:xfrm>
              <a:off x="2427075" y="452420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9"/>
            <p:cNvSpPr/>
            <p:nvPr/>
          </p:nvSpPr>
          <p:spPr>
            <a:xfrm>
              <a:off x="2428575" y="4525675"/>
              <a:ext cx="300" cy="25"/>
            </a:xfrm>
            <a:custGeom>
              <a:rect b="b" l="l" r="r" t="t"/>
              <a:pathLst>
                <a:path extrusionOk="0" h="1" w="12">
                  <a:moveTo>
                    <a:pt x="12" y="1"/>
                  </a:moveTo>
                  <a:cubicBezTo>
                    <a:pt x="0" y="1"/>
                    <a:pt x="0" y="1"/>
                    <a:pt x="12" y="1"/>
                  </a:cubicBezTo>
                  <a:cubicBezTo>
                    <a:pt x="0" y="1"/>
                    <a:pt x="0" y="1"/>
                    <a:pt x="12" y="1"/>
                  </a:cubicBezTo>
                  <a:cubicBezTo>
                    <a:pt x="0" y="1"/>
                    <a:pt x="0" y="1"/>
                    <a:pt x="12"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9"/>
            <p:cNvSpPr/>
            <p:nvPr/>
          </p:nvSpPr>
          <p:spPr>
            <a:xfrm>
              <a:off x="2426775" y="4524200"/>
              <a:ext cx="925" cy="925"/>
            </a:xfrm>
            <a:custGeom>
              <a:rect b="b" l="l" r="r" t="t"/>
              <a:pathLst>
                <a:path extrusionOk="0" h="37" w="37">
                  <a:moveTo>
                    <a:pt x="1" y="0"/>
                  </a:moveTo>
                  <a:cubicBezTo>
                    <a:pt x="13" y="12"/>
                    <a:pt x="24" y="12"/>
                    <a:pt x="36" y="36"/>
                  </a:cubicBezTo>
                  <a:cubicBezTo>
                    <a:pt x="36" y="12"/>
                    <a:pt x="24" y="0"/>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9"/>
            <p:cNvSpPr/>
            <p:nvPr/>
          </p:nvSpPr>
          <p:spPr>
            <a:xfrm>
              <a:off x="2428275" y="4525400"/>
              <a:ext cx="325" cy="300"/>
            </a:xfrm>
            <a:custGeom>
              <a:rect b="b" l="l" r="r" t="t"/>
              <a:pathLst>
                <a:path extrusionOk="0" h="12" w="13">
                  <a:moveTo>
                    <a:pt x="12" y="12"/>
                  </a:moveTo>
                  <a:cubicBezTo>
                    <a:pt x="12" y="0"/>
                    <a:pt x="0" y="0"/>
                    <a:pt x="12" y="12"/>
                  </a:cubicBezTo>
                  <a:cubicBezTo>
                    <a:pt x="0" y="0"/>
                    <a:pt x="12" y="0"/>
                    <a:pt x="12" y="12"/>
                  </a:cubicBezTo>
                  <a:cubicBezTo>
                    <a:pt x="12" y="0"/>
                    <a:pt x="12" y="0"/>
                    <a:pt x="12"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9"/>
            <p:cNvSpPr/>
            <p:nvPr/>
          </p:nvSpPr>
          <p:spPr>
            <a:xfrm>
              <a:off x="2115725" y="4376850"/>
              <a:ext cx="176250" cy="92600"/>
            </a:xfrm>
            <a:custGeom>
              <a:rect b="b" l="l" r="r" t="t"/>
              <a:pathLst>
                <a:path extrusionOk="0" h="3704" w="7050">
                  <a:moveTo>
                    <a:pt x="429" y="1"/>
                  </a:moveTo>
                  <a:lnTo>
                    <a:pt x="1" y="287"/>
                  </a:lnTo>
                  <a:lnTo>
                    <a:pt x="6978" y="3704"/>
                  </a:lnTo>
                  <a:lnTo>
                    <a:pt x="7049" y="3251"/>
                  </a:lnTo>
                  <a:lnTo>
                    <a:pt x="4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9"/>
            <p:cNvSpPr/>
            <p:nvPr/>
          </p:nvSpPr>
          <p:spPr>
            <a:xfrm>
              <a:off x="2300575" y="4463175"/>
              <a:ext cx="126525" cy="69375"/>
            </a:xfrm>
            <a:custGeom>
              <a:rect b="b" l="l" r="r" t="t"/>
              <a:pathLst>
                <a:path extrusionOk="0" h="2775" w="5061">
                  <a:moveTo>
                    <a:pt x="5041" y="2436"/>
                  </a:moveTo>
                  <a:cubicBezTo>
                    <a:pt x="5047" y="2441"/>
                    <a:pt x="5061" y="2441"/>
                    <a:pt x="5061" y="2441"/>
                  </a:cubicBezTo>
                  <a:cubicBezTo>
                    <a:pt x="5054" y="2440"/>
                    <a:pt x="5047" y="2438"/>
                    <a:pt x="5041" y="2436"/>
                  </a:cubicBezTo>
                  <a:close/>
                  <a:moveTo>
                    <a:pt x="72" y="1"/>
                  </a:moveTo>
                  <a:lnTo>
                    <a:pt x="0" y="465"/>
                  </a:lnTo>
                  <a:lnTo>
                    <a:pt x="4299" y="2560"/>
                  </a:lnTo>
                  <a:lnTo>
                    <a:pt x="4727" y="2775"/>
                  </a:lnTo>
                  <a:lnTo>
                    <a:pt x="4715" y="2656"/>
                  </a:lnTo>
                  <a:cubicBezTo>
                    <a:pt x="4703" y="2537"/>
                    <a:pt x="4787" y="2418"/>
                    <a:pt x="4930" y="2418"/>
                  </a:cubicBezTo>
                  <a:cubicBezTo>
                    <a:pt x="4960" y="2418"/>
                    <a:pt x="5000" y="2426"/>
                    <a:pt x="5041" y="2436"/>
                  </a:cubicBezTo>
                  <a:lnTo>
                    <a:pt x="5041" y="2436"/>
                  </a:lnTo>
                  <a:cubicBezTo>
                    <a:pt x="5038" y="2435"/>
                    <a:pt x="5037" y="2433"/>
                    <a:pt x="5037" y="2430"/>
                  </a:cubicBezTo>
                  <a:lnTo>
                    <a:pt x="7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9"/>
            <p:cNvSpPr/>
            <p:nvPr/>
          </p:nvSpPr>
          <p:spPr>
            <a:xfrm>
              <a:off x="1777600" y="4208100"/>
              <a:ext cx="336950" cy="170275"/>
            </a:xfrm>
            <a:custGeom>
              <a:rect b="b" l="l" r="r" t="t"/>
              <a:pathLst>
                <a:path extrusionOk="0" h="6811" w="13478">
                  <a:moveTo>
                    <a:pt x="143" y="0"/>
                  </a:moveTo>
                  <a:cubicBezTo>
                    <a:pt x="119" y="131"/>
                    <a:pt x="83" y="262"/>
                    <a:pt x="0" y="369"/>
                  </a:cubicBezTo>
                  <a:lnTo>
                    <a:pt x="72" y="452"/>
                  </a:lnTo>
                  <a:lnTo>
                    <a:pt x="13049" y="6810"/>
                  </a:lnTo>
                  <a:lnTo>
                    <a:pt x="13478" y="6525"/>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9"/>
            <p:cNvSpPr/>
            <p:nvPr/>
          </p:nvSpPr>
          <p:spPr>
            <a:xfrm>
              <a:off x="2429750" y="4527175"/>
              <a:ext cx="25" cy="325"/>
            </a:xfrm>
            <a:custGeom>
              <a:rect b="b" l="l" r="r" t="t"/>
              <a:pathLst>
                <a:path extrusionOk="0" h="13" w="1">
                  <a:moveTo>
                    <a:pt x="1" y="12"/>
                  </a:moveTo>
                  <a:cubicBezTo>
                    <a:pt x="1" y="12"/>
                    <a:pt x="1" y="0"/>
                    <a:pt x="1" y="12"/>
                  </a:cubicBezTo>
                  <a:cubicBezTo>
                    <a:pt x="1" y="0"/>
                    <a:pt x="1" y="12"/>
                    <a:pt x="1"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9"/>
            <p:cNvSpPr/>
            <p:nvPr/>
          </p:nvSpPr>
          <p:spPr>
            <a:xfrm>
              <a:off x="2427075" y="4524200"/>
              <a:ext cx="25" cy="25"/>
            </a:xfrm>
            <a:custGeom>
              <a:rect b="b" l="l" r="r" t="t"/>
              <a:pathLst>
                <a:path extrusionOk="0" h="1" w="1">
                  <a:moveTo>
                    <a:pt x="1" y="0"/>
                  </a:move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9"/>
            <p:cNvSpPr/>
            <p:nvPr/>
          </p:nvSpPr>
          <p:spPr>
            <a:xfrm>
              <a:off x="2428575" y="4525400"/>
              <a:ext cx="25" cy="300"/>
            </a:xfrm>
            <a:custGeom>
              <a:rect b="b" l="l" r="r" t="t"/>
              <a:pathLst>
                <a:path extrusionOk="0" h="12" w="1">
                  <a:moveTo>
                    <a:pt x="0" y="12"/>
                  </a:moveTo>
                  <a:lnTo>
                    <a:pt x="0" y="12"/>
                  </a:lnTo>
                  <a:lnTo>
                    <a:pt x="0" y="12"/>
                  </a:lnTo>
                  <a:cubicBezTo>
                    <a:pt x="0" y="0"/>
                    <a:pt x="0" y="0"/>
                    <a:pt x="0" y="12"/>
                  </a:cubicBezTo>
                  <a:cubicBezTo>
                    <a:pt x="0" y="0"/>
                    <a:pt x="0" y="12"/>
                    <a:pt x="0"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9"/>
            <p:cNvSpPr/>
            <p:nvPr/>
          </p:nvSpPr>
          <p:spPr>
            <a:xfrm>
              <a:off x="3679325" y="4491150"/>
              <a:ext cx="76525" cy="109875"/>
            </a:xfrm>
            <a:custGeom>
              <a:rect b="b" l="l" r="r" t="t"/>
              <a:pathLst>
                <a:path extrusionOk="0" h="4395" w="3061">
                  <a:moveTo>
                    <a:pt x="405" y="1"/>
                  </a:moveTo>
                  <a:lnTo>
                    <a:pt x="0" y="203"/>
                  </a:lnTo>
                  <a:lnTo>
                    <a:pt x="2536" y="4394"/>
                  </a:lnTo>
                  <a:lnTo>
                    <a:pt x="3060" y="4394"/>
                  </a:lnTo>
                  <a:lnTo>
                    <a:pt x="40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9"/>
            <p:cNvSpPr/>
            <p:nvPr/>
          </p:nvSpPr>
          <p:spPr>
            <a:xfrm>
              <a:off x="3424225" y="4426275"/>
              <a:ext cx="150925" cy="98550"/>
            </a:xfrm>
            <a:custGeom>
              <a:rect b="b" l="l" r="r" t="t"/>
              <a:pathLst>
                <a:path extrusionOk="0" h="3942" w="6037">
                  <a:moveTo>
                    <a:pt x="108" y="0"/>
                  </a:moveTo>
                  <a:cubicBezTo>
                    <a:pt x="120" y="0"/>
                    <a:pt x="131" y="24"/>
                    <a:pt x="143" y="24"/>
                  </a:cubicBezTo>
                  <a:cubicBezTo>
                    <a:pt x="131" y="0"/>
                    <a:pt x="120" y="0"/>
                    <a:pt x="108" y="0"/>
                  </a:cubicBezTo>
                  <a:close/>
                  <a:moveTo>
                    <a:pt x="143" y="24"/>
                  </a:moveTo>
                  <a:cubicBezTo>
                    <a:pt x="179" y="48"/>
                    <a:pt x="203" y="84"/>
                    <a:pt x="227" y="119"/>
                  </a:cubicBezTo>
                  <a:cubicBezTo>
                    <a:pt x="262" y="238"/>
                    <a:pt x="227" y="357"/>
                    <a:pt x="108" y="417"/>
                  </a:cubicBezTo>
                  <a:lnTo>
                    <a:pt x="1" y="465"/>
                  </a:lnTo>
                  <a:lnTo>
                    <a:pt x="5799" y="3941"/>
                  </a:lnTo>
                  <a:cubicBezTo>
                    <a:pt x="5835" y="3798"/>
                    <a:pt x="5918" y="3667"/>
                    <a:pt x="6037" y="3560"/>
                  </a:cubicBezTo>
                  <a:lnTo>
                    <a:pt x="143" y="24"/>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9"/>
            <p:cNvSpPr/>
            <p:nvPr/>
          </p:nvSpPr>
          <p:spPr>
            <a:xfrm>
              <a:off x="3171525" y="4426275"/>
              <a:ext cx="259275" cy="123550"/>
            </a:xfrm>
            <a:custGeom>
              <a:rect b="b" l="l" r="r" t="t"/>
              <a:pathLst>
                <a:path extrusionOk="0" h="4942" w="10371">
                  <a:moveTo>
                    <a:pt x="10085" y="0"/>
                  </a:moveTo>
                  <a:cubicBezTo>
                    <a:pt x="10073" y="0"/>
                    <a:pt x="10061" y="0"/>
                    <a:pt x="10049" y="24"/>
                  </a:cubicBezTo>
                  <a:lnTo>
                    <a:pt x="0" y="4501"/>
                  </a:lnTo>
                  <a:cubicBezTo>
                    <a:pt x="83" y="4584"/>
                    <a:pt x="131" y="4703"/>
                    <a:pt x="119" y="4834"/>
                  </a:cubicBezTo>
                  <a:cubicBezTo>
                    <a:pt x="107" y="4870"/>
                    <a:pt x="95" y="4918"/>
                    <a:pt x="72" y="4941"/>
                  </a:cubicBezTo>
                  <a:lnTo>
                    <a:pt x="10109" y="465"/>
                  </a:lnTo>
                  <a:lnTo>
                    <a:pt x="10216" y="417"/>
                  </a:lnTo>
                  <a:cubicBezTo>
                    <a:pt x="10335" y="381"/>
                    <a:pt x="10370" y="238"/>
                    <a:pt x="10335" y="119"/>
                  </a:cubicBezTo>
                  <a:cubicBezTo>
                    <a:pt x="10311" y="84"/>
                    <a:pt x="10287" y="48"/>
                    <a:pt x="10239" y="24"/>
                  </a:cubicBezTo>
                  <a:cubicBezTo>
                    <a:pt x="10228" y="0"/>
                    <a:pt x="10204" y="0"/>
                    <a:pt x="1019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9"/>
            <p:cNvSpPr/>
            <p:nvPr/>
          </p:nvSpPr>
          <p:spPr>
            <a:xfrm>
              <a:off x="3599850" y="4534025"/>
              <a:ext cx="100925" cy="67000"/>
            </a:xfrm>
            <a:custGeom>
              <a:rect b="b" l="l" r="r" t="t"/>
              <a:pathLst>
                <a:path extrusionOk="0" h="2680" w="4037">
                  <a:moveTo>
                    <a:pt x="322" y="0"/>
                  </a:moveTo>
                  <a:lnTo>
                    <a:pt x="131" y="96"/>
                  </a:lnTo>
                  <a:cubicBezTo>
                    <a:pt x="107" y="179"/>
                    <a:pt x="60" y="250"/>
                    <a:pt x="0" y="310"/>
                  </a:cubicBezTo>
                  <a:lnTo>
                    <a:pt x="3274" y="2679"/>
                  </a:lnTo>
                  <a:lnTo>
                    <a:pt x="4036" y="2679"/>
                  </a:lnTo>
                  <a:lnTo>
                    <a:pt x="32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9"/>
            <p:cNvSpPr/>
            <p:nvPr/>
          </p:nvSpPr>
          <p:spPr>
            <a:xfrm>
              <a:off x="3456675" y="4539975"/>
              <a:ext cx="126825" cy="61050"/>
            </a:xfrm>
            <a:custGeom>
              <a:rect b="b" l="l" r="r" t="t"/>
              <a:pathLst>
                <a:path extrusionOk="0" h="2442" w="5073">
                  <a:moveTo>
                    <a:pt x="4620" y="0"/>
                  </a:moveTo>
                  <a:lnTo>
                    <a:pt x="0" y="2441"/>
                  </a:lnTo>
                  <a:lnTo>
                    <a:pt x="965" y="2441"/>
                  </a:lnTo>
                  <a:lnTo>
                    <a:pt x="5072" y="274"/>
                  </a:lnTo>
                  <a:cubicBezTo>
                    <a:pt x="4882" y="250"/>
                    <a:pt x="4715" y="143"/>
                    <a:pt x="46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9"/>
            <p:cNvSpPr/>
            <p:nvPr/>
          </p:nvSpPr>
          <p:spPr>
            <a:xfrm>
              <a:off x="3602825" y="4479850"/>
              <a:ext cx="91100" cy="56275"/>
            </a:xfrm>
            <a:custGeom>
              <a:rect b="b" l="l" r="r" t="t"/>
              <a:pathLst>
                <a:path extrusionOk="0" h="2251" w="3644">
                  <a:moveTo>
                    <a:pt x="3382" y="0"/>
                  </a:moveTo>
                  <a:cubicBezTo>
                    <a:pt x="3405" y="60"/>
                    <a:pt x="3441" y="131"/>
                    <a:pt x="3417" y="215"/>
                  </a:cubicBezTo>
                  <a:cubicBezTo>
                    <a:pt x="3407" y="388"/>
                    <a:pt x="3258" y="541"/>
                    <a:pt x="3088" y="541"/>
                  </a:cubicBezTo>
                  <a:cubicBezTo>
                    <a:pt x="3071" y="541"/>
                    <a:pt x="3054" y="539"/>
                    <a:pt x="3036" y="536"/>
                  </a:cubicBezTo>
                  <a:cubicBezTo>
                    <a:pt x="2882" y="524"/>
                    <a:pt x="2786" y="429"/>
                    <a:pt x="2739" y="310"/>
                  </a:cubicBezTo>
                  <a:lnTo>
                    <a:pt x="12" y="1751"/>
                  </a:lnTo>
                  <a:cubicBezTo>
                    <a:pt x="60" y="1834"/>
                    <a:pt x="72" y="1941"/>
                    <a:pt x="60" y="2048"/>
                  </a:cubicBezTo>
                  <a:cubicBezTo>
                    <a:pt x="60" y="2120"/>
                    <a:pt x="24" y="2191"/>
                    <a:pt x="0" y="2251"/>
                  </a:cubicBezTo>
                  <a:lnTo>
                    <a:pt x="191" y="2144"/>
                  </a:lnTo>
                  <a:lnTo>
                    <a:pt x="3060" y="643"/>
                  </a:lnTo>
                  <a:lnTo>
                    <a:pt x="3465" y="441"/>
                  </a:lnTo>
                  <a:lnTo>
                    <a:pt x="3501" y="417"/>
                  </a:lnTo>
                  <a:cubicBezTo>
                    <a:pt x="3596" y="358"/>
                    <a:pt x="3644" y="227"/>
                    <a:pt x="3584" y="119"/>
                  </a:cubicBezTo>
                  <a:cubicBezTo>
                    <a:pt x="3572" y="84"/>
                    <a:pt x="3536" y="48"/>
                    <a:pt x="3501" y="36"/>
                  </a:cubicBezTo>
                  <a:cubicBezTo>
                    <a:pt x="3465" y="12"/>
                    <a:pt x="3417" y="0"/>
                    <a:pt x="338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9"/>
            <p:cNvSpPr/>
            <p:nvPr/>
          </p:nvSpPr>
          <p:spPr>
            <a:xfrm>
              <a:off x="2987850" y="4144100"/>
              <a:ext cx="175650" cy="396800"/>
            </a:xfrm>
            <a:custGeom>
              <a:rect b="b" l="l" r="r" t="t"/>
              <a:pathLst>
                <a:path extrusionOk="0" h="15872" w="7026">
                  <a:moveTo>
                    <a:pt x="418" y="0"/>
                  </a:moveTo>
                  <a:cubicBezTo>
                    <a:pt x="299" y="84"/>
                    <a:pt x="144" y="143"/>
                    <a:pt x="1" y="155"/>
                  </a:cubicBezTo>
                  <a:lnTo>
                    <a:pt x="6621" y="15847"/>
                  </a:lnTo>
                  <a:cubicBezTo>
                    <a:pt x="6645" y="15847"/>
                    <a:pt x="6668" y="15859"/>
                    <a:pt x="6680" y="15871"/>
                  </a:cubicBezTo>
                  <a:cubicBezTo>
                    <a:pt x="6752" y="15752"/>
                    <a:pt x="6871" y="15681"/>
                    <a:pt x="7026" y="15681"/>
                  </a:cubicBezTo>
                  <a:lnTo>
                    <a:pt x="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9"/>
            <p:cNvSpPr/>
            <p:nvPr/>
          </p:nvSpPr>
          <p:spPr>
            <a:xfrm>
              <a:off x="3159900" y="4553675"/>
              <a:ext cx="31275" cy="47350"/>
            </a:xfrm>
            <a:custGeom>
              <a:rect b="b" l="l" r="r" t="t"/>
              <a:pathLst>
                <a:path extrusionOk="0" h="1894" w="1251">
                  <a:moveTo>
                    <a:pt x="453" y="0"/>
                  </a:moveTo>
                  <a:cubicBezTo>
                    <a:pt x="368" y="75"/>
                    <a:pt x="282" y="121"/>
                    <a:pt x="162" y="121"/>
                  </a:cubicBezTo>
                  <a:cubicBezTo>
                    <a:pt x="148" y="121"/>
                    <a:pt x="134" y="120"/>
                    <a:pt x="120" y="119"/>
                  </a:cubicBezTo>
                  <a:cubicBezTo>
                    <a:pt x="84" y="119"/>
                    <a:pt x="36" y="107"/>
                    <a:pt x="1" y="83"/>
                  </a:cubicBezTo>
                  <a:lnTo>
                    <a:pt x="1" y="83"/>
                  </a:lnTo>
                  <a:lnTo>
                    <a:pt x="763" y="1893"/>
                  </a:lnTo>
                  <a:lnTo>
                    <a:pt x="1251" y="1893"/>
                  </a:lnTo>
                  <a:lnTo>
                    <a:pt x="45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9"/>
            <p:cNvSpPr/>
            <p:nvPr/>
          </p:nvSpPr>
          <p:spPr>
            <a:xfrm>
              <a:off x="2998275" y="4539850"/>
              <a:ext cx="156900" cy="61175"/>
            </a:xfrm>
            <a:custGeom>
              <a:rect b="b" l="l" r="r" t="t"/>
              <a:pathLst>
                <a:path extrusionOk="0" h="2447" w="6276">
                  <a:moveTo>
                    <a:pt x="6157" y="1"/>
                  </a:moveTo>
                  <a:cubicBezTo>
                    <a:pt x="6134" y="1"/>
                    <a:pt x="6111" y="10"/>
                    <a:pt x="6085" y="29"/>
                  </a:cubicBezTo>
                  <a:lnTo>
                    <a:pt x="1" y="2446"/>
                  </a:lnTo>
                  <a:lnTo>
                    <a:pt x="1203" y="2446"/>
                  </a:lnTo>
                  <a:lnTo>
                    <a:pt x="6251" y="446"/>
                  </a:lnTo>
                  <a:cubicBezTo>
                    <a:pt x="6251" y="434"/>
                    <a:pt x="6251" y="434"/>
                    <a:pt x="6263" y="434"/>
                  </a:cubicBezTo>
                  <a:cubicBezTo>
                    <a:pt x="6228" y="375"/>
                    <a:pt x="6216" y="303"/>
                    <a:pt x="6216" y="220"/>
                  </a:cubicBezTo>
                  <a:cubicBezTo>
                    <a:pt x="6216" y="160"/>
                    <a:pt x="6251" y="101"/>
                    <a:pt x="6275" y="41"/>
                  </a:cubicBezTo>
                  <a:cubicBezTo>
                    <a:pt x="6263" y="29"/>
                    <a:pt x="6228" y="29"/>
                    <a:pt x="6216" y="17"/>
                  </a:cubicBezTo>
                  <a:cubicBezTo>
                    <a:pt x="6194" y="7"/>
                    <a:pt x="6175" y="1"/>
                    <a:pt x="615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9"/>
            <p:cNvSpPr/>
            <p:nvPr/>
          </p:nvSpPr>
          <p:spPr>
            <a:xfrm>
              <a:off x="2838450" y="4144100"/>
              <a:ext cx="147950" cy="456925"/>
            </a:xfrm>
            <a:custGeom>
              <a:rect b="b" l="l" r="r" t="t"/>
              <a:pathLst>
                <a:path extrusionOk="0" h="18277" w="5918">
                  <a:moveTo>
                    <a:pt x="5501" y="0"/>
                  </a:moveTo>
                  <a:lnTo>
                    <a:pt x="0" y="18276"/>
                  </a:lnTo>
                  <a:lnTo>
                    <a:pt x="464" y="18276"/>
                  </a:lnTo>
                  <a:lnTo>
                    <a:pt x="5917" y="155"/>
                  </a:lnTo>
                  <a:cubicBezTo>
                    <a:pt x="5751" y="143"/>
                    <a:pt x="5596" y="84"/>
                    <a:pt x="550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9"/>
            <p:cNvSpPr/>
            <p:nvPr/>
          </p:nvSpPr>
          <p:spPr>
            <a:xfrm>
              <a:off x="2418450" y="4523000"/>
              <a:ext cx="17875" cy="77425"/>
            </a:xfrm>
            <a:custGeom>
              <a:rect b="b" l="l" r="r" t="t"/>
              <a:pathLst>
                <a:path extrusionOk="0" h="3097" w="715">
                  <a:moveTo>
                    <a:pt x="357" y="1"/>
                  </a:moveTo>
                  <a:cubicBezTo>
                    <a:pt x="328" y="13"/>
                    <a:pt x="301" y="13"/>
                    <a:pt x="277" y="13"/>
                  </a:cubicBezTo>
                  <a:cubicBezTo>
                    <a:pt x="253" y="13"/>
                    <a:pt x="232" y="13"/>
                    <a:pt x="215" y="25"/>
                  </a:cubicBezTo>
                  <a:cubicBezTo>
                    <a:pt x="96" y="37"/>
                    <a:pt x="0" y="144"/>
                    <a:pt x="0" y="263"/>
                  </a:cubicBezTo>
                  <a:lnTo>
                    <a:pt x="12" y="382"/>
                  </a:lnTo>
                  <a:lnTo>
                    <a:pt x="36" y="513"/>
                  </a:lnTo>
                  <a:lnTo>
                    <a:pt x="274" y="3096"/>
                  </a:lnTo>
                  <a:lnTo>
                    <a:pt x="715" y="3096"/>
                  </a:lnTo>
                  <a:lnTo>
                    <a:pt x="465" y="203"/>
                  </a:lnTo>
                  <a:lnTo>
                    <a:pt x="465" y="179"/>
                  </a:lnTo>
                  <a:lnTo>
                    <a:pt x="465" y="156"/>
                  </a:lnTo>
                  <a:lnTo>
                    <a:pt x="465" y="132"/>
                  </a:lnTo>
                  <a:lnTo>
                    <a:pt x="465" y="120"/>
                  </a:lnTo>
                  <a:cubicBezTo>
                    <a:pt x="465" y="108"/>
                    <a:pt x="453" y="108"/>
                    <a:pt x="453" y="96"/>
                  </a:cubicBezTo>
                  <a:cubicBezTo>
                    <a:pt x="453" y="96"/>
                    <a:pt x="453" y="72"/>
                    <a:pt x="429" y="72"/>
                  </a:cubicBezTo>
                  <a:cubicBezTo>
                    <a:pt x="429" y="72"/>
                    <a:pt x="429" y="60"/>
                    <a:pt x="417" y="60"/>
                  </a:cubicBezTo>
                  <a:lnTo>
                    <a:pt x="405" y="48"/>
                  </a:lnTo>
                  <a:cubicBezTo>
                    <a:pt x="405" y="48"/>
                    <a:pt x="405" y="37"/>
                    <a:pt x="381" y="37"/>
                  </a:cubicBezTo>
                  <a:cubicBezTo>
                    <a:pt x="369" y="13"/>
                    <a:pt x="357" y="13"/>
                    <a:pt x="35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9"/>
            <p:cNvSpPr/>
            <p:nvPr/>
          </p:nvSpPr>
          <p:spPr>
            <a:xfrm>
              <a:off x="2269325" y="4231000"/>
              <a:ext cx="70575" cy="370025"/>
            </a:xfrm>
            <a:custGeom>
              <a:rect b="b" l="l" r="r" t="t"/>
              <a:pathLst>
                <a:path extrusionOk="0" h="14801" w="2823">
                  <a:moveTo>
                    <a:pt x="2810" y="1"/>
                  </a:moveTo>
                  <a:cubicBezTo>
                    <a:pt x="2810" y="72"/>
                    <a:pt x="2786" y="167"/>
                    <a:pt x="2703" y="215"/>
                  </a:cubicBezTo>
                  <a:lnTo>
                    <a:pt x="2286" y="489"/>
                  </a:lnTo>
                  <a:lnTo>
                    <a:pt x="905" y="9085"/>
                  </a:lnTo>
                  <a:lnTo>
                    <a:pt x="834" y="9538"/>
                  </a:lnTo>
                  <a:lnTo>
                    <a:pt x="250" y="13169"/>
                  </a:lnTo>
                  <a:lnTo>
                    <a:pt x="179" y="13645"/>
                  </a:lnTo>
                  <a:lnTo>
                    <a:pt x="0" y="14800"/>
                  </a:lnTo>
                  <a:lnTo>
                    <a:pt x="441" y="14800"/>
                  </a:lnTo>
                  <a:lnTo>
                    <a:pt x="655" y="13526"/>
                  </a:lnTo>
                  <a:lnTo>
                    <a:pt x="727" y="13050"/>
                  </a:lnTo>
                  <a:lnTo>
                    <a:pt x="1262" y="9752"/>
                  </a:lnTo>
                  <a:lnTo>
                    <a:pt x="1334" y="9288"/>
                  </a:lnTo>
                  <a:lnTo>
                    <a:pt x="28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9"/>
            <p:cNvSpPr/>
            <p:nvPr/>
          </p:nvSpPr>
          <p:spPr>
            <a:xfrm>
              <a:off x="1768950" y="4217025"/>
              <a:ext cx="178625" cy="268800"/>
            </a:xfrm>
            <a:custGeom>
              <a:rect b="b" l="l" r="r" t="t"/>
              <a:pathLst>
                <a:path extrusionOk="0" h="10752" w="7145">
                  <a:moveTo>
                    <a:pt x="370" y="0"/>
                  </a:moveTo>
                  <a:cubicBezTo>
                    <a:pt x="275" y="119"/>
                    <a:pt x="144" y="203"/>
                    <a:pt x="1" y="250"/>
                  </a:cubicBezTo>
                  <a:lnTo>
                    <a:pt x="6966" y="10752"/>
                  </a:lnTo>
                  <a:lnTo>
                    <a:pt x="7145" y="10621"/>
                  </a:lnTo>
                  <a:cubicBezTo>
                    <a:pt x="6918" y="10597"/>
                    <a:pt x="6787" y="10394"/>
                    <a:pt x="6799" y="10180"/>
                  </a:cubicBezTo>
                  <a:cubicBezTo>
                    <a:pt x="6811" y="10073"/>
                    <a:pt x="6859" y="9966"/>
                    <a:pt x="6930" y="9906"/>
                  </a:cubicBezTo>
                  <a:lnTo>
                    <a:pt x="429" y="84"/>
                  </a:lnTo>
                  <a:lnTo>
                    <a:pt x="3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9"/>
            <p:cNvSpPr/>
            <p:nvPr/>
          </p:nvSpPr>
          <p:spPr>
            <a:xfrm>
              <a:off x="1949050" y="4488775"/>
              <a:ext cx="83350" cy="112250"/>
            </a:xfrm>
            <a:custGeom>
              <a:rect b="b" l="l" r="r" t="t"/>
              <a:pathLst>
                <a:path extrusionOk="0" h="4490" w="3334">
                  <a:moveTo>
                    <a:pt x="369" y="1"/>
                  </a:moveTo>
                  <a:lnTo>
                    <a:pt x="0" y="263"/>
                  </a:lnTo>
                  <a:lnTo>
                    <a:pt x="2798" y="4489"/>
                  </a:lnTo>
                  <a:lnTo>
                    <a:pt x="3334" y="4489"/>
                  </a:lnTo>
                  <a:lnTo>
                    <a:pt x="36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9"/>
            <p:cNvSpPr/>
            <p:nvPr/>
          </p:nvSpPr>
          <p:spPr>
            <a:xfrm>
              <a:off x="1528150" y="4542950"/>
              <a:ext cx="62250" cy="58075"/>
            </a:xfrm>
            <a:custGeom>
              <a:rect b="b" l="l" r="r" t="t"/>
              <a:pathLst>
                <a:path extrusionOk="0" h="2323" w="2490">
                  <a:moveTo>
                    <a:pt x="251" y="1"/>
                  </a:moveTo>
                  <a:lnTo>
                    <a:pt x="1" y="382"/>
                  </a:lnTo>
                  <a:lnTo>
                    <a:pt x="1858" y="2322"/>
                  </a:lnTo>
                  <a:lnTo>
                    <a:pt x="2489" y="2322"/>
                  </a:lnTo>
                  <a:lnTo>
                    <a:pt x="2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9"/>
            <p:cNvSpPr/>
            <p:nvPr/>
          </p:nvSpPr>
          <p:spPr>
            <a:xfrm>
              <a:off x="1404925" y="4411375"/>
              <a:ext cx="121475" cy="132500"/>
            </a:xfrm>
            <a:custGeom>
              <a:rect b="b" l="l" r="r" t="t"/>
              <a:pathLst>
                <a:path extrusionOk="0" h="5300" w="4859">
                  <a:moveTo>
                    <a:pt x="131" y="1"/>
                  </a:moveTo>
                  <a:lnTo>
                    <a:pt x="131" y="1"/>
                  </a:lnTo>
                  <a:cubicBezTo>
                    <a:pt x="167" y="84"/>
                    <a:pt x="179" y="144"/>
                    <a:pt x="179" y="215"/>
                  </a:cubicBezTo>
                  <a:cubicBezTo>
                    <a:pt x="167" y="346"/>
                    <a:pt x="108" y="453"/>
                    <a:pt x="1" y="513"/>
                  </a:cubicBezTo>
                  <a:lnTo>
                    <a:pt x="4596" y="5299"/>
                  </a:lnTo>
                  <a:lnTo>
                    <a:pt x="4858" y="4918"/>
                  </a:lnTo>
                  <a:lnTo>
                    <a:pt x="13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9"/>
            <p:cNvSpPr/>
            <p:nvPr/>
          </p:nvSpPr>
          <p:spPr>
            <a:xfrm>
              <a:off x="1219200" y="4222975"/>
              <a:ext cx="181275" cy="185450"/>
            </a:xfrm>
            <a:custGeom>
              <a:rect b="b" l="l" r="r" t="t"/>
              <a:pathLst>
                <a:path extrusionOk="0" h="7418" w="7251">
                  <a:moveTo>
                    <a:pt x="333" y="0"/>
                  </a:moveTo>
                  <a:cubicBezTo>
                    <a:pt x="238" y="119"/>
                    <a:pt x="131" y="215"/>
                    <a:pt x="0" y="298"/>
                  </a:cubicBezTo>
                  <a:lnTo>
                    <a:pt x="6846" y="7418"/>
                  </a:lnTo>
                  <a:lnTo>
                    <a:pt x="6929" y="7394"/>
                  </a:lnTo>
                  <a:cubicBezTo>
                    <a:pt x="6965" y="7358"/>
                    <a:pt x="7013" y="7335"/>
                    <a:pt x="7072" y="7299"/>
                  </a:cubicBezTo>
                  <a:lnTo>
                    <a:pt x="7251" y="7204"/>
                  </a:ln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9"/>
            <p:cNvSpPr/>
            <p:nvPr/>
          </p:nvSpPr>
          <p:spPr>
            <a:xfrm>
              <a:off x="1770450" y="4228325"/>
              <a:ext cx="568850" cy="372400"/>
            </a:xfrm>
            <a:custGeom>
              <a:rect b="b" l="l" r="r" t="t"/>
              <a:pathLst>
                <a:path extrusionOk="0" h="14896" w="22754">
                  <a:moveTo>
                    <a:pt x="22301" y="1"/>
                  </a:moveTo>
                  <a:lnTo>
                    <a:pt x="13764" y="5704"/>
                  </a:lnTo>
                  <a:lnTo>
                    <a:pt x="13335" y="5989"/>
                  </a:lnTo>
                  <a:lnTo>
                    <a:pt x="12538" y="6525"/>
                  </a:lnTo>
                  <a:lnTo>
                    <a:pt x="12538" y="6573"/>
                  </a:lnTo>
                  <a:cubicBezTo>
                    <a:pt x="12527" y="6795"/>
                    <a:pt x="12350" y="6944"/>
                    <a:pt x="12143" y="6944"/>
                  </a:cubicBezTo>
                  <a:cubicBezTo>
                    <a:pt x="12128" y="6944"/>
                    <a:pt x="12112" y="6944"/>
                    <a:pt x="12097" y="6942"/>
                  </a:cubicBezTo>
                  <a:cubicBezTo>
                    <a:pt x="12050" y="6942"/>
                    <a:pt x="12002" y="6930"/>
                    <a:pt x="11978" y="6906"/>
                  </a:cubicBezTo>
                  <a:lnTo>
                    <a:pt x="7561" y="9859"/>
                  </a:lnTo>
                  <a:cubicBezTo>
                    <a:pt x="7517" y="10045"/>
                    <a:pt x="7352" y="10171"/>
                    <a:pt x="7158" y="10171"/>
                  </a:cubicBezTo>
                  <a:cubicBezTo>
                    <a:pt x="7142" y="10171"/>
                    <a:pt x="7125" y="10170"/>
                    <a:pt x="7108" y="10169"/>
                  </a:cubicBezTo>
                  <a:lnTo>
                    <a:pt x="7085" y="10169"/>
                  </a:lnTo>
                  <a:lnTo>
                    <a:pt x="6882" y="10300"/>
                  </a:lnTo>
                  <a:lnTo>
                    <a:pt x="0" y="14895"/>
                  </a:lnTo>
                  <a:lnTo>
                    <a:pt x="798" y="14895"/>
                  </a:lnTo>
                  <a:lnTo>
                    <a:pt x="7120" y="10669"/>
                  </a:lnTo>
                  <a:lnTo>
                    <a:pt x="7501" y="10419"/>
                  </a:lnTo>
                  <a:lnTo>
                    <a:pt x="13788" y="6228"/>
                  </a:lnTo>
                  <a:lnTo>
                    <a:pt x="14228" y="5942"/>
                  </a:lnTo>
                  <a:lnTo>
                    <a:pt x="22229" y="596"/>
                  </a:lnTo>
                  <a:lnTo>
                    <a:pt x="22646" y="310"/>
                  </a:lnTo>
                  <a:cubicBezTo>
                    <a:pt x="22718" y="274"/>
                    <a:pt x="22753" y="203"/>
                    <a:pt x="22753" y="108"/>
                  </a:cubicBezTo>
                  <a:lnTo>
                    <a:pt x="22610" y="108"/>
                  </a:lnTo>
                  <a:cubicBezTo>
                    <a:pt x="22503" y="96"/>
                    <a:pt x="22396" y="60"/>
                    <a:pt x="2230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9"/>
            <p:cNvSpPr/>
            <p:nvPr/>
          </p:nvSpPr>
          <p:spPr>
            <a:xfrm>
              <a:off x="1757350" y="4183475"/>
              <a:ext cx="13125" cy="6775"/>
            </a:xfrm>
            <a:custGeom>
              <a:rect b="b" l="l" r="r" t="t"/>
              <a:pathLst>
                <a:path extrusionOk="0" h="271" w="525">
                  <a:moveTo>
                    <a:pt x="279" y="1"/>
                  </a:moveTo>
                  <a:cubicBezTo>
                    <a:pt x="207" y="1"/>
                    <a:pt x="134" y="35"/>
                    <a:pt x="96" y="104"/>
                  </a:cubicBezTo>
                  <a:lnTo>
                    <a:pt x="1" y="271"/>
                  </a:lnTo>
                  <a:cubicBezTo>
                    <a:pt x="80" y="226"/>
                    <a:pt x="153" y="202"/>
                    <a:pt x="229" y="202"/>
                  </a:cubicBezTo>
                  <a:cubicBezTo>
                    <a:pt x="255" y="202"/>
                    <a:pt x="282" y="205"/>
                    <a:pt x="310" y="211"/>
                  </a:cubicBezTo>
                  <a:cubicBezTo>
                    <a:pt x="382" y="211"/>
                    <a:pt x="441" y="235"/>
                    <a:pt x="501" y="247"/>
                  </a:cubicBezTo>
                  <a:cubicBezTo>
                    <a:pt x="524" y="163"/>
                    <a:pt x="489" y="68"/>
                    <a:pt x="417" y="33"/>
                  </a:cubicBezTo>
                  <a:lnTo>
                    <a:pt x="393" y="33"/>
                  </a:lnTo>
                  <a:cubicBezTo>
                    <a:pt x="359" y="11"/>
                    <a:pt x="319" y="1"/>
                    <a:pt x="27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9"/>
            <p:cNvSpPr/>
            <p:nvPr/>
          </p:nvSpPr>
          <p:spPr>
            <a:xfrm>
              <a:off x="1482325" y="4218800"/>
              <a:ext cx="269100" cy="382525"/>
            </a:xfrm>
            <a:custGeom>
              <a:rect b="b" l="l" r="r" t="t"/>
              <a:pathLst>
                <a:path extrusionOk="0" h="15301" w="10764">
                  <a:moveTo>
                    <a:pt x="10751" y="1"/>
                  </a:moveTo>
                  <a:lnTo>
                    <a:pt x="9906" y="477"/>
                  </a:lnTo>
                  <a:lnTo>
                    <a:pt x="1774" y="12633"/>
                  </a:lnTo>
                  <a:lnTo>
                    <a:pt x="1524" y="13026"/>
                  </a:lnTo>
                  <a:lnTo>
                    <a:pt x="0" y="15300"/>
                  </a:lnTo>
                  <a:lnTo>
                    <a:pt x="536" y="15300"/>
                  </a:lnTo>
                  <a:lnTo>
                    <a:pt x="1834" y="13359"/>
                  </a:lnTo>
                  <a:lnTo>
                    <a:pt x="2084" y="12967"/>
                  </a:lnTo>
                  <a:lnTo>
                    <a:pt x="10763" y="13"/>
                  </a:lnTo>
                  <a:lnTo>
                    <a:pt x="107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9"/>
            <p:cNvSpPr/>
            <p:nvPr/>
          </p:nvSpPr>
          <p:spPr>
            <a:xfrm>
              <a:off x="1045650" y="4224750"/>
              <a:ext cx="149150" cy="194700"/>
            </a:xfrm>
            <a:custGeom>
              <a:rect b="b" l="l" r="r" t="t"/>
              <a:pathLst>
                <a:path extrusionOk="0" h="7788" w="5966">
                  <a:moveTo>
                    <a:pt x="5668" y="1"/>
                  </a:moveTo>
                  <a:lnTo>
                    <a:pt x="5597" y="48"/>
                  </a:lnTo>
                  <a:lnTo>
                    <a:pt x="1" y="7216"/>
                  </a:lnTo>
                  <a:lnTo>
                    <a:pt x="120" y="7787"/>
                  </a:lnTo>
                  <a:lnTo>
                    <a:pt x="5966" y="263"/>
                  </a:lnTo>
                  <a:cubicBezTo>
                    <a:pt x="5859" y="203"/>
                    <a:pt x="5739" y="108"/>
                    <a:pt x="5668"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6" name="Google Shape;1186;p9"/>
            <p:cNvSpPr/>
            <p:nvPr/>
          </p:nvSpPr>
          <p:spPr>
            <a:xfrm>
              <a:off x="892950" y="4416450"/>
              <a:ext cx="147075" cy="184575"/>
            </a:xfrm>
            <a:custGeom>
              <a:rect b="b" l="l" r="r" t="t"/>
              <a:pathLst>
                <a:path extrusionOk="0" h="7383" w="5883">
                  <a:moveTo>
                    <a:pt x="5751" y="0"/>
                  </a:moveTo>
                  <a:lnTo>
                    <a:pt x="1" y="7382"/>
                  </a:lnTo>
                  <a:lnTo>
                    <a:pt x="572" y="7382"/>
                  </a:lnTo>
                  <a:lnTo>
                    <a:pt x="5882" y="560"/>
                  </a:lnTo>
                  <a:lnTo>
                    <a:pt x="575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9"/>
            <p:cNvSpPr/>
            <p:nvPr/>
          </p:nvSpPr>
          <p:spPr>
            <a:xfrm>
              <a:off x="1395700" y="4211350"/>
              <a:ext cx="354825" cy="200650"/>
            </a:xfrm>
            <a:custGeom>
              <a:rect b="b" l="l" r="r" t="t"/>
              <a:pathLst>
                <a:path extrusionOk="0" h="8026" w="14193">
                  <a:moveTo>
                    <a:pt x="13835" y="1"/>
                  </a:moveTo>
                  <a:lnTo>
                    <a:pt x="179" y="7692"/>
                  </a:lnTo>
                  <a:lnTo>
                    <a:pt x="0" y="7788"/>
                  </a:lnTo>
                  <a:cubicBezTo>
                    <a:pt x="44" y="7770"/>
                    <a:pt x="81" y="7759"/>
                    <a:pt x="121" y="7759"/>
                  </a:cubicBezTo>
                  <a:cubicBezTo>
                    <a:pt x="136" y="7759"/>
                    <a:pt x="151" y="7761"/>
                    <a:pt x="167" y="7764"/>
                  </a:cubicBezTo>
                  <a:cubicBezTo>
                    <a:pt x="322" y="7788"/>
                    <a:pt x="441" y="7871"/>
                    <a:pt x="500" y="8026"/>
                  </a:cubicBezTo>
                  <a:lnTo>
                    <a:pt x="13359" y="787"/>
                  </a:lnTo>
                  <a:lnTo>
                    <a:pt x="14193" y="311"/>
                  </a:lnTo>
                  <a:cubicBezTo>
                    <a:pt x="14109" y="227"/>
                    <a:pt x="14050" y="120"/>
                    <a:pt x="1401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9"/>
            <p:cNvSpPr/>
            <p:nvPr/>
          </p:nvSpPr>
          <p:spPr>
            <a:xfrm>
              <a:off x="1092100" y="4407825"/>
              <a:ext cx="300350" cy="178900"/>
            </a:xfrm>
            <a:custGeom>
              <a:rect b="b" l="l" r="r" t="t"/>
              <a:pathLst>
                <a:path extrusionOk="0" h="7156" w="12014">
                  <a:moveTo>
                    <a:pt x="12013" y="0"/>
                  </a:moveTo>
                  <a:lnTo>
                    <a:pt x="11930" y="48"/>
                  </a:lnTo>
                  <a:lnTo>
                    <a:pt x="0" y="6751"/>
                  </a:lnTo>
                  <a:cubicBezTo>
                    <a:pt x="107" y="6858"/>
                    <a:pt x="179" y="7013"/>
                    <a:pt x="191" y="7156"/>
                  </a:cubicBezTo>
                  <a:lnTo>
                    <a:pt x="4941" y="4489"/>
                  </a:lnTo>
                  <a:cubicBezTo>
                    <a:pt x="4917" y="4429"/>
                    <a:pt x="4905" y="4370"/>
                    <a:pt x="4905" y="4298"/>
                  </a:cubicBezTo>
                  <a:cubicBezTo>
                    <a:pt x="4928" y="4069"/>
                    <a:pt x="5116" y="3928"/>
                    <a:pt x="5332" y="3928"/>
                  </a:cubicBezTo>
                  <a:cubicBezTo>
                    <a:pt x="5340" y="3928"/>
                    <a:pt x="5349" y="3929"/>
                    <a:pt x="5358" y="3929"/>
                  </a:cubicBezTo>
                  <a:cubicBezTo>
                    <a:pt x="5477" y="3941"/>
                    <a:pt x="5584" y="4001"/>
                    <a:pt x="5632" y="4096"/>
                  </a:cubicBezTo>
                  <a:lnTo>
                    <a:pt x="11930" y="548"/>
                  </a:lnTo>
                  <a:cubicBezTo>
                    <a:pt x="11871" y="476"/>
                    <a:pt x="11859" y="369"/>
                    <a:pt x="11859" y="262"/>
                  </a:cubicBezTo>
                  <a:cubicBezTo>
                    <a:pt x="11871" y="167"/>
                    <a:pt x="11918" y="72"/>
                    <a:pt x="1201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9"/>
            <p:cNvSpPr/>
            <p:nvPr/>
          </p:nvSpPr>
          <p:spPr>
            <a:xfrm>
              <a:off x="1231100" y="4199750"/>
              <a:ext cx="516150" cy="14325"/>
            </a:xfrm>
            <a:custGeom>
              <a:rect b="b" l="l" r="r" t="t"/>
              <a:pathLst>
                <a:path extrusionOk="0" h="573" w="20646">
                  <a:moveTo>
                    <a:pt x="20646" y="1"/>
                  </a:moveTo>
                  <a:lnTo>
                    <a:pt x="0" y="120"/>
                  </a:lnTo>
                  <a:cubicBezTo>
                    <a:pt x="36" y="239"/>
                    <a:pt x="48" y="346"/>
                    <a:pt x="36" y="465"/>
                  </a:cubicBezTo>
                  <a:cubicBezTo>
                    <a:pt x="36" y="489"/>
                    <a:pt x="24" y="536"/>
                    <a:pt x="24" y="572"/>
                  </a:cubicBezTo>
                  <a:lnTo>
                    <a:pt x="20443" y="453"/>
                  </a:lnTo>
                  <a:lnTo>
                    <a:pt x="20622" y="453"/>
                  </a:lnTo>
                  <a:cubicBezTo>
                    <a:pt x="20598" y="370"/>
                    <a:pt x="20586" y="286"/>
                    <a:pt x="20598" y="191"/>
                  </a:cubicBezTo>
                  <a:cubicBezTo>
                    <a:pt x="20598" y="120"/>
                    <a:pt x="20634" y="60"/>
                    <a:pt x="2064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9"/>
            <p:cNvSpPr/>
            <p:nvPr/>
          </p:nvSpPr>
          <p:spPr>
            <a:xfrm>
              <a:off x="889375" y="3382100"/>
              <a:ext cx="866225" cy="816200"/>
            </a:xfrm>
            <a:custGeom>
              <a:rect b="b" l="l" r="r" t="t"/>
              <a:pathLst>
                <a:path extrusionOk="0" h="32648" w="34649">
                  <a:moveTo>
                    <a:pt x="1" y="0"/>
                  </a:moveTo>
                  <a:lnTo>
                    <a:pt x="1" y="607"/>
                  </a:lnTo>
                  <a:lnTo>
                    <a:pt x="34327" y="32647"/>
                  </a:lnTo>
                  <a:cubicBezTo>
                    <a:pt x="34410" y="32516"/>
                    <a:pt x="34505" y="32397"/>
                    <a:pt x="34648" y="32338"/>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9"/>
            <p:cNvSpPr/>
            <p:nvPr/>
          </p:nvSpPr>
          <p:spPr>
            <a:xfrm>
              <a:off x="953675" y="3873825"/>
              <a:ext cx="242625" cy="319700"/>
            </a:xfrm>
            <a:custGeom>
              <a:rect b="b" l="l" r="r" t="t"/>
              <a:pathLst>
                <a:path extrusionOk="0" h="12788" w="9705">
                  <a:moveTo>
                    <a:pt x="358" y="0"/>
                  </a:moveTo>
                  <a:cubicBezTo>
                    <a:pt x="251" y="107"/>
                    <a:pt x="132" y="191"/>
                    <a:pt x="1" y="274"/>
                  </a:cubicBezTo>
                  <a:lnTo>
                    <a:pt x="9347" y="12788"/>
                  </a:lnTo>
                  <a:cubicBezTo>
                    <a:pt x="9430" y="12669"/>
                    <a:pt x="9549" y="12573"/>
                    <a:pt x="9704" y="12514"/>
                  </a:cubicBezTo>
                  <a:lnTo>
                    <a:pt x="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9"/>
            <p:cNvSpPr/>
            <p:nvPr/>
          </p:nvSpPr>
          <p:spPr>
            <a:xfrm>
              <a:off x="1015000" y="4311375"/>
              <a:ext cx="67875" cy="261950"/>
            </a:xfrm>
            <a:custGeom>
              <a:rect b="b" l="l" r="r" t="t"/>
              <a:pathLst>
                <a:path extrusionOk="0" h="10478" w="2715">
                  <a:moveTo>
                    <a:pt x="405" y="0"/>
                  </a:moveTo>
                  <a:lnTo>
                    <a:pt x="0" y="227"/>
                  </a:lnTo>
                  <a:lnTo>
                    <a:pt x="893" y="4215"/>
                  </a:lnTo>
                  <a:lnTo>
                    <a:pt x="1012" y="4775"/>
                  </a:lnTo>
                  <a:lnTo>
                    <a:pt x="2263" y="10478"/>
                  </a:lnTo>
                  <a:cubicBezTo>
                    <a:pt x="2355" y="10432"/>
                    <a:pt x="2447" y="10414"/>
                    <a:pt x="2545" y="10414"/>
                  </a:cubicBezTo>
                  <a:cubicBezTo>
                    <a:pt x="2573" y="10414"/>
                    <a:pt x="2602" y="10416"/>
                    <a:pt x="2632" y="10418"/>
                  </a:cubicBezTo>
                  <a:cubicBezTo>
                    <a:pt x="2667" y="10418"/>
                    <a:pt x="2679" y="10430"/>
                    <a:pt x="2715" y="10430"/>
                  </a:cubicBezTo>
                  <a:lnTo>
                    <a:pt x="1358" y="4322"/>
                  </a:lnTo>
                  <a:lnTo>
                    <a:pt x="1239" y="3751"/>
                  </a:lnTo>
                  <a:lnTo>
                    <a:pt x="40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9"/>
            <p:cNvSpPr/>
            <p:nvPr/>
          </p:nvSpPr>
          <p:spPr>
            <a:xfrm>
              <a:off x="1011725" y="4302450"/>
              <a:ext cx="2100" cy="2700"/>
            </a:xfrm>
            <a:custGeom>
              <a:rect b="b" l="l" r="r" t="t"/>
              <a:pathLst>
                <a:path extrusionOk="0" h="108" w="84">
                  <a:moveTo>
                    <a:pt x="0" y="0"/>
                  </a:moveTo>
                  <a:lnTo>
                    <a:pt x="24" y="107"/>
                  </a:lnTo>
                  <a:lnTo>
                    <a:pt x="84" y="72"/>
                  </a:lnTo>
                  <a:cubicBezTo>
                    <a:pt x="48" y="60"/>
                    <a:pt x="12" y="36"/>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9"/>
            <p:cNvSpPr/>
            <p:nvPr/>
          </p:nvSpPr>
          <p:spPr>
            <a:xfrm>
              <a:off x="919450" y="3886925"/>
              <a:ext cx="99725" cy="406625"/>
            </a:xfrm>
            <a:custGeom>
              <a:rect b="b" l="l" r="r" t="t"/>
              <a:pathLst>
                <a:path extrusionOk="0" h="16265" w="3989">
                  <a:moveTo>
                    <a:pt x="12" y="0"/>
                  </a:moveTo>
                  <a:cubicBezTo>
                    <a:pt x="0" y="24"/>
                    <a:pt x="0" y="72"/>
                    <a:pt x="12" y="107"/>
                  </a:cubicBezTo>
                  <a:lnTo>
                    <a:pt x="3596" y="16264"/>
                  </a:lnTo>
                  <a:cubicBezTo>
                    <a:pt x="3644" y="16074"/>
                    <a:pt x="3810" y="15955"/>
                    <a:pt x="3989" y="15955"/>
                  </a:cubicBezTo>
                  <a:lnTo>
                    <a:pt x="441" y="12"/>
                  </a:lnTo>
                  <a:lnTo>
                    <a:pt x="167" y="12"/>
                  </a:lnTo>
                  <a:cubicBezTo>
                    <a:pt x="119" y="12"/>
                    <a:pt x="60" y="0"/>
                    <a:pt x="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9"/>
            <p:cNvSpPr/>
            <p:nvPr/>
          </p:nvSpPr>
          <p:spPr>
            <a:xfrm>
              <a:off x="889075" y="4214625"/>
              <a:ext cx="298000" cy="168500"/>
            </a:xfrm>
            <a:custGeom>
              <a:rect b="b" l="l" r="r" t="t"/>
              <a:pathLst>
                <a:path extrusionOk="0" h="6740" w="11920">
                  <a:moveTo>
                    <a:pt x="11717" y="1"/>
                  </a:moveTo>
                  <a:lnTo>
                    <a:pt x="5621" y="3251"/>
                  </a:lnTo>
                  <a:lnTo>
                    <a:pt x="5621" y="3287"/>
                  </a:lnTo>
                  <a:cubicBezTo>
                    <a:pt x="5586" y="3506"/>
                    <a:pt x="5407" y="3669"/>
                    <a:pt x="5191" y="3669"/>
                  </a:cubicBezTo>
                  <a:cubicBezTo>
                    <a:pt x="5183" y="3669"/>
                    <a:pt x="5176" y="3668"/>
                    <a:pt x="5168" y="3668"/>
                  </a:cubicBezTo>
                  <a:cubicBezTo>
                    <a:pt x="5097" y="3668"/>
                    <a:pt x="5037" y="3632"/>
                    <a:pt x="4978" y="3585"/>
                  </a:cubicBezTo>
                  <a:lnTo>
                    <a:pt x="4918" y="3620"/>
                  </a:lnTo>
                  <a:lnTo>
                    <a:pt x="1" y="6240"/>
                  </a:lnTo>
                  <a:lnTo>
                    <a:pt x="1" y="6740"/>
                  </a:lnTo>
                  <a:lnTo>
                    <a:pt x="5025" y="4085"/>
                  </a:lnTo>
                  <a:lnTo>
                    <a:pt x="5418" y="3859"/>
                  </a:lnTo>
                  <a:lnTo>
                    <a:pt x="11836" y="453"/>
                  </a:lnTo>
                  <a:lnTo>
                    <a:pt x="11919" y="406"/>
                  </a:lnTo>
                  <a:cubicBezTo>
                    <a:pt x="11824" y="287"/>
                    <a:pt x="11752" y="156"/>
                    <a:pt x="1171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9"/>
            <p:cNvSpPr/>
            <p:nvPr/>
          </p:nvSpPr>
          <p:spPr>
            <a:xfrm>
              <a:off x="889375" y="3623200"/>
              <a:ext cx="34550" cy="166100"/>
            </a:xfrm>
            <a:custGeom>
              <a:rect b="b" l="l" r="r" t="t"/>
              <a:pathLst>
                <a:path extrusionOk="0" h="6644" w="1382">
                  <a:moveTo>
                    <a:pt x="1" y="0"/>
                  </a:moveTo>
                  <a:lnTo>
                    <a:pt x="1" y="2155"/>
                  </a:lnTo>
                  <a:lnTo>
                    <a:pt x="953" y="6644"/>
                  </a:lnTo>
                  <a:cubicBezTo>
                    <a:pt x="1084" y="6608"/>
                    <a:pt x="1227" y="6573"/>
                    <a:pt x="1382" y="6561"/>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9"/>
            <p:cNvSpPr/>
            <p:nvPr/>
          </p:nvSpPr>
          <p:spPr>
            <a:xfrm>
              <a:off x="889075" y="3786975"/>
              <a:ext cx="91725" cy="100275"/>
            </a:xfrm>
            <a:custGeom>
              <a:rect b="b" l="l" r="r" t="t"/>
              <a:pathLst>
                <a:path extrusionOk="0" h="4011" w="3669">
                  <a:moveTo>
                    <a:pt x="1573" y="1"/>
                  </a:moveTo>
                  <a:cubicBezTo>
                    <a:pt x="1513" y="1"/>
                    <a:pt x="1454" y="4"/>
                    <a:pt x="1394" y="10"/>
                  </a:cubicBezTo>
                  <a:cubicBezTo>
                    <a:pt x="1239" y="22"/>
                    <a:pt x="1096" y="57"/>
                    <a:pt x="953" y="93"/>
                  </a:cubicBezTo>
                  <a:cubicBezTo>
                    <a:pt x="584" y="212"/>
                    <a:pt x="239" y="450"/>
                    <a:pt x="1" y="748"/>
                  </a:cubicBezTo>
                  <a:lnTo>
                    <a:pt x="1" y="3272"/>
                  </a:lnTo>
                  <a:cubicBezTo>
                    <a:pt x="299" y="3641"/>
                    <a:pt x="739" y="3903"/>
                    <a:pt x="1227" y="3998"/>
                  </a:cubicBezTo>
                  <a:cubicBezTo>
                    <a:pt x="1275" y="4010"/>
                    <a:pt x="1334" y="4010"/>
                    <a:pt x="1370" y="4010"/>
                  </a:cubicBezTo>
                  <a:lnTo>
                    <a:pt x="1680" y="4010"/>
                  </a:lnTo>
                  <a:cubicBezTo>
                    <a:pt x="2001" y="3998"/>
                    <a:pt x="2311" y="3891"/>
                    <a:pt x="2585" y="3748"/>
                  </a:cubicBezTo>
                  <a:cubicBezTo>
                    <a:pt x="2716" y="3665"/>
                    <a:pt x="2835" y="3581"/>
                    <a:pt x="2942" y="3474"/>
                  </a:cubicBezTo>
                  <a:cubicBezTo>
                    <a:pt x="3287" y="3153"/>
                    <a:pt x="3525" y="2700"/>
                    <a:pt x="3561" y="2200"/>
                  </a:cubicBezTo>
                  <a:cubicBezTo>
                    <a:pt x="3668" y="1093"/>
                    <a:pt x="2847" y="117"/>
                    <a:pt x="1751" y="10"/>
                  </a:cubicBezTo>
                  <a:cubicBezTo>
                    <a:pt x="1692" y="4"/>
                    <a:pt x="1632" y="1"/>
                    <a:pt x="157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9"/>
            <p:cNvSpPr/>
            <p:nvPr/>
          </p:nvSpPr>
          <p:spPr>
            <a:xfrm>
              <a:off x="3670975" y="4475375"/>
              <a:ext cx="17900" cy="18025"/>
            </a:xfrm>
            <a:custGeom>
              <a:rect b="b" l="l" r="r" t="t"/>
              <a:pathLst>
                <a:path extrusionOk="0" h="721" w="716">
                  <a:moveTo>
                    <a:pt x="358" y="0"/>
                  </a:moveTo>
                  <a:cubicBezTo>
                    <a:pt x="177" y="0"/>
                    <a:pt x="12" y="129"/>
                    <a:pt x="1" y="334"/>
                  </a:cubicBezTo>
                  <a:cubicBezTo>
                    <a:pt x="1" y="394"/>
                    <a:pt x="1" y="441"/>
                    <a:pt x="25" y="501"/>
                  </a:cubicBezTo>
                  <a:cubicBezTo>
                    <a:pt x="72" y="620"/>
                    <a:pt x="179" y="715"/>
                    <a:pt x="322" y="715"/>
                  </a:cubicBezTo>
                  <a:cubicBezTo>
                    <a:pt x="341" y="719"/>
                    <a:pt x="359" y="720"/>
                    <a:pt x="377" y="720"/>
                  </a:cubicBezTo>
                  <a:cubicBezTo>
                    <a:pt x="546" y="720"/>
                    <a:pt x="694" y="576"/>
                    <a:pt x="715" y="394"/>
                  </a:cubicBezTo>
                  <a:cubicBezTo>
                    <a:pt x="715" y="322"/>
                    <a:pt x="691" y="239"/>
                    <a:pt x="668" y="179"/>
                  </a:cubicBezTo>
                  <a:cubicBezTo>
                    <a:pt x="608" y="96"/>
                    <a:pt x="513" y="25"/>
                    <a:pt x="382" y="1"/>
                  </a:cubicBezTo>
                  <a:cubicBezTo>
                    <a:pt x="374" y="0"/>
                    <a:pt x="366" y="0"/>
                    <a:pt x="35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9"/>
            <p:cNvSpPr/>
            <p:nvPr/>
          </p:nvSpPr>
          <p:spPr>
            <a:xfrm>
              <a:off x="2319625" y="4195250"/>
              <a:ext cx="36625" cy="35925"/>
            </a:xfrm>
            <a:custGeom>
              <a:rect b="b" l="l" r="r" t="t"/>
              <a:pathLst>
                <a:path extrusionOk="0" h="1437" w="1465">
                  <a:moveTo>
                    <a:pt x="741" y="1"/>
                  </a:moveTo>
                  <a:cubicBezTo>
                    <a:pt x="356" y="1"/>
                    <a:pt x="35" y="290"/>
                    <a:pt x="12" y="657"/>
                  </a:cubicBezTo>
                  <a:cubicBezTo>
                    <a:pt x="0" y="943"/>
                    <a:pt x="131" y="1193"/>
                    <a:pt x="346" y="1324"/>
                  </a:cubicBezTo>
                  <a:cubicBezTo>
                    <a:pt x="441" y="1383"/>
                    <a:pt x="548" y="1431"/>
                    <a:pt x="667" y="1431"/>
                  </a:cubicBezTo>
                  <a:cubicBezTo>
                    <a:pt x="683" y="1435"/>
                    <a:pt x="698" y="1436"/>
                    <a:pt x="711" y="1436"/>
                  </a:cubicBezTo>
                  <a:cubicBezTo>
                    <a:pt x="739" y="1436"/>
                    <a:pt x="762" y="1431"/>
                    <a:pt x="786" y="1431"/>
                  </a:cubicBezTo>
                  <a:cubicBezTo>
                    <a:pt x="1132" y="1383"/>
                    <a:pt x="1405" y="1133"/>
                    <a:pt x="1441" y="776"/>
                  </a:cubicBezTo>
                  <a:cubicBezTo>
                    <a:pt x="1465" y="371"/>
                    <a:pt x="1167" y="38"/>
                    <a:pt x="786" y="2"/>
                  </a:cubicBezTo>
                  <a:cubicBezTo>
                    <a:pt x="771" y="1"/>
                    <a:pt x="756" y="1"/>
                    <a:pt x="74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9"/>
            <p:cNvSpPr/>
            <p:nvPr/>
          </p:nvSpPr>
          <p:spPr>
            <a:xfrm>
              <a:off x="1181675" y="4184500"/>
              <a:ext cx="50625" cy="49950"/>
            </a:xfrm>
            <a:custGeom>
              <a:rect b="b" l="l" r="r" t="t"/>
              <a:pathLst>
                <a:path extrusionOk="0" h="1998" w="2025">
                  <a:moveTo>
                    <a:pt x="1021" y="0"/>
                  </a:moveTo>
                  <a:cubicBezTo>
                    <a:pt x="872" y="0"/>
                    <a:pt x="724" y="27"/>
                    <a:pt x="584" y="87"/>
                  </a:cubicBezTo>
                  <a:cubicBezTo>
                    <a:pt x="429" y="134"/>
                    <a:pt x="310" y="242"/>
                    <a:pt x="227" y="361"/>
                  </a:cubicBezTo>
                  <a:cubicBezTo>
                    <a:pt x="108" y="503"/>
                    <a:pt x="37" y="706"/>
                    <a:pt x="13" y="908"/>
                  </a:cubicBezTo>
                  <a:cubicBezTo>
                    <a:pt x="1" y="1015"/>
                    <a:pt x="13" y="1123"/>
                    <a:pt x="37" y="1218"/>
                  </a:cubicBezTo>
                  <a:cubicBezTo>
                    <a:pt x="60" y="1373"/>
                    <a:pt x="132" y="1504"/>
                    <a:pt x="227" y="1623"/>
                  </a:cubicBezTo>
                  <a:cubicBezTo>
                    <a:pt x="310" y="1730"/>
                    <a:pt x="418" y="1813"/>
                    <a:pt x="537" y="1896"/>
                  </a:cubicBezTo>
                  <a:cubicBezTo>
                    <a:pt x="656" y="1956"/>
                    <a:pt x="787" y="1992"/>
                    <a:pt x="930" y="1992"/>
                  </a:cubicBezTo>
                  <a:cubicBezTo>
                    <a:pt x="964" y="1996"/>
                    <a:pt x="998" y="1998"/>
                    <a:pt x="1033" y="1998"/>
                  </a:cubicBezTo>
                  <a:cubicBezTo>
                    <a:pt x="1203" y="1998"/>
                    <a:pt x="1372" y="1950"/>
                    <a:pt x="1501" y="1861"/>
                  </a:cubicBezTo>
                  <a:cubicBezTo>
                    <a:pt x="1632" y="1789"/>
                    <a:pt x="1739" y="1682"/>
                    <a:pt x="1834" y="1563"/>
                  </a:cubicBezTo>
                  <a:cubicBezTo>
                    <a:pt x="1906" y="1456"/>
                    <a:pt x="1965" y="1325"/>
                    <a:pt x="2001" y="1194"/>
                  </a:cubicBezTo>
                  <a:cubicBezTo>
                    <a:pt x="2013" y="1158"/>
                    <a:pt x="2013" y="1123"/>
                    <a:pt x="2013" y="1087"/>
                  </a:cubicBezTo>
                  <a:cubicBezTo>
                    <a:pt x="2025" y="968"/>
                    <a:pt x="2013" y="861"/>
                    <a:pt x="1977" y="742"/>
                  </a:cubicBezTo>
                  <a:cubicBezTo>
                    <a:pt x="1882" y="349"/>
                    <a:pt x="1537" y="27"/>
                    <a:pt x="1108" y="3"/>
                  </a:cubicBezTo>
                  <a:cubicBezTo>
                    <a:pt x="1079" y="1"/>
                    <a:pt x="1050" y="0"/>
                    <a:pt x="102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9"/>
            <p:cNvSpPr/>
            <p:nvPr/>
          </p:nvSpPr>
          <p:spPr>
            <a:xfrm>
              <a:off x="1061125" y="4571450"/>
              <a:ext cx="36050" cy="28975"/>
            </a:xfrm>
            <a:custGeom>
              <a:rect b="b" l="l" r="r" t="t"/>
              <a:pathLst>
                <a:path extrusionOk="0" h="1159" w="1442">
                  <a:moveTo>
                    <a:pt x="720" y="0"/>
                  </a:moveTo>
                  <a:cubicBezTo>
                    <a:pt x="615" y="0"/>
                    <a:pt x="516" y="24"/>
                    <a:pt x="418" y="63"/>
                  </a:cubicBezTo>
                  <a:cubicBezTo>
                    <a:pt x="191" y="170"/>
                    <a:pt x="37" y="373"/>
                    <a:pt x="13" y="646"/>
                  </a:cubicBezTo>
                  <a:cubicBezTo>
                    <a:pt x="1" y="837"/>
                    <a:pt x="60" y="1027"/>
                    <a:pt x="179" y="1158"/>
                  </a:cubicBezTo>
                  <a:lnTo>
                    <a:pt x="1251" y="1158"/>
                  </a:lnTo>
                  <a:cubicBezTo>
                    <a:pt x="1358" y="1063"/>
                    <a:pt x="1418" y="908"/>
                    <a:pt x="1430" y="766"/>
                  </a:cubicBezTo>
                  <a:cubicBezTo>
                    <a:pt x="1441" y="718"/>
                    <a:pt x="1430" y="670"/>
                    <a:pt x="1430" y="611"/>
                  </a:cubicBezTo>
                  <a:cubicBezTo>
                    <a:pt x="1418" y="468"/>
                    <a:pt x="1346" y="313"/>
                    <a:pt x="1239" y="206"/>
                  </a:cubicBezTo>
                  <a:cubicBezTo>
                    <a:pt x="1132" y="111"/>
                    <a:pt x="1013" y="51"/>
                    <a:pt x="870" y="15"/>
                  </a:cubicBezTo>
                  <a:cubicBezTo>
                    <a:pt x="834" y="15"/>
                    <a:pt x="822" y="4"/>
                    <a:pt x="787" y="4"/>
                  </a:cubicBezTo>
                  <a:cubicBezTo>
                    <a:pt x="764" y="1"/>
                    <a:pt x="742" y="0"/>
                    <a:pt x="72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9"/>
            <p:cNvSpPr/>
            <p:nvPr/>
          </p:nvSpPr>
          <p:spPr>
            <a:xfrm>
              <a:off x="1745750" y="4188500"/>
              <a:ext cx="36925" cy="35975"/>
            </a:xfrm>
            <a:custGeom>
              <a:rect b="b" l="l" r="r" t="t"/>
              <a:pathLst>
                <a:path extrusionOk="0" h="1439" w="1477">
                  <a:moveTo>
                    <a:pt x="720" y="1"/>
                  </a:moveTo>
                  <a:cubicBezTo>
                    <a:pt x="643" y="1"/>
                    <a:pt x="566" y="20"/>
                    <a:pt x="488" y="46"/>
                  </a:cubicBezTo>
                  <a:cubicBezTo>
                    <a:pt x="465" y="70"/>
                    <a:pt x="441" y="70"/>
                    <a:pt x="417" y="82"/>
                  </a:cubicBezTo>
                  <a:cubicBezTo>
                    <a:pt x="286" y="153"/>
                    <a:pt x="167" y="260"/>
                    <a:pt x="107" y="391"/>
                  </a:cubicBezTo>
                  <a:cubicBezTo>
                    <a:pt x="84" y="403"/>
                    <a:pt x="84" y="439"/>
                    <a:pt x="72" y="451"/>
                  </a:cubicBezTo>
                  <a:cubicBezTo>
                    <a:pt x="48" y="510"/>
                    <a:pt x="24" y="582"/>
                    <a:pt x="24" y="641"/>
                  </a:cubicBezTo>
                  <a:cubicBezTo>
                    <a:pt x="0" y="736"/>
                    <a:pt x="0" y="820"/>
                    <a:pt x="36" y="903"/>
                  </a:cubicBezTo>
                  <a:cubicBezTo>
                    <a:pt x="60" y="1022"/>
                    <a:pt x="119" y="1117"/>
                    <a:pt x="214" y="1213"/>
                  </a:cubicBezTo>
                  <a:lnTo>
                    <a:pt x="226" y="1225"/>
                  </a:lnTo>
                  <a:cubicBezTo>
                    <a:pt x="345" y="1344"/>
                    <a:pt x="488" y="1415"/>
                    <a:pt x="667" y="1439"/>
                  </a:cubicBezTo>
                  <a:cubicBezTo>
                    <a:pt x="762" y="1439"/>
                    <a:pt x="846" y="1439"/>
                    <a:pt x="941" y="1403"/>
                  </a:cubicBezTo>
                  <a:cubicBezTo>
                    <a:pt x="1084" y="1356"/>
                    <a:pt x="1227" y="1272"/>
                    <a:pt x="1310" y="1153"/>
                  </a:cubicBezTo>
                  <a:cubicBezTo>
                    <a:pt x="1381" y="1046"/>
                    <a:pt x="1441" y="927"/>
                    <a:pt x="1441" y="784"/>
                  </a:cubicBezTo>
                  <a:cubicBezTo>
                    <a:pt x="1477" y="451"/>
                    <a:pt x="1274" y="165"/>
                    <a:pt x="1000" y="46"/>
                  </a:cubicBezTo>
                  <a:cubicBezTo>
                    <a:pt x="941" y="22"/>
                    <a:pt x="869" y="10"/>
                    <a:pt x="810" y="10"/>
                  </a:cubicBezTo>
                  <a:cubicBezTo>
                    <a:pt x="780" y="3"/>
                    <a:pt x="750" y="1"/>
                    <a:pt x="7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9"/>
            <p:cNvSpPr/>
            <p:nvPr/>
          </p:nvSpPr>
          <p:spPr>
            <a:xfrm>
              <a:off x="3568600" y="4511575"/>
              <a:ext cx="36025" cy="35350"/>
            </a:xfrm>
            <a:custGeom>
              <a:rect b="b" l="l" r="r" t="t"/>
              <a:pathLst>
                <a:path extrusionOk="0" h="1414" w="1441">
                  <a:moveTo>
                    <a:pt x="703" y="0"/>
                  </a:moveTo>
                  <a:cubicBezTo>
                    <a:pt x="544" y="0"/>
                    <a:pt x="394" y="58"/>
                    <a:pt x="262" y="160"/>
                  </a:cubicBezTo>
                  <a:cubicBezTo>
                    <a:pt x="143" y="255"/>
                    <a:pt x="71" y="386"/>
                    <a:pt x="24" y="553"/>
                  </a:cubicBezTo>
                  <a:cubicBezTo>
                    <a:pt x="12" y="577"/>
                    <a:pt x="12" y="624"/>
                    <a:pt x="12" y="660"/>
                  </a:cubicBezTo>
                  <a:cubicBezTo>
                    <a:pt x="0" y="839"/>
                    <a:pt x="48" y="994"/>
                    <a:pt x="143" y="1136"/>
                  </a:cubicBezTo>
                  <a:cubicBezTo>
                    <a:pt x="250" y="1267"/>
                    <a:pt x="405" y="1375"/>
                    <a:pt x="572" y="1398"/>
                  </a:cubicBezTo>
                  <a:cubicBezTo>
                    <a:pt x="607" y="1398"/>
                    <a:pt x="619" y="1410"/>
                    <a:pt x="655" y="1410"/>
                  </a:cubicBezTo>
                  <a:cubicBezTo>
                    <a:pt x="677" y="1413"/>
                    <a:pt x="699" y="1414"/>
                    <a:pt x="721" y="1414"/>
                  </a:cubicBezTo>
                  <a:cubicBezTo>
                    <a:pt x="913" y="1414"/>
                    <a:pt x="1098" y="1324"/>
                    <a:pt x="1226" y="1196"/>
                  </a:cubicBezTo>
                  <a:cubicBezTo>
                    <a:pt x="1286" y="1136"/>
                    <a:pt x="1334" y="1053"/>
                    <a:pt x="1369" y="982"/>
                  </a:cubicBezTo>
                  <a:cubicBezTo>
                    <a:pt x="1393" y="910"/>
                    <a:pt x="1405" y="851"/>
                    <a:pt x="1429" y="779"/>
                  </a:cubicBezTo>
                  <a:cubicBezTo>
                    <a:pt x="1441" y="672"/>
                    <a:pt x="1429" y="565"/>
                    <a:pt x="1393" y="482"/>
                  </a:cubicBezTo>
                  <a:cubicBezTo>
                    <a:pt x="1310" y="220"/>
                    <a:pt x="1072" y="29"/>
                    <a:pt x="786" y="5"/>
                  </a:cubicBezTo>
                  <a:cubicBezTo>
                    <a:pt x="758" y="2"/>
                    <a:pt x="731" y="0"/>
                    <a:pt x="70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9"/>
            <p:cNvSpPr/>
            <p:nvPr/>
          </p:nvSpPr>
          <p:spPr>
            <a:xfrm>
              <a:off x="2968800" y="4112475"/>
              <a:ext cx="37550" cy="35500"/>
            </a:xfrm>
            <a:custGeom>
              <a:rect b="b" l="l" r="r" t="t"/>
              <a:pathLst>
                <a:path extrusionOk="0" h="1420" w="1502">
                  <a:moveTo>
                    <a:pt x="736" y="0"/>
                  </a:moveTo>
                  <a:cubicBezTo>
                    <a:pt x="380" y="0"/>
                    <a:pt x="59" y="287"/>
                    <a:pt x="25" y="658"/>
                  </a:cubicBezTo>
                  <a:cubicBezTo>
                    <a:pt x="1" y="896"/>
                    <a:pt x="96" y="1122"/>
                    <a:pt x="263" y="1277"/>
                  </a:cubicBezTo>
                  <a:cubicBezTo>
                    <a:pt x="382" y="1349"/>
                    <a:pt x="525" y="1408"/>
                    <a:pt x="703" y="1420"/>
                  </a:cubicBezTo>
                  <a:lnTo>
                    <a:pt x="775" y="1420"/>
                  </a:lnTo>
                  <a:cubicBezTo>
                    <a:pt x="918" y="1408"/>
                    <a:pt x="1073" y="1349"/>
                    <a:pt x="1192" y="1265"/>
                  </a:cubicBezTo>
                  <a:cubicBezTo>
                    <a:pt x="1334" y="1146"/>
                    <a:pt x="1430" y="979"/>
                    <a:pt x="1454" y="777"/>
                  </a:cubicBezTo>
                  <a:cubicBezTo>
                    <a:pt x="1501" y="396"/>
                    <a:pt x="1203" y="39"/>
                    <a:pt x="799" y="3"/>
                  </a:cubicBezTo>
                  <a:cubicBezTo>
                    <a:pt x="778" y="1"/>
                    <a:pt x="757" y="0"/>
                    <a:pt x="73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9"/>
            <p:cNvSpPr/>
            <p:nvPr/>
          </p:nvSpPr>
          <p:spPr>
            <a:xfrm>
              <a:off x="1008750" y="4285475"/>
              <a:ext cx="20850" cy="20875"/>
            </a:xfrm>
            <a:custGeom>
              <a:rect b="b" l="l" r="r" t="t"/>
              <a:pathLst>
                <a:path extrusionOk="0" h="835" w="834">
                  <a:moveTo>
                    <a:pt x="417" y="1"/>
                  </a:moveTo>
                  <a:cubicBezTo>
                    <a:pt x="215" y="1"/>
                    <a:pt x="72" y="132"/>
                    <a:pt x="24" y="310"/>
                  </a:cubicBezTo>
                  <a:cubicBezTo>
                    <a:pt x="24" y="322"/>
                    <a:pt x="12" y="358"/>
                    <a:pt x="12" y="370"/>
                  </a:cubicBezTo>
                  <a:cubicBezTo>
                    <a:pt x="0" y="489"/>
                    <a:pt x="36" y="596"/>
                    <a:pt x="107" y="679"/>
                  </a:cubicBezTo>
                  <a:cubicBezTo>
                    <a:pt x="131" y="715"/>
                    <a:pt x="167" y="739"/>
                    <a:pt x="191" y="751"/>
                  </a:cubicBezTo>
                  <a:cubicBezTo>
                    <a:pt x="250" y="798"/>
                    <a:pt x="310" y="834"/>
                    <a:pt x="381" y="834"/>
                  </a:cubicBezTo>
                  <a:cubicBezTo>
                    <a:pt x="389" y="834"/>
                    <a:pt x="396" y="835"/>
                    <a:pt x="404" y="835"/>
                  </a:cubicBezTo>
                  <a:cubicBezTo>
                    <a:pt x="620" y="835"/>
                    <a:pt x="799" y="672"/>
                    <a:pt x="834" y="453"/>
                  </a:cubicBezTo>
                  <a:lnTo>
                    <a:pt x="834" y="417"/>
                  </a:lnTo>
                  <a:cubicBezTo>
                    <a:pt x="834" y="203"/>
                    <a:pt x="679" y="24"/>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9"/>
            <p:cNvSpPr/>
            <p:nvPr/>
          </p:nvSpPr>
          <p:spPr>
            <a:xfrm>
              <a:off x="1388550" y="4405125"/>
              <a:ext cx="20875" cy="20950"/>
            </a:xfrm>
            <a:custGeom>
              <a:rect b="b" l="l" r="r" t="t"/>
              <a:pathLst>
                <a:path extrusionOk="0" h="838" w="835">
                  <a:moveTo>
                    <a:pt x="465" y="1"/>
                  </a:moveTo>
                  <a:cubicBezTo>
                    <a:pt x="405" y="1"/>
                    <a:pt x="346" y="1"/>
                    <a:pt x="298" y="13"/>
                  </a:cubicBezTo>
                  <a:cubicBezTo>
                    <a:pt x="239" y="37"/>
                    <a:pt x="191" y="60"/>
                    <a:pt x="155" y="108"/>
                  </a:cubicBezTo>
                  <a:cubicBezTo>
                    <a:pt x="72" y="168"/>
                    <a:pt x="13" y="275"/>
                    <a:pt x="13" y="370"/>
                  </a:cubicBezTo>
                  <a:cubicBezTo>
                    <a:pt x="1" y="477"/>
                    <a:pt x="36" y="572"/>
                    <a:pt x="96" y="656"/>
                  </a:cubicBezTo>
                  <a:cubicBezTo>
                    <a:pt x="155" y="751"/>
                    <a:pt x="251" y="822"/>
                    <a:pt x="394" y="834"/>
                  </a:cubicBezTo>
                  <a:cubicBezTo>
                    <a:pt x="409" y="836"/>
                    <a:pt x="425" y="837"/>
                    <a:pt x="441" y="837"/>
                  </a:cubicBezTo>
                  <a:cubicBezTo>
                    <a:pt x="520" y="837"/>
                    <a:pt x="596" y="813"/>
                    <a:pt x="656" y="763"/>
                  </a:cubicBezTo>
                  <a:cubicBezTo>
                    <a:pt x="751" y="703"/>
                    <a:pt x="822" y="584"/>
                    <a:pt x="834" y="465"/>
                  </a:cubicBezTo>
                  <a:cubicBezTo>
                    <a:pt x="834" y="394"/>
                    <a:pt x="834" y="334"/>
                    <a:pt x="810" y="275"/>
                  </a:cubicBezTo>
                  <a:lnTo>
                    <a:pt x="810" y="251"/>
                  </a:lnTo>
                  <a:cubicBezTo>
                    <a:pt x="751" y="120"/>
                    <a:pt x="632" y="13"/>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9"/>
            <p:cNvSpPr/>
            <p:nvPr/>
          </p:nvSpPr>
          <p:spPr>
            <a:xfrm>
              <a:off x="1214725" y="4506025"/>
              <a:ext cx="20850" cy="20900"/>
            </a:xfrm>
            <a:custGeom>
              <a:rect b="b" l="l" r="r" t="t"/>
              <a:pathLst>
                <a:path extrusionOk="0" h="836" w="834">
                  <a:moveTo>
                    <a:pt x="425" y="0"/>
                  </a:moveTo>
                  <a:cubicBezTo>
                    <a:pt x="200" y="0"/>
                    <a:pt x="23" y="141"/>
                    <a:pt x="0" y="370"/>
                  </a:cubicBezTo>
                  <a:cubicBezTo>
                    <a:pt x="0" y="430"/>
                    <a:pt x="0" y="501"/>
                    <a:pt x="36" y="561"/>
                  </a:cubicBezTo>
                  <a:cubicBezTo>
                    <a:pt x="96" y="716"/>
                    <a:pt x="215" y="823"/>
                    <a:pt x="381" y="835"/>
                  </a:cubicBezTo>
                  <a:cubicBezTo>
                    <a:pt x="389" y="835"/>
                    <a:pt x="396" y="835"/>
                    <a:pt x="404" y="835"/>
                  </a:cubicBezTo>
                  <a:cubicBezTo>
                    <a:pt x="631" y="835"/>
                    <a:pt x="810" y="661"/>
                    <a:pt x="822" y="454"/>
                  </a:cubicBezTo>
                  <a:cubicBezTo>
                    <a:pt x="834" y="358"/>
                    <a:pt x="798" y="251"/>
                    <a:pt x="727" y="156"/>
                  </a:cubicBezTo>
                  <a:cubicBezTo>
                    <a:pt x="679" y="73"/>
                    <a:pt x="572" y="13"/>
                    <a:pt x="453" y="1"/>
                  </a:cubicBezTo>
                  <a:cubicBezTo>
                    <a:pt x="444" y="1"/>
                    <a:pt x="434" y="0"/>
                    <a:pt x="42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9"/>
            <p:cNvSpPr/>
            <p:nvPr/>
          </p:nvSpPr>
          <p:spPr>
            <a:xfrm>
              <a:off x="2064225" y="4565550"/>
              <a:ext cx="21175" cy="20600"/>
            </a:xfrm>
            <a:custGeom>
              <a:rect b="b" l="l" r="r" t="t"/>
              <a:pathLst>
                <a:path extrusionOk="0" h="824" w="847">
                  <a:moveTo>
                    <a:pt x="438" y="1"/>
                  </a:moveTo>
                  <a:cubicBezTo>
                    <a:pt x="213" y="1"/>
                    <a:pt x="36" y="142"/>
                    <a:pt x="13" y="370"/>
                  </a:cubicBezTo>
                  <a:cubicBezTo>
                    <a:pt x="1" y="609"/>
                    <a:pt x="144" y="799"/>
                    <a:pt x="394" y="823"/>
                  </a:cubicBezTo>
                  <a:cubicBezTo>
                    <a:pt x="402" y="823"/>
                    <a:pt x="411" y="824"/>
                    <a:pt x="419" y="824"/>
                  </a:cubicBezTo>
                  <a:cubicBezTo>
                    <a:pt x="645" y="824"/>
                    <a:pt x="823" y="671"/>
                    <a:pt x="834" y="442"/>
                  </a:cubicBezTo>
                  <a:cubicBezTo>
                    <a:pt x="846" y="204"/>
                    <a:pt x="691" y="13"/>
                    <a:pt x="465" y="1"/>
                  </a:cubicBezTo>
                  <a:cubicBezTo>
                    <a:pt x="456" y="1"/>
                    <a:pt x="447" y="1"/>
                    <a:pt x="4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9"/>
            <p:cNvSpPr/>
            <p:nvPr/>
          </p:nvSpPr>
          <p:spPr>
            <a:xfrm>
              <a:off x="3153650" y="4535800"/>
              <a:ext cx="20875" cy="20900"/>
            </a:xfrm>
            <a:custGeom>
              <a:rect b="b" l="l" r="r" t="t"/>
              <a:pathLst>
                <a:path extrusionOk="0" h="836" w="835">
                  <a:moveTo>
                    <a:pt x="406" y="1"/>
                  </a:moveTo>
                  <a:cubicBezTo>
                    <a:pt x="251" y="13"/>
                    <a:pt x="132" y="84"/>
                    <a:pt x="60" y="203"/>
                  </a:cubicBezTo>
                  <a:cubicBezTo>
                    <a:pt x="36" y="251"/>
                    <a:pt x="13" y="310"/>
                    <a:pt x="1" y="382"/>
                  </a:cubicBezTo>
                  <a:cubicBezTo>
                    <a:pt x="1" y="465"/>
                    <a:pt x="13" y="537"/>
                    <a:pt x="48" y="596"/>
                  </a:cubicBezTo>
                  <a:cubicBezTo>
                    <a:pt x="96" y="679"/>
                    <a:pt x="167" y="763"/>
                    <a:pt x="251" y="798"/>
                  </a:cubicBezTo>
                  <a:cubicBezTo>
                    <a:pt x="298" y="822"/>
                    <a:pt x="334" y="834"/>
                    <a:pt x="370" y="834"/>
                  </a:cubicBezTo>
                  <a:cubicBezTo>
                    <a:pt x="382" y="835"/>
                    <a:pt x="394" y="836"/>
                    <a:pt x="406" y="836"/>
                  </a:cubicBezTo>
                  <a:cubicBezTo>
                    <a:pt x="513" y="836"/>
                    <a:pt x="618" y="790"/>
                    <a:pt x="703" y="715"/>
                  </a:cubicBezTo>
                  <a:cubicBezTo>
                    <a:pt x="739" y="668"/>
                    <a:pt x="775" y="620"/>
                    <a:pt x="787" y="560"/>
                  </a:cubicBezTo>
                  <a:cubicBezTo>
                    <a:pt x="810" y="537"/>
                    <a:pt x="822" y="489"/>
                    <a:pt x="822" y="465"/>
                  </a:cubicBezTo>
                  <a:cubicBezTo>
                    <a:pt x="834" y="322"/>
                    <a:pt x="775" y="203"/>
                    <a:pt x="703" y="120"/>
                  </a:cubicBezTo>
                  <a:cubicBezTo>
                    <a:pt x="644" y="60"/>
                    <a:pt x="548" y="13"/>
                    <a:pt x="45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9"/>
            <p:cNvSpPr/>
            <p:nvPr/>
          </p:nvSpPr>
          <p:spPr>
            <a:xfrm>
              <a:off x="1938625" y="4462425"/>
              <a:ext cx="21450" cy="20550"/>
            </a:xfrm>
            <a:custGeom>
              <a:rect b="b" l="l" r="r" t="t"/>
              <a:pathLst>
                <a:path extrusionOk="0" h="822" w="858">
                  <a:moveTo>
                    <a:pt x="390" y="1"/>
                  </a:moveTo>
                  <a:cubicBezTo>
                    <a:pt x="293" y="1"/>
                    <a:pt x="202" y="43"/>
                    <a:pt x="143" y="102"/>
                  </a:cubicBezTo>
                  <a:cubicBezTo>
                    <a:pt x="72" y="162"/>
                    <a:pt x="24" y="269"/>
                    <a:pt x="12" y="376"/>
                  </a:cubicBezTo>
                  <a:cubicBezTo>
                    <a:pt x="0" y="602"/>
                    <a:pt x="143" y="793"/>
                    <a:pt x="358" y="816"/>
                  </a:cubicBezTo>
                  <a:lnTo>
                    <a:pt x="381" y="816"/>
                  </a:lnTo>
                  <a:cubicBezTo>
                    <a:pt x="402" y="820"/>
                    <a:pt x="423" y="822"/>
                    <a:pt x="443" y="822"/>
                  </a:cubicBezTo>
                  <a:cubicBezTo>
                    <a:pt x="632" y="822"/>
                    <a:pt x="791" y="679"/>
                    <a:pt x="834" y="507"/>
                  </a:cubicBezTo>
                  <a:cubicBezTo>
                    <a:pt x="834" y="495"/>
                    <a:pt x="846" y="471"/>
                    <a:pt x="846" y="447"/>
                  </a:cubicBezTo>
                  <a:cubicBezTo>
                    <a:pt x="858" y="209"/>
                    <a:pt x="691" y="19"/>
                    <a:pt x="453" y="7"/>
                  </a:cubicBezTo>
                  <a:cubicBezTo>
                    <a:pt x="432" y="3"/>
                    <a:pt x="411" y="1"/>
                    <a:pt x="39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9"/>
            <p:cNvSpPr/>
            <p:nvPr/>
          </p:nvSpPr>
          <p:spPr>
            <a:xfrm>
              <a:off x="2063050" y="4381300"/>
              <a:ext cx="20850" cy="20650"/>
            </a:xfrm>
            <a:custGeom>
              <a:rect b="b" l="l" r="r" t="t"/>
              <a:pathLst>
                <a:path extrusionOk="0" h="826" w="834">
                  <a:moveTo>
                    <a:pt x="437" y="1"/>
                  </a:moveTo>
                  <a:cubicBezTo>
                    <a:pt x="212" y="1"/>
                    <a:pt x="35" y="142"/>
                    <a:pt x="24" y="371"/>
                  </a:cubicBezTo>
                  <a:cubicBezTo>
                    <a:pt x="0" y="573"/>
                    <a:pt x="107" y="728"/>
                    <a:pt x="274" y="787"/>
                  </a:cubicBezTo>
                  <a:cubicBezTo>
                    <a:pt x="322" y="811"/>
                    <a:pt x="346" y="823"/>
                    <a:pt x="393" y="823"/>
                  </a:cubicBezTo>
                  <a:cubicBezTo>
                    <a:pt x="408" y="825"/>
                    <a:pt x="424" y="825"/>
                    <a:pt x="439" y="825"/>
                  </a:cubicBezTo>
                  <a:cubicBezTo>
                    <a:pt x="646" y="825"/>
                    <a:pt x="823" y="676"/>
                    <a:pt x="834" y="454"/>
                  </a:cubicBezTo>
                  <a:lnTo>
                    <a:pt x="834" y="406"/>
                  </a:lnTo>
                  <a:cubicBezTo>
                    <a:pt x="834" y="192"/>
                    <a:pt x="691" y="13"/>
                    <a:pt x="465" y="1"/>
                  </a:cubicBezTo>
                  <a:cubicBezTo>
                    <a:pt x="455" y="1"/>
                    <a:pt x="446" y="1"/>
                    <a:pt x="43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12" name="Google Shape;1212;p9"/>
          <p:cNvSpPr/>
          <p:nvPr/>
        </p:nvSpPr>
        <p:spPr>
          <a:xfrm>
            <a:off x="0" y="4845825"/>
            <a:ext cx="9144000" cy="2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9"/>
          <p:cNvSpPr txBox="1"/>
          <p:nvPr>
            <p:ph type="title"/>
          </p:nvPr>
        </p:nvSpPr>
        <p:spPr>
          <a:xfrm>
            <a:off x="925900" y="1307100"/>
            <a:ext cx="7292100" cy="2529300"/>
          </a:xfrm>
          <a:prstGeom prst="rect">
            <a:avLst/>
          </a:prstGeom>
          <a:noFill/>
          <a:ln>
            <a:noFill/>
          </a:ln>
        </p:spPr>
        <p:txBody>
          <a:bodyPr anchorCtr="0" anchor="t" bIns="91425" lIns="91425" spcFirstLastPara="1" rIns="91425" wrap="square" tIns="91425">
            <a:noAutofit/>
          </a:bodyPr>
          <a:lstStyle>
            <a:lvl1pPr lvl="0" algn="ctr">
              <a:lnSpc>
                <a:spcPct val="80000"/>
              </a:lnSpc>
              <a:spcBef>
                <a:spcPts val="0"/>
              </a:spcBef>
              <a:spcAft>
                <a:spcPts val="0"/>
              </a:spcAft>
              <a:buSzPts val="4800"/>
              <a:buNone/>
              <a:defRPr sz="100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14" name="Shape 1214"/>
        <p:cNvGrpSpPr/>
        <p:nvPr/>
      </p:nvGrpSpPr>
      <p:grpSpPr>
        <a:xfrm>
          <a:off x="0" y="0"/>
          <a:ext cx="0" cy="0"/>
          <a:chOff x="0" y="0"/>
          <a:chExt cx="0" cy="0"/>
        </a:xfrm>
      </p:grpSpPr>
      <p:grpSp>
        <p:nvGrpSpPr>
          <p:cNvPr id="1215" name="Google Shape;1215;p10"/>
          <p:cNvGrpSpPr/>
          <p:nvPr/>
        </p:nvGrpSpPr>
        <p:grpSpPr>
          <a:xfrm>
            <a:off x="5145516" y="-10"/>
            <a:ext cx="3998452" cy="1553293"/>
            <a:chOff x="874500" y="1324100"/>
            <a:chExt cx="2298225" cy="892800"/>
          </a:xfrm>
        </p:grpSpPr>
        <p:sp>
          <p:nvSpPr>
            <p:cNvPr id="1216" name="Google Shape;1216;p10"/>
            <p:cNvSpPr/>
            <p:nvPr/>
          </p:nvSpPr>
          <p:spPr>
            <a:xfrm>
              <a:off x="3108700" y="1324100"/>
              <a:ext cx="64025" cy="42300"/>
            </a:xfrm>
            <a:custGeom>
              <a:rect b="b" l="l" r="r" t="t"/>
              <a:pathLst>
                <a:path extrusionOk="0" h="1692" w="2561">
                  <a:moveTo>
                    <a:pt x="1918" y="1"/>
                  </a:moveTo>
                  <a:lnTo>
                    <a:pt x="1918" y="12"/>
                  </a:lnTo>
                  <a:lnTo>
                    <a:pt x="25" y="1334"/>
                  </a:lnTo>
                  <a:lnTo>
                    <a:pt x="1" y="1417"/>
                  </a:lnTo>
                  <a:cubicBezTo>
                    <a:pt x="72" y="1489"/>
                    <a:pt x="132" y="1572"/>
                    <a:pt x="156" y="1691"/>
                  </a:cubicBezTo>
                  <a:lnTo>
                    <a:pt x="256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10"/>
            <p:cNvSpPr/>
            <p:nvPr/>
          </p:nvSpPr>
          <p:spPr>
            <a:xfrm>
              <a:off x="3100375" y="1324400"/>
              <a:ext cx="24425" cy="35450"/>
            </a:xfrm>
            <a:custGeom>
              <a:rect b="b" l="l" r="r" t="t"/>
              <a:pathLst>
                <a:path extrusionOk="0" h="1418" w="977">
                  <a:moveTo>
                    <a:pt x="572" y="0"/>
                  </a:moveTo>
                  <a:lnTo>
                    <a:pt x="1" y="1263"/>
                  </a:lnTo>
                  <a:cubicBezTo>
                    <a:pt x="120" y="1286"/>
                    <a:pt x="239" y="1346"/>
                    <a:pt x="334" y="1417"/>
                  </a:cubicBezTo>
                  <a:lnTo>
                    <a:pt x="358" y="1346"/>
                  </a:lnTo>
                  <a:lnTo>
                    <a:pt x="977" y="12"/>
                  </a:lnTo>
                  <a:lnTo>
                    <a:pt x="572" y="12"/>
                  </a:lnTo>
                  <a:lnTo>
                    <a:pt x="5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10"/>
            <p:cNvSpPr/>
            <p:nvPr/>
          </p:nvSpPr>
          <p:spPr>
            <a:xfrm>
              <a:off x="2658050" y="1324100"/>
              <a:ext cx="77725" cy="101225"/>
            </a:xfrm>
            <a:custGeom>
              <a:rect b="b" l="l" r="r" t="t"/>
              <a:pathLst>
                <a:path extrusionOk="0" h="4049" w="3109">
                  <a:moveTo>
                    <a:pt x="2668" y="1"/>
                  </a:moveTo>
                  <a:lnTo>
                    <a:pt x="1" y="3834"/>
                  </a:lnTo>
                  <a:cubicBezTo>
                    <a:pt x="120" y="3894"/>
                    <a:pt x="227" y="3953"/>
                    <a:pt x="298" y="4049"/>
                  </a:cubicBezTo>
                  <a:lnTo>
                    <a:pt x="310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10"/>
            <p:cNvSpPr/>
            <p:nvPr/>
          </p:nvSpPr>
          <p:spPr>
            <a:xfrm>
              <a:off x="3039950" y="1324100"/>
              <a:ext cx="46750" cy="37525"/>
            </a:xfrm>
            <a:custGeom>
              <a:rect b="b" l="l" r="r" t="t"/>
              <a:pathLst>
                <a:path extrusionOk="0" h="1501" w="1870">
                  <a:moveTo>
                    <a:pt x="1" y="1"/>
                  </a:moveTo>
                  <a:lnTo>
                    <a:pt x="1" y="12"/>
                  </a:lnTo>
                  <a:lnTo>
                    <a:pt x="1144" y="1239"/>
                  </a:lnTo>
                  <a:lnTo>
                    <a:pt x="1870" y="1501"/>
                  </a:lnTo>
                  <a:lnTo>
                    <a:pt x="1870" y="1489"/>
                  </a:lnTo>
                  <a:lnTo>
                    <a:pt x="48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10"/>
            <p:cNvSpPr/>
            <p:nvPr/>
          </p:nvSpPr>
          <p:spPr>
            <a:xfrm>
              <a:off x="3095625" y="1382750"/>
              <a:ext cx="10725" cy="6125"/>
            </a:xfrm>
            <a:custGeom>
              <a:rect b="b" l="l" r="r" t="t"/>
              <a:pathLst>
                <a:path extrusionOk="0" h="245" w="429">
                  <a:moveTo>
                    <a:pt x="405" y="0"/>
                  </a:moveTo>
                  <a:lnTo>
                    <a:pt x="405" y="0"/>
                  </a:lnTo>
                  <a:cubicBezTo>
                    <a:pt x="357" y="36"/>
                    <a:pt x="298" y="48"/>
                    <a:pt x="250" y="60"/>
                  </a:cubicBezTo>
                  <a:cubicBezTo>
                    <a:pt x="214" y="72"/>
                    <a:pt x="176" y="78"/>
                    <a:pt x="134" y="78"/>
                  </a:cubicBezTo>
                  <a:cubicBezTo>
                    <a:pt x="92" y="78"/>
                    <a:pt x="48" y="72"/>
                    <a:pt x="0" y="60"/>
                  </a:cubicBezTo>
                  <a:lnTo>
                    <a:pt x="0" y="60"/>
                  </a:lnTo>
                  <a:lnTo>
                    <a:pt x="107" y="179"/>
                  </a:lnTo>
                  <a:cubicBezTo>
                    <a:pt x="139" y="224"/>
                    <a:pt x="189" y="245"/>
                    <a:pt x="239" y="245"/>
                  </a:cubicBezTo>
                  <a:cubicBezTo>
                    <a:pt x="282" y="245"/>
                    <a:pt x="324" y="230"/>
                    <a:pt x="357" y="203"/>
                  </a:cubicBezTo>
                  <a:cubicBezTo>
                    <a:pt x="417" y="155"/>
                    <a:pt x="429" y="60"/>
                    <a:pt x="40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10"/>
            <p:cNvSpPr/>
            <p:nvPr/>
          </p:nvSpPr>
          <p:spPr>
            <a:xfrm>
              <a:off x="2519350" y="1324100"/>
              <a:ext cx="119375" cy="105400"/>
            </a:xfrm>
            <a:custGeom>
              <a:rect b="b" l="l" r="r" t="t"/>
              <a:pathLst>
                <a:path extrusionOk="0" h="4216" w="4775">
                  <a:moveTo>
                    <a:pt x="1" y="1"/>
                  </a:moveTo>
                  <a:lnTo>
                    <a:pt x="4477" y="4180"/>
                  </a:lnTo>
                  <a:lnTo>
                    <a:pt x="4549" y="4215"/>
                  </a:lnTo>
                  <a:cubicBezTo>
                    <a:pt x="4608" y="4108"/>
                    <a:pt x="4692" y="4037"/>
                    <a:pt x="4775" y="3953"/>
                  </a:cubicBezTo>
                  <a:lnTo>
                    <a:pt x="5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0"/>
            <p:cNvSpPr/>
            <p:nvPr/>
          </p:nvSpPr>
          <p:spPr>
            <a:xfrm>
              <a:off x="2959575" y="1324400"/>
              <a:ext cx="127425" cy="44675"/>
            </a:xfrm>
            <a:custGeom>
              <a:rect b="b" l="l" r="r" t="t"/>
              <a:pathLst>
                <a:path extrusionOk="0" h="1787" w="5097">
                  <a:moveTo>
                    <a:pt x="1" y="0"/>
                  </a:moveTo>
                  <a:lnTo>
                    <a:pt x="4847" y="1786"/>
                  </a:lnTo>
                  <a:lnTo>
                    <a:pt x="5001" y="1763"/>
                  </a:lnTo>
                  <a:cubicBezTo>
                    <a:pt x="5013" y="1655"/>
                    <a:pt x="5037" y="1560"/>
                    <a:pt x="5097" y="1489"/>
                  </a:cubicBezTo>
                  <a:lnTo>
                    <a:pt x="4370" y="1227"/>
                  </a:lnTo>
                  <a:lnTo>
                    <a:pt x="103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10"/>
            <p:cNvSpPr/>
            <p:nvPr/>
          </p:nvSpPr>
          <p:spPr>
            <a:xfrm>
              <a:off x="2669975" y="1368450"/>
              <a:ext cx="416425" cy="72950"/>
            </a:xfrm>
            <a:custGeom>
              <a:rect b="b" l="l" r="r" t="t"/>
              <a:pathLst>
                <a:path extrusionOk="0" h="2918" w="16657">
                  <a:moveTo>
                    <a:pt x="16585" y="1"/>
                  </a:moveTo>
                  <a:lnTo>
                    <a:pt x="16419" y="24"/>
                  </a:lnTo>
                  <a:lnTo>
                    <a:pt x="0" y="2560"/>
                  </a:lnTo>
                  <a:cubicBezTo>
                    <a:pt x="12" y="2584"/>
                    <a:pt x="12" y="2620"/>
                    <a:pt x="36" y="2644"/>
                  </a:cubicBezTo>
                  <a:cubicBezTo>
                    <a:pt x="60" y="2739"/>
                    <a:pt x="60" y="2822"/>
                    <a:pt x="60" y="2918"/>
                  </a:cubicBezTo>
                  <a:lnTo>
                    <a:pt x="16657" y="358"/>
                  </a:lnTo>
                  <a:cubicBezTo>
                    <a:pt x="16621" y="310"/>
                    <a:pt x="16609" y="251"/>
                    <a:pt x="16597" y="203"/>
                  </a:cubicBezTo>
                  <a:cubicBezTo>
                    <a:pt x="16585" y="132"/>
                    <a:pt x="16585" y="72"/>
                    <a:pt x="1658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10"/>
            <p:cNvSpPr/>
            <p:nvPr/>
          </p:nvSpPr>
          <p:spPr>
            <a:xfrm>
              <a:off x="2464575" y="1378875"/>
              <a:ext cx="629275" cy="804275"/>
            </a:xfrm>
            <a:custGeom>
              <a:rect b="b" l="l" r="r" t="t"/>
              <a:pathLst>
                <a:path extrusionOk="0" h="32171" w="25171">
                  <a:moveTo>
                    <a:pt x="24885" y="0"/>
                  </a:moveTo>
                  <a:lnTo>
                    <a:pt x="1" y="31945"/>
                  </a:lnTo>
                  <a:cubicBezTo>
                    <a:pt x="108" y="31992"/>
                    <a:pt x="203" y="32064"/>
                    <a:pt x="287" y="32171"/>
                  </a:cubicBezTo>
                  <a:lnTo>
                    <a:pt x="25171" y="203"/>
                  </a:lnTo>
                  <a:cubicBezTo>
                    <a:pt x="25063" y="155"/>
                    <a:pt x="24956" y="84"/>
                    <a:pt x="2488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10"/>
            <p:cNvSpPr/>
            <p:nvPr/>
          </p:nvSpPr>
          <p:spPr>
            <a:xfrm>
              <a:off x="2489575" y="1454775"/>
              <a:ext cx="155400" cy="285775"/>
            </a:xfrm>
            <a:custGeom>
              <a:rect b="b" l="l" r="r" t="t"/>
              <a:pathLst>
                <a:path extrusionOk="0" h="11431" w="6216">
                  <a:moveTo>
                    <a:pt x="5906" y="0"/>
                  </a:moveTo>
                  <a:lnTo>
                    <a:pt x="1" y="11264"/>
                  </a:lnTo>
                  <a:cubicBezTo>
                    <a:pt x="120" y="11311"/>
                    <a:pt x="227" y="11371"/>
                    <a:pt x="322" y="11430"/>
                  </a:cubicBezTo>
                  <a:lnTo>
                    <a:pt x="6216" y="179"/>
                  </a:lnTo>
                  <a:cubicBezTo>
                    <a:pt x="6097" y="143"/>
                    <a:pt x="6002" y="84"/>
                    <a:pt x="590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10"/>
            <p:cNvSpPr/>
            <p:nvPr/>
          </p:nvSpPr>
          <p:spPr>
            <a:xfrm>
              <a:off x="2481850" y="1387200"/>
              <a:ext cx="1500" cy="2400"/>
            </a:xfrm>
            <a:custGeom>
              <a:rect b="b" l="l" r="r" t="t"/>
              <a:pathLst>
                <a:path extrusionOk="0" h="96" w="60">
                  <a:moveTo>
                    <a:pt x="0" y="1"/>
                  </a:moveTo>
                  <a:lnTo>
                    <a:pt x="0" y="96"/>
                  </a:lnTo>
                  <a:cubicBezTo>
                    <a:pt x="24" y="60"/>
                    <a:pt x="36" y="36"/>
                    <a:pt x="60" y="25"/>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10"/>
            <p:cNvSpPr/>
            <p:nvPr/>
          </p:nvSpPr>
          <p:spPr>
            <a:xfrm>
              <a:off x="2482450" y="1324400"/>
              <a:ext cx="12225" cy="56575"/>
            </a:xfrm>
            <a:custGeom>
              <a:rect b="b" l="l" r="r" t="t"/>
              <a:pathLst>
                <a:path extrusionOk="0" h="2263" w="489">
                  <a:moveTo>
                    <a:pt x="131" y="0"/>
                  </a:moveTo>
                  <a:lnTo>
                    <a:pt x="0" y="2132"/>
                  </a:lnTo>
                  <a:lnTo>
                    <a:pt x="357" y="2263"/>
                  </a:lnTo>
                  <a:lnTo>
                    <a:pt x="48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p10"/>
            <p:cNvSpPr/>
            <p:nvPr/>
          </p:nvSpPr>
          <p:spPr>
            <a:xfrm>
              <a:off x="2461300" y="1397025"/>
              <a:ext cx="28600" cy="338450"/>
            </a:xfrm>
            <a:custGeom>
              <a:rect b="b" l="l" r="r" t="t"/>
              <a:pathLst>
                <a:path extrusionOk="0" h="13538" w="1144">
                  <a:moveTo>
                    <a:pt x="799" y="1"/>
                  </a:moveTo>
                  <a:lnTo>
                    <a:pt x="1" y="13455"/>
                  </a:lnTo>
                  <a:cubicBezTo>
                    <a:pt x="1" y="13478"/>
                    <a:pt x="1" y="13514"/>
                    <a:pt x="13" y="13538"/>
                  </a:cubicBezTo>
                  <a:cubicBezTo>
                    <a:pt x="60" y="13526"/>
                    <a:pt x="84" y="13514"/>
                    <a:pt x="132" y="13514"/>
                  </a:cubicBezTo>
                  <a:lnTo>
                    <a:pt x="358" y="13467"/>
                  </a:lnTo>
                  <a:lnTo>
                    <a:pt x="1144" y="203"/>
                  </a:lnTo>
                  <a:lnTo>
                    <a:pt x="1144" y="203"/>
                  </a:lnTo>
                  <a:cubicBezTo>
                    <a:pt x="1129" y="206"/>
                    <a:pt x="1114" y="207"/>
                    <a:pt x="1098" y="207"/>
                  </a:cubicBezTo>
                  <a:cubicBezTo>
                    <a:pt x="979" y="207"/>
                    <a:pt x="851" y="127"/>
                    <a:pt x="79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10"/>
            <p:cNvSpPr/>
            <p:nvPr/>
          </p:nvSpPr>
          <p:spPr>
            <a:xfrm>
              <a:off x="2299675" y="1324400"/>
              <a:ext cx="333400" cy="114025"/>
            </a:xfrm>
            <a:custGeom>
              <a:rect b="b" l="l" r="r" t="t"/>
              <a:pathLst>
                <a:path extrusionOk="0" h="4561" w="13336">
                  <a:moveTo>
                    <a:pt x="36" y="0"/>
                  </a:moveTo>
                  <a:lnTo>
                    <a:pt x="1" y="24"/>
                  </a:lnTo>
                  <a:lnTo>
                    <a:pt x="7299" y="2513"/>
                  </a:lnTo>
                  <a:lnTo>
                    <a:pt x="7359" y="2537"/>
                  </a:lnTo>
                  <a:cubicBezTo>
                    <a:pt x="7394" y="2501"/>
                    <a:pt x="7442" y="2477"/>
                    <a:pt x="7502" y="2453"/>
                  </a:cubicBezTo>
                  <a:cubicBezTo>
                    <a:pt x="7522" y="2451"/>
                    <a:pt x="7542" y="2449"/>
                    <a:pt x="7561" y="2449"/>
                  </a:cubicBezTo>
                  <a:cubicBezTo>
                    <a:pt x="7719" y="2449"/>
                    <a:pt x="7864" y="2533"/>
                    <a:pt x="7906" y="2691"/>
                  </a:cubicBezTo>
                  <a:lnTo>
                    <a:pt x="7906" y="2727"/>
                  </a:lnTo>
                  <a:lnTo>
                    <a:pt x="13240" y="4561"/>
                  </a:lnTo>
                  <a:cubicBezTo>
                    <a:pt x="13240" y="4430"/>
                    <a:pt x="13276" y="4322"/>
                    <a:pt x="13336" y="4215"/>
                  </a:cubicBezTo>
                  <a:lnTo>
                    <a:pt x="13264" y="4180"/>
                  </a:lnTo>
                  <a:lnTo>
                    <a:pt x="7668" y="2263"/>
                  </a:lnTo>
                  <a:lnTo>
                    <a:pt x="7311" y="2144"/>
                  </a:lnTo>
                  <a:lnTo>
                    <a:pt x="106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10"/>
            <p:cNvSpPr/>
            <p:nvPr/>
          </p:nvSpPr>
          <p:spPr>
            <a:xfrm>
              <a:off x="2163950" y="1324400"/>
              <a:ext cx="136950" cy="109550"/>
            </a:xfrm>
            <a:custGeom>
              <a:rect b="b" l="l" r="r" t="t"/>
              <a:pathLst>
                <a:path extrusionOk="0" h="4382" w="5478">
                  <a:moveTo>
                    <a:pt x="4918" y="0"/>
                  </a:moveTo>
                  <a:lnTo>
                    <a:pt x="0" y="4025"/>
                  </a:lnTo>
                  <a:lnTo>
                    <a:pt x="131" y="4382"/>
                  </a:lnTo>
                  <a:lnTo>
                    <a:pt x="5454" y="12"/>
                  </a:lnTo>
                  <a:lnTo>
                    <a:pt x="547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10"/>
            <p:cNvSpPr/>
            <p:nvPr/>
          </p:nvSpPr>
          <p:spPr>
            <a:xfrm>
              <a:off x="1971375" y="1430950"/>
              <a:ext cx="188425" cy="158400"/>
            </a:xfrm>
            <a:custGeom>
              <a:rect b="b" l="l" r="r" t="t"/>
              <a:pathLst>
                <a:path extrusionOk="0" h="6336" w="7537">
                  <a:moveTo>
                    <a:pt x="7406" y="1"/>
                  </a:moveTo>
                  <a:lnTo>
                    <a:pt x="0" y="6073"/>
                  </a:lnTo>
                  <a:cubicBezTo>
                    <a:pt x="95" y="6145"/>
                    <a:pt x="179" y="6228"/>
                    <a:pt x="238" y="6335"/>
                  </a:cubicBezTo>
                  <a:lnTo>
                    <a:pt x="7537" y="358"/>
                  </a:lnTo>
                  <a:lnTo>
                    <a:pt x="740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10"/>
            <p:cNvSpPr/>
            <p:nvPr/>
          </p:nvSpPr>
          <p:spPr>
            <a:xfrm>
              <a:off x="2269925" y="1742600"/>
              <a:ext cx="5075" cy="3000"/>
            </a:xfrm>
            <a:custGeom>
              <a:rect b="b" l="l" r="r" t="t"/>
              <a:pathLst>
                <a:path extrusionOk="0" h="120" w="203">
                  <a:moveTo>
                    <a:pt x="143" y="1"/>
                  </a:moveTo>
                  <a:cubicBezTo>
                    <a:pt x="95" y="1"/>
                    <a:pt x="48" y="1"/>
                    <a:pt x="0" y="13"/>
                  </a:cubicBezTo>
                  <a:cubicBezTo>
                    <a:pt x="36" y="96"/>
                    <a:pt x="107" y="120"/>
                    <a:pt x="202" y="120"/>
                  </a:cubicBezTo>
                  <a:lnTo>
                    <a:pt x="15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10"/>
            <p:cNvSpPr/>
            <p:nvPr/>
          </p:nvSpPr>
          <p:spPr>
            <a:xfrm>
              <a:off x="2117800" y="1324100"/>
              <a:ext cx="141425" cy="365850"/>
            </a:xfrm>
            <a:custGeom>
              <a:rect b="b" l="l" r="r" t="t"/>
              <a:pathLst>
                <a:path extrusionOk="0" h="14634" w="5657">
                  <a:moveTo>
                    <a:pt x="1" y="1"/>
                  </a:moveTo>
                  <a:lnTo>
                    <a:pt x="1549" y="4275"/>
                  </a:lnTo>
                  <a:lnTo>
                    <a:pt x="1680" y="4632"/>
                  </a:lnTo>
                  <a:lnTo>
                    <a:pt x="5335" y="14633"/>
                  </a:lnTo>
                  <a:cubicBezTo>
                    <a:pt x="5430" y="14574"/>
                    <a:pt x="5537" y="14514"/>
                    <a:pt x="5656" y="14479"/>
                  </a:cubicBezTo>
                  <a:lnTo>
                    <a:pt x="1977" y="4370"/>
                  </a:lnTo>
                  <a:lnTo>
                    <a:pt x="1846" y="4013"/>
                  </a:lnTo>
                  <a:lnTo>
                    <a:pt x="3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10"/>
            <p:cNvSpPr/>
            <p:nvPr/>
          </p:nvSpPr>
          <p:spPr>
            <a:xfrm>
              <a:off x="2450600" y="1814350"/>
              <a:ext cx="27100" cy="362275"/>
            </a:xfrm>
            <a:custGeom>
              <a:rect b="b" l="l" r="r" t="t"/>
              <a:pathLst>
                <a:path extrusionOk="0" h="14491" w="1084">
                  <a:moveTo>
                    <a:pt x="726" y="0"/>
                  </a:moveTo>
                  <a:lnTo>
                    <a:pt x="0" y="14490"/>
                  </a:lnTo>
                  <a:cubicBezTo>
                    <a:pt x="12" y="14490"/>
                    <a:pt x="12" y="14490"/>
                    <a:pt x="24" y="14466"/>
                  </a:cubicBezTo>
                  <a:cubicBezTo>
                    <a:pt x="87" y="14452"/>
                    <a:pt x="154" y="14446"/>
                    <a:pt x="220" y="14446"/>
                  </a:cubicBezTo>
                  <a:cubicBezTo>
                    <a:pt x="267" y="14446"/>
                    <a:pt x="313" y="14449"/>
                    <a:pt x="357" y="14454"/>
                  </a:cubicBezTo>
                  <a:lnTo>
                    <a:pt x="1084" y="0"/>
                  </a:lnTo>
                  <a:lnTo>
                    <a:pt x="1084" y="0"/>
                  </a:lnTo>
                  <a:cubicBezTo>
                    <a:pt x="1030" y="16"/>
                    <a:pt x="976" y="23"/>
                    <a:pt x="922" y="23"/>
                  </a:cubicBezTo>
                  <a:cubicBezTo>
                    <a:pt x="857" y="23"/>
                    <a:pt x="792" y="13"/>
                    <a:pt x="7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10"/>
            <p:cNvSpPr/>
            <p:nvPr/>
          </p:nvSpPr>
          <p:spPr>
            <a:xfrm>
              <a:off x="2273475" y="1738150"/>
              <a:ext cx="176850" cy="439950"/>
            </a:xfrm>
            <a:custGeom>
              <a:rect b="b" l="l" r="r" t="t"/>
              <a:pathLst>
                <a:path extrusionOk="0" h="17598" w="7074">
                  <a:moveTo>
                    <a:pt x="334" y="0"/>
                  </a:moveTo>
                  <a:cubicBezTo>
                    <a:pt x="239" y="72"/>
                    <a:pt x="132" y="131"/>
                    <a:pt x="1" y="167"/>
                  </a:cubicBezTo>
                  <a:lnTo>
                    <a:pt x="37" y="286"/>
                  </a:lnTo>
                  <a:lnTo>
                    <a:pt x="6514" y="17097"/>
                  </a:lnTo>
                  <a:lnTo>
                    <a:pt x="6930" y="17598"/>
                  </a:lnTo>
                  <a:cubicBezTo>
                    <a:pt x="6978" y="17562"/>
                    <a:pt x="7014" y="17550"/>
                    <a:pt x="7073" y="17538"/>
                  </a:cubicBezTo>
                  <a:lnTo>
                    <a:pt x="3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10"/>
            <p:cNvSpPr/>
            <p:nvPr/>
          </p:nvSpPr>
          <p:spPr>
            <a:xfrm>
              <a:off x="2293425" y="1714325"/>
              <a:ext cx="141725" cy="60150"/>
            </a:xfrm>
            <a:custGeom>
              <a:rect b="b" l="l" r="r" t="t"/>
              <a:pathLst>
                <a:path extrusionOk="0" h="2406" w="5669">
                  <a:moveTo>
                    <a:pt x="60" y="1"/>
                  </a:moveTo>
                  <a:cubicBezTo>
                    <a:pt x="60" y="120"/>
                    <a:pt x="48" y="251"/>
                    <a:pt x="1" y="370"/>
                  </a:cubicBezTo>
                  <a:lnTo>
                    <a:pt x="5620" y="2406"/>
                  </a:lnTo>
                  <a:cubicBezTo>
                    <a:pt x="5620" y="2287"/>
                    <a:pt x="5644" y="2156"/>
                    <a:pt x="5668" y="2037"/>
                  </a:cubicBezTo>
                  <a:lnTo>
                    <a:pt x="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10"/>
            <p:cNvSpPr/>
            <p:nvPr/>
          </p:nvSpPr>
          <p:spPr>
            <a:xfrm>
              <a:off x="1976725" y="1600625"/>
              <a:ext cx="267625" cy="103300"/>
            </a:xfrm>
            <a:custGeom>
              <a:rect b="b" l="l" r="r" t="t"/>
              <a:pathLst>
                <a:path extrusionOk="0" h="4132" w="10705">
                  <a:moveTo>
                    <a:pt x="108" y="0"/>
                  </a:moveTo>
                  <a:cubicBezTo>
                    <a:pt x="108" y="120"/>
                    <a:pt x="60" y="239"/>
                    <a:pt x="0" y="334"/>
                  </a:cubicBezTo>
                  <a:lnTo>
                    <a:pt x="10490" y="4132"/>
                  </a:lnTo>
                  <a:cubicBezTo>
                    <a:pt x="10561" y="4013"/>
                    <a:pt x="10621" y="3906"/>
                    <a:pt x="10704" y="3822"/>
                  </a:cubicBezTo>
                  <a:lnTo>
                    <a:pt x="10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10"/>
            <p:cNvSpPr/>
            <p:nvPr/>
          </p:nvSpPr>
          <p:spPr>
            <a:xfrm>
              <a:off x="1969275" y="1610450"/>
              <a:ext cx="477475" cy="573900"/>
            </a:xfrm>
            <a:custGeom>
              <a:rect b="b" l="l" r="r" t="t"/>
              <a:pathLst>
                <a:path extrusionOk="0" h="22956" w="19099">
                  <a:moveTo>
                    <a:pt x="275" y="0"/>
                  </a:moveTo>
                  <a:cubicBezTo>
                    <a:pt x="203" y="108"/>
                    <a:pt x="108" y="179"/>
                    <a:pt x="1" y="262"/>
                  </a:cubicBezTo>
                  <a:lnTo>
                    <a:pt x="18825" y="22956"/>
                  </a:lnTo>
                  <a:cubicBezTo>
                    <a:pt x="18896" y="22848"/>
                    <a:pt x="18991" y="22777"/>
                    <a:pt x="19098" y="22717"/>
                  </a:cubicBezTo>
                  <a:lnTo>
                    <a:pt x="18682" y="22229"/>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10"/>
            <p:cNvSpPr/>
            <p:nvPr/>
          </p:nvSpPr>
          <p:spPr>
            <a:xfrm>
              <a:off x="1726400" y="1324400"/>
              <a:ext cx="224450" cy="261075"/>
            </a:xfrm>
            <a:custGeom>
              <a:rect b="b" l="l" r="r" t="t"/>
              <a:pathLst>
                <a:path extrusionOk="0" h="10443" w="8978">
                  <a:moveTo>
                    <a:pt x="0" y="0"/>
                  </a:moveTo>
                  <a:lnTo>
                    <a:pt x="8680" y="10442"/>
                  </a:lnTo>
                  <a:cubicBezTo>
                    <a:pt x="8763" y="10359"/>
                    <a:pt x="8870" y="10287"/>
                    <a:pt x="8978" y="10240"/>
                  </a:cubicBezTo>
                  <a:lnTo>
                    <a:pt x="47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p10"/>
            <p:cNvSpPr/>
            <p:nvPr/>
          </p:nvSpPr>
          <p:spPr>
            <a:xfrm>
              <a:off x="1592450" y="1416675"/>
              <a:ext cx="110450" cy="205100"/>
            </a:xfrm>
            <a:custGeom>
              <a:rect b="b" l="l" r="r" t="t"/>
              <a:pathLst>
                <a:path extrusionOk="0" h="8204" w="4418">
                  <a:moveTo>
                    <a:pt x="334" y="0"/>
                  </a:moveTo>
                  <a:cubicBezTo>
                    <a:pt x="239" y="60"/>
                    <a:pt x="155" y="108"/>
                    <a:pt x="48" y="131"/>
                  </a:cubicBezTo>
                  <a:cubicBezTo>
                    <a:pt x="44" y="127"/>
                    <a:pt x="39" y="126"/>
                    <a:pt x="33" y="126"/>
                  </a:cubicBezTo>
                  <a:cubicBezTo>
                    <a:pt x="22" y="126"/>
                    <a:pt x="8" y="131"/>
                    <a:pt x="0" y="131"/>
                  </a:cubicBezTo>
                  <a:lnTo>
                    <a:pt x="4108" y="8204"/>
                  </a:lnTo>
                  <a:cubicBezTo>
                    <a:pt x="4203" y="8132"/>
                    <a:pt x="4299" y="8073"/>
                    <a:pt x="4418" y="8025"/>
                  </a:cubicBezTo>
                  <a:lnTo>
                    <a:pt x="3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10"/>
            <p:cNvSpPr/>
            <p:nvPr/>
          </p:nvSpPr>
          <p:spPr>
            <a:xfrm>
              <a:off x="1346575" y="1669975"/>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10"/>
            <p:cNvSpPr/>
            <p:nvPr/>
          </p:nvSpPr>
          <p:spPr>
            <a:xfrm>
              <a:off x="1593350" y="1324400"/>
              <a:ext cx="59850" cy="58675"/>
            </a:xfrm>
            <a:custGeom>
              <a:rect b="b" l="l" r="r" t="t"/>
              <a:pathLst>
                <a:path extrusionOk="0" h="2347" w="2394">
                  <a:moveTo>
                    <a:pt x="1905" y="0"/>
                  </a:moveTo>
                  <a:lnTo>
                    <a:pt x="0" y="2191"/>
                  </a:lnTo>
                  <a:cubicBezTo>
                    <a:pt x="119" y="2215"/>
                    <a:pt x="238" y="2275"/>
                    <a:pt x="334" y="2346"/>
                  </a:cubicBezTo>
                  <a:lnTo>
                    <a:pt x="2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10"/>
            <p:cNvSpPr/>
            <p:nvPr/>
          </p:nvSpPr>
          <p:spPr>
            <a:xfrm>
              <a:off x="1345100" y="1669375"/>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10"/>
            <p:cNvSpPr/>
            <p:nvPr/>
          </p:nvSpPr>
          <p:spPr>
            <a:xfrm>
              <a:off x="1348075" y="1670575"/>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10"/>
            <p:cNvSpPr/>
            <p:nvPr/>
          </p:nvSpPr>
          <p:spPr>
            <a:xfrm>
              <a:off x="1354625" y="1406550"/>
              <a:ext cx="219700" cy="254225"/>
            </a:xfrm>
            <a:custGeom>
              <a:rect b="b" l="l" r="r" t="t"/>
              <a:pathLst>
                <a:path extrusionOk="0" h="10169" w="8788">
                  <a:moveTo>
                    <a:pt x="8573" y="1"/>
                  </a:moveTo>
                  <a:lnTo>
                    <a:pt x="215" y="9561"/>
                  </a:lnTo>
                  <a:lnTo>
                    <a:pt x="0" y="10169"/>
                  </a:lnTo>
                  <a:lnTo>
                    <a:pt x="0" y="10169"/>
                  </a:lnTo>
                  <a:lnTo>
                    <a:pt x="167" y="10157"/>
                  </a:lnTo>
                  <a:lnTo>
                    <a:pt x="8787" y="322"/>
                  </a:lnTo>
                  <a:cubicBezTo>
                    <a:pt x="8692" y="227"/>
                    <a:pt x="8620" y="120"/>
                    <a:pt x="857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p10"/>
            <p:cNvSpPr/>
            <p:nvPr/>
          </p:nvSpPr>
          <p:spPr>
            <a:xfrm>
              <a:off x="1345700" y="1669675"/>
              <a:ext cx="600" cy="325"/>
            </a:xfrm>
            <a:custGeom>
              <a:rect b="b" l="l" r="r" t="t"/>
              <a:pathLst>
                <a:path extrusionOk="0" h="13" w="24">
                  <a:moveTo>
                    <a:pt x="0" y="1"/>
                  </a:moveTo>
                  <a:cubicBezTo>
                    <a:pt x="0" y="13"/>
                    <a:pt x="24" y="13"/>
                    <a:pt x="24" y="13"/>
                  </a:cubicBezTo>
                  <a:cubicBezTo>
                    <a:pt x="24" y="1"/>
                    <a:pt x="0" y="1"/>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p10"/>
            <p:cNvSpPr/>
            <p:nvPr/>
          </p:nvSpPr>
          <p:spPr>
            <a:xfrm>
              <a:off x="1348675" y="1635750"/>
              <a:ext cx="339650" cy="34250"/>
            </a:xfrm>
            <a:custGeom>
              <a:rect b="b" l="l" r="r" t="t"/>
              <a:pathLst>
                <a:path extrusionOk="0" h="1370" w="13586">
                  <a:moveTo>
                    <a:pt x="13550" y="0"/>
                  </a:moveTo>
                  <a:lnTo>
                    <a:pt x="393" y="989"/>
                  </a:lnTo>
                  <a:lnTo>
                    <a:pt x="226" y="1001"/>
                  </a:lnTo>
                  <a:lnTo>
                    <a:pt x="131" y="1274"/>
                  </a:lnTo>
                  <a:lnTo>
                    <a:pt x="131" y="1286"/>
                  </a:lnTo>
                  <a:cubicBezTo>
                    <a:pt x="119" y="1298"/>
                    <a:pt x="119" y="1310"/>
                    <a:pt x="107" y="1334"/>
                  </a:cubicBezTo>
                  <a:lnTo>
                    <a:pt x="95" y="1346"/>
                  </a:lnTo>
                  <a:cubicBezTo>
                    <a:pt x="75" y="1356"/>
                    <a:pt x="63" y="1358"/>
                    <a:pt x="52" y="1366"/>
                  </a:cubicBezTo>
                  <a:lnTo>
                    <a:pt x="52" y="1366"/>
                  </a:lnTo>
                  <a:lnTo>
                    <a:pt x="13585" y="346"/>
                  </a:lnTo>
                  <a:cubicBezTo>
                    <a:pt x="13585" y="334"/>
                    <a:pt x="13585" y="334"/>
                    <a:pt x="13573" y="322"/>
                  </a:cubicBezTo>
                  <a:cubicBezTo>
                    <a:pt x="13550" y="227"/>
                    <a:pt x="13538" y="119"/>
                    <a:pt x="13550" y="0"/>
                  </a:cubicBezTo>
                  <a:close/>
                  <a:moveTo>
                    <a:pt x="52" y="1366"/>
                  </a:moveTo>
                  <a:lnTo>
                    <a:pt x="0" y="1370"/>
                  </a:lnTo>
                  <a:lnTo>
                    <a:pt x="48" y="1370"/>
                  </a:lnTo>
                  <a:cubicBezTo>
                    <a:pt x="49" y="1368"/>
                    <a:pt x="51" y="1367"/>
                    <a:pt x="52" y="1366"/>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10"/>
            <p:cNvSpPr/>
            <p:nvPr/>
          </p:nvSpPr>
          <p:spPr>
            <a:xfrm>
              <a:off x="1346575" y="1669975"/>
              <a:ext cx="1225" cy="625"/>
            </a:xfrm>
            <a:custGeom>
              <a:rect b="b" l="l" r="r" t="t"/>
              <a:pathLst>
                <a:path extrusionOk="0" h="25" w="49">
                  <a:moveTo>
                    <a:pt x="49" y="24"/>
                  </a:moveTo>
                  <a:cubicBezTo>
                    <a:pt x="25" y="24"/>
                    <a:pt x="13" y="24"/>
                    <a:pt x="1" y="1"/>
                  </a:cubicBezTo>
                  <a:cubicBezTo>
                    <a:pt x="13" y="24"/>
                    <a:pt x="25" y="24"/>
                    <a:pt x="49"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10"/>
            <p:cNvSpPr/>
            <p:nvPr/>
          </p:nvSpPr>
          <p:spPr>
            <a:xfrm>
              <a:off x="1346575" y="1669975"/>
              <a:ext cx="25" cy="25"/>
            </a:xfrm>
            <a:custGeom>
              <a:rect b="b" l="l" r="r" t="t"/>
              <a:pathLst>
                <a:path extrusionOk="0" h="1" w="1">
                  <a:moveTo>
                    <a:pt x="1" y="1"/>
                  </a:moveTo>
                  <a:lnTo>
                    <a:pt x="1" y="1"/>
                  </a:ln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10"/>
            <p:cNvSpPr/>
            <p:nvPr/>
          </p:nvSpPr>
          <p:spPr>
            <a:xfrm>
              <a:off x="1345100" y="1669375"/>
              <a:ext cx="325" cy="325"/>
            </a:xfrm>
            <a:custGeom>
              <a:rect b="b" l="l" r="r" t="t"/>
              <a:pathLst>
                <a:path extrusionOk="0" h="13" w="13">
                  <a:moveTo>
                    <a:pt x="0" y="1"/>
                  </a:moveTo>
                  <a:lnTo>
                    <a:pt x="0" y="1"/>
                  </a:lnTo>
                  <a:lnTo>
                    <a:pt x="12" y="1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10"/>
            <p:cNvSpPr/>
            <p:nvPr/>
          </p:nvSpPr>
          <p:spPr>
            <a:xfrm>
              <a:off x="1349275" y="1670125"/>
              <a:ext cx="300" cy="475"/>
            </a:xfrm>
            <a:custGeom>
              <a:rect b="b" l="l" r="r" t="t"/>
              <a:pathLst>
                <a:path extrusionOk="0" h="19" w="12">
                  <a:moveTo>
                    <a:pt x="10" y="1"/>
                  </a:moveTo>
                  <a:cubicBezTo>
                    <a:pt x="9" y="1"/>
                    <a:pt x="6" y="7"/>
                    <a:pt x="0" y="18"/>
                  </a:cubicBezTo>
                  <a:lnTo>
                    <a:pt x="12" y="18"/>
                  </a:lnTo>
                  <a:cubicBezTo>
                    <a:pt x="12" y="7"/>
                    <a:pt x="12" y="1"/>
                    <a:pt x="1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10"/>
            <p:cNvSpPr/>
            <p:nvPr/>
          </p:nvSpPr>
          <p:spPr>
            <a:xfrm>
              <a:off x="1351050" y="1669075"/>
              <a:ext cx="325" cy="325"/>
            </a:xfrm>
            <a:custGeom>
              <a:rect b="b" l="l" r="r" t="t"/>
              <a:pathLst>
                <a:path extrusionOk="0" h="13" w="13">
                  <a:moveTo>
                    <a:pt x="0" y="13"/>
                  </a:moveTo>
                  <a:lnTo>
                    <a:pt x="0" y="13"/>
                  </a:lnTo>
                  <a:lnTo>
                    <a:pt x="1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10"/>
            <p:cNvSpPr/>
            <p:nvPr/>
          </p:nvSpPr>
          <p:spPr>
            <a:xfrm>
              <a:off x="992675" y="1324400"/>
              <a:ext cx="353050" cy="345000"/>
            </a:xfrm>
            <a:custGeom>
              <a:rect b="b" l="l" r="r" t="t"/>
              <a:pathLst>
                <a:path extrusionOk="0" h="13800" w="14122">
                  <a:moveTo>
                    <a:pt x="0" y="0"/>
                  </a:moveTo>
                  <a:lnTo>
                    <a:pt x="14085" y="13800"/>
                  </a:lnTo>
                  <a:cubicBezTo>
                    <a:pt x="14038" y="13752"/>
                    <a:pt x="14026" y="13681"/>
                    <a:pt x="14038" y="13609"/>
                  </a:cubicBezTo>
                  <a:lnTo>
                    <a:pt x="14121" y="13335"/>
                  </a:lnTo>
                  <a:lnTo>
                    <a:pt x="5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10"/>
            <p:cNvSpPr/>
            <p:nvPr/>
          </p:nvSpPr>
          <p:spPr>
            <a:xfrm>
              <a:off x="1346275" y="1669975"/>
              <a:ext cx="325" cy="25"/>
            </a:xfrm>
            <a:custGeom>
              <a:rect b="b" l="l" r="r" t="t"/>
              <a:pathLst>
                <a:path extrusionOk="0" h="1" w="13">
                  <a:moveTo>
                    <a:pt x="1" y="1"/>
                  </a:moveTo>
                  <a:lnTo>
                    <a:pt x="1" y="1"/>
                  </a:lnTo>
                  <a:lnTo>
                    <a:pt x="1" y="1"/>
                  </a:lnTo>
                  <a:cubicBezTo>
                    <a:pt x="13" y="1"/>
                    <a:pt x="13" y="1"/>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10"/>
            <p:cNvSpPr/>
            <p:nvPr/>
          </p:nvSpPr>
          <p:spPr>
            <a:xfrm>
              <a:off x="1348075" y="1670575"/>
              <a:ext cx="25" cy="25"/>
            </a:xfrm>
            <a:custGeom>
              <a:rect b="b" l="l" r="r" t="t"/>
              <a:pathLst>
                <a:path extrusionOk="0" h="1" w="1">
                  <a:moveTo>
                    <a:pt x="0" y="0"/>
                  </a:moveTo>
                  <a:lnTo>
                    <a:pt x="0" y="0"/>
                  </a:ln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10"/>
            <p:cNvSpPr/>
            <p:nvPr/>
          </p:nvSpPr>
          <p:spPr>
            <a:xfrm>
              <a:off x="1351050" y="1669375"/>
              <a:ext cx="25" cy="25"/>
            </a:xfrm>
            <a:custGeom>
              <a:rect b="b" l="l" r="r" t="t"/>
              <a:pathLst>
                <a:path extrusionOk="0" h="1" w="1">
                  <a:moveTo>
                    <a:pt x="0" y="1"/>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10"/>
            <p:cNvSpPr/>
            <p:nvPr/>
          </p:nvSpPr>
          <p:spPr>
            <a:xfrm>
              <a:off x="1351950" y="1667600"/>
              <a:ext cx="25" cy="325"/>
            </a:xfrm>
            <a:custGeom>
              <a:rect b="b" l="l" r="r" t="t"/>
              <a:pathLst>
                <a:path extrusionOk="0" h="13" w="1">
                  <a:moveTo>
                    <a:pt x="0" y="0"/>
                  </a:moveTo>
                  <a:cubicBezTo>
                    <a:pt x="0" y="0"/>
                    <a:pt x="0" y="12"/>
                    <a:pt x="0" y="0"/>
                  </a:cubicBezTo>
                  <a:cubicBezTo>
                    <a:pt x="0" y="12"/>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10"/>
            <p:cNvSpPr/>
            <p:nvPr/>
          </p:nvSpPr>
          <p:spPr>
            <a:xfrm>
              <a:off x="1343300" y="1324400"/>
              <a:ext cx="127425" cy="346500"/>
            </a:xfrm>
            <a:custGeom>
              <a:rect b="b" l="l" r="r" t="t"/>
              <a:pathLst>
                <a:path extrusionOk="0" h="13860" w="5097">
                  <a:moveTo>
                    <a:pt x="4716" y="0"/>
                  </a:moveTo>
                  <a:lnTo>
                    <a:pt x="120" y="13335"/>
                  </a:lnTo>
                  <a:lnTo>
                    <a:pt x="25" y="13609"/>
                  </a:lnTo>
                  <a:cubicBezTo>
                    <a:pt x="1" y="13681"/>
                    <a:pt x="25" y="13752"/>
                    <a:pt x="72" y="13800"/>
                  </a:cubicBezTo>
                  <a:lnTo>
                    <a:pt x="84" y="13812"/>
                  </a:lnTo>
                  <a:cubicBezTo>
                    <a:pt x="84" y="13812"/>
                    <a:pt x="96" y="13812"/>
                    <a:pt x="96" y="13824"/>
                  </a:cubicBezTo>
                  <a:cubicBezTo>
                    <a:pt x="96" y="13824"/>
                    <a:pt x="120" y="13824"/>
                    <a:pt x="120" y="13847"/>
                  </a:cubicBezTo>
                  <a:lnTo>
                    <a:pt x="132" y="13847"/>
                  </a:lnTo>
                  <a:cubicBezTo>
                    <a:pt x="144" y="13847"/>
                    <a:pt x="156" y="13859"/>
                    <a:pt x="180" y="13859"/>
                  </a:cubicBezTo>
                  <a:cubicBezTo>
                    <a:pt x="180" y="13847"/>
                    <a:pt x="180" y="13847"/>
                    <a:pt x="191" y="13847"/>
                  </a:cubicBezTo>
                  <a:lnTo>
                    <a:pt x="251" y="13847"/>
                  </a:lnTo>
                  <a:cubicBezTo>
                    <a:pt x="263" y="13847"/>
                    <a:pt x="275" y="13824"/>
                    <a:pt x="299" y="13812"/>
                  </a:cubicBezTo>
                  <a:lnTo>
                    <a:pt x="310" y="13800"/>
                  </a:lnTo>
                  <a:cubicBezTo>
                    <a:pt x="322" y="13788"/>
                    <a:pt x="322" y="13764"/>
                    <a:pt x="334" y="13752"/>
                  </a:cubicBezTo>
                  <a:lnTo>
                    <a:pt x="334" y="13740"/>
                  </a:lnTo>
                  <a:lnTo>
                    <a:pt x="430" y="13466"/>
                  </a:lnTo>
                  <a:lnTo>
                    <a:pt x="632" y="12847"/>
                  </a:lnTo>
                  <a:lnTo>
                    <a:pt x="509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10"/>
            <p:cNvSpPr/>
            <p:nvPr/>
          </p:nvSpPr>
          <p:spPr>
            <a:xfrm>
              <a:off x="2236875" y="1685475"/>
              <a:ext cx="58075" cy="57750"/>
            </a:xfrm>
            <a:custGeom>
              <a:rect b="b" l="l" r="r" t="t"/>
              <a:pathLst>
                <a:path extrusionOk="0" h="2310" w="2323">
                  <a:moveTo>
                    <a:pt x="1174" y="0"/>
                  </a:moveTo>
                  <a:cubicBezTo>
                    <a:pt x="1081" y="0"/>
                    <a:pt x="987" y="12"/>
                    <a:pt x="893" y="35"/>
                  </a:cubicBezTo>
                  <a:cubicBezTo>
                    <a:pt x="774" y="71"/>
                    <a:pt x="655" y="119"/>
                    <a:pt x="572" y="190"/>
                  </a:cubicBezTo>
                  <a:cubicBezTo>
                    <a:pt x="465" y="250"/>
                    <a:pt x="370" y="333"/>
                    <a:pt x="298" y="428"/>
                  </a:cubicBezTo>
                  <a:cubicBezTo>
                    <a:pt x="227" y="512"/>
                    <a:pt x="155" y="631"/>
                    <a:pt x="108" y="738"/>
                  </a:cubicBezTo>
                  <a:cubicBezTo>
                    <a:pt x="12" y="964"/>
                    <a:pt x="0" y="1202"/>
                    <a:pt x="60" y="1440"/>
                  </a:cubicBezTo>
                  <a:cubicBezTo>
                    <a:pt x="200" y="1948"/>
                    <a:pt x="665" y="2309"/>
                    <a:pt x="1168" y="2309"/>
                  </a:cubicBezTo>
                  <a:cubicBezTo>
                    <a:pt x="1219" y="2309"/>
                    <a:pt x="1270" y="2305"/>
                    <a:pt x="1322" y="2298"/>
                  </a:cubicBezTo>
                  <a:cubicBezTo>
                    <a:pt x="1370" y="2298"/>
                    <a:pt x="1417" y="2286"/>
                    <a:pt x="1465" y="2274"/>
                  </a:cubicBezTo>
                  <a:lnTo>
                    <a:pt x="1477" y="2274"/>
                  </a:lnTo>
                  <a:cubicBezTo>
                    <a:pt x="1596" y="2238"/>
                    <a:pt x="1715" y="2202"/>
                    <a:pt x="1798" y="2119"/>
                  </a:cubicBezTo>
                  <a:cubicBezTo>
                    <a:pt x="2025" y="1976"/>
                    <a:pt x="2191" y="1762"/>
                    <a:pt x="2263" y="1512"/>
                  </a:cubicBezTo>
                  <a:cubicBezTo>
                    <a:pt x="2310" y="1393"/>
                    <a:pt x="2322" y="1274"/>
                    <a:pt x="2322" y="1143"/>
                  </a:cubicBezTo>
                  <a:cubicBezTo>
                    <a:pt x="2322" y="1071"/>
                    <a:pt x="2310" y="964"/>
                    <a:pt x="2298" y="869"/>
                  </a:cubicBezTo>
                  <a:cubicBezTo>
                    <a:pt x="2157" y="345"/>
                    <a:pt x="1684" y="0"/>
                    <a:pt x="117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10"/>
            <p:cNvSpPr/>
            <p:nvPr/>
          </p:nvSpPr>
          <p:spPr>
            <a:xfrm>
              <a:off x="2434225" y="1733500"/>
              <a:ext cx="85450" cy="81450"/>
            </a:xfrm>
            <a:custGeom>
              <a:rect b="b" l="l" r="r" t="t"/>
              <a:pathLst>
                <a:path extrusionOk="0" h="3258" w="3418">
                  <a:moveTo>
                    <a:pt x="1610" y="0"/>
                  </a:moveTo>
                  <a:cubicBezTo>
                    <a:pt x="1558" y="0"/>
                    <a:pt x="1505" y="3"/>
                    <a:pt x="1453" y="8"/>
                  </a:cubicBezTo>
                  <a:cubicBezTo>
                    <a:pt x="1381" y="19"/>
                    <a:pt x="1310" y="19"/>
                    <a:pt x="1227" y="55"/>
                  </a:cubicBezTo>
                  <a:cubicBezTo>
                    <a:pt x="1191" y="67"/>
                    <a:pt x="1155" y="79"/>
                    <a:pt x="1108" y="79"/>
                  </a:cubicBezTo>
                  <a:cubicBezTo>
                    <a:pt x="560" y="281"/>
                    <a:pt x="179" y="722"/>
                    <a:pt x="36" y="1258"/>
                  </a:cubicBezTo>
                  <a:cubicBezTo>
                    <a:pt x="12" y="1377"/>
                    <a:pt x="0" y="1496"/>
                    <a:pt x="0" y="1627"/>
                  </a:cubicBezTo>
                  <a:cubicBezTo>
                    <a:pt x="0" y="1770"/>
                    <a:pt x="12" y="1901"/>
                    <a:pt x="36" y="2032"/>
                  </a:cubicBezTo>
                  <a:cubicBezTo>
                    <a:pt x="203" y="2686"/>
                    <a:pt x="750" y="3151"/>
                    <a:pt x="1381" y="3234"/>
                  </a:cubicBezTo>
                  <a:cubicBezTo>
                    <a:pt x="1501" y="3258"/>
                    <a:pt x="1620" y="3258"/>
                    <a:pt x="1739" y="3258"/>
                  </a:cubicBezTo>
                  <a:cubicBezTo>
                    <a:pt x="1822" y="3258"/>
                    <a:pt x="1929" y="3234"/>
                    <a:pt x="2012" y="3210"/>
                  </a:cubicBezTo>
                  <a:cubicBezTo>
                    <a:pt x="2882" y="2984"/>
                    <a:pt x="3417" y="2091"/>
                    <a:pt x="3191" y="1210"/>
                  </a:cubicBezTo>
                  <a:cubicBezTo>
                    <a:pt x="3084" y="817"/>
                    <a:pt x="2834" y="484"/>
                    <a:pt x="2524" y="281"/>
                  </a:cubicBezTo>
                  <a:cubicBezTo>
                    <a:pt x="2417" y="198"/>
                    <a:pt x="2310" y="162"/>
                    <a:pt x="2191" y="115"/>
                  </a:cubicBezTo>
                  <a:cubicBezTo>
                    <a:pt x="2020" y="39"/>
                    <a:pt x="1818" y="0"/>
                    <a:pt x="161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10"/>
            <p:cNvSpPr/>
            <p:nvPr/>
          </p:nvSpPr>
          <p:spPr>
            <a:xfrm>
              <a:off x="2630075" y="1418625"/>
              <a:ext cx="41100" cy="40925"/>
            </a:xfrm>
            <a:custGeom>
              <a:rect b="b" l="l" r="r" t="t"/>
              <a:pathLst>
                <a:path extrusionOk="0" h="1637" w="1644">
                  <a:moveTo>
                    <a:pt x="848" y="0"/>
                  </a:moveTo>
                  <a:cubicBezTo>
                    <a:pt x="779" y="0"/>
                    <a:pt x="706" y="10"/>
                    <a:pt x="632" y="30"/>
                  </a:cubicBezTo>
                  <a:cubicBezTo>
                    <a:pt x="525" y="53"/>
                    <a:pt x="417" y="101"/>
                    <a:pt x="334" y="161"/>
                  </a:cubicBezTo>
                  <a:cubicBezTo>
                    <a:pt x="239" y="232"/>
                    <a:pt x="167" y="315"/>
                    <a:pt x="108" y="411"/>
                  </a:cubicBezTo>
                  <a:cubicBezTo>
                    <a:pt x="48" y="518"/>
                    <a:pt x="24" y="637"/>
                    <a:pt x="1" y="756"/>
                  </a:cubicBezTo>
                  <a:cubicBezTo>
                    <a:pt x="1" y="851"/>
                    <a:pt x="1" y="923"/>
                    <a:pt x="36" y="1006"/>
                  </a:cubicBezTo>
                  <a:cubicBezTo>
                    <a:pt x="84" y="1173"/>
                    <a:pt x="155" y="1327"/>
                    <a:pt x="274" y="1423"/>
                  </a:cubicBezTo>
                  <a:cubicBezTo>
                    <a:pt x="358" y="1506"/>
                    <a:pt x="465" y="1577"/>
                    <a:pt x="584" y="1601"/>
                  </a:cubicBezTo>
                  <a:cubicBezTo>
                    <a:pt x="650" y="1625"/>
                    <a:pt x="721" y="1637"/>
                    <a:pt x="794" y="1637"/>
                  </a:cubicBezTo>
                  <a:cubicBezTo>
                    <a:pt x="867" y="1637"/>
                    <a:pt x="941" y="1625"/>
                    <a:pt x="1013" y="1601"/>
                  </a:cubicBezTo>
                  <a:cubicBezTo>
                    <a:pt x="1358" y="1530"/>
                    <a:pt x="1596" y="1232"/>
                    <a:pt x="1632" y="887"/>
                  </a:cubicBezTo>
                  <a:cubicBezTo>
                    <a:pt x="1644" y="803"/>
                    <a:pt x="1632" y="708"/>
                    <a:pt x="1596" y="625"/>
                  </a:cubicBezTo>
                  <a:cubicBezTo>
                    <a:pt x="1584" y="589"/>
                    <a:pt x="1584" y="565"/>
                    <a:pt x="1572" y="530"/>
                  </a:cubicBezTo>
                  <a:cubicBezTo>
                    <a:pt x="1548" y="446"/>
                    <a:pt x="1489" y="351"/>
                    <a:pt x="1417" y="268"/>
                  </a:cubicBezTo>
                  <a:cubicBezTo>
                    <a:pt x="1322" y="172"/>
                    <a:pt x="1227" y="101"/>
                    <a:pt x="1120" y="53"/>
                  </a:cubicBezTo>
                  <a:cubicBezTo>
                    <a:pt x="1037" y="19"/>
                    <a:pt x="945" y="0"/>
                    <a:pt x="84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10"/>
            <p:cNvSpPr/>
            <p:nvPr/>
          </p:nvSpPr>
          <p:spPr>
            <a:xfrm>
              <a:off x="2338375" y="1395450"/>
              <a:ext cx="32475" cy="28775"/>
            </a:xfrm>
            <a:custGeom>
              <a:rect b="b" l="l" r="r" t="t"/>
              <a:pathLst>
                <a:path extrusionOk="0" h="1151" w="1299">
                  <a:moveTo>
                    <a:pt x="645" y="0"/>
                  </a:moveTo>
                  <a:cubicBezTo>
                    <a:pt x="601" y="0"/>
                    <a:pt x="557" y="5"/>
                    <a:pt x="512" y="16"/>
                  </a:cubicBezTo>
                  <a:cubicBezTo>
                    <a:pt x="191" y="87"/>
                    <a:pt x="1" y="421"/>
                    <a:pt x="96" y="718"/>
                  </a:cubicBezTo>
                  <a:cubicBezTo>
                    <a:pt x="157" y="982"/>
                    <a:pt x="399" y="1151"/>
                    <a:pt x="653" y="1151"/>
                  </a:cubicBezTo>
                  <a:cubicBezTo>
                    <a:pt x="698" y="1151"/>
                    <a:pt x="742" y="1146"/>
                    <a:pt x="786" y="1135"/>
                  </a:cubicBezTo>
                  <a:cubicBezTo>
                    <a:pt x="1108" y="1064"/>
                    <a:pt x="1298" y="730"/>
                    <a:pt x="1203" y="433"/>
                  </a:cubicBezTo>
                  <a:cubicBezTo>
                    <a:pt x="1132" y="169"/>
                    <a:pt x="897" y="0"/>
                    <a:pt x="64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10"/>
            <p:cNvSpPr/>
            <p:nvPr/>
          </p:nvSpPr>
          <p:spPr>
            <a:xfrm>
              <a:off x="3084300" y="1355525"/>
              <a:ext cx="30375" cy="29150"/>
            </a:xfrm>
            <a:custGeom>
              <a:rect b="b" l="l" r="r" t="t"/>
              <a:pathLst>
                <a:path extrusionOk="0" h="1166" w="1215">
                  <a:moveTo>
                    <a:pt x="581" y="1"/>
                  </a:moveTo>
                  <a:cubicBezTo>
                    <a:pt x="531" y="1"/>
                    <a:pt x="483" y="9"/>
                    <a:pt x="441" y="18"/>
                  </a:cubicBezTo>
                  <a:cubicBezTo>
                    <a:pt x="310" y="53"/>
                    <a:pt x="191" y="137"/>
                    <a:pt x="108" y="244"/>
                  </a:cubicBezTo>
                  <a:lnTo>
                    <a:pt x="108" y="256"/>
                  </a:lnTo>
                  <a:cubicBezTo>
                    <a:pt x="48" y="339"/>
                    <a:pt x="24" y="434"/>
                    <a:pt x="1" y="530"/>
                  </a:cubicBezTo>
                  <a:cubicBezTo>
                    <a:pt x="1" y="589"/>
                    <a:pt x="1" y="660"/>
                    <a:pt x="24" y="732"/>
                  </a:cubicBezTo>
                  <a:cubicBezTo>
                    <a:pt x="36" y="791"/>
                    <a:pt x="48" y="839"/>
                    <a:pt x="84" y="887"/>
                  </a:cubicBezTo>
                  <a:cubicBezTo>
                    <a:pt x="96" y="899"/>
                    <a:pt x="96" y="911"/>
                    <a:pt x="108" y="934"/>
                  </a:cubicBezTo>
                  <a:cubicBezTo>
                    <a:pt x="191" y="1030"/>
                    <a:pt x="286" y="1113"/>
                    <a:pt x="405" y="1137"/>
                  </a:cubicBezTo>
                  <a:cubicBezTo>
                    <a:pt x="429" y="1137"/>
                    <a:pt x="453" y="1149"/>
                    <a:pt x="465" y="1149"/>
                  </a:cubicBezTo>
                  <a:cubicBezTo>
                    <a:pt x="508" y="1159"/>
                    <a:pt x="546" y="1165"/>
                    <a:pt x="583" y="1165"/>
                  </a:cubicBezTo>
                  <a:cubicBezTo>
                    <a:pt x="629" y="1165"/>
                    <a:pt x="674" y="1156"/>
                    <a:pt x="727" y="1137"/>
                  </a:cubicBezTo>
                  <a:cubicBezTo>
                    <a:pt x="786" y="1125"/>
                    <a:pt x="822" y="1113"/>
                    <a:pt x="870" y="1077"/>
                  </a:cubicBezTo>
                  <a:cubicBezTo>
                    <a:pt x="1096" y="946"/>
                    <a:pt x="1215" y="696"/>
                    <a:pt x="1132" y="434"/>
                  </a:cubicBezTo>
                  <a:cubicBezTo>
                    <a:pt x="1108" y="339"/>
                    <a:pt x="1048" y="232"/>
                    <a:pt x="977" y="160"/>
                  </a:cubicBezTo>
                  <a:cubicBezTo>
                    <a:pt x="882" y="77"/>
                    <a:pt x="763" y="18"/>
                    <a:pt x="644" y="6"/>
                  </a:cubicBezTo>
                  <a:cubicBezTo>
                    <a:pt x="623" y="2"/>
                    <a:pt x="602" y="1"/>
                    <a:pt x="5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10"/>
            <p:cNvSpPr/>
            <p:nvPr/>
          </p:nvSpPr>
          <p:spPr>
            <a:xfrm>
              <a:off x="1937425" y="1579200"/>
              <a:ext cx="42300" cy="40575"/>
            </a:xfrm>
            <a:custGeom>
              <a:rect b="b" l="l" r="r" t="t"/>
              <a:pathLst>
                <a:path extrusionOk="0" h="1623" w="1692">
                  <a:moveTo>
                    <a:pt x="863" y="1"/>
                  </a:moveTo>
                  <a:cubicBezTo>
                    <a:pt x="799" y="1"/>
                    <a:pt x="734" y="8"/>
                    <a:pt x="668" y="24"/>
                  </a:cubicBezTo>
                  <a:lnTo>
                    <a:pt x="537" y="60"/>
                  </a:lnTo>
                  <a:cubicBezTo>
                    <a:pt x="418" y="107"/>
                    <a:pt x="322" y="179"/>
                    <a:pt x="239" y="274"/>
                  </a:cubicBezTo>
                  <a:cubicBezTo>
                    <a:pt x="72" y="465"/>
                    <a:pt x="1" y="738"/>
                    <a:pt x="72" y="1000"/>
                  </a:cubicBezTo>
                  <a:cubicBezTo>
                    <a:pt x="163" y="1363"/>
                    <a:pt x="492" y="1623"/>
                    <a:pt x="857" y="1623"/>
                  </a:cubicBezTo>
                  <a:cubicBezTo>
                    <a:pt x="924" y="1623"/>
                    <a:pt x="992" y="1614"/>
                    <a:pt x="1060" y="1596"/>
                  </a:cubicBezTo>
                  <a:cubicBezTo>
                    <a:pt x="1132" y="1584"/>
                    <a:pt x="1203" y="1548"/>
                    <a:pt x="1263" y="1524"/>
                  </a:cubicBezTo>
                  <a:cubicBezTo>
                    <a:pt x="1382" y="1453"/>
                    <a:pt x="1477" y="1358"/>
                    <a:pt x="1549" y="1250"/>
                  </a:cubicBezTo>
                  <a:cubicBezTo>
                    <a:pt x="1561" y="1238"/>
                    <a:pt x="1572" y="1215"/>
                    <a:pt x="1596" y="1191"/>
                  </a:cubicBezTo>
                  <a:cubicBezTo>
                    <a:pt x="1656" y="1096"/>
                    <a:pt x="1680" y="977"/>
                    <a:pt x="1691" y="857"/>
                  </a:cubicBezTo>
                  <a:cubicBezTo>
                    <a:pt x="1691" y="762"/>
                    <a:pt x="1691" y="691"/>
                    <a:pt x="1668" y="596"/>
                  </a:cubicBezTo>
                  <a:cubicBezTo>
                    <a:pt x="1656" y="536"/>
                    <a:pt x="1620" y="476"/>
                    <a:pt x="1596" y="417"/>
                  </a:cubicBezTo>
                  <a:cubicBezTo>
                    <a:pt x="1537" y="322"/>
                    <a:pt x="1453" y="215"/>
                    <a:pt x="1358" y="155"/>
                  </a:cubicBezTo>
                  <a:cubicBezTo>
                    <a:pt x="1209" y="59"/>
                    <a:pt x="1041" y="1"/>
                    <a:pt x="8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10"/>
            <p:cNvSpPr/>
            <p:nvPr/>
          </p:nvSpPr>
          <p:spPr>
            <a:xfrm>
              <a:off x="2435125" y="2175825"/>
              <a:ext cx="44075" cy="41075"/>
            </a:xfrm>
            <a:custGeom>
              <a:rect b="b" l="l" r="r" t="t"/>
              <a:pathLst>
                <a:path extrusionOk="0" h="1643" w="1763">
                  <a:moveTo>
                    <a:pt x="867" y="0"/>
                  </a:moveTo>
                  <a:cubicBezTo>
                    <a:pt x="796" y="0"/>
                    <a:pt x="723" y="8"/>
                    <a:pt x="655" y="31"/>
                  </a:cubicBezTo>
                  <a:cubicBezTo>
                    <a:pt x="643" y="31"/>
                    <a:pt x="643" y="31"/>
                    <a:pt x="631" y="43"/>
                  </a:cubicBezTo>
                  <a:cubicBezTo>
                    <a:pt x="583" y="55"/>
                    <a:pt x="524" y="67"/>
                    <a:pt x="476" y="102"/>
                  </a:cubicBezTo>
                  <a:cubicBezTo>
                    <a:pt x="369" y="162"/>
                    <a:pt x="274" y="233"/>
                    <a:pt x="191" y="341"/>
                  </a:cubicBezTo>
                  <a:cubicBezTo>
                    <a:pt x="60" y="531"/>
                    <a:pt x="0" y="769"/>
                    <a:pt x="60" y="1019"/>
                  </a:cubicBezTo>
                  <a:cubicBezTo>
                    <a:pt x="150" y="1390"/>
                    <a:pt x="484" y="1642"/>
                    <a:pt x="843" y="1642"/>
                  </a:cubicBezTo>
                  <a:cubicBezTo>
                    <a:pt x="911" y="1642"/>
                    <a:pt x="980" y="1633"/>
                    <a:pt x="1048" y="1615"/>
                  </a:cubicBezTo>
                  <a:cubicBezTo>
                    <a:pt x="1476" y="1519"/>
                    <a:pt x="1762" y="1067"/>
                    <a:pt x="1643" y="638"/>
                  </a:cubicBezTo>
                  <a:cubicBezTo>
                    <a:pt x="1607" y="519"/>
                    <a:pt x="1548" y="400"/>
                    <a:pt x="1476" y="305"/>
                  </a:cubicBezTo>
                  <a:cubicBezTo>
                    <a:pt x="1381" y="210"/>
                    <a:pt x="1298" y="126"/>
                    <a:pt x="1179" y="67"/>
                  </a:cubicBezTo>
                  <a:cubicBezTo>
                    <a:pt x="1119" y="43"/>
                    <a:pt x="1048" y="31"/>
                    <a:pt x="988" y="7"/>
                  </a:cubicBezTo>
                  <a:cubicBezTo>
                    <a:pt x="949" y="3"/>
                    <a:pt x="908" y="0"/>
                    <a:pt x="8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10"/>
            <p:cNvSpPr/>
            <p:nvPr/>
          </p:nvSpPr>
          <p:spPr>
            <a:xfrm>
              <a:off x="874500" y="1324400"/>
              <a:ext cx="61050" cy="39475"/>
            </a:xfrm>
            <a:custGeom>
              <a:rect b="b" l="l" r="r" t="t"/>
              <a:pathLst>
                <a:path extrusionOk="0" h="1579" w="2442">
                  <a:moveTo>
                    <a:pt x="120" y="0"/>
                  </a:moveTo>
                  <a:cubicBezTo>
                    <a:pt x="12" y="215"/>
                    <a:pt x="1" y="465"/>
                    <a:pt x="60" y="715"/>
                  </a:cubicBezTo>
                  <a:cubicBezTo>
                    <a:pt x="182" y="1234"/>
                    <a:pt x="670" y="1579"/>
                    <a:pt x="1188" y="1579"/>
                  </a:cubicBezTo>
                  <a:cubicBezTo>
                    <a:pt x="1276" y="1579"/>
                    <a:pt x="1365" y="1569"/>
                    <a:pt x="1453" y="1548"/>
                  </a:cubicBezTo>
                  <a:cubicBezTo>
                    <a:pt x="2060" y="1394"/>
                    <a:pt x="2441" y="762"/>
                    <a:pt x="2287" y="143"/>
                  </a:cubicBezTo>
                  <a:cubicBezTo>
                    <a:pt x="2275" y="108"/>
                    <a:pt x="2263" y="48"/>
                    <a:pt x="223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10"/>
            <p:cNvSpPr/>
            <p:nvPr/>
          </p:nvSpPr>
          <p:spPr>
            <a:xfrm>
              <a:off x="1687100" y="1615750"/>
              <a:ext cx="48250" cy="45975"/>
            </a:xfrm>
            <a:custGeom>
              <a:rect b="b" l="l" r="r" t="t"/>
              <a:pathLst>
                <a:path extrusionOk="0" h="1839" w="1930">
                  <a:moveTo>
                    <a:pt x="912" y="0"/>
                  </a:moveTo>
                  <a:cubicBezTo>
                    <a:pt x="839" y="0"/>
                    <a:pt x="765" y="9"/>
                    <a:pt x="691" y="26"/>
                  </a:cubicBezTo>
                  <a:cubicBezTo>
                    <a:pt x="679" y="26"/>
                    <a:pt x="655" y="50"/>
                    <a:pt x="632" y="50"/>
                  </a:cubicBezTo>
                  <a:cubicBezTo>
                    <a:pt x="513" y="86"/>
                    <a:pt x="417" y="146"/>
                    <a:pt x="322" y="229"/>
                  </a:cubicBezTo>
                  <a:cubicBezTo>
                    <a:pt x="155" y="372"/>
                    <a:pt x="36" y="586"/>
                    <a:pt x="13" y="800"/>
                  </a:cubicBezTo>
                  <a:cubicBezTo>
                    <a:pt x="1" y="908"/>
                    <a:pt x="1" y="1027"/>
                    <a:pt x="24" y="1146"/>
                  </a:cubicBezTo>
                  <a:cubicBezTo>
                    <a:pt x="24" y="1158"/>
                    <a:pt x="24" y="1158"/>
                    <a:pt x="36" y="1181"/>
                  </a:cubicBezTo>
                  <a:cubicBezTo>
                    <a:pt x="158" y="1566"/>
                    <a:pt x="529" y="1839"/>
                    <a:pt x="930" y="1839"/>
                  </a:cubicBezTo>
                  <a:cubicBezTo>
                    <a:pt x="1001" y="1839"/>
                    <a:pt x="1072" y="1830"/>
                    <a:pt x="1144" y="1812"/>
                  </a:cubicBezTo>
                  <a:cubicBezTo>
                    <a:pt x="1620" y="1693"/>
                    <a:pt x="1929" y="1193"/>
                    <a:pt x="1810" y="705"/>
                  </a:cubicBezTo>
                  <a:cubicBezTo>
                    <a:pt x="1699" y="279"/>
                    <a:pt x="1328" y="0"/>
                    <a:pt x="91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10"/>
            <p:cNvSpPr/>
            <p:nvPr/>
          </p:nvSpPr>
          <p:spPr>
            <a:xfrm>
              <a:off x="2480650" y="1385525"/>
              <a:ext cx="17900" cy="16475"/>
            </a:xfrm>
            <a:custGeom>
              <a:rect b="b" l="l" r="r" t="t"/>
              <a:pathLst>
                <a:path extrusionOk="0" h="659" w="716">
                  <a:moveTo>
                    <a:pt x="365" y="1"/>
                  </a:moveTo>
                  <a:cubicBezTo>
                    <a:pt x="342" y="1"/>
                    <a:pt x="320" y="3"/>
                    <a:pt x="298" y="8"/>
                  </a:cubicBezTo>
                  <a:cubicBezTo>
                    <a:pt x="239" y="32"/>
                    <a:pt x="191" y="56"/>
                    <a:pt x="144" y="92"/>
                  </a:cubicBezTo>
                  <a:cubicBezTo>
                    <a:pt x="84" y="103"/>
                    <a:pt x="72" y="127"/>
                    <a:pt x="60" y="163"/>
                  </a:cubicBezTo>
                  <a:cubicBezTo>
                    <a:pt x="13" y="234"/>
                    <a:pt x="1" y="330"/>
                    <a:pt x="25" y="413"/>
                  </a:cubicBezTo>
                  <a:cubicBezTo>
                    <a:pt x="25" y="425"/>
                    <a:pt x="48" y="437"/>
                    <a:pt x="48" y="461"/>
                  </a:cubicBezTo>
                  <a:cubicBezTo>
                    <a:pt x="99" y="573"/>
                    <a:pt x="203" y="659"/>
                    <a:pt x="336" y="659"/>
                  </a:cubicBezTo>
                  <a:cubicBezTo>
                    <a:pt x="358" y="659"/>
                    <a:pt x="382" y="656"/>
                    <a:pt x="406" y="651"/>
                  </a:cubicBezTo>
                  <a:lnTo>
                    <a:pt x="441" y="651"/>
                  </a:lnTo>
                  <a:cubicBezTo>
                    <a:pt x="620" y="603"/>
                    <a:pt x="715" y="449"/>
                    <a:pt x="703" y="282"/>
                  </a:cubicBezTo>
                  <a:lnTo>
                    <a:pt x="703" y="246"/>
                  </a:lnTo>
                  <a:cubicBezTo>
                    <a:pt x="652" y="93"/>
                    <a:pt x="504" y="1"/>
                    <a:pt x="3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10"/>
            <p:cNvSpPr/>
            <p:nvPr/>
          </p:nvSpPr>
          <p:spPr>
            <a:xfrm>
              <a:off x="1565650" y="1378450"/>
              <a:ext cx="45875" cy="41525"/>
            </a:xfrm>
            <a:custGeom>
              <a:rect b="b" l="l" r="r" t="t"/>
              <a:pathLst>
                <a:path extrusionOk="0" h="1661" w="1835">
                  <a:moveTo>
                    <a:pt x="929" y="1"/>
                  </a:moveTo>
                  <a:cubicBezTo>
                    <a:pt x="856" y="1"/>
                    <a:pt x="787" y="10"/>
                    <a:pt x="715" y="29"/>
                  </a:cubicBezTo>
                  <a:cubicBezTo>
                    <a:pt x="275" y="124"/>
                    <a:pt x="1" y="589"/>
                    <a:pt x="120" y="1041"/>
                  </a:cubicBezTo>
                  <a:cubicBezTo>
                    <a:pt x="120" y="1065"/>
                    <a:pt x="132" y="1089"/>
                    <a:pt x="156" y="1113"/>
                  </a:cubicBezTo>
                  <a:cubicBezTo>
                    <a:pt x="191" y="1232"/>
                    <a:pt x="275" y="1351"/>
                    <a:pt x="358" y="1422"/>
                  </a:cubicBezTo>
                  <a:cubicBezTo>
                    <a:pt x="516" y="1570"/>
                    <a:pt x="730" y="1661"/>
                    <a:pt x="948" y="1661"/>
                  </a:cubicBezTo>
                  <a:cubicBezTo>
                    <a:pt x="993" y="1661"/>
                    <a:pt x="1039" y="1657"/>
                    <a:pt x="1084" y="1648"/>
                  </a:cubicBezTo>
                  <a:cubicBezTo>
                    <a:pt x="1108" y="1648"/>
                    <a:pt x="1120" y="1648"/>
                    <a:pt x="1144" y="1637"/>
                  </a:cubicBezTo>
                  <a:cubicBezTo>
                    <a:pt x="1251" y="1601"/>
                    <a:pt x="1334" y="1565"/>
                    <a:pt x="1430" y="1506"/>
                  </a:cubicBezTo>
                  <a:cubicBezTo>
                    <a:pt x="1692" y="1303"/>
                    <a:pt x="1834" y="970"/>
                    <a:pt x="1751" y="625"/>
                  </a:cubicBezTo>
                  <a:cubicBezTo>
                    <a:pt x="1715" y="422"/>
                    <a:pt x="1608" y="279"/>
                    <a:pt x="1453" y="172"/>
                  </a:cubicBezTo>
                  <a:cubicBezTo>
                    <a:pt x="1358" y="101"/>
                    <a:pt x="1239" y="41"/>
                    <a:pt x="1120" y="17"/>
                  </a:cubicBezTo>
                  <a:cubicBezTo>
                    <a:pt x="1050" y="7"/>
                    <a:pt x="988" y="1"/>
                    <a:pt x="92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70" name="Google Shape;1270;p10"/>
          <p:cNvGrpSpPr/>
          <p:nvPr/>
        </p:nvGrpSpPr>
        <p:grpSpPr>
          <a:xfrm flipH="1">
            <a:off x="70" y="2509549"/>
            <a:ext cx="3663378" cy="2633776"/>
            <a:chOff x="-66598" y="5832282"/>
            <a:chExt cx="2812790" cy="2022248"/>
          </a:xfrm>
        </p:grpSpPr>
        <p:sp>
          <p:nvSpPr>
            <p:cNvPr id="1271" name="Google Shape;1271;p10"/>
            <p:cNvSpPr/>
            <p:nvPr/>
          </p:nvSpPr>
          <p:spPr>
            <a:xfrm>
              <a:off x="328475" y="7378484"/>
              <a:ext cx="465911" cy="321630"/>
            </a:xfrm>
            <a:custGeom>
              <a:rect b="b" l="l" r="r" t="t"/>
              <a:pathLst>
                <a:path extrusionOk="0" h="5680" w="8228">
                  <a:moveTo>
                    <a:pt x="8109" y="1"/>
                  </a:moveTo>
                  <a:lnTo>
                    <a:pt x="1" y="5537"/>
                  </a:lnTo>
                  <a:lnTo>
                    <a:pt x="310" y="5680"/>
                  </a:lnTo>
                  <a:lnTo>
                    <a:pt x="8204" y="274"/>
                  </a:lnTo>
                  <a:lnTo>
                    <a:pt x="8228" y="215"/>
                  </a:lnTo>
                  <a:cubicBezTo>
                    <a:pt x="8168" y="155"/>
                    <a:pt x="8121" y="84"/>
                    <a:pt x="810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10"/>
            <p:cNvSpPr/>
            <p:nvPr/>
          </p:nvSpPr>
          <p:spPr>
            <a:xfrm>
              <a:off x="89800" y="7701417"/>
              <a:ext cx="239411" cy="152435"/>
            </a:xfrm>
            <a:custGeom>
              <a:rect b="b" l="l" r="r" t="t"/>
              <a:pathLst>
                <a:path extrusionOk="0" h="2692" w="4228">
                  <a:moveTo>
                    <a:pt x="3918" y="1"/>
                  </a:moveTo>
                  <a:lnTo>
                    <a:pt x="1" y="2691"/>
                  </a:lnTo>
                  <a:lnTo>
                    <a:pt x="525" y="2691"/>
                  </a:lnTo>
                  <a:lnTo>
                    <a:pt x="4227" y="155"/>
                  </a:lnTo>
                  <a:lnTo>
                    <a:pt x="391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10"/>
            <p:cNvSpPr/>
            <p:nvPr/>
          </p:nvSpPr>
          <p:spPr>
            <a:xfrm>
              <a:off x="-35568" y="7531542"/>
              <a:ext cx="118007" cy="322310"/>
            </a:xfrm>
            <a:custGeom>
              <a:rect b="b" l="l" r="r" t="t"/>
              <a:pathLst>
                <a:path extrusionOk="0" h="5692" w="2084">
                  <a:moveTo>
                    <a:pt x="0" y="0"/>
                  </a:moveTo>
                  <a:lnTo>
                    <a:pt x="0" y="0"/>
                  </a:lnTo>
                  <a:cubicBezTo>
                    <a:pt x="0" y="23"/>
                    <a:pt x="6" y="46"/>
                    <a:pt x="21" y="67"/>
                  </a:cubicBezTo>
                  <a:lnTo>
                    <a:pt x="21" y="67"/>
                  </a:lnTo>
                  <a:lnTo>
                    <a:pt x="0" y="0"/>
                  </a:lnTo>
                  <a:close/>
                  <a:moveTo>
                    <a:pt x="21" y="67"/>
                  </a:moveTo>
                  <a:lnTo>
                    <a:pt x="1774" y="5691"/>
                  </a:lnTo>
                  <a:lnTo>
                    <a:pt x="2084" y="5691"/>
                  </a:lnTo>
                  <a:lnTo>
                    <a:pt x="405" y="274"/>
                  </a:lnTo>
                  <a:lnTo>
                    <a:pt x="107" y="119"/>
                  </a:lnTo>
                  <a:cubicBezTo>
                    <a:pt x="64" y="107"/>
                    <a:pt x="37" y="88"/>
                    <a:pt x="21" y="67"/>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10"/>
            <p:cNvSpPr/>
            <p:nvPr/>
          </p:nvSpPr>
          <p:spPr>
            <a:xfrm>
              <a:off x="575246" y="7832220"/>
              <a:ext cx="24292" cy="21631"/>
            </a:xfrm>
            <a:custGeom>
              <a:rect b="b" l="l" r="r" t="t"/>
              <a:pathLst>
                <a:path extrusionOk="0" h="382" w="429">
                  <a:moveTo>
                    <a:pt x="167" y="0"/>
                  </a:moveTo>
                  <a:lnTo>
                    <a:pt x="0" y="381"/>
                  </a:lnTo>
                  <a:lnTo>
                    <a:pt x="334" y="381"/>
                  </a:lnTo>
                  <a:lnTo>
                    <a:pt x="429" y="143"/>
                  </a:lnTo>
                  <a:lnTo>
                    <a:pt x="16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10"/>
            <p:cNvSpPr/>
            <p:nvPr/>
          </p:nvSpPr>
          <p:spPr>
            <a:xfrm>
              <a:off x="599482" y="7389923"/>
              <a:ext cx="210418" cy="434257"/>
            </a:xfrm>
            <a:custGeom>
              <a:rect b="b" l="l" r="r" t="t"/>
              <a:pathLst>
                <a:path extrusionOk="0" h="7669" w="3716">
                  <a:moveTo>
                    <a:pt x="3442" y="1"/>
                  </a:moveTo>
                  <a:lnTo>
                    <a:pt x="3418" y="72"/>
                  </a:lnTo>
                  <a:lnTo>
                    <a:pt x="84" y="7121"/>
                  </a:lnTo>
                  <a:cubicBezTo>
                    <a:pt x="144" y="7145"/>
                    <a:pt x="168" y="7204"/>
                    <a:pt x="179" y="7276"/>
                  </a:cubicBezTo>
                  <a:cubicBezTo>
                    <a:pt x="215" y="7430"/>
                    <a:pt x="144" y="7561"/>
                    <a:pt x="1" y="7609"/>
                  </a:cubicBezTo>
                  <a:lnTo>
                    <a:pt x="144" y="7669"/>
                  </a:lnTo>
                  <a:lnTo>
                    <a:pt x="3716" y="132"/>
                  </a:lnTo>
                  <a:cubicBezTo>
                    <a:pt x="3608" y="120"/>
                    <a:pt x="3513" y="72"/>
                    <a:pt x="3442"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10"/>
            <p:cNvSpPr/>
            <p:nvPr/>
          </p:nvSpPr>
          <p:spPr>
            <a:xfrm>
              <a:off x="1393704" y="7282052"/>
              <a:ext cx="232672" cy="310192"/>
            </a:xfrm>
            <a:custGeom>
              <a:rect b="b" l="l" r="r" t="t"/>
              <a:pathLst>
                <a:path extrusionOk="0" h="5478" w="4109">
                  <a:moveTo>
                    <a:pt x="3858" y="1"/>
                  </a:moveTo>
                  <a:lnTo>
                    <a:pt x="0" y="5371"/>
                  </a:lnTo>
                  <a:lnTo>
                    <a:pt x="131" y="5418"/>
                  </a:lnTo>
                  <a:cubicBezTo>
                    <a:pt x="179" y="5418"/>
                    <a:pt x="203" y="5430"/>
                    <a:pt x="239" y="5466"/>
                  </a:cubicBezTo>
                  <a:lnTo>
                    <a:pt x="298" y="5478"/>
                  </a:lnTo>
                  <a:lnTo>
                    <a:pt x="4108" y="168"/>
                  </a:lnTo>
                  <a:cubicBezTo>
                    <a:pt x="4013" y="132"/>
                    <a:pt x="3930" y="72"/>
                    <a:pt x="3858"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10"/>
            <p:cNvSpPr/>
            <p:nvPr/>
          </p:nvSpPr>
          <p:spPr>
            <a:xfrm>
              <a:off x="1235267" y="7601643"/>
              <a:ext cx="156455" cy="219818"/>
            </a:xfrm>
            <a:custGeom>
              <a:rect b="b" l="l" r="r" t="t"/>
              <a:pathLst>
                <a:path extrusionOk="0" h="3882" w="2763">
                  <a:moveTo>
                    <a:pt x="2620" y="1"/>
                  </a:moveTo>
                  <a:lnTo>
                    <a:pt x="0" y="3656"/>
                  </a:lnTo>
                  <a:lnTo>
                    <a:pt x="203" y="3882"/>
                  </a:lnTo>
                  <a:lnTo>
                    <a:pt x="2763" y="310"/>
                  </a:lnTo>
                  <a:cubicBezTo>
                    <a:pt x="2691" y="262"/>
                    <a:pt x="2644" y="191"/>
                    <a:pt x="2620" y="120"/>
                  </a:cubicBezTo>
                  <a:cubicBezTo>
                    <a:pt x="2608" y="72"/>
                    <a:pt x="2608" y="24"/>
                    <a:pt x="262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10"/>
            <p:cNvSpPr/>
            <p:nvPr/>
          </p:nvSpPr>
          <p:spPr>
            <a:xfrm>
              <a:off x="1202878" y="7822085"/>
              <a:ext cx="33805" cy="31767"/>
            </a:xfrm>
            <a:custGeom>
              <a:rect b="b" l="l" r="r" t="t"/>
              <a:pathLst>
                <a:path extrusionOk="0" h="561" w="597">
                  <a:moveTo>
                    <a:pt x="394" y="1"/>
                  </a:moveTo>
                  <a:lnTo>
                    <a:pt x="1" y="560"/>
                  </a:lnTo>
                  <a:lnTo>
                    <a:pt x="358" y="560"/>
                  </a:lnTo>
                  <a:lnTo>
                    <a:pt x="596" y="227"/>
                  </a:lnTo>
                  <a:lnTo>
                    <a:pt x="3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10"/>
            <p:cNvSpPr/>
            <p:nvPr/>
          </p:nvSpPr>
          <p:spPr>
            <a:xfrm>
              <a:off x="-34888" y="7524803"/>
              <a:ext cx="703226" cy="329727"/>
            </a:xfrm>
            <a:custGeom>
              <a:rect b="b" l="l" r="r" t="t"/>
              <a:pathLst>
                <a:path extrusionOk="0" h="5823" w="12419">
                  <a:moveTo>
                    <a:pt x="286" y="0"/>
                  </a:moveTo>
                  <a:cubicBezTo>
                    <a:pt x="226" y="48"/>
                    <a:pt x="167" y="95"/>
                    <a:pt x="95" y="107"/>
                  </a:cubicBezTo>
                  <a:cubicBezTo>
                    <a:pt x="60" y="107"/>
                    <a:pt x="36" y="119"/>
                    <a:pt x="0" y="119"/>
                  </a:cubicBezTo>
                  <a:cubicBezTo>
                    <a:pt x="0" y="167"/>
                    <a:pt x="36" y="226"/>
                    <a:pt x="95" y="238"/>
                  </a:cubicBezTo>
                  <a:lnTo>
                    <a:pt x="393" y="393"/>
                  </a:lnTo>
                  <a:lnTo>
                    <a:pt x="6132" y="3143"/>
                  </a:lnTo>
                  <a:lnTo>
                    <a:pt x="6441" y="3286"/>
                  </a:lnTo>
                  <a:lnTo>
                    <a:pt x="10966" y="5453"/>
                  </a:lnTo>
                  <a:lnTo>
                    <a:pt x="11240" y="5584"/>
                  </a:lnTo>
                  <a:lnTo>
                    <a:pt x="11728" y="5822"/>
                  </a:lnTo>
                  <a:lnTo>
                    <a:pt x="12418" y="5822"/>
                  </a:lnTo>
                  <a:lnTo>
                    <a:pt x="11359" y="5310"/>
                  </a:lnTo>
                  <a:lnTo>
                    <a:pt x="11228" y="5251"/>
                  </a:lnTo>
                  <a:cubicBezTo>
                    <a:pt x="11192" y="5239"/>
                    <a:pt x="11192" y="5239"/>
                    <a:pt x="11180" y="5239"/>
                  </a:cubicBezTo>
                  <a:cubicBezTo>
                    <a:pt x="11150" y="5249"/>
                    <a:pt x="11121" y="5254"/>
                    <a:pt x="11093" y="5254"/>
                  </a:cubicBezTo>
                  <a:cubicBezTo>
                    <a:pt x="10987" y="5254"/>
                    <a:pt x="10899" y="5185"/>
                    <a:pt x="10871" y="5072"/>
                  </a:cubicBezTo>
                  <a:lnTo>
                    <a:pt x="7692" y="3560"/>
                  </a:lnTo>
                  <a:cubicBezTo>
                    <a:pt x="7668" y="3572"/>
                    <a:pt x="7656" y="3584"/>
                    <a:pt x="7620" y="3584"/>
                  </a:cubicBezTo>
                  <a:cubicBezTo>
                    <a:pt x="7593" y="3593"/>
                    <a:pt x="7566" y="3597"/>
                    <a:pt x="7539" y="3597"/>
                  </a:cubicBezTo>
                  <a:cubicBezTo>
                    <a:pt x="7424" y="3597"/>
                    <a:pt x="7318" y="3517"/>
                    <a:pt x="7299" y="3382"/>
                  </a:cubicBezTo>
                  <a:lnTo>
                    <a:pt x="7299" y="3346"/>
                  </a:lnTo>
                  <a:lnTo>
                    <a:pt x="6727" y="3084"/>
                  </a:lnTo>
                  <a:lnTo>
                    <a:pt x="6418" y="2929"/>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10"/>
            <p:cNvSpPr/>
            <p:nvPr/>
          </p:nvSpPr>
          <p:spPr>
            <a:xfrm>
              <a:off x="798405" y="7337431"/>
              <a:ext cx="20272" cy="11438"/>
            </a:xfrm>
            <a:custGeom>
              <a:rect b="b" l="l" r="r" t="t"/>
              <a:pathLst>
                <a:path extrusionOk="0" h="202" w="358">
                  <a:moveTo>
                    <a:pt x="160" y="1"/>
                  </a:moveTo>
                  <a:cubicBezTo>
                    <a:pt x="124" y="1"/>
                    <a:pt x="88" y="13"/>
                    <a:pt x="60" y="35"/>
                  </a:cubicBezTo>
                  <a:cubicBezTo>
                    <a:pt x="24" y="83"/>
                    <a:pt x="0" y="142"/>
                    <a:pt x="24" y="202"/>
                  </a:cubicBezTo>
                  <a:cubicBezTo>
                    <a:pt x="60" y="178"/>
                    <a:pt x="95" y="154"/>
                    <a:pt x="143" y="154"/>
                  </a:cubicBezTo>
                  <a:cubicBezTo>
                    <a:pt x="192" y="140"/>
                    <a:pt x="233" y="134"/>
                    <a:pt x="272" y="134"/>
                  </a:cubicBezTo>
                  <a:cubicBezTo>
                    <a:pt x="300" y="134"/>
                    <a:pt x="328" y="137"/>
                    <a:pt x="357" y="142"/>
                  </a:cubicBezTo>
                  <a:lnTo>
                    <a:pt x="274" y="47"/>
                  </a:lnTo>
                  <a:cubicBezTo>
                    <a:pt x="243" y="15"/>
                    <a:pt x="201" y="1"/>
                    <a:pt x="16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10"/>
            <p:cNvSpPr/>
            <p:nvPr/>
          </p:nvSpPr>
          <p:spPr>
            <a:xfrm>
              <a:off x="834815" y="7387261"/>
              <a:ext cx="442298" cy="466590"/>
            </a:xfrm>
            <a:custGeom>
              <a:rect b="b" l="l" r="r" t="t"/>
              <a:pathLst>
                <a:path extrusionOk="0" h="8240" w="7811">
                  <a:moveTo>
                    <a:pt x="0" y="0"/>
                  </a:moveTo>
                  <a:lnTo>
                    <a:pt x="0" y="24"/>
                  </a:lnTo>
                  <a:lnTo>
                    <a:pt x="6906" y="7680"/>
                  </a:lnTo>
                  <a:lnTo>
                    <a:pt x="7120" y="7906"/>
                  </a:lnTo>
                  <a:lnTo>
                    <a:pt x="7418" y="8239"/>
                  </a:lnTo>
                  <a:lnTo>
                    <a:pt x="7811" y="8239"/>
                  </a:lnTo>
                  <a:lnTo>
                    <a:pt x="7299" y="7668"/>
                  </a:lnTo>
                  <a:lnTo>
                    <a:pt x="7084" y="7442"/>
                  </a:lnTo>
                  <a:lnTo>
                    <a:pt x="595" y="227"/>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10"/>
            <p:cNvSpPr/>
            <p:nvPr/>
          </p:nvSpPr>
          <p:spPr>
            <a:xfrm>
              <a:off x="1934416" y="7528144"/>
              <a:ext cx="287938" cy="286579"/>
            </a:xfrm>
            <a:custGeom>
              <a:rect b="b" l="l" r="r" t="t"/>
              <a:pathLst>
                <a:path extrusionOk="0" h="5061" w="5085">
                  <a:moveTo>
                    <a:pt x="36" y="1"/>
                  </a:moveTo>
                  <a:lnTo>
                    <a:pt x="0" y="382"/>
                  </a:lnTo>
                  <a:lnTo>
                    <a:pt x="4870" y="5061"/>
                  </a:lnTo>
                  <a:cubicBezTo>
                    <a:pt x="4918" y="4989"/>
                    <a:pt x="4989" y="4918"/>
                    <a:pt x="5084" y="4858"/>
                  </a:cubicBezTo>
                  <a:lnTo>
                    <a:pt x="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10"/>
            <p:cNvSpPr/>
            <p:nvPr/>
          </p:nvSpPr>
          <p:spPr>
            <a:xfrm>
              <a:off x="1662729" y="7275993"/>
              <a:ext cx="258267" cy="259626"/>
            </a:xfrm>
            <a:custGeom>
              <a:rect b="b" l="l" r="r" t="t"/>
              <a:pathLst>
                <a:path extrusionOk="0" h="4585" w="4561">
                  <a:moveTo>
                    <a:pt x="179" y="1"/>
                  </a:moveTo>
                  <a:cubicBezTo>
                    <a:pt x="131" y="72"/>
                    <a:pt x="71" y="156"/>
                    <a:pt x="0" y="215"/>
                  </a:cubicBezTo>
                  <a:lnTo>
                    <a:pt x="4536" y="4585"/>
                  </a:lnTo>
                  <a:lnTo>
                    <a:pt x="4560" y="4204"/>
                  </a:lnTo>
                  <a:lnTo>
                    <a:pt x="238" y="37"/>
                  </a:lnTo>
                  <a:lnTo>
                    <a:pt x="17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10"/>
            <p:cNvSpPr/>
            <p:nvPr/>
          </p:nvSpPr>
          <p:spPr>
            <a:xfrm>
              <a:off x="1407181" y="7591508"/>
              <a:ext cx="482105" cy="202321"/>
            </a:xfrm>
            <a:custGeom>
              <a:rect b="b" l="l" r="r" t="t"/>
              <a:pathLst>
                <a:path extrusionOk="0" h="3573" w="8514">
                  <a:moveTo>
                    <a:pt x="1" y="1"/>
                  </a:moveTo>
                  <a:lnTo>
                    <a:pt x="1" y="1"/>
                  </a:lnTo>
                  <a:cubicBezTo>
                    <a:pt x="60" y="25"/>
                    <a:pt x="108" y="84"/>
                    <a:pt x="120" y="156"/>
                  </a:cubicBezTo>
                  <a:cubicBezTo>
                    <a:pt x="132" y="215"/>
                    <a:pt x="120" y="299"/>
                    <a:pt x="108" y="358"/>
                  </a:cubicBezTo>
                  <a:lnTo>
                    <a:pt x="4549" y="2085"/>
                  </a:lnTo>
                  <a:cubicBezTo>
                    <a:pt x="4584" y="2025"/>
                    <a:pt x="4644" y="1965"/>
                    <a:pt x="4727" y="1954"/>
                  </a:cubicBezTo>
                  <a:cubicBezTo>
                    <a:pt x="4753" y="1948"/>
                    <a:pt x="4779" y="1945"/>
                    <a:pt x="4804" y="1945"/>
                  </a:cubicBezTo>
                  <a:cubicBezTo>
                    <a:pt x="4927" y="1945"/>
                    <a:pt x="5031" y="2017"/>
                    <a:pt x="5061" y="2156"/>
                  </a:cubicBezTo>
                  <a:cubicBezTo>
                    <a:pt x="5073" y="2204"/>
                    <a:pt x="5073" y="2251"/>
                    <a:pt x="5061" y="2275"/>
                  </a:cubicBezTo>
                  <a:lnTo>
                    <a:pt x="8418" y="3573"/>
                  </a:lnTo>
                  <a:cubicBezTo>
                    <a:pt x="8418" y="3466"/>
                    <a:pt x="8454" y="3382"/>
                    <a:pt x="8514" y="3287"/>
                  </a:cubicBezTo>
                  <a:lnTo>
                    <a:pt x="60" y="13"/>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10"/>
            <p:cNvSpPr/>
            <p:nvPr/>
          </p:nvSpPr>
          <p:spPr>
            <a:xfrm>
              <a:off x="834815" y="7373784"/>
              <a:ext cx="567043" cy="225877"/>
            </a:xfrm>
            <a:custGeom>
              <a:rect b="b" l="l" r="r" t="t"/>
              <a:pathLst>
                <a:path extrusionOk="0" h="3989" w="10014">
                  <a:moveTo>
                    <a:pt x="214" y="0"/>
                  </a:moveTo>
                  <a:lnTo>
                    <a:pt x="95" y="24"/>
                  </a:lnTo>
                  <a:cubicBezTo>
                    <a:pt x="72" y="95"/>
                    <a:pt x="48" y="167"/>
                    <a:pt x="0" y="238"/>
                  </a:cubicBezTo>
                  <a:lnTo>
                    <a:pt x="595" y="465"/>
                  </a:lnTo>
                  <a:lnTo>
                    <a:pt x="9704" y="3989"/>
                  </a:lnTo>
                  <a:cubicBezTo>
                    <a:pt x="9739" y="3905"/>
                    <a:pt x="9799" y="3834"/>
                    <a:pt x="9894" y="3798"/>
                  </a:cubicBezTo>
                  <a:cubicBezTo>
                    <a:pt x="9918" y="3792"/>
                    <a:pt x="9939" y="3789"/>
                    <a:pt x="9958" y="3789"/>
                  </a:cubicBezTo>
                  <a:cubicBezTo>
                    <a:pt x="9978" y="3789"/>
                    <a:pt x="9995" y="3792"/>
                    <a:pt x="10013" y="3798"/>
                  </a:cubicBezTo>
                  <a:lnTo>
                    <a:pt x="9882" y="3751"/>
                  </a:lnTo>
                  <a:lnTo>
                    <a:pt x="21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10"/>
            <p:cNvSpPr/>
            <p:nvPr/>
          </p:nvSpPr>
          <p:spPr>
            <a:xfrm>
              <a:off x="836797" y="7252437"/>
              <a:ext cx="767325" cy="121404"/>
            </a:xfrm>
            <a:custGeom>
              <a:rect b="b" l="l" r="r" t="t"/>
              <a:pathLst>
                <a:path extrusionOk="0" h="2144" w="13551">
                  <a:moveTo>
                    <a:pt x="13526" y="0"/>
                  </a:moveTo>
                  <a:lnTo>
                    <a:pt x="1" y="1869"/>
                  </a:lnTo>
                  <a:cubicBezTo>
                    <a:pt x="13" y="1905"/>
                    <a:pt x="37" y="1941"/>
                    <a:pt x="37" y="1988"/>
                  </a:cubicBezTo>
                  <a:cubicBezTo>
                    <a:pt x="60" y="2048"/>
                    <a:pt x="60" y="2084"/>
                    <a:pt x="60" y="2143"/>
                  </a:cubicBezTo>
                  <a:lnTo>
                    <a:pt x="179" y="2131"/>
                  </a:lnTo>
                  <a:lnTo>
                    <a:pt x="13550" y="298"/>
                  </a:lnTo>
                  <a:cubicBezTo>
                    <a:pt x="13538" y="274"/>
                    <a:pt x="13538" y="262"/>
                    <a:pt x="13538" y="226"/>
                  </a:cubicBezTo>
                  <a:cubicBezTo>
                    <a:pt x="13526" y="155"/>
                    <a:pt x="13514" y="83"/>
                    <a:pt x="135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10"/>
            <p:cNvSpPr/>
            <p:nvPr/>
          </p:nvSpPr>
          <p:spPr>
            <a:xfrm>
              <a:off x="821339" y="5892588"/>
              <a:ext cx="1182556" cy="1463700"/>
            </a:xfrm>
            <a:custGeom>
              <a:rect b="b" l="l" r="r" t="t"/>
              <a:pathLst>
                <a:path extrusionOk="0" h="25849" w="20884">
                  <a:moveTo>
                    <a:pt x="20645" y="0"/>
                  </a:moveTo>
                  <a:lnTo>
                    <a:pt x="0" y="25682"/>
                  </a:lnTo>
                  <a:cubicBezTo>
                    <a:pt x="107" y="25694"/>
                    <a:pt x="179" y="25777"/>
                    <a:pt x="238" y="25849"/>
                  </a:cubicBezTo>
                  <a:lnTo>
                    <a:pt x="20884" y="179"/>
                  </a:lnTo>
                  <a:cubicBezTo>
                    <a:pt x="20788" y="131"/>
                    <a:pt x="20717" y="72"/>
                    <a:pt x="2064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10"/>
            <p:cNvSpPr/>
            <p:nvPr/>
          </p:nvSpPr>
          <p:spPr>
            <a:xfrm>
              <a:off x="1651235" y="6707648"/>
              <a:ext cx="294676" cy="521913"/>
            </a:xfrm>
            <a:custGeom>
              <a:rect b="b" l="l" r="r" t="t"/>
              <a:pathLst>
                <a:path extrusionOk="0" h="9217" w="5204">
                  <a:moveTo>
                    <a:pt x="4942" y="1"/>
                  </a:moveTo>
                  <a:lnTo>
                    <a:pt x="1" y="9073"/>
                  </a:lnTo>
                  <a:cubicBezTo>
                    <a:pt x="96" y="9097"/>
                    <a:pt x="179" y="9145"/>
                    <a:pt x="263" y="9216"/>
                  </a:cubicBezTo>
                  <a:lnTo>
                    <a:pt x="5204" y="132"/>
                  </a:lnTo>
                  <a:cubicBezTo>
                    <a:pt x="5108" y="84"/>
                    <a:pt x="5025" y="37"/>
                    <a:pt x="4942"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10"/>
            <p:cNvSpPr/>
            <p:nvPr/>
          </p:nvSpPr>
          <p:spPr>
            <a:xfrm>
              <a:off x="1946534" y="7353569"/>
              <a:ext cx="2775" cy="4757"/>
            </a:xfrm>
            <a:custGeom>
              <a:rect b="b" l="l" r="r" t="t"/>
              <a:pathLst>
                <a:path extrusionOk="0" h="84" w="49">
                  <a:moveTo>
                    <a:pt x="48" y="0"/>
                  </a:moveTo>
                  <a:cubicBezTo>
                    <a:pt x="24" y="24"/>
                    <a:pt x="12" y="48"/>
                    <a:pt x="1" y="60"/>
                  </a:cubicBezTo>
                  <a:lnTo>
                    <a:pt x="48" y="83"/>
                  </a:lnTo>
                  <a:lnTo>
                    <a:pt x="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10"/>
            <p:cNvSpPr/>
            <p:nvPr/>
          </p:nvSpPr>
          <p:spPr>
            <a:xfrm>
              <a:off x="1900668" y="7369707"/>
              <a:ext cx="47282" cy="399886"/>
            </a:xfrm>
            <a:custGeom>
              <a:rect b="b" l="l" r="r" t="t"/>
              <a:pathLst>
                <a:path extrusionOk="0" h="7062" w="835">
                  <a:moveTo>
                    <a:pt x="561" y="1"/>
                  </a:moveTo>
                  <a:lnTo>
                    <a:pt x="346" y="2537"/>
                  </a:lnTo>
                  <a:lnTo>
                    <a:pt x="322" y="2918"/>
                  </a:lnTo>
                  <a:lnTo>
                    <a:pt x="1" y="7061"/>
                  </a:lnTo>
                  <a:cubicBezTo>
                    <a:pt x="25" y="7061"/>
                    <a:pt x="37" y="7037"/>
                    <a:pt x="49" y="7037"/>
                  </a:cubicBezTo>
                  <a:cubicBezTo>
                    <a:pt x="96" y="7031"/>
                    <a:pt x="138" y="7028"/>
                    <a:pt x="178" y="7028"/>
                  </a:cubicBezTo>
                  <a:cubicBezTo>
                    <a:pt x="218" y="7028"/>
                    <a:pt x="257" y="7031"/>
                    <a:pt x="299" y="7037"/>
                  </a:cubicBezTo>
                  <a:lnTo>
                    <a:pt x="596" y="3192"/>
                  </a:lnTo>
                  <a:lnTo>
                    <a:pt x="632" y="2799"/>
                  </a:lnTo>
                  <a:lnTo>
                    <a:pt x="834" y="108"/>
                  </a:lnTo>
                  <a:lnTo>
                    <a:pt x="56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10"/>
            <p:cNvSpPr/>
            <p:nvPr/>
          </p:nvSpPr>
          <p:spPr>
            <a:xfrm>
              <a:off x="1934416" y="6716425"/>
              <a:ext cx="62740" cy="623045"/>
            </a:xfrm>
            <a:custGeom>
              <a:rect b="b" l="l" r="r" t="t"/>
              <a:pathLst>
                <a:path extrusionOk="0" h="11003" w="1108">
                  <a:moveTo>
                    <a:pt x="1096" y="1"/>
                  </a:moveTo>
                  <a:cubicBezTo>
                    <a:pt x="1060" y="24"/>
                    <a:pt x="1036" y="24"/>
                    <a:pt x="1000" y="36"/>
                  </a:cubicBezTo>
                  <a:cubicBezTo>
                    <a:pt x="941" y="48"/>
                    <a:pt x="881" y="60"/>
                    <a:pt x="822" y="60"/>
                  </a:cubicBezTo>
                  <a:lnTo>
                    <a:pt x="0" y="10835"/>
                  </a:lnTo>
                  <a:cubicBezTo>
                    <a:pt x="10" y="10834"/>
                    <a:pt x="20" y="10834"/>
                    <a:pt x="30" y="10834"/>
                  </a:cubicBezTo>
                  <a:cubicBezTo>
                    <a:pt x="139" y="10834"/>
                    <a:pt x="242" y="10893"/>
                    <a:pt x="286" y="11002"/>
                  </a:cubicBezTo>
                  <a:lnTo>
                    <a:pt x="1108" y="84"/>
                  </a:lnTo>
                  <a:cubicBezTo>
                    <a:pt x="1108" y="48"/>
                    <a:pt x="1108" y="36"/>
                    <a:pt x="109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10"/>
            <p:cNvSpPr/>
            <p:nvPr/>
          </p:nvSpPr>
          <p:spPr>
            <a:xfrm>
              <a:off x="1672809" y="7259175"/>
              <a:ext cx="608209" cy="233974"/>
            </a:xfrm>
            <a:custGeom>
              <a:rect b="b" l="l" r="r" t="t"/>
              <a:pathLst>
                <a:path extrusionOk="0" h="4132" w="10741">
                  <a:moveTo>
                    <a:pt x="84" y="0"/>
                  </a:moveTo>
                  <a:cubicBezTo>
                    <a:pt x="84" y="107"/>
                    <a:pt x="36" y="203"/>
                    <a:pt x="1" y="286"/>
                  </a:cubicBezTo>
                  <a:lnTo>
                    <a:pt x="60" y="298"/>
                  </a:lnTo>
                  <a:lnTo>
                    <a:pt x="4585" y="1941"/>
                  </a:lnTo>
                  <a:lnTo>
                    <a:pt x="4858" y="2048"/>
                  </a:lnTo>
                  <a:lnTo>
                    <a:pt x="10633" y="4132"/>
                  </a:lnTo>
                  <a:lnTo>
                    <a:pt x="10657" y="4013"/>
                  </a:lnTo>
                  <a:lnTo>
                    <a:pt x="10657" y="3989"/>
                  </a:lnTo>
                  <a:lnTo>
                    <a:pt x="10657" y="3977"/>
                  </a:lnTo>
                  <a:lnTo>
                    <a:pt x="10657" y="3965"/>
                  </a:lnTo>
                  <a:lnTo>
                    <a:pt x="10657" y="3941"/>
                  </a:lnTo>
                  <a:cubicBezTo>
                    <a:pt x="10657" y="3941"/>
                    <a:pt x="10657" y="3929"/>
                    <a:pt x="10669" y="3929"/>
                  </a:cubicBezTo>
                  <a:lnTo>
                    <a:pt x="10681" y="3917"/>
                  </a:lnTo>
                  <a:lnTo>
                    <a:pt x="10740" y="3870"/>
                  </a:lnTo>
                  <a:lnTo>
                    <a:pt x="4858" y="1762"/>
                  </a:lnTo>
                  <a:lnTo>
                    <a:pt x="4835" y="1727"/>
                  </a:lnTo>
                  <a:cubicBezTo>
                    <a:pt x="4799" y="1762"/>
                    <a:pt x="4763" y="1786"/>
                    <a:pt x="4716" y="1786"/>
                  </a:cubicBezTo>
                  <a:cubicBezTo>
                    <a:pt x="4693" y="1791"/>
                    <a:pt x="4672" y="1794"/>
                    <a:pt x="4651" y="1794"/>
                  </a:cubicBezTo>
                  <a:cubicBezTo>
                    <a:pt x="4525" y="1794"/>
                    <a:pt x="4423" y="1706"/>
                    <a:pt x="4382" y="1584"/>
                  </a:cubicBezTo>
                  <a:lnTo>
                    <a:pt x="4382" y="1548"/>
                  </a:lnTo>
                  <a:lnTo>
                    <a:pt x="8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10"/>
            <p:cNvSpPr/>
            <p:nvPr/>
          </p:nvSpPr>
          <p:spPr>
            <a:xfrm>
              <a:off x="2290361" y="7488393"/>
              <a:ext cx="302774" cy="365458"/>
            </a:xfrm>
            <a:custGeom>
              <a:rect b="b" l="l" r="r" t="t"/>
              <a:pathLst>
                <a:path extrusionOk="0" h="6454" w="5347">
                  <a:moveTo>
                    <a:pt x="84" y="0"/>
                  </a:moveTo>
                  <a:lnTo>
                    <a:pt x="25" y="60"/>
                  </a:lnTo>
                  <a:lnTo>
                    <a:pt x="1" y="346"/>
                  </a:lnTo>
                  <a:lnTo>
                    <a:pt x="4966" y="6453"/>
                  </a:lnTo>
                  <a:lnTo>
                    <a:pt x="5347" y="6453"/>
                  </a:lnTo>
                  <a:lnTo>
                    <a:pt x="8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10"/>
            <p:cNvSpPr/>
            <p:nvPr/>
          </p:nvSpPr>
          <p:spPr>
            <a:xfrm>
              <a:off x="2240474" y="7486355"/>
              <a:ext cx="51302" cy="314892"/>
            </a:xfrm>
            <a:custGeom>
              <a:rect b="b" l="l" r="r" t="t"/>
              <a:pathLst>
                <a:path extrusionOk="0" h="5561" w="906">
                  <a:moveTo>
                    <a:pt x="620" y="1"/>
                  </a:moveTo>
                  <a:lnTo>
                    <a:pt x="620" y="12"/>
                  </a:lnTo>
                  <a:lnTo>
                    <a:pt x="608" y="132"/>
                  </a:lnTo>
                  <a:lnTo>
                    <a:pt x="1" y="5501"/>
                  </a:lnTo>
                  <a:cubicBezTo>
                    <a:pt x="108" y="5501"/>
                    <a:pt x="215" y="5513"/>
                    <a:pt x="298" y="5561"/>
                  </a:cubicBezTo>
                  <a:lnTo>
                    <a:pt x="882" y="393"/>
                  </a:lnTo>
                  <a:lnTo>
                    <a:pt x="906" y="120"/>
                  </a:lnTo>
                  <a:lnTo>
                    <a:pt x="870" y="143"/>
                  </a:lnTo>
                  <a:cubicBezTo>
                    <a:pt x="843" y="165"/>
                    <a:pt x="807" y="177"/>
                    <a:pt x="770" y="177"/>
                  </a:cubicBezTo>
                  <a:cubicBezTo>
                    <a:pt x="726" y="177"/>
                    <a:pt x="682" y="159"/>
                    <a:pt x="656" y="120"/>
                  </a:cubicBezTo>
                  <a:cubicBezTo>
                    <a:pt x="620" y="84"/>
                    <a:pt x="620" y="36"/>
                    <a:pt x="62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10"/>
            <p:cNvSpPr/>
            <p:nvPr/>
          </p:nvSpPr>
          <p:spPr>
            <a:xfrm>
              <a:off x="2543871" y="7110138"/>
              <a:ext cx="202321" cy="177406"/>
            </a:xfrm>
            <a:custGeom>
              <a:rect b="b" l="l" r="r" t="t"/>
              <a:pathLst>
                <a:path extrusionOk="0" h="3133" w="3573">
                  <a:moveTo>
                    <a:pt x="3572" y="1"/>
                  </a:moveTo>
                  <a:lnTo>
                    <a:pt x="1" y="2835"/>
                  </a:lnTo>
                  <a:lnTo>
                    <a:pt x="108" y="3132"/>
                  </a:lnTo>
                  <a:lnTo>
                    <a:pt x="3572" y="370"/>
                  </a:lnTo>
                  <a:lnTo>
                    <a:pt x="357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10"/>
            <p:cNvSpPr/>
            <p:nvPr/>
          </p:nvSpPr>
          <p:spPr>
            <a:xfrm>
              <a:off x="2277564" y="7280750"/>
              <a:ext cx="260305" cy="214496"/>
            </a:xfrm>
            <a:custGeom>
              <a:rect b="b" l="l" r="r" t="t"/>
              <a:pathLst>
                <a:path extrusionOk="0" h="3788" w="4597">
                  <a:moveTo>
                    <a:pt x="4501" y="0"/>
                  </a:moveTo>
                  <a:lnTo>
                    <a:pt x="96" y="3489"/>
                  </a:lnTo>
                  <a:lnTo>
                    <a:pt x="36" y="3536"/>
                  </a:lnTo>
                  <a:lnTo>
                    <a:pt x="12" y="3548"/>
                  </a:lnTo>
                  <a:cubicBezTo>
                    <a:pt x="12" y="3548"/>
                    <a:pt x="12" y="3572"/>
                    <a:pt x="1" y="3572"/>
                  </a:cubicBezTo>
                  <a:lnTo>
                    <a:pt x="1" y="3584"/>
                  </a:lnTo>
                  <a:lnTo>
                    <a:pt x="1" y="3596"/>
                  </a:lnTo>
                  <a:lnTo>
                    <a:pt x="1" y="3608"/>
                  </a:lnTo>
                  <a:cubicBezTo>
                    <a:pt x="1" y="3655"/>
                    <a:pt x="1" y="3703"/>
                    <a:pt x="36" y="3727"/>
                  </a:cubicBezTo>
                  <a:cubicBezTo>
                    <a:pt x="59" y="3764"/>
                    <a:pt x="110" y="3788"/>
                    <a:pt x="160" y="3788"/>
                  </a:cubicBezTo>
                  <a:cubicBezTo>
                    <a:pt x="189" y="3788"/>
                    <a:pt x="217" y="3780"/>
                    <a:pt x="239" y="3763"/>
                  </a:cubicBezTo>
                  <a:lnTo>
                    <a:pt x="286" y="3715"/>
                  </a:lnTo>
                  <a:lnTo>
                    <a:pt x="358" y="3655"/>
                  </a:lnTo>
                  <a:lnTo>
                    <a:pt x="4596" y="298"/>
                  </a:lnTo>
                  <a:lnTo>
                    <a:pt x="450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10"/>
            <p:cNvSpPr/>
            <p:nvPr/>
          </p:nvSpPr>
          <p:spPr>
            <a:xfrm>
              <a:off x="2341607" y="6704307"/>
              <a:ext cx="8833" cy="5436"/>
            </a:xfrm>
            <a:custGeom>
              <a:rect b="b" l="l" r="r" t="t"/>
              <a:pathLst>
                <a:path extrusionOk="0" h="96" w="156">
                  <a:moveTo>
                    <a:pt x="1" y="0"/>
                  </a:moveTo>
                  <a:lnTo>
                    <a:pt x="48" y="96"/>
                  </a:lnTo>
                  <a:cubicBezTo>
                    <a:pt x="72" y="84"/>
                    <a:pt x="120" y="84"/>
                    <a:pt x="155" y="84"/>
                  </a:cubicBezTo>
                  <a:cubicBezTo>
                    <a:pt x="120" y="24"/>
                    <a:pt x="60" y="0"/>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10"/>
            <p:cNvSpPr/>
            <p:nvPr/>
          </p:nvSpPr>
          <p:spPr>
            <a:xfrm>
              <a:off x="2368560" y="6806798"/>
              <a:ext cx="377632" cy="1047053"/>
            </a:xfrm>
            <a:custGeom>
              <a:rect b="b" l="l" r="r" t="t"/>
              <a:pathLst>
                <a:path extrusionOk="0" h="18491" w="6669">
                  <a:moveTo>
                    <a:pt x="275" y="0"/>
                  </a:moveTo>
                  <a:cubicBezTo>
                    <a:pt x="179" y="48"/>
                    <a:pt x="96" y="95"/>
                    <a:pt x="1" y="119"/>
                  </a:cubicBezTo>
                  <a:lnTo>
                    <a:pt x="2858" y="8382"/>
                  </a:lnTo>
                  <a:lnTo>
                    <a:pt x="2966" y="8680"/>
                  </a:lnTo>
                  <a:lnTo>
                    <a:pt x="6359" y="18490"/>
                  </a:lnTo>
                  <a:lnTo>
                    <a:pt x="6668" y="18490"/>
                  </a:lnTo>
                  <a:lnTo>
                    <a:pt x="3204" y="8489"/>
                  </a:lnTo>
                  <a:lnTo>
                    <a:pt x="3097" y="8192"/>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p10"/>
            <p:cNvSpPr/>
            <p:nvPr/>
          </p:nvSpPr>
          <p:spPr>
            <a:xfrm>
              <a:off x="1969467" y="5905385"/>
              <a:ext cx="60702" cy="666136"/>
            </a:xfrm>
            <a:custGeom>
              <a:rect b="b" l="l" r="r" t="t"/>
              <a:pathLst>
                <a:path extrusionOk="0" h="11764" w="1072">
                  <a:moveTo>
                    <a:pt x="774" y="0"/>
                  </a:moveTo>
                  <a:lnTo>
                    <a:pt x="0" y="11740"/>
                  </a:lnTo>
                  <a:cubicBezTo>
                    <a:pt x="96" y="11740"/>
                    <a:pt x="191" y="11740"/>
                    <a:pt x="298" y="11764"/>
                  </a:cubicBezTo>
                  <a:lnTo>
                    <a:pt x="1072" y="0"/>
                  </a:lnTo>
                  <a:lnTo>
                    <a:pt x="1036" y="0"/>
                  </a:lnTo>
                  <a:cubicBezTo>
                    <a:pt x="995" y="6"/>
                    <a:pt x="950" y="9"/>
                    <a:pt x="905" y="9"/>
                  </a:cubicBezTo>
                  <a:cubicBezTo>
                    <a:pt x="861" y="9"/>
                    <a:pt x="816" y="6"/>
                    <a:pt x="77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10"/>
            <p:cNvSpPr/>
            <p:nvPr/>
          </p:nvSpPr>
          <p:spPr>
            <a:xfrm>
              <a:off x="2030112" y="5901987"/>
              <a:ext cx="313589" cy="814494"/>
            </a:xfrm>
            <a:custGeom>
              <a:rect b="b" l="l" r="r" t="t"/>
              <a:pathLst>
                <a:path extrusionOk="0" h="14384" w="5538">
                  <a:moveTo>
                    <a:pt x="120" y="1"/>
                  </a:moveTo>
                  <a:cubicBezTo>
                    <a:pt x="72" y="13"/>
                    <a:pt x="37" y="25"/>
                    <a:pt x="1" y="37"/>
                  </a:cubicBezTo>
                  <a:lnTo>
                    <a:pt x="5252" y="14384"/>
                  </a:lnTo>
                  <a:cubicBezTo>
                    <a:pt x="5335" y="14348"/>
                    <a:pt x="5442" y="14300"/>
                    <a:pt x="5537" y="14265"/>
                  </a:cubicBezTo>
                  <a:lnTo>
                    <a:pt x="5490" y="14169"/>
                  </a:lnTo>
                  <a:lnTo>
                    <a:pt x="441" y="418"/>
                  </a:lnTo>
                  <a:lnTo>
                    <a:pt x="1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10"/>
            <p:cNvSpPr/>
            <p:nvPr/>
          </p:nvSpPr>
          <p:spPr>
            <a:xfrm>
              <a:off x="2396250" y="6781827"/>
              <a:ext cx="349942" cy="147055"/>
            </a:xfrm>
            <a:custGeom>
              <a:rect b="b" l="l" r="r" t="t"/>
              <a:pathLst>
                <a:path extrusionOk="0" h="2597" w="6180">
                  <a:moveTo>
                    <a:pt x="155" y="1"/>
                  </a:moveTo>
                  <a:cubicBezTo>
                    <a:pt x="119" y="84"/>
                    <a:pt x="60" y="179"/>
                    <a:pt x="0" y="251"/>
                  </a:cubicBezTo>
                  <a:lnTo>
                    <a:pt x="6179" y="2596"/>
                  </a:lnTo>
                  <a:lnTo>
                    <a:pt x="6179" y="2287"/>
                  </a:lnTo>
                  <a:lnTo>
                    <a:pt x="15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10"/>
            <p:cNvSpPr/>
            <p:nvPr/>
          </p:nvSpPr>
          <p:spPr>
            <a:xfrm>
              <a:off x="2046987" y="6647003"/>
              <a:ext cx="260305" cy="114666"/>
            </a:xfrm>
            <a:custGeom>
              <a:rect b="b" l="l" r="r" t="t"/>
              <a:pathLst>
                <a:path extrusionOk="0" h="2025" w="4597">
                  <a:moveTo>
                    <a:pt x="36" y="0"/>
                  </a:moveTo>
                  <a:cubicBezTo>
                    <a:pt x="24" y="96"/>
                    <a:pt x="13" y="191"/>
                    <a:pt x="1" y="298"/>
                  </a:cubicBezTo>
                  <a:lnTo>
                    <a:pt x="4537" y="2024"/>
                  </a:lnTo>
                  <a:cubicBezTo>
                    <a:pt x="4537" y="1917"/>
                    <a:pt x="4549" y="1810"/>
                    <a:pt x="4596" y="1727"/>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10"/>
            <p:cNvSpPr/>
            <p:nvPr/>
          </p:nvSpPr>
          <p:spPr>
            <a:xfrm>
              <a:off x="2036907" y="5890549"/>
              <a:ext cx="708605" cy="894732"/>
            </a:xfrm>
            <a:custGeom>
              <a:rect b="b" l="l" r="r" t="t"/>
              <a:pathLst>
                <a:path extrusionOk="0" h="15801" w="12514">
                  <a:moveTo>
                    <a:pt x="214" y="1"/>
                  </a:moveTo>
                  <a:cubicBezTo>
                    <a:pt x="179" y="96"/>
                    <a:pt x="95" y="155"/>
                    <a:pt x="0" y="203"/>
                  </a:cubicBezTo>
                  <a:lnTo>
                    <a:pt x="321" y="620"/>
                  </a:lnTo>
                  <a:lnTo>
                    <a:pt x="12513" y="15800"/>
                  </a:lnTo>
                  <a:lnTo>
                    <a:pt x="12513" y="15324"/>
                  </a:lnTo>
                  <a:lnTo>
                    <a:pt x="21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10"/>
            <p:cNvSpPr/>
            <p:nvPr/>
          </p:nvSpPr>
          <p:spPr>
            <a:xfrm>
              <a:off x="2303838" y="6708611"/>
              <a:ext cx="106625" cy="106398"/>
            </a:xfrm>
            <a:custGeom>
              <a:rect b="b" l="l" r="r" t="t"/>
              <a:pathLst>
                <a:path extrusionOk="0" h="1879" w="1883">
                  <a:moveTo>
                    <a:pt x="928" y="0"/>
                  </a:moveTo>
                  <a:cubicBezTo>
                    <a:pt x="889" y="0"/>
                    <a:pt x="850" y="3"/>
                    <a:pt x="811" y="8"/>
                  </a:cubicBezTo>
                  <a:cubicBezTo>
                    <a:pt x="787" y="8"/>
                    <a:pt x="739" y="20"/>
                    <a:pt x="715" y="20"/>
                  </a:cubicBezTo>
                  <a:cubicBezTo>
                    <a:pt x="608" y="55"/>
                    <a:pt x="513" y="79"/>
                    <a:pt x="441" y="139"/>
                  </a:cubicBezTo>
                  <a:cubicBezTo>
                    <a:pt x="263" y="258"/>
                    <a:pt x="132" y="424"/>
                    <a:pt x="60" y="639"/>
                  </a:cubicBezTo>
                  <a:cubicBezTo>
                    <a:pt x="25" y="722"/>
                    <a:pt x="13" y="829"/>
                    <a:pt x="1" y="936"/>
                  </a:cubicBezTo>
                  <a:cubicBezTo>
                    <a:pt x="1" y="1008"/>
                    <a:pt x="1" y="1079"/>
                    <a:pt x="25" y="1151"/>
                  </a:cubicBezTo>
                  <a:cubicBezTo>
                    <a:pt x="127" y="1589"/>
                    <a:pt x="516" y="1879"/>
                    <a:pt x="940" y="1879"/>
                  </a:cubicBezTo>
                  <a:cubicBezTo>
                    <a:pt x="1011" y="1879"/>
                    <a:pt x="1084" y="1870"/>
                    <a:pt x="1156" y="1853"/>
                  </a:cubicBezTo>
                  <a:cubicBezTo>
                    <a:pt x="1263" y="1829"/>
                    <a:pt x="1346" y="1794"/>
                    <a:pt x="1430" y="1734"/>
                  </a:cubicBezTo>
                  <a:cubicBezTo>
                    <a:pt x="1501" y="1675"/>
                    <a:pt x="1573" y="1615"/>
                    <a:pt x="1632" y="1544"/>
                  </a:cubicBezTo>
                  <a:cubicBezTo>
                    <a:pt x="1692" y="1472"/>
                    <a:pt x="1751" y="1377"/>
                    <a:pt x="1799" y="1294"/>
                  </a:cubicBezTo>
                  <a:cubicBezTo>
                    <a:pt x="1870" y="1115"/>
                    <a:pt x="1882" y="913"/>
                    <a:pt x="1846" y="722"/>
                  </a:cubicBezTo>
                  <a:cubicBezTo>
                    <a:pt x="1748" y="296"/>
                    <a:pt x="1359" y="0"/>
                    <a:pt x="9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10"/>
            <p:cNvSpPr/>
            <p:nvPr/>
          </p:nvSpPr>
          <p:spPr>
            <a:xfrm>
              <a:off x="1889909" y="6570785"/>
              <a:ext cx="158493" cy="149773"/>
            </a:xfrm>
            <a:custGeom>
              <a:rect b="b" l="l" r="r" t="t"/>
              <a:pathLst>
                <a:path extrusionOk="0" h="2645" w="2799">
                  <a:moveTo>
                    <a:pt x="1405" y="1"/>
                  </a:moveTo>
                  <a:cubicBezTo>
                    <a:pt x="1322" y="1"/>
                    <a:pt x="1251" y="13"/>
                    <a:pt x="1167" y="37"/>
                  </a:cubicBezTo>
                  <a:cubicBezTo>
                    <a:pt x="453" y="215"/>
                    <a:pt x="0" y="930"/>
                    <a:pt x="179" y="1644"/>
                  </a:cubicBezTo>
                  <a:cubicBezTo>
                    <a:pt x="250" y="1965"/>
                    <a:pt x="465" y="2239"/>
                    <a:pt x="715" y="2418"/>
                  </a:cubicBezTo>
                  <a:cubicBezTo>
                    <a:pt x="786" y="2477"/>
                    <a:pt x="882" y="2513"/>
                    <a:pt x="965" y="2549"/>
                  </a:cubicBezTo>
                  <a:cubicBezTo>
                    <a:pt x="1120" y="2604"/>
                    <a:pt x="1275" y="2644"/>
                    <a:pt x="1441" y="2644"/>
                  </a:cubicBezTo>
                  <a:cubicBezTo>
                    <a:pt x="1491" y="2644"/>
                    <a:pt x="1543" y="2641"/>
                    <a:pt x="1596" y="2632"/>
                  </a:cubicBezTo>
                  <a:cubicBezTo>
                    <a:pt x="1655" y="2632"/>
                    <a:pt x="1715" y="2620"/>
                    <a:pt x="1786" y="2608"/>
                  </a:cubicBezTo>
                  <a:cubicBezTo>
                    <a:pt x="1822" y="2596"/>
                    <a:pt x="1846" y="2596"/>
                    <a:pt x="1882" y="2573"/>
                  </a:cubicBezTo>
                  <a:cubicBezTo>
                    <a:pt x="2322" y="2430"/>
                    <a:pt x="2656" y="2073"/>
                    <a:pt x="2751" y="1644"/>
                  </a:cubicBezTo>
                  <a:cubicBezTo>
                    <a:pt x="2787" y="1537"/>
                    <a:pt x="2787" y="1442"/>
                    <a:pt x="2798" y="1346"/>
                  </a:cubicBezTo>
                  <a:cubicBezTo>
                    <a:pt x="2798" y="1227"/>
                    <a:pt x="2798" y="1120"/>
                    <a:pt x="2775" y="1013"/>
                  </a:cubicBezTo>
                  <a:cubicBezTo>
                    <a:pt x="2632" y="477"/>
                    <a:pt x="2203" y="108"/>
                    <a:pt x="1703" y="13"/>
                  </a:cubicBezTo>
                  <a:cubicBezTo>
                    <a:pt x="1608" y="1"/>
                    <a:pt x="1501" y="1"/>
                    <a:pt x="140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10"/>
            <p:cNvSpPr/>
            <p:nvPr/>
          </p:nvSpPr>
          <p:spPr>
            <a:xfrm>
              <a:off x="-66598" y="7476899"/>
              <a:ext cx="58041" cy="54530"/>
            </a:xfrm>
            <a:custGeom>
              <a:rect b="b" l="l" r="r" t="t"/>
              <a:pathLst>
                <a:path extrusionOk="0" h="963" w="1025">
                  <a:moveTo>
                    <a:pt x="520" y="1"/>
                  </a:moveTo>
                  <a:cubicBezTo>
                    <a:pt x="486" y="1"/>
                    <a:pt x="452" y="5"/>
                    <a:pt x="417" y="13"/>
                  </a:cubicBezTo>
                  <a:cubicBezTo>
                    <a:pt x="155" y="72"/>
                    <a:pt x="1" y="322"/>
                    <a:pt x="60" y="584"/>
                  </a:cubicBezTo>
                  <a:cubicBezTo>
                    <a:pt x="96" y="799"/>
                    <a:pt x="322" y="953"/>
                    <a:pt x="536" y="953"/>
                  </a:cubicBezTo>
                  <a:cubicBezTo>
                    <a:pt x="554" y="959"/>
                    <a:pt x="572" y="962"/>
                    <a:pt x="587" y="962"/>
                  </a:cubicBezTo>
                  <a:cubicBezTo>
                    <a:pt x="602" y="962"/>
                    <a:pt x="614" y="959"/>
                    <a:pt x="620" y="953"/>
                  </a:cubicBezTo>
                  <a:cubicBezTo>
                    <a:pt x="691" y="941"/>
                    <a:pt x="774" y="894"/>
                    <a:pt x="810" y="846"/>
                  </a:cubicBezTo>
                  <a:cubicBezTo>
                    <a:pt x="953" y="739"/>
                    <a:pt x="1024" y="549"/>
                    <a:pt x="977" y="370"/>
                  </a:cubicBezTo>
                  <a:cubicBezTo>
                    <a:pt x="925" y="154"/>
                    <a:pt x="732" y="1"/>
                    <a:pt x="5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10"/>
            <p:cNvSpPr/>
            <p:nvPr/>
          </p:nvSpPr>
          <p:spPr>
            <a:xfrm>
              <a:off x="2202705" y="7797170"/>
              <a:ext cx="77633" cy="55323"/>
            </a:xfrm>
            <a:custGeom>
              <a:rect b="b" l="l" r="r" t="t"/>
              <a:pathLst>
                <a:path extrusionOk="0" h="977" w="1371">
                  <a:moveTo>
                    <a:pt x="656" y="0"/>
                  </a:moveTo>
                  <a:cubicBezTo>
                    <a:pt x="620" y="12"/>
                    <a:pt x="584" y="12"/>
                    <a:pt x="537" y="24"/>
                  </a:cubicBezTo>
                  <a:cubicBezTo>
                    <a:pt x="465" y="48"/>
                    <a:pt x="394" y="72"/>
                    <a:pt x="346" y="107"/>
                  </a:cubicBezTo>
                  <a:cubicBezTo>
                    <a:pt x="251" y="143"/>
                    <a:pt x="180" y="227"/>
                    <a:pt x="132" y="310"/>
                  </a:cubicBezTo>
                  <a:cubicBezTo>
                    <a:pt x="49" y="453"/>
                    <a:pt x="1" y="631"/>
                    <a:pt x="49" y="810"/>
                  </a:cubicBezTo>
                  <a:cubicBezTo>
                    <a:pt x="60" y="869"/>
                    <a:pt x="72" y="929"/>
                    <a:pt x="108" y="977"/>
                  </a:cubicBezTo>
                  <a:lnTo>
                    <a:pt x="1263" y="977"/>
                  </a:lnTo>
                  <a:cubicBezTo>
                    <a:pt x="1334" y="846"/>
                    <a:pt x="1370" y="679"/>
                    <a:pt x="1323" y="512"/>
                  </a:cubicBezTo>
                  <a:cubicBezTo>
                    <a:pt x="1275" y="310"/>
                    <a:pt x="1132" y="143"/>
                    <a:pt x="953" y="60"/>
                  </a:cubicBezTo>
                  <a:cubicBezTo>
                    <a:pt x="858" y="12"/>
                    <a:pt x="763" y="0"/>
                    <a:pt x="65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10"/>
            <p:cNvSpPr/>
            <p:nvPr/>
          </p:nvSpPr>
          <p:spPr>
            <a:xfrm>
              <a:off x="1603386" y="7218858"/>
              <a:ext cx="73556" cy="75255"/>
            </a:xfrm>
            <a:custGeom>
              <a:rect b="b" l="l" r="r" t="t"/>
              <a:pathLst>
                <a:path extrusionOk="0" h="1329" w="1299">
                  <a:moveTo>
                    <a:pt x="660" y="0"/>
                  </a:moveTo>
                  <a:cubicBezTo>
                    <a:pt x="612" y="0"/>
                    <a:pt x="562" y="7"/>
                    <a:pt x="512" y="22"/>
                  </a:cubicBezTo>
                  <a:cubicBezTo>
                    <a:pt x="227" y="69"/>
                    <a:pt x="36" y="319"/>
                    <a:pt x="0" y="593"/>
                  </a:cubicBezTo>
                  <a:cubicBezTo>
                    <a:pt x="0" y="665"/>
                    <a:pt x="0" y="748"/>
                    <a:pt x="12" y="819"/>
                  </a:cubicBezTo>
                  <a:cubicBezTo>
                    <a:pt x="12" y="843"/>
                    <a:pt x="24" y="867"/>
                    <a:pt x="24" y="891"/>
                  </a:cubicBezTo>
                  <a:cubicBezTo>
                    <a:pt x="60" y="986"/>
                    <a:pt x="107" y="1057"/>
                    <a:pt x="167" y="1117"/>
                  </a:cubicBezTo>
                  <a:cubicBezTo>
                    <a:pt x="238" y="1188"/>
                    <a:pt x="310" y="1248"/>
                    <a:pt x="405" y="1284"/>
                  </a:cubicBezTo>
                  <a:cubicBezTo>
                    <a:pt x="477" y="1313"/>
                    <a:pt x="554" y="1328"/>
                    <a:pt x="632" y="1328"/>
                  </a:cubicBezTo>
                  <a:cubicBezTo>
                    <a:pt x="683" y="1328"/>
                    <a:pt x="734" y="1322"/>
                    <a:pt x="786" y="1307"/>
                  </a:cubicBezTo>
                  <a:cubicBezTo>
                    <a:pt x="881" y="1296"/>
                    <a:pt x="965" y="1248"/>
                    <a:pt x="1024" y="1212"/>
                  </a:cubicBezTo>
                  <a:cubicBezTo>
                    <a:pt x="1096" y="1153"/>
                    <a:pt x="1155" y="1081"/>
                    <a:pt x="1203" y="998"/>
                  </a:cubicBezTo>
                  <a:cubicBezTo>
                    <a:pt x="1250" y="915"/>
                    <a:pt x="1274" y="819"/>
                    <a:pt x="1298" y="712"/>
                  </a:cubicBezTo>
                  <a:cubicBezTo>
                    <a:pt x="1298" y="641"/>
                    <a:pt x="1298" y="581"/>
                    <a:pt x="1274" y="510"/>
                  </a:cubicBezTo>
                  <a:cubicBezTo>
                    <a:pt x="1250" y="391"/>
                    <a:pt x="1191" y="272"/>
                    <a:pt x="1108" y="176"/>
                  </a:cubicBezTo>
                  <a:cubicBezTo>
                    <a:pt x="1024" y="105"/>
                    <a:pt x="941" y="57"/>
                    <a:pt x="846" y="34"/>
                  </a:cubicBezTo>
                  <a:cubicBezTo>
                    <a:pt x="790" y="13"/>
                    <a:pt x="727" y="0"/>
                    <a:pt x="66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10"/>
            <p:cNvSpPr/>
            <p:nvPr/>
          </p:nvSpPr>
          <p:spPr>
            <a:xfrm>
              <a:off x="1883850" y="7767045"/>
              <a:ext cx="56682" cy="53397"/>
            </a:xfrm>
            <a:custGeom>
              <a:rect b="b" l="l" r="r" t="t"/>
              <a:pathLst>
                <a:path extrusionOk="0" h="943" w="1001">
                  <a:moveTo>
                    <a:pt x="468" y="1"/>
                  </a:moveTo>
                  <a:cubicBezTo>
                    <a:pt x="432" y="1"/>
                    <a:pt x="397" y="4"/>
                    <a:pt x="357" y="8"/>
                  </a:cubicBezTo>
                  <a:cubicBezTo>
                    <a:pt x="346" y="8"/>
                    <a:pt x="334" y="20"/>
                    <a:pt x="322" y="20"/>
                  </a:cubicBezTo>
                  <a:cubicBezTo>
                    <a:pt x="227" y="56"/>
                    <a:pt x="155" y="116"/>
                    <a:pt x="96" y="187"/>
                  </a:cubicBezTo>
                  <a:cubicBezTo>
                    <a:pt x="36" y="258"/>
                    <a:pt x="0" y="366"/>
                    <a:pt x="0" y="473"/>
                  </a:cubicBezTo>
                  <a:cubicBezTo>
                    <a:pt x="0" y="497"/>
                    <a:pt x="0" y="544"/>
                    <a:pt x="24" y="580"/>
                  </a:cubicBezTo>
                  <a:cubicBezTo>
                    <a:pt x="78" y="795"/>
                    <a:pt x="287" y="942"/>
                    <a:pt x="512" y="942"/>
                  </a:cubicBezTo>
                  <a:cubicBezTo>
                    <a:pt x="536" y="942"/>
                    <a:pt x="560" y="941"/>
                    <a:pt x="584" y="937"/>
                  </a:cubicBezTo>
                  <a:cubicBezTo>
                    <a:pt x="834" y="878"/>
                    <a:pt x="1000" y="616"/>
                    <a:pt x="941" y="366"/>
                  </a:cubicBezTo>
                  <a:cubicBezTo>
                    <a:pt x="893" y="199"/>
                    <a:pt x="774" y="68"/>
                    <a:pt x="631" y="20"/>
                  </a:cubicBezTo>
                  <a:cubicBezTo>
                    <a:pt x="569" y="6"/>
                    <a:pt x="518" y="1"/>
                    <a:pt x="46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10"/>
            <p:cNvSpPr/>
            <p:nvPr/>
          </p:nvSpPr>
          <p:spPr>
            <a:xfrm>
              <a:off x="2154857" y="7293887"/>
              <a:ext cx="58720" cy="53511"/>
            </a:xfrm>
            <a:custGeom>
              <a:rect b="b" l="l" r="r" t="t"/>
              <a:pathLst>
                <a:path extrusionOk="0" h="945" w="1037">
                  <a:moveTo>
                    <a:pt x="540" y="1"/>
                  </a:moveTo>
                  <a:cubicBezTo>
                    <a:pt x="499" y="1"/>
                    <a:pt x="458" y="6"/>
                    <a:pt x="417" y="18"/>
                  </a:cubicBezTo>
                  <a:cubicBezTo>
                    <a:pt x="155" y="78"/>
                    <a:pt x="1" y="328"/>
                    <a:pt x="48" y="578"/>
                  </a:cubicBezTo>
                  <a:cubicBezTo>
                    <a:pt x="111" y="806"/>
                    <a:pt x="309" y="944"/>
                    <a:pt x="524" y="944"/>
                  </a:cubicBezTo>
                  <a:cubicBezTo>
                    <a:pt x="556" y="944"/>
                    <a:pt x="588" y="941"/>
                    <a:pt x="620" y="935"/>
                  </a:cubicBezTo>
                  <a:cubicBezTo>
                    <a:pt x="870" y="875"/>
                    <a:pt x="1036" y="625"/>
                    <a:pt x="977" y="375"/>
                  </a:cubicBezTo>
                  <a:cubicBezTo>
                    <a:pt x="927" y="147"/>
                    <a:pt x="744"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10"/>
            <p:cNvSpPr/>
            <p:nvPr/>
          </p:nvSpPr>
          <p:spPr>
            <a:xfrm>
              <a:off x="784929" y="7344453"/>
              <a:ext cx="55323" cy="53284"/>
            </a:xfrm>
            <a:custGeom>
              <a:rect b="b" l="l" r="r" t="t"/>
              <a:pathLst>
                <a:path extrusionOk="0" h="941" w="977">
                  <a:moveTo>
                    <a:pt x="508" y="0"/>
                  </a:moveTo>
                  <a:cubicBezTo>
                    <a:pt x="473" y="0"/>
                    <a:pt x="441" y="6"/>
                    <a:pt x="405" y="18"/>
                  </a:cubicBezTo>
                  <a:cubicBezTo>
                    <a:pt x="357" y="30"/>
                    <a:pt x="322" y="42"/>
                    <a:pt x="286" y="54"/>
                  </a:cubicBezTo>
                  <a:cubicBezTo>
                    <a:pt x="107" y="161"/>
                    <a:pt x="0" y="375"/>
                    <a:pt x="60" y="578"/>
                  </a:cubicBezTo>
                  <a:cubicBezTo>
                    <a:pt x="83" y="673"/>
                    <a:pt x="119" y="744"/>
                    <a:pt x="179" y="804"/>
                  </a:cubicBezTo>
                  <a:cubicBezTo>
                    <a:pt x="262" y="875"/>
                    <a:pt x="345" y="923"/>
                    <a:pt x="453" y="935"/>
                  </a:cubicBezTo>
                  <a:cubicBezTo>
                    <a:pt x="472" y="939"/>
                    <a:pt x="492" y="940"/>
                    <a:pt x="512" y="940"/>
                  </a:cubicBezTo>
                  <a:cubicBezTo>
                    <a:pt x="552" y="940"/>
                    <a:pt x="591" y="935"/>
                    <a:pt x="631" y="935"/>
                  </a:cubicBezTo>
                  <a:cubicBezTo>
                    <a:pt x="750" y="911"/>
                    <a:pt x="834" y="852"/>
                    <a:pt x="893" y="756"/>
                  </a:cubicBezTo>
                  <a:lnTo>
                    <a:pt x="893" y="744"/>
                  </a:lnTo>
                  <a:cubicBezTo>
                    <a:pt x="929" y="697"/>
                    <a:pt x="953" y="625"/>
                    <a:pt x="976" y="542"/>
                  </a:cubicBezTo>
                  <a:cubicBezTo>
                    <a:pt x="976" y="483"/>
                    <a:pt x="976" y="435"/>
                    <a:pt x="953" y="375"/>
                  </a:cubicBezTo>
                  <a:cubicBezTo>
                    <a:pt x="941" y="328"/>
                    <a:pt x="929" y="280"/>
                    <a:pt x="917" y="256"/>
                  </a:cubicBezTo>
                  <a:cubicBezTo>
                    <a:pt x="917" y="232"/>
                    <a:pt x="893" y="221"/>
                    <a:pt x="893" y="209"/>
                  </a:cubicBezTo>
                  <a:cubicBezTo>
                    <a:pt x="834" y="113"/>
                    <a:pt x="762" y="54"/>
                    <a:pt x="655" y="30"/>
                  </a:cubicBezTo>
                  <a:cubicBezTo>
                    <a:pt x="643" y="30"/>
                    <a:pt x="631" y="18"/>
                    <a:pt x="619" y="18"/>
                  </a:cubicBezTo>
                  <a:cubicBezTo>
                    <a:pt x="578" y="6"/>
                    <a:pt x="542" y="0"/>
                    <a:pt x="5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10"/>
            <p:cNvSpPr/>
            <p:nvPr/>
          </p:nvSpPr>
          <p:spPr>
            <a:xfrm>
              <a:off x="1977564" y="5832282"/>
              <a:ext cx="80917" cy="74349"/>
            </a:xfrm>
            <a:custGeom>
              <a:rect b="b" l="l" r="r" t="t"/>
              <a:pathLst>
                <a:path extrusionOk="0" h="1313" w="1429">
                  <a:moveTo>
                    <a:pt x="738" y="0"/>
                  </a:moveTo>
                  <a:cubicBezTo>
                    <a:pt x="687" y="0"/>
                    <a:pt x="635" y="6"/>
                    <a:pt x="584" y="18"/>
                  </a:cubicBezTo>
                  <a:cubicBezTo>
                    <a:pt x="226" y="101"/>
                    <a:pt x="0" y="458"/>
                    <a:pt x="96" y="827"/>
                  </a:cubicBezTo>
                  <a:cubicBezTo>
                    <a:pt x="119" y="934"/>
                    <a:pt x="167" y="1018"/>
                    <a:pt x="226" y="1089"/>
                  </a:cubicBezTo>
                  <a:cubicBezTo>
                    <a:pt x="298" y="1137"/>
                    <a:pt x="369" y="1196"/>
                    <a:pt x="465" y="1244"/>
                  </a:cubicBezTo>
                  <a:cubicBezTo>
                    <a:pt x="512" y="1268"/>
                    <a:pt x="572" y="1291"/>
                    <a:pt x="631" y="1303"/>
                  </a:cubicBezTo>
                  <a:cubicBezTo>
                    <a:pt x="673" y="1309"/>
                    <a:pt x="718" y="1312"/>
                    <a:pt x="762" y="1312"/>
                  </a:cubicBezTo>
                  <a:cubicBezTo>
                    <a:pt x="807" y="1312"/>
                    <a:pt x="852" y="1309"/>
                    <a:pt x="893" y="1303"/>
                  </a:cubicBezTo>
                  <a:lnTo>
                    <a:pt x="929" y="1303"/>
                  </a:lnTo>
                  <a:cubicBezTo>
                    <a:pt x="965" y="1291"/>
                    <a:pt x="1000" y="1268"/>
                    <a:pt x="1048" y="1256"/>
                  </a:cubicBezTo>
                  <a:cubicBezTo>
                    <a:pt x="1131" y="1208"/>
                    <a:pt x="1203" y="1149"/>
                    <a:pt x="1262" y="1065"/>
                  </a:cubicBezTo>
                  <a:cubicBezTo>
                    <a:pt x="1381" y="910"/>
                    <a:pt x="1429" y="708"/>
                    <a:pt x="1381" y="518"/>
                  </a:cubicBezTo>
                  <a:cubicBezTo>
                    <a:pt x="1320" y="210"/>
                    <a:pt x="1047" y="0"/>
                    <a:pt x="73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10"/>
            <p:cNvSpPr/>
            <p:nvPr/>
          </p:nvSpPr>
          <p:spPr>
            <a:xfrm>
              <a:off x="1920260" y="7329900"/>
              <a:ext cx="31031" cy="30691"/>
            </a:xfrm>
            <a:custGeom>
              <a:rect b="b" l="l" r="r" t="t"/>
              <a:pathLst>
                <a:path extrusionOk="0" h="542" w="548">
                  <a:moveTo>
                    <a:pt x="276" y="0"/>
                  </a:moveTo>
                  <a:cubicBezTo>
                    <a:pt x="268" y="0"/>
                    <a:pt x="259" y="0"/>
                    <a:pt x="250" y="1"/>
                  </a:cubicBezTo>
                  <a:lnTo>
                    <a:pt x="226" y="1"/>
                  </a:lnTo>
                  <a:cubicBezTo>
                    <a:pt x="72" y="37"/>
                    <a:pt x="0" y="168"/>
                    <a:pt x="12" y="299"/>
                  </a:cubicBezTo>
                  <a:lnTo>
                    <a:pt x="12" y="335"/>
                  </a:lnTo>
                  <a:cubicBezTo>
                    <a:pt x="54" y="461"/>
                    <a:pt x="181" y="541"/>
                    <a:pt x="300" y="541"/>
                  </a:cubicBezTo>
                  <a:cubicBezTo>
                    <a:pt x="315" y="541"/>
                    <a:pt x="331" y="540"/>
                    <a:pt x="346" y="537"/>
                  </a:cubicBezTo>
                  <a:cubicBezTo>
                    <a:pt x="393" y="525"/>
                    <a:pt x="429" y="513"/>
                    <a:pt x="465" y="478"/>
                  </a:cubicBezTo>
                  <a:cubicBezTo>
                    <a:pt x="476" y="466"/>
                    <a:pt x="488" y="454"/>
                    <a:pt x="512" y="418"/>
                  </a:cubicBezTo>
                  <a:cubicBezTo>
                    <a:pt x="536" y="359"/>
                    <a:pt x="548" y="287"/>
                    <a:pt x="536" y="216"/>
                  </a:cubicBezTo>
                  <a:cubicBezTo>
                    <a:pt x="536" y="204"/>
                    <a:pt x="524" y="180"/>
                    <a:pt x="524" y="168"/>
                  </a:cubicBezTo>
                  <a:cubicBezTo>
                    <a:pt x="491" y="69"/>
                    <a:pt x="386" y="0"/>
                    <a:pt x="27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10"/>
            <p:cNvSpPr/>
            <p:nvPr/>
          </p:nvSpPr>
          <p:spPr>
            <a:xfrm>
              <a:off x="1382889" y="7588846"/>
              <a:ext cx="31767" cy="30408"/>
            </a:xfrm>
            <a:custGeom>
              <a:rect b="b" l="l" r="r" t="t"/>
              <a:pathLst>
                <a:path extrusionOk="0" h="537" w="561">
                  <a:moveTo>
                    <a:pt x="203" y="0"/>
                  </a:moveTo>
                  <a:cubicBezTo>
                    <a:pt x="96" y="24"/>
                    <a:pt x="25" y="107"/>
                    <a:pt x="13" y="191"/>
                  </a:cubicBezTo>
                  <a:lnTo>
                    <a:pt x="13" y="203"/>
                  </a:lnTo>
                  <a:cubicBezTo>
                    <a:pt x="1" y="250"/>
                    <a:pt x="1" y="298"/>
                    <a:pt x="13" y="334"/>
                  </a:cubicBezTo>
                  <a:cubicBezTo>
                    <a:pt x="25" y="417"/>
                    <a:pt x="84" y="477"/>
                    <a:pt x="156" y="500"/>
                  </a:cubicBezTo>
                  <a:cubicBezTo>
                    <a:pt x="194" y="523"/>
                    <a:pt x="233" y="537"/>
                    <a:pt x="277" y="537"/>
                  </a:cubicBezTo>
                  <a:cubicBezTo>
                    <a:pt x="302" y="537"/>
                    <a:pt x="329" y="533"/>
                    <a:pt x="358" y="524"/>
                  </a:cubicBezTo>
                  <a:cubicBezTo>
                    <a:pt x="441" y="500"/>
                    <a:pt x="501" y="453"/>
                    <a:pt x="537" y="369"/>
                  </a:cubicBezTo>
                  <a:cubicBezTo>
                    <a:pt x="549" y="346"/>
                    <a:pt x="561" y="286"/>
                    <a:pt x="549" y="203"/>
                  </a:cubicBezTo>
                  <a:cubicBezTo>
                    <a:pt x="537" y="131"/>
                    <a:pt x="489" y="72"/>
                    <a:pt x="430" y="48"/>
                  </a:cubicBezTo>
                  <a:cubicBezTo>
                    <a:pt x="394" y="24"/>
                    <a:pt x="370" y="12"/>
                    <a:pt x="32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10"/>
            <p:cNvSpPr/>
            <p:nvPr/>
          </p:nvSpPr>
          <p:spPr>
            <a:xfrm>
              <a:off x="1662729" y="7700511"/>
              <a:ext cx="31031" cy="31030"/>
            </a:xfrm>
            <a:custGeom>
              <a:rect b="b" l="l" r="r" t="t"/>
              <a:pathLst>
                <a:path extrusionOk="0" h="548" w="548">
                  <a:moveTo>
                    <a:pt x="266" y="1"/>
                  </a:moveTo>
                  <a:cubicBezTo>
                    <a:pt x="249" y="1"/>
                    <a:pt x="232" y="2"/>
                    <a:pt x="214" y="5"/>
                  </a:cubicBezTo>
                  <a:cubicBezTo>
                    <a:pt x="143" y="29"/>
                    <a:pt x="83" y="64"/>
                    <a:pt x="36" y="148"/>
                  </a:cubicBezTo>
                  <a:cubicBezTo>
                    <a:pt x="12" y="195"/>
                    <a:pt x="0" y="279"/>
                    <a:pt x="12" y="338"/>
                  </a:cubicBezTo>
                  <a:cubicBezTo>
                    <a:pt x="33" y="452"/>
                    <a:pt x="152" y="547"/>
                    <a:pt x="276" y="547"/>
                  </a:cubicBezTo>
                  <a:cubicBezTo>
                    <a:pt x="295" y="547"/>
                    <a:pt x="315" y="545"/>
                    <a:pt x="333" y="541"/>
                  </a:cubicBezTo>
                  <a:cubicBezTo>
                    <a:pt x="441" y="517"/>
                    <a:pt x="512" y="445"/>
                    <a:pt x="548" y="338"/>
                  </a:cubicBezTo>
                  <a:lnTo>
                    <a:pt x="548" y="219"/>
                  </a:lnTo>
                  <a:cubicBezTo>
                    <a:pt x="516" y="82"/>
                    <a:pt x="400" y="1"/>
                    <a:pt x="26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10"/>
            <p:cNvSpPr/>
            <p:nvPr/>
          </p:nvSpPr>
          <p:spPr>
            <a:xfrm>
              <a:off x="577908" y="7790828"/>
              <a:ext cx="33805" cy="30521"/>
            </a:xfrm>
            <a:custGeom>
              <a:rect b="b" l="l" r="r" t="t"/>
              <a:pathLst>
                <a:path extrusionOk="0" h="539" w="597">
                  <a:moveTo>
                    <a:pt x="292" y="1"/>
                  </a:moveTo>
                  <a:cubicBezTo>
                    <a:pt x="275" y="1"/>
                    <a:pt x="257" y="2"/>
                    <a:pt x="239" y="5"/>
                  </a:cubicBezTo>
                  <a:cubicBezTo>
                    <a:pt x="84" y="41"/>
                    <a:pt x="1" y="184"/>
                    <a:pt x="25" y="339"/>
                  </a:cubicBezTo>
                  <a:cubicBezTo>
                    <a:pt x="25" y="350"/>
                    <a:pt x="37" y="362"/>
                    <a:pt x="37" y="362"/>
                  </a:cubicBezTo>
                  <a:cubicBezTo>
                    <a:pt x="76" y="471"/>
                    <a:pt x="172" y="538"/>
                    <a:pt x="285" y="538"/>
                  </a:cubicBezTo>
                  <a:cubicBezTo>
                    <a:pt x="309" y="538"/>
                    <a:pt x="333" y="535"/>
                    <a:pt x="358" y="529"/>
                  </a:cubicBezTo>
                  <a:lnTo>
                    <a:pt x="370" y="529"/>
                  </a:lnTo>
                  <a:cubicBezTo>
                    <a:pt x="501" y="481"/>
                    <a:pt x="596" y="350"/>
                    <a:pt x="549" y="196"/>
                  </a:cubicBezTo>
                  <a:cubicBezTo>
                    <a:pt x="537" y="124"/>
                    <a:pt x="489" y="77"/>
                    <a:pt x="441" y="41"/>
                  </a:cubicBezTo>
                  <a:cubicBezTo>
                    <a:pt x="397" y="14"/>
                    <a:pt x="345" y="1"/>
                    <a:pt x="29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10"/>
            <p:cNvSpPr/>
            <p:nvPr/>
          </p:nvSpPr>
          <p:spPr>
            <a:xfrm>
              <a:off x="376323" y="7697170"/>
              <a:ext cx="33126" cy="31030"/>
            </a:xfrm>
            <a:custGeom>
              <a:rect b="b" l="l" r="r" t="t"/>
              <a:pathLst>
                <a:path extrusionOk="0" h="548" w="585">
                  <a:moveTo>
                    <a:pt x="276" y="0"/>
                  </a:moveTo>
                  <a:cubicBezTo>
                    <a:pt x="260" y="0"/>
                    <a:pt x="243" y="2"/>
                    <a:pt x="227" y="4"/>
                  </a:cubicBezTo>
                  <a:cubicBezTo>
                    <a:pt x="96" y="40"/>
                    <a:pt x="1" y="171"/>
                    <a:pt x="13" y="302"/>
                  </a:cubicBezTo>
                  <a:lnTo>
                    <a:pt x="13" y="338"/>
                  </a:lnTo>
                  <a:cubicBezTo>
                    <a:pt x="43" y="460"/>
                    <a:pt x="153" y="548"/>
                    <a:pt x="281" y="548"/>
                  </a:cubicBezTo>
                  <a:cubicBezTo>
                    <a:pt x="302" y="548"/>
                    <a:pt x="324" y="545"/>
                    <a:pt x="346" y="540"/>
                  </a:cubicBezTo>
                  <a:cubicBezTo>
                    <a:pt x="370" y="540"/>
                    <a:pt x="406" y="528"/>
                    <a:pt x="418" y="516"/>
                  </a:cubicBezTo>
                  <a:cubicBezTo>
                    <a:pt x="525" y="457"/>
                    <a:pt x="584" y="338"/>
                    <a:pt x="549" y="219"/>
                  </a:cubicBezTo>
                  <a:cubicBezTo>
                    <a:pt x="527" y="81"/>
                    <a:pt x="403" y="0"/>
                    <a:pt x="27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18" name="Google Shape;1318;p10"/>
          <p:cNvSpPr/>
          <p:nvPr/>
        </p:nvSpPr>
        <p:spPr>
          <a:xfrm>
            <a:off x="0" y="4845825"/>
            <a:ext cx="9144000" cy="2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10"/>
          <p:cNvSpPr txBox="1"/>
          <p:nvPr>
            <p:ph type="title"/>
          </p:nvPr>
        </p:nvSpPr>
        <p:spPr>
          <a:xfrm>
            <a:off x="4000475" y="937050"/>
            <a:ext cx="4645200" cy="149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320" name="Google Shape;1320;p10"/>
          <p:cNvSpPr txBox="1"/>
          <p:nvPr>
            <p:ph idx="1" type="subTitle"/>
          </p:nvPr>
        </p:nvSpPr>
        <p:spPr>
          <a:xfrm>
            <a:off x="4000625" y="2575550"/>
            <a:ext cx="4423500" cy="137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solidFill>
                  <a:schemeClr val="dk1"/>
                </a:solidFill>
              </a:defRPr>
            </a:lvl1pPr>
            <a:lvl2pPr lvl="1" algn="ctr">
              <a:lnSpc>
                <a:spcPct val="100000"/>
              </a:lnSpc>
              <a:spcBef>
                <a:spcPts val="160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21" name="Shape 1321"/>
        <p:cNvGrpSpPr/>
        <p:nvPr/>
      </p:nvGrpSpPr>
      <p:grpSpPr>
        <a:xfrm>
          <a:off x="0" y="0"/>
          <a:ext cx="0" cy="0"/>
          <a:chOff x="0" y="0"/>
          <a:chExt cx="0" cy="0"/>
        </a:xfrm>
      </p:grpSpPr>
      <p:grpSp>
        <p:nvGrpSpPr>
          <p:cNvPr id="1322" name="Google Shape;1322;p11"/>
          <p:cNvGrpSpPr/>
          <p:nvPr/>
        </p:nvGrpSpPr>
        <p:grpSpPr>
          <a:xfrm>
            <a:off x="5451129" y="-79"/>
            <a:ext cx="3692518" cy="1746578"/>
            <a:chOff x="2238075" y="1147600"/>
            <a:chExt cx="1906800" cy="901925"/>
          </a:xfrm>
        </p:grpSpPr>
        <p:sp>
          <p:nvSpPr>
            <p:cNvPr id="1323" name="Google Shape;1323;p11"/>
            <p:cNvSpPr/>
            <p:nvPr/>
          </p:nvSpPr>
          <p:spPr>
            <a:xfrm>
              <a:off x="2925350" y="1181225"/>
              <a:ext cx="175" cy="250"/>
            </a:xfrm>
            <a:custGeom>
              <a:rect b="b" l="l" r="r" t="t"/>
              <a:pathLst>
                <a:path extrusionOk="0" h="10" w="7">
                  <a:moveTo>
                    <a:pt x="1" y="1"/>
                  </a:moveTo>
                  <a:cubicBezTo>
                    <a:pt x="1" y="7"/>
                    <a:pt x="4" y="10"/>
                    <a:pt x="5" y="10"/>
                  </a:cubicBezTo>
                  <a:cubicBezTo>
                    <a:pt x="7" y="10"/>
                    <a:pt x="7" y="7"/>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11"/>
            <p:cNvSpPr/>
            <p:nvPr/>
          </p:nvSpPr>
          <p:spPr>
            <a:xfrm>
              <a:off x="2925650" y="1181825"/>
              <a:ext cx="325" cy="400"/>
            </a:xfrm>
            <a:custGeom>
              <a:rect b="b" l="l" r="r" t="t"/>
              <a:pathLst>
                <a:path extrusionOk="0" h="16" w="13">
                  <a:moveTo>
                    <a:pt x="1" y="0"/>
                  </a:moveTo>
                  <a:cubicBezTo>
                    <a:pt x="1" y="10"/>
                    <a:pt x="8" y="12"/>
                    <a:pt x="11" y="12"/>
                  </a:cubicBezTo>
                  <a:lnTo>
                    <a:pt x="11" y="12"/>
                  </a:lnTo>
                  <a:cubicBezTo>
                    <a:pt x="10" y="8"/>
                    <a:pt x="7" y="0"/>
                    <a:pt x="1" y="0"/>
                  </a:cubicBezTo>
                  <a:close/>
                  <a:moveTo>
                    <a:pt x="11" y="12"/>
                  </a:moveTo>
                  <a:lnTo>
                    <a:pt x="11" y="12"/>
                  </a:lnTo>
                  <a:cubicBezTo>
                    <a:pt x="12" y="14"/>
                    <a:pt x="12" y="16"/>
                    <a:pt x="12" y="16"/>
                  </a:cubicBezTo>
                  <a:cubicBezTo>
                    <a:pt x="12" y="16"/>
                    <a:pt x="12" y="15"/>
                    <a:pt x="12" y="12"/>
                  </a:cubicBezTo>
                  <a:cubicBezTo>
                    <a:pt x="12" y="12"/>
                    <a:pt x="12" y="12"/>
                    <a:pt x="11"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11"/>
            <p:cNvSpPr/>
            <p:nvPr/>
          </p:nvSpPr>
          <p:spPr>
            <a:xfrm>
              <a:off x="2926250" y="118242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11"/>
            <p:cNvSpPr/>
            <p:nvPr/>
          </p:nvSpPr>
          <p:spPr>
            <a:xfrm>
              <a:off x="2924750" y="1179750"/>
              <a:ext cx="25" cy="300"/>
            </a:xfrm>
            <a:custGeom>
              <a:rect b="b" l="l" r="r" t="t"/>
              <a:pathLst>
                <a:path extrusionOk="0" h="12" w="1">
                  <a:moveTo>
                    <a:pt x="1" y="0"/>
                  </a:moveTo>
                  <a:lnTo>
                    <a:pt x="1" y="0"/>
                  </a:lnTo>
                  <a:lnTo>
                    <a:pt x="1" y="12"/>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11"/>
            <p:cNvSpPr/>
            <p:nvPr/>
          </p:nvSpPr>
          <p:spPr>
            <a:xfrm>
              <a:off x="2925350" y="1181225"/>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11"/>
            <p:cNvSpPr/>
            <p:nvPr/>
          </p:nvSpPr>
          <p:spPr>
            <a:xfrm>
              <a:off x="2931900" y="1162175"/>
              <a:ext cx="86650" cy="19375"/>
            </a:xfrm>
            <a:custGeom>
              <a:rect b="b" l="l" r="r" t="t"/>
              <a:pathLst>
                <a:path extrusionOk="0" h="775" w="3466">
                  <a:moveTo>
                    <a:pt x="3465" y="1"/>
                  </a:moveTo>
                  <a:lnTo>
                    <a:pt x="1" y="524"/>
                  </a:lnTo>
                  <a:lnTo>
                    <a:pt x="1" y="608"/>
                  </a:lnTo>
                  <a:lnTo>
                    <a:pt x="274" y="775"/>
                  </a:lnTo>
                  <a:lnTo>
                    <a:pt x="3382" y="298"/>
                  </a:lnTo>
                  <a:lnTo>
                    <a:pt x="346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11"/>
            <p:cNvSpPr/>
            <p:nvPr/>
          </p:nvSpPr>
          <p:spPr>
            <a:xfrm>
              <a:off x="3024175" y="1148200"/>
              <a:ext cx="134275" cy="20250"/>
            </a:xfrm>
            <a:custGeom>
              <a:rect b="b" l="l" r="r" t="t"/>
              <a:pathLst>
                <a:path extrusionOk="0" h="810" w="5371">
                  <a:moveTo>
                    <a:pt x="3489" y="0"/>
                  </a:moveTo>
                  <a:lnTo>
                    <a:pt x="72" y="512"/>
                  </a:lnTo>
                  <a:lnTo>
                    <a:pt x="1" y="810"/>
                  </a:lnTo>
                  <a:lnTo>
                    <a:pt x="53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11"/>
            <p:cNvSpPr/>
            <p:nvPr/>
          </p:nvSpPr>
          <p:spPr>
            <a:xfrm>
              <a:off x="3114950" y="1293450"/>
              <a:ext cx="203925" cy="127125"/>
            </a:xfrm>
            <a:custGeom>
              <a:rect b="b" l="l" r="r" t="t"/>
              <a:pathLst>
                <a:path extrusionOk="0" h="5085" w="8157">
                  <a:moveTo>
                    <a:pt x="287" y="0"/>
                  </a:moveTo>
                  <a:lnTo>
                    <a:pt x="1" y="155"/>
                  </a:lnTo>
                  <a:lnTo>
                    <a:pt x="8050" y="5084"/>
                  </a:lnTo>
                  <a:cubicBezTo>
                    <a:pt x="8073" y="4989"/>
                    <a:pt x="8109" y="4918"/>
                    <a:pt x="8157" y="4858"/>
                  </a:cubicBezTo>
                  <a:lnTo>
                    <a:pt x="8109" y="4798"/>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11"/>
            <p:cNvSpPr/>
            <p:nvPr/>
          </p:nvSpPr>
          <p:spPr>
            <a:xfrm>
              <a:off x="2925950" y="1177350"/>
              <a:ext cx="77425" cy="50325"/>
            </a:xfrm>
            <a:custGeom>
              <a:rect b="b" l="l" r="r" t="t"/>
              <a:pathLst>
                <a:path extrusionOk="0" h="2013" w="3097">
                  <a:moveTo>
                    <a:pt x="0" y="179"/>
                  </a:moveTo>
                  <a:cubicBezTo>
                    <a:pt x="25" y="196"/>
                    <a:pt x="44" y="207"/>
                    <a:pt x="66" y="212"/>
                  </a:cubicBezTo>
                  <a:lnTo>
                    <a:pt x="66" y="212"/>
                  </a:lnTo>
                  <a:lnTo>
                    <a:pt x="12" y="179"/>
                  </a:lnTo>
                  <a:close/>
                  <a:moveTo>
                    <a:pt x="239" y="1"/>
                  </a:moveTo>
                  <a:lnTo>
                    <a:pt x="239" y="84"/>
                  </a:lnTo>
                  <a:cubicBezTo>
                    <a:pt x="239" y="150"/>
                    <a:pt x="188" y="216"/>
                    <a:pt x="114" y="216"/>
                  </a:cubicBezTo>
                  <a:cubicBezTo>
                    <a:pt x="108" y="216"/>
                    <a:pt x="102" y="216"/>
                    <a:pt x="96" y="215"/>
                  </a:cubicBezTo>
                  <a:cubicBezTo>
                    <a:pt x="85" y="215"/>
                    <a:pt x="75" y="214"/>
                    <a:pt x="66" y="212"/>
                  </a:cubicBezTo>
                  <a:lnTo>
                    <a:pt x="66" y="212"/>
                  </a:lnTo>
                  <a:lnTo>
                    <a:pt x="3025" y="2013"/>
                  </a:lnTo>
                  <a:lnTo>
                    <a:pt x="3096" y="1727"/>
                  </a:lnTo>
                  <a:lnTo>
                    <a:pt x="512" y="168"/>
                  </a:ln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11"/>
            <p:cNvSpPr/>
            <p:nvPr/>
          </p:nvSpPr>
          <p:spPr>
            <a:xfrm>
              <a:off x="3007800" y="1224975"/>
              <a:ext cx="107175" cy="68200"/>
            </a:xfrm>
            <a:custGeom>
              <a:rect b="b" l="l" r="r" t="t"/>
              <a:pathLst>
                <a:path extrusionOk="0" h="2728" w="4287">
                  <a:moveTo>
                    <a:pt x="72" y="1"/>
                  </a:moveTo>
                  <a:lnTo>
                    <a:pt x="1" y="287"/>
                  </a:lnTo>
                  <a:lnTo>
                    <a:pt x="4001" y="2727"/>
                  </a:lnTo>
                  <a:lnTo>
                    <a:pt x="4287" y="2584"/>
                  </a:lnTo>
                  <a:lnTo>
                    <a:pt x="7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11"/>
            <p:cNvSpPr/>
            <p:nvPr/>
          </p:nvSpPr>
          <p:spPr>
            <a:xfrm>
              <a:off x="2924750" y="1180025"/>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11"/>
            <p:cNvSpPr/>
            <p:nvPr/>
          </p:nvSpPr>
          <p:spPr>
            <a:xfrm>
              <a:off x="2926250" y="1182425"/>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11"/>
            <p:cNvSpPr/>
            <p:nvPr/>
          </p:nvSpPr>
          <p:spPr>
            <a:xfrm>
              <a:off x="2925350" y="1181225"/>
              <a:ext cx="25" cy="325"/>
            </a:xfrm>
            <a:custGeom>
              <a:rect b="b" l="l" r="r" t="t"/>
              <a:pathLst>
                <a:path extrusionOk="0" h="13" w="1">
                  <a:moveTo>
                    <a:pt x="1" y="1"/>
                  </a:moveTo>
                  <a:lnTo>
                    <a:pt x="1" y="1"/>
                  </a:lnTo>
                  <a:lnTo>
                    <a:pt x="1" y="1"/>
                  </a:lnTo>
                  <a:cubicBezTo>
                    <a:pt x="1" y="1"/>
                    <a:pt x="1" y="13"/>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11"/>
            <p:cNvSpPr/>
            <p:nvPr/>
          </p:nvSpPr>
          <p:spPr>
            <a:xfrm>
              <a:off x="2238075" y="1147600"/>
              <a:ext cx="52100" cy="36625"/>
            </a:xfrm>
            <a:custGeom>
              <a:rect b="b" l="l" r="r" t="t"/>
              <a:pathLst>
                <a:path extrusionOk="0" h="1465" w="2084">
                  <a:moveTo>
                    <a:pt x="0" y="0"/>
                  </a:moveTo>
                  <a:lnTo>
                    <a:pt x="1934" y="1433"/>
                  </a:lnTo>
                  <a:lnTo>
                    <a:pt x="1934" y="1433"/>
                  </a:lnTo>
                  <a:cubicBezTo>
                    <a:pt x="1927" y="1424"/>
                    <a:pt x="1921" y="1414"/>
                    <a:pt x="1917" y="1405"/>
                  </a:cubicBezTo>
                  <a:cubicBezTo>
                    <a:pt x="1881" y="1334"/>
                    <a:pt x="1929" y="1250"/>
                    <a:pt x="2012" y="1227"/>
                  </a:cubicBezTo>
                  <a:lnTo>
                    <a:pt x="2084" y="1191"/>
                  </a:lnTo>
                  <a:lnTo>
                    <a:pt x="476" y="0"/>
                  </a:lnTo>
                  <a:close/>
                  <a:moveTo>
                    <a:pt x="1934" y="1433"/>
                  </a:moveTo>
                  <a:lnTo>
                    <a:pt x="1934" y="1433"/>
                  </a:lnTo>
                  <a:cubicBezTo>
                    <a:pt x="1946" y="1450"/>
                    <a:pt x="1961" y="1465"/>
                    <a:pt x="1977" y="1465"/>
                  </a:cubicBezTo>
                  <a:lnTo>
                    <a:pt x="1934" y="143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11"/>
            <p:cNvSpPr/>
            <p:nvPr/>
          </p:nvSpPr>
          <p:spPr>
            <a:xfrm>
              <a:off x="2285400" y="1148200"/>
              <a:ext cx="114625" cy="37225"/>
            </a:xfrm>
            <a:custGeom>
              <a:rect b="b" l="l" r="r" t="t"/>
              <a:pathLst>
                <a:path extrusionOk="0" h="1489" w="4585">
                  <a:moveTo>
                    <a:pt x="3703" y="0"/>
                  </a:moveTo>
                  <a:lnTo>
                    <a:pt x="191" y="1191"/>
                  </a:lnTo>
                  <a:lnTo>
                    <a:pt x="119" y="1214"/>
                  </a:lnTo>
                  <a:cubicBezTo>
                    <a:pt x="36" y="1250"/>
                    <a:pt x="0" y="1322"/>
                    <a:pt x="24" y="1393"/>
                  </a:cubicBezTo>
                  <a:cubicBezTo>
                    <a:pt x="36" y="1429"/>
                    <a:pt x="60" y="1441"/>
                    <a:pt x="72" y="1464"/>
                  </a:cubicBezTo>
                  <a:cubicBezTo>
                    <a:pt x="84" y="1464"/>
                    <a:pt x="84" y="1488"/>
                    <a:pt x="95" y="1488"/>
                  </a:cubicBezTo>
                  <a:lnTo>
                    <a:pt x="203" y="1488"/>
                  </a:lnTo>
                  <a:lnTo>
                    <a:pt x="458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11"/>
            <p:cNvSpPr/>
            <p:nvPr/>
          </p:nvSpPr>
          <p:spPr>
            <a:xfrm>
              <a:off x="2466075" y="1148200"/>
              <a:ext cx="82475" cy="241125"/>
            </a:xfrm>
            <a:custGeom>
              <a:rect b="b" l="l" r="r" t="t"/>
              <a:pathLst>
                <a:path extrusionOk="0" h="9645" w="3299">
                  <a:moveTo>
                    <a:pt x="0" y="0"/>
                  </a:moveTo>
                  <a:lnTo>
                    <a:pt x="3036" y="9644"/>
                  </a:lnTo>
                  <a:cubicBezTo>
                    <a:pt x="3099" y="9592"/>
                    <a:pt x="3188" y="9558"/>
                    <a:pt x="3265" y="9558"/>
                  </a:cubicBezTo>
                  <a:cubicBezTo>
                    <a:pt x="3276" y="9558"/>
                    <a:pt x="3288" y="9559"/>
                    <a:pt x="3298" y="9561"/>
                  </a:cubicBezTo>
                  <a:lnTo>
                    <a:pt x="29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11"/>
            <p:cNvSpPr/>
            <p:nvPr/>
          </p:nvSpPr>
          <p:spPr>
            <a:xfrm>
              <a:off x="2550300" y="1148200"/>
              <a:ext cx="104500" cy="242000"/>
            </a:xfrm>
            <a:custGeom>
              <a:rect b="b" l="l" r="r" t="t"/>
              <a:pathLst>
                <a:path extrusionOk="0" h="9680" w="4180">
                  <a:moveTo>
                    <a:pt x="3870" y="0"/>
                  </a:moveTo>
                  <a:lnTo>
                    <a:pt x="1" y="9549"/>
                  </a:lnTo>
                  <a:lnTo>
                    <a:pt x="13" y="9549"/>
                  </a:lnTo>
                  <a:cubicBezTo>
                    <a:pt x="120" y="9561"/>
                    <a:pt x="191" y="9608"/>
                    <a:pt x="251" y="9680"/>
                  </a:cubicBezTo>
                  <a:lnTo>
                    <a:pt x="418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11"/>
            <p:cNvSpPr/>
            <p:nvPr/>
          </p:nvSpPr>
          <p:spPr>
            <a:xfrm>
              <a:off x="2924750" y="1148200"/>
              <a:ext cx="7175" cy="34850"/>
            </a:xfrm>
            <a:custGeom>
              <a:rect b="b" l="l" r="r" t="t"/>
              <a:pathLst>
                <a:path extrusionOk="0" h="1394" w="287">
                  <a:moveTo>
                    <a:pt x="1" y="0"/>
                  </a:moveTo>
                  <a:lnTo>
                    <a:pt x="1" y="1250"/>
                  </a:lnTo>
                  <a:lnTo>
                    <a:pt x="1" y="1262"/>
                  </a:lnTo>
                  <a:lnTo>
                    <a:pt x="1" y="1274"/>
                  </a:lnTo>
                  <a:lnTo>
                    <a:pt x="1" y="1286"/>
                  </a:lnTo>
                  <a:lnTo>
                    <a:pt x="1" y="1310"/>
                  </a:lnTo>
                  <a:lnTo>
                    <a:pt x="1" y="1322"/>
                  </a:lnTo>
                  <a:lnTo>
                    <a:pt x="1" y="1334"/>
                  </a:lnTo>
                  <a:lnTo>
                    <a:pt x="1" y="1345"/>
                  </a:lnTo>
                  <a:lnTo>
                    <a:pt x="25" y="1357"/>
                  </a:lnTo>
                  <a:cubicBezTo>
                    <a:pt x="48" y="1381"/>
                    <a:pt x="84" y="1393"/>
                    <a:pt x="108" y="1393"/>
                  </a:cubicBezTo>
                  <a:cubicBezTo>
                    <a:pt x="227" y="1393"/>
                    <a:pt x="287" y="1334"/>
                    <a:pt x="287" y="1250"/>
                  </a:cubicBezTo>
                  <a:lnTo>
                    <a:pt x="287" y="1167"/>
                  </a:lnTo>
                  <a:lnTo>
                    <a:pt x="287" y="1083"/>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11"/>
            <p:cNvSpPr/>
            <p:nvPr/>
          </p:nvSpPr>
          <p:spPr>
            <a:xfrm>
              <a:off x="2963750" y="1147900"/>
              <a:ext cx="65800" cy="224750"/>
            </a:xfrm>
            <a:custGeom>
              <a:rect b="b" l="l" r="r" t="t"/>
              <a:pathLst>
                <a:path extrusionOk="0" h="8990" w="2632">
                  <a:moveTo>
                    <a:pt x="2334" y="0"/>
                  </a:moveTo>
                  <a:lnTo>
                    <a:pt x="2179" y="572"/>
                  </a:lnTo>
                  <a:lnTo>
                    <a:pt x="2108" y="869"/>
                  </a:lnTo>
                  <a:lnTo>
                    <a:pt x="1572" y="2917"/>
                  </a:lnTo>
                  <a:lnTo>
                    <a:pt x="1489" y="3203"/>
                  </a:lnTo>
                  <a:lnTo>
                    <a:pt x="1" y="8989"/>
                  </a:lnTo>
                  <a:cubicBezTo>
                    <a:pt x="24" y="8954"/>
                    <a:pt x="48" y="8906"/>
                    <a:pt x="96" y="8882"/>
                  </a:cubicBezTo>
                  <a:lnTo>
                    <a:pt x="382" y="8727"/>
                  </a:lnTo>
                  <a:lnTo>
                    <a:pt x="1763" y="3370"/>
                  </a:lnTo>
                  <a:lnTo>
                    <a:pt x="1834" y="3084"/>
                  </a:lnTo>
                  <a:lnTo>
                    <a:pt x="2418" y="822"/>
                  </a:lnTo>
                  <a:lnTo>
                    <a:pt x="2489" y="524"/>
                  </a:lnTo>
                  <a:lnTo>
                    <a:pt x="263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11"/>
            <p:cNvSpPr/>
            <p:nvPr/>
          </p:nvSpPr>
          <p:spPr>
            <a:xfrm>
              <a:off x="3178350" y="1148775"/>
              <a:ext cx="49150" cy="83375"/>
            </a:xfrm>
            <a:custGeom>
              <a:rect b="b" l="l" r="r" t="t"/>
              <a:pathLst>
                <a:path extrusionOk="0" h="3335" w="1966">
                  <a:moveTo>
                    <a:pt x="239" y="1"/>
                  </a:moveTo>
                  <a:cubicBezTo>
                    <a:pt x="180" y="72"/>
                    <a:pt x="84" y="120"/>
                    <a:pt x="1" y="156"/>
                  </a:cubicBezTo>
                  <a:lnTo>
                    <a:pt x="1704" y="3335"/>
                  </a:lnTo>
                  <a:lnTo>
                    <a:pt x="1965" y="3204"/>
                  </a:ln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11"/>
            <p:cNvSpPr/>
            <p:nvPr/>
          </p:nvSpPr>
          <p:spPr>
            <a:xfrm>
              <a:off x="3226875" y="1235100"/>
              <a:ext cx="97950" cy="179800"/>
            </a:xfrm>
            <a:custGeom>
              <a:rect b="b" l="l" r="r" t="t"/>
              <a:pathLst>
                <a:path extrusionOk="0" h="7192" w="3918">
                  <a:moveTo>
                    <a:pt x="144" y="1"/>
                  </a:moveTo>
                  <a:lnTo>
                    <a:pt x="1" y="72"/>
                  </a:lnTo>
                  <a:cubicBezTo>
                    <a:pt x="144" y="108"/>
                    <a:pt x="227" y="239"/>
                    <a:pt x="203" y="370"/>
                  </a:cubicBezTo>
                  <a:cubicBezTo>
                    <a:pt x="179" y="453"/>
                    <a:pt x="155" y="489"/>
                    <a:pt x="96" y="536"/>
                  </a:cubicBezTo>
                  <a:lnTo>
                    <a:pt x="3632" y="7132"/>
                  </a:lnTo>
                  <a:lnTo>
                    <a:pt x="3668" y="7192"/>
                  </a:lnTo>
                  <a:cubicBezTo>
                    <a:pt x="3727" y="7121"/>
                    <a:pt x="3811" y="7073"/>
                    <a:pt x="3918" y="7061"/>
                  </a:cubicBezTo>
                  <a:lnTo>
                    <a:pt x="14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11"/>
            <p:cNvSpPr/>
            <p:nvPr/>
          </p:nvSpPr>
          <p:spPr>
            <a:xfrm>
              <a:off x="3496850" y="1223200"/>
              <a:ext cx="70575" cy="90500"/>
            </a:xfrm>
            <a:custGeom>
              <a:rect b="b" l="l" r="r" t="t"/>
              <a:pathLst>
                <a:path extrusionOk="0" h="3620" w="2823">
                  <a:moveTo>
                    <a:pt x="179" y="0"/>
                  </a:moveTo>
                  <a:lnTo>
                    <a:pt x="1" y="227"/>
                  </a:lnTo>
                  <a:lnTo>
                    <a:pt x="2691" y="3620"/>
                  </a:lnTo>
                  <a:cubicBezTo>
                    <a:pt x="2680" y="3572"/>
                    <a:pt x="2680" y="3548"/>
                    <a:pt x="2691" y="3501"/>
                  </a:cubicBezTo>
                  <a:cubicBezTo>
                    <a:pt x="2703" y="3429"/>
                    <a:pt x="2751" y="3346"/>
                    <a:pt x="2822" y="3322"/>
                  </a:cubicBez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11"/>
            <p:cNvSpPr/>
            <p:nvPr/>
          </p:nvSpPr>
          <p:spPr>
            <a:xfrm>
              <a:off x="3568875" y="1316375"/>
              <a:ext cx="104225" cy="127100"/>
            </a:xfrm>
            <a:custGeom>
              <a:rect b="b" l="l" r="r" t="t"/>
              <a:pathLst>
                <a:path extrusionOk="0" h="5084" w="4169">
                  <a:moveTo>
                    <a:pt x="275" y="0"/>
                  </a:moveTo>
                  <a:lnTo>
                    <a:pt x="227" y="12"/>
                  </a:lnTo>
                  <a:cubicBezTo>
                    <a:pt x="191" y="24"/>
                    <a:pt x="168" y="36"/>
                    <a:pt x="120" y="60"/>
                  </a:cubicBezTo>
                  <a:lnTo>
                    <a:pt x="1" y="119"/>
                  </a:lnTo>
                  <a:lnTo>
                    <a:pt x="3942" y="5084"/>
                  </a:lnTo>
                  <a:cubicBezTo>
                    <a:pt x="4001" y="5013"/>
                    <a:pt x="4085" y="4953"/>
                    <a:pt x="4168" y="4905"/>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11"/>
            <p:cNvSpPr/>
            <p:nvPr/>
          </p:nvSpPr>
          <p:spPr>
            <a:xfrm>
              <a:off x="3432250" y="1148200"/>
              <a:ext cx="64625" cy="75025"/>
            </a:xfrm>
            <a:custGeom>
              <a:rect b="b" l="l" r="r" t="t"/>
              <a:pathLst>
                <a:path extrusionOk="0" h="3001" w="2585">
                  <a:moveTo>
                    <a:pt x="1" y="0"/>
                  </a:moveTo>
                  <a:lnTo>
                    <a:pt x="2406" y="3000"/>
                  </a:lnTo>
                  <a:lnTo>
                    <a:pt x="2585" y="2774"/>
                  </a:lnTo>
                  <a:lnTo>
                    <a:pt x="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11"/>
            <p:cNvSpPr/>
            <p:nvPr/>
          </p:nvSpPr>
          <p:spPr>
            <a:xfrm>
              <a:off x="2964350" y="1148200"/>
              <a:ext cx="427150" cy="226525"/>
            </a:xfrm>
            <a:custGeom>
              <a:rect b="b" l="l" r="r" t="t"/>
              <a:pathLst>
                <a:path extrusionOk="0" h="9061" w="17086">
                  <a:moveTo>
                    <a:pt x="16491" y="0"/>
                  </a:moveTo>
                  <a:lnTo>
                    <a:pt x="10502" y="3227"/>
                  </a:lnTo>
                  <a:lnTo>
                    <a:pt x="10252" y="3358"/>
                  </a:lnTo>
                  <a:lnTo>
                    <a:pt x="6025" y="5655"/>
                  </a:lnTo>
                  <a:lnTo>
                    <a:pt x="5739" y="5798"/>
                  </a:lnTo>
                  <a:lnTo>
                    <a:pt x="358" y="8703"/>
                  </a:lnTo>
                  <a:lnTo>
                    <a:pt x="72" y="8846"/>
                  </a:lnTo>
                  <a:cubicBezTo>
                    <a:pt x="24" y="8882"/>
                    <a:pt x="0" y="8930"/>
                    <a:pt x="0" y="8965"/>
                  </a:cubicBezTo>
                  <a:lnTo>
                    <a:pt x="72" y="8965"/>
                  </a:lnTo>
                  <a:cubicBezTo>
                    <a:pt x="143" y="8989"/>
                    <a:pt x="203" y="9013"/>
                    <a:pt x="262" y="9061"/>
                  </a:cubicBezTo>
                  <a:lnTo>
                    <a:pt x="6013" y="5953"/>
                  </a:lnTo>
                  <a:lnTo>
                    <a:pt x="6299" y="5798"/>
                  </a:lnTo>
                  <a:lnTo>
                    <a:pt x="6846" y="5536"/>
                  </a:lnTo>
                  <a:lnTo>
                    <a:pt x="6846" y="5501"/>
                  </a:lnTo>
                  <a:cubicBezTo>
                    <a:pt x="6867" y="5378"/>
                    <a:pt x="6975" y="5291"/>
                    <a:pt x="7095" y="5291"/>
                  </a:cubicBezTo>
                  <a:cubicBezTo>
                    <a:pt x="7115" y="5291"/>
                    <a:pt x="7136" y="5293"/>
                    <a:pt x="7156" y="5298"/>
                  </a:cubicBezTo>
                  <a:cubicBezTo>
                    <a:pt x="7192" y="5298"/>
                    <a:pt x="7216" y="5310"/>
                    <a:pt x="7227" y="5322"/>
                  </a:cubicBezTo>
                  <a:lnTo>
                    <a:pt x="10204" y="3715"/>
                  </a:lnTo>
                  <a:cubicBezTo>
                    <a:pt x="10246" y="3609"/>
                    <a:pt x="10344" y="3532"/>
                    <a:pt x="10457" y="3532"/>
                  </a:cubicBezTo>
                  <a:cubicBezTo>
                    <a:pt x="10472" y="3532"/>
                    <a:pt x="10487" y="3533"/>
                    <a:pt x="10502" y="3536"/>
                  </a:cubicBezTo>
                  <a:lnTo>
                    <a:pt x="10525" y="3536"/>
                  </a:lnTo>
                  <a:lnTo>
                    <a:pt x="10656" y="3465"/>
                  </a:lnTo>
                  <a:lnTo>
                    <a:pt x="170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11"/>
            <p:cNvSpPr/>
            <p:nvPr/>
          </p:nvSpPr>
          <p:spPr>
            <a:xfrm>
              <a:off x="3321825" y="1432750"/>
              <a:ext cx="8375" cy="4325"/>
            </a:xfrm>
            <a:custGeom>
              <a:rect b="b" l="l" r="r" t="t"/>
              <a:pathLst>
                <a:path extrusionOk="0" h="173" w="335">
                  <a:moveTo>
                    <a:pt x="13" y="0"/>
                  </a:moveTo>
                  <a:lnTo>
                    <a:pt x="13" y="0"/>
                  </a:lnTo>
                  <a:cubicBezTo>
                    <a:pt x="1" y="60"/>
                    <a:pt x="13" y="119"/>
                    <a:pt x="60" y="143"/>
                  </a:cubicBezTo>
                  <a:cubicBezTo>
                    <a:pt x="85" y="163"/>
                    <a:pt x="116" y="173"/>
                    <a:pt x="147" y="173"/>
                  </a:cubicBezTo>
                  <a:cubicBezTo>
                    <a:pt x="189" y="173"/>
                    <a:pt x="230" y="154"/>
                    <a:pt x="251" y="119"/>
                  </a:cubicBezTo>
                  <a:lnTo>
                    <a:pt x="334" y="24"/>
                  </a:lnTo>
                  <a:lnTo>
                    <a:pt x="334" y="24"/>
                  </a:lnTo>
                  <a:cubicBezTo>
                    <a:pt x="291" y="42"/>
                    <a:pt x="234" y="53"/>
                    <a:pt x="184" y="53"/>
                  </a:cubicBezTo>
                  <a:cubicBezTo>
                    <a:pt x="165" y="53"/>
                    <a:pt x="148" y="51"/>
                    <a:pt x="132" y="48"/>
                  </a:cubicBezTo>
                  <a:cubicBezTo>
                    <a:pt x="96" y="24"/>
                    <a:pt x="48" y="12"/>
                    <a:pt x="1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11"/>
            <p:cNvSpPr/>
            <p:nvPr/>
          </p:nvSpPr>
          <p:spPr>
            <a:xfrm>
              <a:off x="3335825" y="1148200"/>
              <a:ext cx="226825" cy="267000"/>
            </a:xfrm>
            <a:custGeom>
              <a:rect b="b" l="l" r="r" t="t"/>
              <a:pathLst>
                <a:path extrusionOk="0" h="10680" w="9073">
                  <a:moveTo>
                    <a:pt x="8704" y="0"/>
                  </a:moveTo>
                  <a:lnTo>
                    <a:pt x="6442" y="2774"/>
                  </a:lnTo>
                  <a:lnTo>
                    <a:pt x="6251" y="3000"/>
                  </a:lnTo>
                  <a:lnTo>
                    <a:pt x="0" y="10680"/>
                  </a:lnTo>
                  <a:lnTo>
                    <a:pt x="0" y="10680"/>
                  </a:lnTo>
                  <a:lnTo>
                    <a:pt x="560" y="10442"/>
                  </a:lnTo>
                  <a:lnTo>
                    <a:pt x="6442" y="3227"/>
                  </a:lnTo>
                  <a:lnTo>
                    <a:pt x="6620" y="3000"/>
                  </a:lnTo>
                  <a:lnTo>
                    <a:pt x="907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11"/>
            <p:cNvSpPr/>
            <p:nvPr/>
          </p:nvSpPr>
          <p:spPr>
            <a:xfrm>
              <a:off x="3867725" y="1148200"/>
              <a:ext cx="46775" cy="39000"/>
            </a:xfrm>
            <a:custGeom>
              <a:rect b="b" l="l" r="r" t="t"/>
              <a:pathLst>
                <a:path extrusionOk="0" h="1560" w="1871">
                  <a:moveTo>
                    <a:pt x="1" y="0"/>
                  </a:moveTo>
                  <a:lnTo>
                    <a:pt x="1668" y="1560"/>
                  </a:lnTo>
                  <a:cubicBezTo>
                    <a:pt x="1727" y="1488"/>
                    <a:pt x="1787" y="1429"/>
                    <a:pt x="1870" y="1381"/>
                  </a:cubicBezTo>
                  <a:lnTo>
                    <a:pt x="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11"/>
            <p:cNvSpPr/>
            <p:nvPr/>
          </p:nvSpPr>
          <p:spPr>
            <a:xfrm>
              <a:off x="3688250" y="1330350"/>
              <a:ext cx="105100" cy="114625"/>
            </a:xfrm>
            <a:custGeom>
              <a:rect b="b" l="l" r="r" t="t"/>
              <a:pathLst>
                <a:path extrusionOk="0" h="4585" w="4204">
                  <a:moveTo>
                    <a:pt x="4156" y="1"/>
                  </a:moveTo>
                  <a:lnTo>
                    <a:pt x="0" y="4406"/>
                  </a:lnTo>
                  <a:cubicBezTo>
                    <a:pt x="84" y="4454"/>
                    <a:pt x="143" y="4513"/>
                    <a:pt x="179" y="4585"/>
                  </a:cubicBezTo>
                  <a:lnTo>
                    <a:pt x="238" y="4573"/>
                  </a:lnTo>
                  <a:lnTo>
                    <a:pt x="4203" y="370"/>
                  </a:lnTo>
                  <a:lnTo>
                    <a:pt x="41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11"/>
            <p:cNvSpPr/>
            <p:nvPr/>
          </p:nvSpPr>
          <p:spPr>
            <a:xfrm>
              <a:off x="3798375" y="1205350"/>
              <a:ext cx="116125" cy="127400"/>
            </a:xfrm>
            <a:custGeom>
              <a:rect b="b" l="l" r="r" t="t"/>
              <a:pathLst>
                <a:path extrusionOk="0" h="5096" w="4645">
                  <a:moveTo>
                    <a:pt x="4442" y="0"/>
                  </a:moveTo>
                  <a:lnTo>
                    <a:pt x="1" y="4715"/>
                  </a:lnTo>
                  <a:lnTo>
                    <a:pt x="48" y="5096"/>
                  </a:lnTo>
                  <a:lnTo>
                    <a:pt x="4644" y="191"/>
                  </a:lnTo>
                  <a:cubicBezTo>
                    <a:pt x="4561" y="155"/>
                    <a:pt x="4489" y="95"/>
                    <a:pt x="444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11"/>
            <p:cNvSpPr/>
            <p:nvPr/>
          </p:nvSpPr>
          <p:spPr>
            <a:xfrm>
              <a:off x="3335825" y="1313675"/>
              <a:ext cx="235775" cy="107500"/>
            </a:xfrm>
            <a:custGeom>
              <a:rect b="b" l="l" r="r" t="t"/>
              <a:pathLst>
                <a:path extrusionOk="0" h="4300" w="9431">
                  <a:moveTo>
                    <a:pt x="9132" y="1"/>
                  </a:moveTo>
                  <a:lnTo>
                    <a:pt x="560" y="3823"/>
                  </a:lnTo>
                  <a:lnTo>
                    <a:pt x="0" y="4073"/>
                  </a:lnTo>
                  <a:cubicBezTo>
                    <a:pt x="48" y="4132"/>
                    <a:pt x="84" y="4204"/>
                    <a:pt x="96" y="4287"/>
                  </a:cubicBezTo>
                  <a:lnTo>
                    <a:pt x="215" y="4299"/>
                  </a:lnTo>
                  <a:lnTo>
                    <a:pt x="9311" y="239"/>
                  </a:lnTo>
                  <a:lnTo>
                    <a:pt x="9430" y="179"/>
                  </a:lnTo>
                  <a:cubicBezTo>
                    <a:pt x="9406" y="179"/>
                    <a:pt x="9382" y="185"/>
                    <a:pt x="9359" y="185"/>
                  </a:cubicBezTo>
                  <a:cubicBezTo>
                    <a:pt x="9347" y="185"/>
                    <a:pt x="9335" y="183"/>
                    <a:pt x="9323" y="179"/>
                  </a:cubicBezTo>
                  <a:cubicBezTo>
                    <a:pt x="9216" y="168"/>
                    <a:pt x="9144" y="84"/>
                    <a:pt x="9132"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11"/>
            <p:cNvSpPr/>
            <p:nvPr/>
          </p:nvSpPr>
          <p:spPr>
            <a:xfrm>
              <a:off x="3573950" y="1221400"/>
              <a:ext cx="200050" cy="95575"/>
            </a:xfrm>
            <a:custGeom>
              <a:rect b="b" l="l" r="r" t="t"/>
              <a:pathLst>
                <a:path extrusionOk="0" h="3823" w="8002">
                  <a:moveTo>
                    <a:pt x="7894" y="1"/>
                  </a:moveTo>
                  <a:lnTo>
                    <a:pt x="4739" y="1418"/>
                  </a:lnTo>
                  <a:cubicBezTo>
                    <a:pt x="4751" y="1453"/>
                    <a:pt x="4751" y="1489"/>
                    <a:pt x="4739" y="1537"/>
                  </a:cubicBezTo>
                  <a:cubicBezTo>
                    <a:pt x="4708" y="1659"/>
                    <a:pt x="4608" y="1747"/>
                    <a:pt x="4490" y="1747"/>
                  </a:cubicBezTo>
                  <a:cubicBezTo>
                    <a:pt x="4470" y="1747"/>
                    <a:pt x="4450" y="1744"/>
                    <a:pt x="4429" y="1739"/>
                  </a:cubicBezTo>
                  <a:cubicBezTo>
                    <a:pt x="4346" y="1727"/>
                    <a:pt x="4287" y="1680"/>
                    <a:pt x="4251" y="1620"/>
                  </a:cubicBezTo>
                  <a:lnTo>
                    <a:pt x="48" y="3478"/>
                  </a:lnTo>
                  <a:cubicBezTo>
                    <a:pt x="108" y="3537"/>
                    <a:pt x="131" y="3597"/>
                    <a:pt x="108" y="3656"/>
                  </a:cubicBezTo>
                  <a:cubicBezTo>
                    <a:pt x="96" y="3739"/>
                    <a:pt x="72" y="3775"/>
                    <a:pt x="0" y="3823"/>
                  </a:cubicBezTo>
                  <a:lnTo>
                    <a:pt x="48" y="3811"/>
                  </a:lnTo>
                  <a:lnTo>
                    <a:pt x="8001" y="263"/>
                  </a:lnTo>
                  <a:cubicBezTo>
                    <a:pt x="7942" y="191"/>
                    <a:pt x="7894" y="108"/>
                    <a:pt x="789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11"/>
            <p:cNvSpPr/>
            <p:nvPr/>
          </p:nvSpPr>
          <p:spPr>
            <a:xfrm>
              <a:off x="3336725" y="1420550"/>
              <a:ext cx="327425" cy="35725"/>
            </a:xfrm>
            <a:custGeom>
              <a:rect b="b" l="l" r="r" t="t"/>
              <a:pathLst>
                <a:path extrusionOk="0" h="1429" w="13097">
                  <a:moveTo>
                    <a:pt x="48" y="0"/>
                  </a:moveTo>
                  <a:cubicBezTo>
                    <a:pt x="60" y="36"/>
                    <a:pt x="60" y="95"/>
                    <a:pt x="48" y="155"/>
                  </a:cubicBezTo>
                  <a:cubicBezTo>
                    <a:pt x="36" y="203"/>
                    <a:pt x="12" y="250"/>
                    <a:pt x="0" y="274"/>
                  </a:cubicBezTo>
                  <a:lnTo>
                    <a:pt x="13073" y="1429"/>
                  </a:lnTo>
                  <a:cubicBezTo>
                    <a:pt x="13073" y="1369"/>
                    <a:pt x="13073" y="1286"/>
                    <a:pt x="13085" y="1215"/>
                  </a:cubicBezTo>
                  <a:cubicBezTo>
                    <a:pt x="13085" y="1191"/>
                    <a:pt x="13097" y="1167"/>
                    <a:pt x="13097" y="1143"/>
                  </a:cubicBezTo>
                  <a:lnTo>
                    <a:pt x="167" y="12"/>
                  </a:lnTo>
                  <a:lnTo>
                    <a:pt x="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11"/>
            <p:cNvSpPr/>
            <p:nvPr/>
          </p:nvSpPr>
          <p:spPr>
            <a:xfrm>
              <a:off x="3331050" y="1428575"/>
              <a:ext cx="531350" cy="595650"/>
            </a:xfrm>
            <a:custGeom>
              <a:rect b="b" l="l" r="r" t="t"/>
              <a:pathLst>
                <a:path extrusionOk="0" h="23826" w="21254">
                  <a:moveTo>
                    <a:pt x="227" y="1"/>
                  </a:moveTo>
                  <a:cubicBezTo>
                    <a:pt x="179" y="96"/>
                    <a:pt x="96" y="155"/>
                    <a:pt x="1" y="179"/>
                  </a:cubicBezTo>
                  <a:lnTo>
                    <a:pt x="21027" y="23825"/>
                  </a:lnTo>
                  <a:cubicBezTo>
                    <a:pt x="21099" y="23754"/>
                    <a:pt x="21170" y="23694"/>
                    <a:pt x="21254" y="23646"/>
                  </a:cubicBez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11"/>
            <p:cNvSpPr/>
            <p:nvPr/>
          </p:nvSpPr>
          <p:spPr>
            <a:xfrm>
              <a:off x="3684975" y="1465200"/>
              <a:ext cx="135150" cy="215225"/>
            </a:xfrm>
            <a:custGeom>
              <a:rect b="b" l="l" r="r" t="t"/>
              <a:pathLst>
                <a:path extrusionOk="0" h="8609" w="5406">
                  <a:moveTo>
                    <a:pt x="239" y="0"/>
                  </a:moveTo>
                  <a:cubicBezTo>
                    <a:pt x="179" y="72"/>
                    <a:pt x="96" y="119"/>
                    <a:pt x="0" y="143"/>
                  </a:cubicBezTo>
                  <a:lnTo>
                    <a:pt x="5168" y="8608"/>
                  </a:lnTo>
                  <a:cubicBezTo>
                    <a:pt x="5239" y="8549"/>
                    <a:pt x="5311" y="8513"/>
                    <a:pt x="5406" y="8465"/>
                  </a:cubicBez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11"/>
            <p:cNvSpPr/>
            <p:nvPr/>
          </p:nvSpPr>
          <p:spPr>
            <a:xfrm>
              <a:off x="3807000" y="1404475"/>
              <a:ext cx="1525" cy="1800"/>
            </a:xfrm>
            <a:custGeom>
              <a:rect b="b" l="l" r="r" t="t"/>
              <a:pathLst>
                <a:path extrusionOk="0" h="72" w="61">
                  <a:moveTo>
                    <a:pt x="49" y="0"/>
                  </a:moveTo>
                  <a:lnTo>
                    <a:pt x="1" y="12"/>
                  </a:lnTo>
                  <a:cubicBezTo>
                    <a:pt x="33" y="23"/>
                    <a:pt x="56" y="53"/>
                    <a:pt x="60" y="67"/>
                  </a:cubicBezTo>
                  <a:lnTo>
                    <a:pt x="60" y="67"/>
                  </a:lnTo>
                  <a:lnTo>
                    <a:pt x="49" y="0"/>
                  </a:lnTo>
                  <a:close/>
                  <a:moveTo>
                    <a:pt x="60" y="67"/>
                  </a:moveTo>
                  <a:lnTo>
                    <a:pt x="60" y="72"/>
                  </a:lnTo>
                  <a:cubicBezTo>
                    <a:pt x="60" y="71"/>
                    <a:pt x="60" y="69"/>
                    <a:pt x="60" y="67"/>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11"/>
            <p:cNvSpPr/>
            <p:nvPr/>
          </p:nvSpPr>
          <p:spPr>
            <a:xfrm>
              <a:off x="3802850" y="1412200"/>
              <a:ext cx="39600" cy="263150"/>
            </a:xfrm>
            <a:custGeom>
              <a:rect b="b" l="l" r="r" t="t"/>
              <a:pathLst>
                <a:path extrusionOk="0" h="10526" w="1584">
                  <a:moveTo>
                    <a:pt x="274" y="1"/>
                  </a:moveTo>
                  <a:cubicBezTo>
                    <a:pt x="226" y="108"/>
                    <a:pt x="119" y="179"/>
                    <a:pt x="0" y="179"/>
                  </a:cubicBezTo>
                  <a:lnTo>
                    <a:pt x="1298" y="10478"/>
                  </a:lnTo>
                  <a:cubicBezTo>
                    <a:pt x="1358" y="10478"/>
                    <a:pt x="1417" y="10478"/>
                    <a:pt x="1477" y="10490"/>
                  </a:cubicBezTo>
                  <a:cubicBezTo>
                    <a:pt x="1512" y="10490"/>
                    <a:pt x="1536" y="10502"/>
                    <a:pt x="1572" y="10526"/>
                  </a:cubicBezTo>
                  <a:cubicBezTo>
                    <a:pt x="1584" y="10502"/>
                    <a:pt x="1584" y="10478"/>
                    <a:pt x="1584" y="10443"/>
                  </a:cubicBez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11"/>
            <p:cNvSpPr/>
            <p:nvPr/>
          </p:nvSpPr>
          <p:spPr>
            <a:xfrm>
              <a:off x="3779925" y="1231525"/>
              <a:ext cx="27400" cy="168800"/>
            </a:xfrm>
            <a:custGeom>
              <a:rect b="b" l="l" r="r" t="t"/>
              <a:pathLst>
                <a:path extrusionOk="0" h="6752" w="1096">
                  <a:moveTo>
                    <a:pt x="262" y="1"/>
                  </a:moveTo>
                  <a:cubicBezTo>
                    <a:pt x="219" y="18"/>
                    <a:pt x="162" y="29"/>
                    <a:pt x="107" y="29"/>
                  </a:cubicBezTo>
                  <a:cubicBezTo>
                    <a:pt x="87" y="29"/>
                    <a:pt x="67" y="28"/>
                    <a:pt x="48" y="25"/>
                  </a:cubicBezTo>
                  <a:cubicBezTo>
                    <a:pt x="24" y="25"/>
                    <a:pt x="12" y="13"/>
                    <a:pt x="0" y="13"/>
                  </a:cubicBezTo>
                  <a:lnTo>
                    <a:pt x="489" y="3954"/>
                  </a:lnTo>
                  <a:lnTo>
                    <a:pt x="536" y="4323"/>
                  </a:lnTo>
                  <a:lnTo>
                    <a:pt x="834" y="6752"/>
                  </a:lnTo>
                  <a:lnTo>
                    <a:pt x="1096" y="6633"/>
                  </a:lnTo>
                  <a:lnTo>
                    <a:pt x="774" y="4061"/>
                  </a:lnTo>
                  <a:lnTo>
                    <a:pt x="727" y="3680"/>
                  </a:lnTo>
                  <a:lnTo>
                    <a:pt x="26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11"/>
            <p:cNvSpPr/>
            <p:nvPr/>
          </p:nvSpPr>
          <p:spPr>
            <a:xfrm>
              <a:off x="3692700" y="1340475"/>
              <a:ext cx="254525" cy="111350"/>
            </a:xfrm>
            <a:custGeom>
              <a:rect b="b" l="l" r="r" t="t"/>
              <a:pathLst>
                <a:path extrusionOk="0" h="4454" w="10181">
                  <a:moveTo>
                    <a:pt x="10086" y="0"/>
                  </a:moveTo>
                  <a:lnTo>
                    <a:pt x="4585" y="2275"/>
                  </a:lnTo>
                  <a:lnTo>
                    <a:pt x="4323" y="2394"/>
                  </a:lnTo>
                  <a:lnTo>
                    <a:pt x="60" y="4180"/>
                  </a:lnTo>
                  <a:lnTo>
                    <a:pt x="1" y="4180"/>
                  </a:lnTo>
                  <a:cubicBezTo>
                    <a:pt x="49" y="4251"/>
                    <a:pt x="96" y="4346"/>
                    <a:pt x="108" y="4453"/>
                  </a:cubicBezTo>
                  <a:lnTo>
                    <a:pt x="4168" y="2751"/>
                  </a:lnTo>
                  <a:lnTo>
                    <a:pt x="4168" y="2727"/>
                  </a:lnTo>
                  <a:cubicBezTo>
                    <a:pt x="4202" y="2593"/>
                    <a:pt x="4319" y="2512"/>
                    <a:pt x="4461" y="2512"/>
                  </a:cubicBezTo>
                  <a:cubicBezTo>
                    <a:pt x="4470" y="2512"/>
                    <a:pt x="4480" y="2512"/>
                    <a:pt x="4490" y="2513"/>
                  </a:cubicBezTo>
                  <a:cubicBezTo>
                    <a:pt x="4525" y="2525"/>
                    <a:pt x="4573" y="2548"/>
                    <a:pt x="4609" y="2572"/>
                  </a:cubicBezTo>
                  <a:lnTo>
                    <a:pt x="4644" y="2560"/>
                  </a:lnTo>
                  <a:lnTo>
                    <a:pt x="10181" y="250"/>
                  </a:lnTo>
                  <a:lnTo>
                    <a:pt x="10121" y="203"/>
                  </a:lnTo>
                  <a:lnTo>
                    <a:pt x="10109" y="191"/>
                  </a:lnTo>
                  <a:lnTo>
                    <a:pt x="10109" y="179"/>
                  </a:lnTo>
                  <a:cubicBezTo>
                    <a:pt x="10109" y="179"/>
                    <a:pt x="10109" y="167"/>
                    <a:pt x="10097" y="167"/>
                  </a:cubicBezTo>
                  <a:lnTo>
                    <a:pt x="10097" y="143"/>
                  </a:lnTo>
                  <a:lnTo>
                    <a:pt x="10097" y="131"/>
                  </a:lnTo>
                  <a:lnTo>
                    <a:pt x="10097" y="119"/>
                  </a:lnTo>
                  <a:lnTo>
                    <a:pt x="10097" y="108"/>
                  </a:lnTo>
                  <a:lnTo>
                    <a:pt x="100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11"/>
            <p:cNvSpPr/>
            <p:nvPr/>
          </p:nvSpPr>
          <p:spPr>
            <a:xfrm>
              <a:off x="3949600" y="1148200"/>
              <a:ext cx="145275" cy="193775"/>
            </a:xfrm>
            <a:custGeom>
              <a:rect b="b" l="l" r="r" t="t"/>
              <a:pathLst>
                <a:path extrusionOk="0" h="7751" w="5811">
                  <a:moveTo>
                    <a:pt x="5477" y="0"/>
                  </a:moveTo>
                  <a:lnTo>
                    <a:pt x="0" y="7418"/>
                  </a:lnTo>
                  <a:lnTo>
                    <a:pt x="48" y="7703"/>
                  </a:lnTo>
                  <a:lnTo>
                    <a:pt x="119" y="7751"/>
                  </a:lnTo>
                  <a:lnTo>
                    <a:pt x="581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11"/>
            <p:cNvSpPr/>
            <p:nvPr/>
          </p:nvSpPr>
          <p:spPr>
            <a:xfrm>
              <a:off x="3922500" y="1210400"/>
              <a:ext cx="28300" cy="133075"/>
            </a:xfrm>
            <a:custGeom>
              <a:rect b="b" l="l" r="r" t="t"/>
              <a:pathLst>
                <a:path extrusionOk="0" h="5323" w="1132">
                  <a:moveTo>
                    <a:pt x="274" y="0"/>
                  </a:moveTo>
                  <a:cubicBezTo>
                    <a:pt x="191" y="48"/>
                    <a:pt x="96" y="60"/>
                    <a:pt x="1" y="60"/>
                  </a:cubicBezTo>
                  <a:lnTo>
                    <a:pt x="846" y="5203"/>
                  </a:lnTo>
                  <a:lnTo>
                    <a:pt x="855" y="5273"/>
                  </a:lnTo>
                  <a:lnTo>
                    <a:pt x="855" y="5273"/>
                  </a:lnTo>
                  <a:cubicBezTo>
                    <a:pt x="858" y="5248"/>
                    <a:pt x="871" y="5226"/>
                    <a:pt x="894" y="5203"/>
                  </a:cubicBezTo>
                  <a:cubicBezTo>
                    <a:pt x="916" y="5166"/>
                    <a:pt x="963" y="5142"/>
                    <a:pt x="1009" y="5142"/>
                  </a:cubicBezTo>
                  <a:cubicBezTo>
                    <a:pt x="1036" y="5142"/>
                    <a:pt x="1062" y="5150"/>
                    <a:pt x="1084" y="5168"/>
                  </a:cubicBezTo>
                  <a:lnTo>
                    <a:pt x="1132" y="5203"/>
                  </a:lnTo>
                  <a:lnTo>
                    <a:pt x="1084" y="4930"/>
                  </a:lnTo>
                  <a:lnTo>
                    <a:pt x="274" y="0"/>
                  </a:lnTo>
                  <a:close/>
                  <a:moveTo>
                    <a:pt x="855" y="5273"/>
                  </a:moveTo>
                  <a:cubicBezTo>
                    <a:pt x="852" y="5288"/>
                    <a:pt x="853" y="5304"/>
                    <a:pt x="858" y="5322"/>
                  </a:cubicBezTo>
                  <a:lnTo>
                    <a:pt x="858" y="5299"/>
                  </a:lnTo>
                  <a:lnTo>
                    <a:pt x="855" y="527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11"/>
            <p:cNvSpPr/>
            <p:nvPr/>
          </p:nvSpPr>
          <p:spPr>
            <a:xfrm>
              <a:off x="4062400" y="1422025"/>
              <a:ext cx="82475" cy="66100"/>
            </a:xfrm>
            <a:custGeom>
              <a:rect b="b" l="l" r="r" t="t"/>
              <a:pathLst>
                <a:path extrusionOk="0" h="2644" w="3299">
                  <a:moveTo>
                    <a:pt x="84" y="1"/>
                  </a:moveTo>
                  <a:lnTo>
                    <a:pt x="1" y="298"/>
                  </a:lnTo>
                  <a:lnTo>
                    <a:pt x="3299" y="2644"/>
                  </a:lnTo>
                  <a:lnTo>
                    <a:pt x="3299" y="2299"/>
                  </a:lnTo>
                  <a:lnTo>
                    <a:pt x="8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p11"/>
            <p:cNvSpPr/>
            <p:nvPr/>
          </p:nvSpPr>
          <p:spPr>
            <a:xfrm>
              <a:off x="3943925" y="1338950"/>
              <a:ext cx="113725" cy="85775"/>
            </a:xfrm>
            <a:custGeom>
              <a:rect b="b" l="l" r="r" t="t"/>
              <a:pathLst>
                <a:path extrusionOk="0" h="3431" w="4549">
                  <a:moveTo>
                    <a:pt x="152" y="0"/>
                  </a:moveTo>
                  <a:cubicBezTo>
                    <a:pt x="106" y="0"/>
                    <a:pt x="59" y="24"/>
                    <a:pt x="37" y="61"/>
                  </a:cubicBezTo>
                  <a:cubicBezTo>
                    <a:pt x="1" y="85"/>
                    <a:pt x="1" y="133"/>
                    <a:pt x="1" y="180"/>
                  </a:cubicBezTo>
                  <a:lnTo>
                    <a:pt x="1" y="192"/>
                  </a:lnTo>
                  <a:lnTo>
                    <a:pt x="1" y="204"/>
                  </a:lnTo>
                  <a:lnTo>
                    <a:pt x="1" y="216"/>
                  </a:lnTo>
                  <a:cubicBezTo>
                    <a:pt x="1" y="216"/>
                    <a:pt x="1" y="240"/>
                    <a:pt x="13" y="240"/>
                  </a:cubicBezTo>
                  <a:lnTo>
                    <a:pt x="13" y="252"/>
                  </a:lnTo>
                  <a:lnTo>
                    <a:pt x="37" y="264"/>
                  </a:lnTo>
                  <a:lnTo>
                    <a:pt x="96" y="311"/>
                  </a:lnTo>
                  <a:lnTo>
                    <a:pt x="4466" y="3431"/>
                  </a:lnTo>
                  <a:lnTo>
                    <a:pt x="4549" y="3157"/>
                  </a:lnTo>
                  <a:lnTo>
                    <a:pt x="310" y="121"/>
                  </a:lnTo>
                  <a:lnTo>
                    <a:pt x="239" y="73"/>
                  </a:lnTo>
                  <a:lnTo>
                    <a:pt x="227" y="26"/>
                  </a:lnTo>
                  <a:cubicBezTo>
                    <a:pt x="205" y="8"/>
                    <a:pt x="179" y="0"/>
                    <a:pt x="1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11"/>
            <p:cNvSpPr/>
            <p:nvPr/>
          </p:nvSpPr>
          <p:spPr>
            <a:xfrm>
              <a:off x="3988275" y="1670575"/>
              <a:ext cx="3300" cy="2400"/>
            </a:xfrm>
            <a:custGeom>
              <a:rect b="b" l="l" r="r" t="t"/>
              <a:pathLst>
                <a:path extrusionOk="0" h="96" w="132">
                  <a:moveTo>
                    <a:pt x="25" y="0"/>
                  </a:moveTo>
                  <a:lnTo>
                    <a:pt x="1" y="96"/>
                  </a:lnTo>
                  <a:cubicBezTo>
                    <a:pt x="60" y="96"/>
                    <a:pt x="120" y="72"/>
                    <a:pt x="132" y="12"/>
                  </a:cubicBezTo>
                  <a:cubicBezTo>
                    <a:pt x="108" y="12"/>
                    <a:pt x="72" y="12"/>
                    <a:pt x="2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11"/>
            <p:cNvSpPr/>
            <p:nvPr/>
          </p:nvSpPr>
          <p:spPr>
            <a:xfrm>
              <a:off x="3997500" y="1148200"/>
              <a:ext cx="147075" cy="480725"/>
            </a:xfrm>
            <a:custGeom>
              <a:rect b="b" l="l" r="r" t="t"/>
              <a:pathLst>
                <a:path extrusionOk="0" h="19229" w="5883">
                  <a:moveTo>
                    <a:pt x="5585" y="0"/>
                  </a:moveTo>
                  <a:lnTo>
                    <a:pt x="2442" y="10775"/>
                  </a:lnTo>
                  <a:lnTo>
                    <a:pt x="2358" y="11049"/>
                  </a:lnTo>
                  <a:lnTo>
                    <a:pt x="1" y="19133"/>
                  </a:lnTo>
                  <a:cubicBezTo>
                    <a:pt x="96" y="19145"/>
                    <a:pt x="191" y="19181"/>
                    <a:pt x="275" y="19229"/>
                  </a:cubicBezTo>
                  <a:lnTo>
                    <a:pt x="2597" y="11228"/>
                  </a:lnTo>
                  <a:lnTo>
                    <a:pt x="2680" y="10954"/>
                  </a:lnTo>
                  <a:lnTo>
                    <a:pt x="588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11"/>
            <p:cNvSpPr/>
            <p:nvPr/>
          </p:nvSpPr>
          <p:spPr>
            <a:xfrm>
              <a:off x="3833500" y="1736350"/>
              <a:ext cx="39925" cy="281600"/>
            </a:xfrm>
            <a:custGeom>
              <a:rect b="b" l="l" r="r" t="t"/>
              <a:pathLst>
                <a:path extrusionOk="0" h="11264" w="1597">
                  <a:moveTo>
                    <a:pt x="286" y="1"/>
                  </a:moveTo>
                  <a:cubicBezTo>
                    <a:pt x="214" y="37"/>
                    <a:pt x="148" y="53"/>
                    <a:pt x="73" y="53"/>
                  </a:cubicBezTo>
                  <a:cubicBezTo>
                    <a:pt x="50" y="53"/>
                    <a:pt x="26" y="51"/>
                    <a:pt x="1" y="48"/>
                  </a:cubicBezTo>
                  <a:lnTo>
                    <a:pt x="1" y="48"/>
                  </a:lnTo>
                  <a:lnTo>
                    <a:pt x="1310" y="11264"/>
                  </a:lnTo>
                  <a:cubicBezTo>
                    <a:pt x="1369" y="11256"/>
                    <a:pt x="1428" y="11247"/>
                    <a:pt x="1487" y="11247"/>
                  </a:cubicBezTo>
                  <a:cubicBezTo>
                    <a:pt x="1511" y="11247"/>
                    <a:pt x="1536" y="11249"/>
                    <a:pt x="1560" y="11252"/>
                  </a:cubicBezTo>
                  <a:lnTo>
                    <a:pt x="1596" y="11252"/>
                  </a:lnTo>
                  <a:lnTo>
                    <a:pt x="28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11"/>
            <p:cNvSpPr/>
            <p:nvPr/>
          </p:nvSpPr>
          <p:spPr>
            <a:xfrm>
              <a:off x="3873400" y="1667900"/>
              <a:ext cx="115500" cy="351550"/>
            </a:xfrm>
            <a:custGeom>
              <a:rect b="b" l="l" r="r" t="t"/>
              <a:pathLst>
                <a:path extrusionOk="0" h="14062" w="4620">
                  <a:moveTo>
                    <a:pt x="4358" y="0"/>
                  </a:moveTo>
                  <a:lnTo>
                    <a:pt x="0" y="14014"/>
                  </a:lnTo>
                  <a:cubicBezTo>
                    <a:pt x="36" y="14038"/>
                    <a:pt x="71" y="14038"/>
                    <a:pt x="119" y="14062"/>
                  </a:cubicBezTo>
                  <a:lnTo>
                    <a:pt x="417" y="13657"/>
                  </a:lnTo>
                  <a:lnTo>
                    <a:pt x="4596" y="226"/>
                  </a:lnTo>
                  <a:lnTo>
                    <a:pt x="4620" y="107"/>
                  </a:lnTo>
                  <a:cubicBezTo>
                    <a:pt x="4536" y="84"/>
                    <a:pt x="4441" y="60"/>
                    <a:pt x="435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11"/>
            <p:cNvSpPr/>
            <p:nvPr/>
          </p:nvSpPr>
          <p:spPr>
            <a:xfrm>
              <a:off x="4009425" y="1573825"/>
              <a:ext cx="135450" cy="64925"/>
            </a:xfrm>
            <a:custGeom>
              <a:rect b="b" l="l" r="r" t="t"/>
              <a:pathLst>
                <a:path extrusionOk="0" h="2597" w="5418">
                  <a:moveTo>
                    <a:pt x="5418" y="1"/>
                  </a:moveTo>
                  <a:lnTo>
                    <a:pt x="0" y="2358"/>
                  </a:lnTo>
                  <a:cubicBezTo>
                    <a:pt x="72" y="2442"/>
                    <a:pt x="131" y="2525"/>
                    <a:pt x="167" y="2596"/>
                  </a:cubicBezTo>
                  <a:lnTo>
                    <a:pt x="5418" y="310"/>
                  </a:lnTo>
                  <a:lnTo>
                    <a:pt x="541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11"/>
            <p:cNvSpPr/>
            <p:nvPr/>
          </p:nvSpPr>
          <p:spPr>
            <a:xfrm>
              <a:off x="3864450" y="1649725"/>
              <a:ext cx="108075" cy="53925"/>
            </a:xfrm>
            <a:custGeom>
              <a:rect b="b" l="l" r="r" t="t"/>
              <a:pathLst>
                <a:path extrusionOk="0" h="2157" w="4323">
                  <a:moveTo>
                    <a:pt x="4263" y="1"/>
                  </a:moveTo>
                  <a:lnTo>
                    <a:pt x="1" y="1870"/>
                  </a:lnTo>
                  <a:cubicBezTo>
                    <a:pt x="25" y="1966"/>
                    <a:pt x="37" y="2061"/>
                    <a:pt x="37" y="2156"/>
                  </a:cubicBezTo>
                  <a:lnTo>
                    <a:pt x="4323" y="275"/>
                  </a:lnTo>
                  <a:cubicBezTo>
                    <a:pt x="4299" y="191"/>
                    <a:pt x="4263" y="96"/>
                    <a:pt x="426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11"/>
            <p:cNvSpPr/>
            <p:nvPr/>
          </p:nvSpPr>
          <p:spPr>
            <a:xfrm>
              <a:off x="3876375" y="1648550"/>
              <a:ext cx="268500" cy="374775"/>
            </a:xfrm>
            <a:custGeom>
              <a:rect b="b" l="l" r="r" t="t"/>
              <a:pathLst>
                <a:path extrusionOk="0" h="14991" w="10740">
                  <a:moveTo>
                    <a:pt x="10740" y="0"/>
                  </a:moveTo>
                  <a:lnTo>
                    <a:pt x="298" y="14419"/>
                  </a:lnTo>
                  <a:lnTo>
                    <a:pt x="0" y="14824"/>
                  </a:lnTo>
                  <a:cubicBezTo>
                    <a:pt x="83" y="14859"/>
                    <a:pt x="155" y="14919"/>
                    <a:pt x="214" y="14990"/>
                  </a:cubicBezTo>
                  <a:lnTo>
                    <a:pt x="10740" y="477"/>
                  </a:lnTo>
                  <a:lnTo>
                    <a:pt x="1074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11"/>
            <p:cNvSpPr/>
            <p:nvPr/>
          </p:nvSpPr>
          <p:spPr>
            <a:xfrm>
              <a:off x="3970725" y="1626200"/>
              <a:ext cx="44675" cy="45050"/>
            </a:xfrm>
            <a:custGeom>
              <a:rect b="b" l="l" r="r" t="t"/>
              <a:pathLst>
                <a:path extrusionOk="0" h="1802" w="1787">
                  <a:moveTo>
                    <a:pt x="842" y="1"/>
                  </a:moveTo>
                  <a:cubicBezTo>
                    <a:pt x="463" y="1"/>
                    <a:pt x="105" y="307"/>
                    <a:pt x="12" y="728"/>
                  </a:cubicBezTo>
                  <a:cubicBezTo>
                    <a:pt x="0" y="799"/>
                    <a:pt x="0" y="882"/>
                    <a:pt x="0" y="954"/>
                  </a:cubicBezTo>
                  <a:cubicBezTo>
                    <a:pt x="0" y="1061"/>
                    <a:pt x="36" y="1144"/>
                    <a:pt x="60" y="1240"/>
                  </a:cubicBezTo>
                  <a:cubicBezTo>
                    <a:pt x="131" y="1430"/>
                    <a:pt x="262" y="1573"/>
                    <a:pt x="453" y="1680"/>
                  </a:cubicBezTo>
                  <a:cubicBezTo>
                    <a:pt x="524" y="1728"/>
                    <a:pt x="608" y="1752"/>
                    <a:pt x="715" y="1787"/>
                  </a:cubicBezTo>
                  <a:cubicBezTo>
                    <a:pt x="750" y="1787"/>
                    <a:pt x="786" y="1799"/>
                    <a:pt x="822" y="1799"/>
                  </a:cubicBezTo>
                  <a:cubicBezTo>
                    <a:pt x="844" y="1801"/>
                    <a:pt x="867" y="1802"/>
                    <a:pt x="889" y="1802"/>
                  </a:cubicBezTo>
                  <a:cubicBezTo>
                    <a:pt x="1304" y="1802"/>
                    <a:pt x="1683" y="1491"/>
                    <a:pt x="1751" y="1073"/>
                  </a:cubicBezTo>
                  <a:cubicBezTo>
                    <a:pt x="1786" y="871"/>
                    <a:pt x="1751" y="680"/>
                    <a:pt x="1679" y="525"/>
                  </a:cubicBezTo>
                  <a:cubicBezTo>
                    <a:pt x="1643" y="430"/>
                    <a:pt x="1596" y="359"/>
                    <a:pt x="1512" y="287"/>
                  </a:cubicBezTo>
                  <a:cubicBezTo>
                    <a:pt x="1453" y="228"/>
                    <a:pt x="1382" y="168"/>
                    <a:pt x="1298" y="120"/>
                  </a:cubicBezTo>
                  <a:cubicBezTo>
                    <a:pt x="1215" y="73"/>
                    <a:pt x="1120" y="49"/>
                    <a:pt x="1024" y="25"/>
                  </a:cubicBezTo>
                  <a:cubicBezTo>
                    <a:pt x="964" y="9"/>
                    <a:pt x="902" y="1"/>
                    <a:pt x="84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11"/>
            <p:cNvSpPr/>
            <p:nvPr/>
          </p:nvSpPr>
          <p:spPr>
            <a:xfrm>
              <a:off x="3799275" y="1673800"/>
              <a:ext cx="66400" cy="63775"/>
            </a:xfrm>
            <a:custGeom>
              <a:rect b="b" l="l" r="r" t="t"/>
              <a:pathLst>
                <a:path extrusionOk="0" h="2551" w="2656">
                  <a:moveTo>
                    <a:pt x="1366" y="0"/>
                  </a:moveTo>
                  <a:cubicBezTo>
                    <a:pt x="1186" y="0"/>
                    <a:pt x="1002" y="38"/>
                    <a:pt x="846" y="121"/>
                  </a:cubicBezTo>
                  <a:cubicBezTo>
                    <a:pt x="762" y="169"/>
                    <a:pt x="679" y="205"/>
                    <a:pt x="608" y="264"/>
                  </a:cubicBezTo>
                  <a:cubicBezTo>
                    <a:pt x="369" y="443"/>
                    <a:pt x="191" y="717"/>
                    <a:pt x="131" y="1038"/>
                  </a:cubicBezTo>
                  <a:cubicBezTo>
                    <a:pt x="0" y="1729"/>
                    <a:pt x="465" y="2396"/>
                    <a:pt x="1143" y="2527"/>
                  </a:cubicBezTo>
                  <a:cubicBezTo>
                    <a:pt x="1215" y="2550"/>
                    <a:pt x="1286" y="2550"/>
                    <a:pt x="1370" y="2550"/>
                  </a:cubicBezTo>
                  <a:cubicBezTo>
                    <a:pt x="1453" y="2550"/>
                    <a:pt x="1560" y="2527"/>
                    <a:pt x="1643" y="2515"/>
                  </a:cubicBezTo>
                  <a:cubicBezTo>
                    <a:pt x="2120" y="2407"/>
                    <a:pt x="2525" y="2026"/>
                    <a:pt x="2632" y="1503"/>
                  </a:cubicBezTo>
                  <a:cubicBezTo>
                    <a:pt x="2644" y="1395"/>
                    <a:pt x="2655" y="1300"/>
                    <a:pt x="2644" y="1193"/>
                  </a:cubicBezTo>
                  <a:cubicBezTo>
                    <a:pt x="2644" y="1086"/>
                    <a:pt x="2620" y="1003"/>
                    <a:pt x="2596" y="907"/>
                  </a:cubicBezTo>
                  <a:cubicBezTo>
                    <a:pt x="2489" y="502"/>
                    <a:pt x="2144" y="169"/>
                    <a:pt x="1715" y="50"/>
                  </a:cubicBezTo>
                  <a:cubicBezTo>
                    <a:pt x="1679" y="26"/>
                    <a:pt x="1655" y="26"/>
                    <a:pt x="1620" y="14"/>
                  </a:cubicBezTo>
                  <a:cubicBezTo>
                    <a:pt x="1560" y="2"/>
                    <a:pt x="1501" y="2"/>
                    <a:pt x="1441" y="2"/>
                  </a:cubicBezTo>
                  <a:cubicBezTo>
                    <a:pt x="1416" y="1"/>
                    <a:pt x="1391" y="0"/>
                    <a:pt x="136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11"/>
            <p:cNvSpPr/>
            <p:nvPr/>
          </p:nvSpPr>
          <p:spPr>
            <a:xfrm>
              <a:off x="2952150" y="1372925"/>
              <a:ext cx="24425" cy="22850"/>
            </a:xfrm>
            <a:custGeom>
              <a:rect b="b" l="l" r="r" t="t"/>
              <a:pathLst>
                <a:path extrusionOk="0" h="914" w="977">
                  <a:moveTo>
                    <a:pt x="488" y="0"/>
                  </a:moveTo>
                  <a:cubicBezTo>
                    <a:pt x="262" y="0"/>
                    <a:pt x="72" y="143"/>
                    <a:pt x="36" y="369"/>
                  </a:cubicBezTo>
                  <a:cubicBezTo>
                    <a:pt x="0" y="619"/>
                    <a:pt x="155" y="857"/>
                    <a:pt x="417" y="905"/>
                  </a:cubicBezTo>
                  <a:cubicBezTo>
                    <a:pt x="446" y="911"/>
                    <a:pt x="474" y="913"/>
                    <a:pt x="503" y="913"/>
                  </a:cubicBezTo>
                  <a:cubicBezTo>
                    <a:pt x="719" y="913"/>
                    <a:pt x="911" y="757"/>
                    <a:pt x="953" y="536"/>
                  </a:cubicBezTo>
                  <a:cubicBezTo>
                    <a:pt x="977" y="357"/>
                    <a:pt x="905" y="191"/>
                    <a:pt x="774" y="84"/>
                  </a:cubicBezTo>
                  <a:cubicBezTo>
                    <a:pt x="715" y="36"/>
                    <a:pt x="655" y="12"/>
                    <a:pt x="57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11"/>
            <p:cNvSpPr/>
            <p:nvPr/>
          </p:nvSpPr>
          <p:spPr>
            <a:xfrm>
              <a:off x="3905825" y="1180125"/>
              <a:ext cx="33975" cy="32075"/>
            </a:xfrm>
            <a:custGeom>
              <a:rect b="b" l="l" r="r" t="t"/>
              <a:pathLst>
                <a:path extrusionOk="0" h="1283" w="1359">
                  <a:moveTo>
                    <a:pt x="669" y="0"/>
                  </a:moveTo>
                  <a:cubicBezTo>
                    <a:pt x="558" y="0"/>
                    <a:pt x="445" y="29"/>
                    <a:pt x="346" y="92"/>
                  </a:cubicBezTo>
                  <a:cubicBezTo>
                    <a:pt x="263" y="128"/>
                    <a:pt x="203" y="211"/>
                    <a:pt x="144" y="283"/>
                  </a:cubicBezTo>
                  <a:cubicBezTo>
                    <a:pt x="96" y="354"/>
                    <a:pt x="48" y="426"/>
                    <a:pt x="37" y="521"/>
                  </a:cubicBezTo>
                  <a:cubicBezTo>
                    <a:pt x="1" y="699"/>
                    <a:pt x="48" y="878"/>
                    <a:pt x="144" y="1009"/>
                  </a:cubicBezTo>
                  <a:cubicBezTo>
                    <a:pt x="203" y="1104"/>
                    <a:pt x="275" y="1164"/>
                    <a:pt x="346" y="1200"/>
                  </a:cubicBezTo>
                  <a:cubicBezTo>
                    <a:pt x="406" y="1235"/>
                    <a:pt x="465" y="1259"/>
                    <a:pt x="549" y="1259"/>
                  </a:cubicBezTo>
                  <a:cubicBezTo>
                    <a:pt x="584" y="1283"/>
                    <a:pt x="632" y="1283"/>
                    <a:pt x="668" y="1283"/>
                  </a:cubicBezTo>
                  <a:cubicBezTo>
                    <a:pt x="763" y="1283"/>
                    <a:pt x="858" y="1247"/>
                    <a:pt x="941" y="1223"/>
                  </a:cubicBezTo>
                  <a:cubicBezTo>
                    <a:pt x="1120" y="1128"/>
                    <a:pt x="1263" y="961"/>
                    <a:pt x="1287" y="759"/>
                  </a:cubicBezTo>
                  <a:cubicBezTo>
                    <a:pt x="1358" y="414"/>
                    <a:pt x="1120" y="68"/>
                    <a:pt x="775" y="9"/>
                  </a:cubicBezTo>
                  <a:cubicBezTo>
                    <a:pt x="740" y="3"/>
                    <a:pt x="705" y="0"/>
                    <a:pt x="66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11"/>
            <p:cNvSpPr/>
            <p:nvPr/>
          </p:nvSpPr>
          <p:spPr>
            <a:xfrm>
              <a:off x="3663250" y="1438025"/>
              <a:ext cx="32175" cy="31950"/>
            </a:xfrm>
            <a:custGeom>
              <a:rect b="b" l="l" r="r" t="t"/>
              <a:pathLst>
                <a:path extrusionOk="0" h="1278" w="1287">
                  <a:moveTo>
                    <a:pt x="636" y="1"/>
                  </a:moveTo>
                  <a:cubicBezTo>
                    <a:pt x="545" y="1"/>
                    <a:pt x="457" y="26"/>
                    <a:pt x="381" y="51"/>
                  </a:cubicBezTo>
                  <a:cubicBezTo>
                    <a:pt x="286" y="99"/>
                    <a:pt x="215" y="158"/>
                    <a:pt x="155" y="230"/>
                  </a:cubicBezTo>
                  <a:cubicBezTo>
                    <a:pt x="95" y="289"/>
                    <a:pt x="60" y="373"/>
                    <a:pt x="36" y="456"/>
                  </a:cubicBezTo>
                  <a:cubicBezTo>
                    <a:pt x="36" y="468"/>
                    <a:pt x="24" y="504"/>
                    <a:pt x="24" y="528"/>
                  </a:cubicBezTo>
                  <a:cubicBezTo>
                    <a:pt x="0" y="611"/>
                    <a:pt x="0" y="682"/>
                    <a:pt x="24" y="742"/>
                  </a:cubicBezTo>
                  <a:cubicBezTo>
                    <a:pt x="60" y="1004"/>
                    <a:pt x="262" y="1218"/>
                    <a:pt x="548" y="1266"/>
                  </a:cubicBezTo>
                  <a:cubicBezTo>
                    <a:pt x="584" y="1274"/>
                    <a:pt x="622" y="1278"/>
                    <a:pt x="660" y="1278"/>
                  </a:cubicBezTo>
                  <a:cubicBezTo>
                    <a:pt x="737" y="1278"/>
                    <a:pt x="814" y="1262"/>
                    <a:pt x="869" y="1230"/>
                  </a:cubicBezTo>
                  <a:cubicBezTo>
                    <a:pt x="965" y="1206"/>
                    <a:pt x="1048" y="1147"/>
                    <a:pt x="1108" y="1087"/>
                  </a:cubicBezTo>
                  <a:cubicBezTo>
                    <a:pt x="1203" y="992"/>
                    <a:pt x="1262" y="873"/>
                    <a:pt x="1274" y="742"/>
                  </a:cubicBezTo>
                  <a:cubicBezTo>
                    <a:pt x="1286" y="682"/>
                    <a:pt x="1286" y="611"/>
                    <a:pt x="1274" y="551"/>
                  </a:cubicBezTo>
                  <a:cubicBezTo>
                    <a:pt x="1262" y="456"/>
                    <a:pt x="1227" y="349"/>
                    <a:pt x="1167" y="278"/>
                  </a:cubicBezTo>
                  <a:cubicBezTo>
                    <a:pt x="1119" y="206"/>
                    <a:pt x="1060" y="147"/>
                    <a:pt x="988" y="99"/>
                  </a:cubicBezTo>
                  <a:cubicBezTo>
                    <a:pt x="917" y="51"/>
                    <a:pt x="846" y="27"/>
                    <a:pt x="750" y="16"/>
                  </a:cubicBezTo>
                  <a:cubicBezTo>
                    <a:pt x="712" y="5"/>
                    <a:pt x="674" y="1"/>
                    <a:pt x="6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11"/>
            <p:cNvSpPr/>
            <p:nvPr/>
          </p:nvSpPr>
          <p:spPr>
            <a:xfrm>
              <a:off x="3771300" y="1209975"/>
              <a:ext cx="23525" cy="22375"/>
            </a:xfrm>
            <a:custGeom>
              <a:rect b="b" l="l" r="r" t="t"/>
              <a:pathLst>
                <a:path extrusionOk="0" h="895" w="941">
                  <a:moveTo>
                    <a:pt x="474" y="1"/>
                  </a:moveTo>
                  <a:cubicBezTo>
                    <a:pt x="258" y="1"/>
                    <a:pt x="56" y="167"/>
                    <a:pt x="12" y="363"/>
                  </a:cubicBezTo>
                  <a:cubicBezTo>
                    <a:pt x="12" y="398"/>
                    <a:pt x="0" y="446"/>
                    <a:pt x="0" y="470"/>
                  </a:cubicBezTo>
                  <a:cubicBezTo>
                    <a:pt x="0" y="577"/>
                    <a:pt x="48" y="660"/>
                    <a:pt x="107" y="744"/>
                  </a:cubicBezTo>
                  <a:cubicBezTo>
                    <a:pt x="167" y="779"/>
                    <a:pt x="238" y="839"/>
                    <a:pt x="334" y="875"/>
                  </a:cubicBezTo>
                  <a:cubicBezTo>
                    <a:pt x="345" y="875"/>
                    <a:pt x="357" y="887"/>
                    <a:pt x="369" y="887"/>
                  </a:cubicBezTo>
                  <a:cubicBezTo>
                    <a:pt x="409" y="891"/>
                    <a:pt x="444" y="894"/>
                    <a:pt x="477" y="894"/>
                  </a:cubicBezTo>
                  <a:cubicBezTo>
                    <a:pt x="524" y="894"/>
                    <a:pt x="566" y="889"/>
                    <a:pt x="607" y="875"/>
                  </a:cubicBezTo>
                  <a:cubicBezTo>
                    <a:pt x="762" y="815"/>
                    <a:pt x="881" y="696"/>
                    <a:pt x="893" y="529"/>
                  </a:cubicBezTo>
                  <a:cubicBezTo>
                    <a:pt x="941" y="291"/>
                    <a:pt x="774" y="53"/>
                    <a:pt x="536" y="6"/>
                  </a:cubicBezTo>
                  <a:cubicBezTo>
                    <a:pt x="515" y="2"/>
                    <a:pt x="495" y="1"/>
                    <a:pt x="47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9" name="Google Shape;1379;p11"/>
            <p:cNvSpPr/>
            <p:nvPr/>
          </p:nvSpPr>
          <p:spPr>
            <a:xfrm>
              <a:off x="3896300" y="1404575"/>
              <a:ext cx="24750" cy="22450"/>
            </a:xfrm>
            <a:custGeom>
              <a:rect b="b" l="l" r="r" t="t"/>
              <a:pathLst>
                <a:path extrusionOk="0" h="898" w="990">
                  <a:moveTo>
                    <a:pt x="502" y="0"/>
                  </a:moveTo>
                  <a:cubicBezTo>
                    <a:pt x="294" y="0"/>
                    <a:pt x="102" y="155"/>
                    <a:pt x="60" y="365"/>
                  </a:cubicBezTo>
                  <a:cubicBezTo>
                    <a:pt x="1" y="603"/>
                    <a:pt x="168" y="842"/>
                    <a:pt x="418" y="889"/>
                  </a:cubicBezTo>
                  <a:cubicBezTo>
                    <a:pt x="445" y="895"/>
                    <a:pt x="473" y="897"/>
                    <a:pt x="500" y="897"/>
                  </a:cubicBezTo>
                  <a:cubicBezTo>
                    <a:pt x="708" y="897"/>
                    <a:pt x="899" y="743"/>
                    <a:pt x="941" y="532"/>
                  </a:cubicBezTo>
                  <a:cubicBezTo>
                    <a:pt x="989" y="294"/>
                    <a:pt x="822" y="56"/>
                    <a:pt x="584" y="8"/>
                  </a:cubicBezTo>
                  <a:cubicBezTo>
                    <a:pt x="557" y="3"/>
                    <a:pt x="529" y="0"/>
                    <a:pt x="50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11"/>
            <p:cNvSpPr/>
            <p:nvPr/>
          </p:nvSpPr>
          <p:spPr>
            <a:xfrm>
              <a:off x="3314975" y="1411675"/>
              <a:ext cx="23550" cy="22800"/>
            </a:xfrm>
            <a:custGeom>
              <a:rect b="b" l="l" r="r" t="t"/>
              <a:pathLst>
                <a:path extrusionOk="0" h="912" w="942">
                  <a:moveTo>
                    <a:pt x="485" y="1"/>
                  </a:moveTo>
                  <a:cubicBezTo>
                    <a:pt x="456" y="1"/>
                    <a:pt x="430" y="4"/>
                    <a:pt x="406" y="10"/>
                  </a:cubicBezTo>
                  <a:cubicBezTo>
                    <a:pt x="322" y="22"/>
                    <a:pt x="227" y="81"/>
                    <a:pt x="156" y="141"/>
                  </a:cubicBezTo>
                  <a:cubicBezTo>
                    <a:pt x="96" y="200"/>
                    <a:pt x="60" y="272"/>
                    <a:pt x="49" y="367"/>
                  </a:cubicBezTo>
                  <a:cubicBezTo>
                    <a:pt x="1" y="570"/>
                    <a:pt x="108" y="772"/>
                    <a:pt x="287" y="855"/>
                  </a:cubicBezTo>
                  <a:cubicBezTo>
                    <a:pt x="334" y="867"/>
                    <a:pt x="358" y="891"/>
                    <a:pt x="406" y="903"/>
                  </a:cubicBezTo>
                  <a:cubicBezTo>
                    <a:pt x="441" y="909"/>
                    <a:pt x="474" y="912"/>
                    <a:pt x="505" y="912"/>
                  </a:cubicBezTo>
                  <a:cubicBezTo>
                    <a:pt x="537" y="912"/>
                    <a:pt x="566" y="909"/>
                    <a:pt x="596" y="903"/>
                  </a:cubicBezTo>
                  <a:cubicBezTo>
                    <a:pt x="620" y="903"/>
                    <a:pt x="632" y="891"/>
                    <a:pt x="644" y="891"/>
                  </a:cubicBezTo>
                  <a:cubicBezTo>
                    <a:pt x="739" y="831"/>
                    <a:pt x="822" y="772"/>
                    <a:pt x="870" y="677"/>
                  </a:cubicBezTo>
                  <a:cubicBezTo>
                    <a:pt x="870" y="665"/>
                    <a:pt x="882" y="653"/>
                    <a:pt x="882" y="653"/>
                  </a:cubicBezTo>
                  <a:cubicBezTo>
                    <a:pt x="906" y="605"/>
                    <a:pt x="918" y="570"/>
                    <a:pt x="930" y="534"/>
                  </a:cubicBezTo>
                  <a:cubicBezTo>
                    <a:pt x="942" y="474"/>
                    <a:pt x="942" y="427"/>
                    <a:pt x="930" y="367"/>
                  </a:cubicBezTo>
                  <a:cubicBezTo>
                    <a:pt x="918" y="296"/>
                    <a:pt x="882" y="212"/>
                    <a:pt x="834" y="153"/>
                  </a:cubicBezTo>
                  <a:cubicBezTo>
                    <a:pt x="787" y="81"/>
                    <a:pt x="680" y="22"/>
                    <a:pt x="572" y="10"/>
                  </a:cubicBezTo>
                  <a:cubicBezTo>
                    <a:pt x="543" y="4"/>
                    <a:pt x="513" y="1"/>
                    <a:pt x="48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11"/>
            <p:cNvSpPr/>
            <p:nvPr/>
          </p:nvSpPr>
          <p:spPr>
            <a:xfrm>
              <a:off x="3166450" y="1148200"/>
              <a:ext cx="18475" cy="4700"/>
            </a:xfrm>
            <a:custGeom>
              <a:rect b="b" l="l" r="r" t="t"/>
              <a:pathLst>
                <a:path extrusionOk="0" h="188" w="739">
                  <a:moveTo>
                    <a:pt x="1" y="0"/>
                  </a:moveTo>
                  <a:cubicBezTo>
                    <a:pt x="60" y="83"/>
                    <a:pt x="155" y="155"/>
                    <a:pt x="275" y="179"/>
                  </a:cubicBezTo>
                  <a:cubicBezTo>
                    <a:pt x="304" y="185"/>
                    <a:pt x="334" y="188"/>
                    <a:pt x="364" y="188"/>
                  </a:cubicBezTo>
                  <a:cubicBezTo>
                    <a:pt x="394" y="188"/>
                    <a:pt x="423" y="185"/>
                    <a:pt x="453" y="179"/>
                  </a:cubicBezTo>
                  <a:cubicBezTo>
                    <a:pt x="548" y="155"/>
                    <a:pt x="632" y="95"/>
                    <a:pt x="691" y="24"/>
                  </a:cubicBezTo>
                  <a:cubicBezTo>
                    <a:pt x="715" y="24"/>
                    <a:pt x="727" y="12"/>
                    <a:pt x="73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11"/>
            <p:cNvSpPr/>
            <p:nvPr/>
          </p:nvSpPr>
          <p:spPr>
            <a:xfrm>
              <a:off x="2536325" y="1386900"/>
              <a:ext cx="23825" cy="22275"/>
            </a:xfrm>
            <a:custGeom>
              <a:rect b="b" l="l" r="r" t="t"/>
              <a:pathLst>
                <a:path extrusionOk="0" h="891" w="953">
                  <a:moveTo>
                    <a:pt x="512" y="1"/>
                  </a:moveTo>
                  <a:cubicBezTo>
                    <a:pt x="405" y="1"/>
                    <a:pt x="322" y="25"/>
                    <a:pt x="238" y="72"/>
                  </a:cubicBezTo>
                  <a:cubicBezTo>
                    <a:pt x="143" y="132"/>
                    <a:pt x="84" y="239"/>
                    <a:pt x="48" y="358"/>
                  </a:cubicBezTo>
                  <a:cubicBezTo>
                    <a:pt x="0" y="596"/>
                    <a:pt x="167" y="834"/>
                    <a:pt x="405" y="882"/>
                  </a:cubicBezTo>
                  <a:cubicBezTo>
                    <a:pt x="432" y="887"/>
                    <a:pt x="460" y="890"/>
                    <a:pt x="487" y="890"/>
                  </a:cubicBezTo>
                  <a:cubicBezTo>
                    <a:pt x="696" y="890"/>
                    <a:pt x="887" y="735"/>
                    <a:pt x="929" y="525"/>
                  </a:cubicBezTo>
                  <a:cubicBezTo>
                    <a:pt x="953" y="370"/>
                    <a:pt x="917" y="227"/>
                    <a:pt x="810" y="120"/>
                  </a:cubicBezTo>
                  <a:cubicBezTo>
                    <a:pt x="750" y="72"/>
                    <a:pt x="655" y="37"/>
                    <a:pt x="56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11"/>
            <p:cNvSpPr/>
            <p:nvPr/>
          </p:nvSpPr>
          <p:spPr>
            <a:xfrm>
              <a:off x="3852550" y="2017750"/>
              <a:ext cx="33950" cy="31775"/>
            </a:xfrm>
            <a:custGeom>
              <a:rect b="b" l="l" r="r" t="t"/>
              <a:pathLst>
                <a:path extrusionOk="0" h="1271" w="1358">
                  <a:moveTo>
                    <a:pt x="691" y="0"/>
                  </a:moveTo>
                  <a:cubicBezTo>
                    <a:pt x="640" y="0"/>
                    <a:pt x="590" y="6"/>
                    <a:pt x="548" y="20"/>
                  </a:cubicBezTo>
                  <a:cubicBezTo>
                    <a:pt x="489" y="44"/>
                    <a:pt x="441" y="56"/>
                    <a:pt x="394" y="79"/>
                  </a:cubicBezTo>
                  <a:cubicBezTo>
                    <a:pt x="310" y="127"/>
                    <a:pt x="227" y="187"/>
                    <a:pt x="191" y="258"/>
                  </a:cubicBezTo>
                  <a:cubicBezTo>
                    <a:pt x="132" y="341"/>
                    <a:pt x="84" y="425"/>
                    <a:pt x="72" y="520"/>
                  </a:cubicBezTo>
                  <a:cubicBezTo>
                    <a:pt x="1" y="853"/>
                    <a:pt x="239" y="1199"/>
                    <a:pt x="572" y="1258"/>
                  </a:cubicBezTo>
                  <a:cubicBezTo>
                    <a:pt x="614" y="1267"/>
                    <a:pt x="655" y="1271"/>
                    <a:pt x="696" y="1271"/>
                  </a:cubicBezTo>
                  <a:cubicBezTo>
                    <a:pt x="996" y="1271"/>
                    <a:pt x="1270" y="1051"/>
                    <a:pt x="1322" y="758"/>
                  </a:cubicBezTo>
                  <a:cubicBezTo>
                    <a:pt x="1358" y="556"/>
                    <a:pt x="1310" y="365"/>
                    <a:pt x="1191" y="234"/>
                  </a:cubicBezTo>
                  <a:cubicBezTo>
                    <a:pt x="1108" y="163"/>
                    <a:pt x="1036" y="91"/>
                    <a:pt x="953" y="56"/>
                  </a:cubicBezTo>
                  <a:cubicBezTo>
                    <a:pt x="917" y="44"/>
                    <a:pt x="870" y="20"/>
                    <a:pt x="834" y="8"/>
                  </a:cubicBezTo>
                  <a:lnTo>
                    <a:pt x="798" y="8"/>
                  </a:lnTo>
                  <a:cubicBezTo>
                    <a:pt x="764" y="3"/>
                    <a:pt x="727" y="0"/>
                    <a:pt x="69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11"/>
            <p:cNvSpPr/>
            <p:nvPr/>
          </p:nvSpPr>
          <p:spPr>
            <a:xfrm>
              <a:off x="3796600" y="1402900"/>
              <a:ext cx="13700" cy="13525"/>
            </a:xfrm>
            <a:custGeom>
              <a:rect b="b" l="l" r="r" t="t"/>
              <a:pathLst>
                <a:path extrusionOk="0" h="541" w="548">
                  <a:moveTo>
                    <a:pt x="290" y="0"/>
                  </a:moveTo>
                  <a:cubicBezTo>
                    <a:pt x="164" y="0"/>
                    <a:pt x="55" y="89"/>
                    <a:pt x="12" y="206"/>
                  </a:cubicBezTo>
                  <a:lnTo>
                    <a:pt x="12" y="242"/>
                  </a:lnTo>
                  <a:cubicBezTo>
                    <a:pt x="0" y="397"/>
                    <a:pt x="72" y="528"/>
                    <a:pt x="226" y="540"/>
                  </a:cubicBezTo>
                  <a:lnTo>
                    <a:pt x="250" y="540"/>
                  </a:lnTo>
                  <a:cubicBezTo>
                    <a:pt x="259" y="540"/>
                    <a:pt x="267" y="541"/>
                    <a:pt x="276" y="541"/>
                  </a:cubicBezTo>
                  <a:cubicBezTo>
                    <a:pt x="385" y="541"/>
                    <a:pt x="480" y="471"/>
                    <a:pt x="524" y="361"/>
                  </a:cubicBezTo>
                  <a:cubicBezTo>
                    <a:pt x="524" y="349"/>
                    <a:pt x="536" y="325"/>
                    <a:pt x="536" y="313"/>
                  </a:cubicBezTo>
                  <a:cubicBezTo>
                    <a:pt x="548" y="242"/>
                    <a:pt x="536" y="170"/>
                    <a:pt x="488" y="123"/>
                  </a:cubicBezTo>
                  <a:cubicBezTo>
                    <a:pt x="476" y="99"/>
                    <a:pt x="465" y="87"/>
                    <a:pt x="453" y="63"/>
                  </a:cubicBezTo>
                  <a:cubicBezTo>
                    <a:pt x="417" y="28"/>
                    <a:pt x="369" y="16"/>
                    <a:pt x="334" y="4"/>
                  </a:cubicBezTo>
                  <a:cubicBezTo>
                    <a:pt x="319" y="1"/>
                    <a:pt x="304" y="0"/>
                    <a:pt x="2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11"/>
            <p:cNvSpPr/>
            <p:nvPr/>
          </p:nvSpPr>
          <p:spPr>
            <a:xfrm>
              <a:off x="3563825" y="1305250"/>
              <a:ext cx="12825" cy="13225"/>
            </a:xfrm>
            <a:custGeom>
              <a:rect b="b" l="l" r="r" t="t"/>
              <a:pathLst>
                <a:path extrusionOk="0" h="529" w="513">
                  <a:moveTo>
                    <a:pt x="253" y="0"/>
                  </a:moveTo>
                  <a:cubicBezTo>
                    <a:pt x="208" y="0"/>
                    <a:pt x="161" y="13"/>
                    <a:pt x="108" y="40"/>
                  </a:cubicBezTo>
                  <a:cubicBezTo>
                    <a:pt x="60" y="64"/>
                    <a:pt x="12" y="124"/>
                    <a:pt x="1" y="219"/>
                  </a:cubicBezTo>
                  <a:lnTo>
                    <a:pt x="1" y="338"/>
                  </a:lnTo>
                  <a:lnTo>
                    <a:pt x="1" y="350"/>
                  </a:lnTo>
                  <a:cubicBezTo>
                    <a:pt x="24" y="433"/>
                    <a:pt x="96" y="516"/>
                    <a:pt x="191" y="528"/>
                  </a:cubicBezTo>
                  <a:lnTo>
                    <a:pt x="298" y="528"/>
                  </a:lnTo>
                  <a:cubicBezTo>
                    <a:pt x="322" y="516"/>
                    <a:pt x="370" y="505"/>
                    <a:pt x="393" y="481"/>
                  </a:cubicBezTo>
                  <a:cubicBezTo>
                    <a:pt x="441" y="445"/>
                    <a:pt x="489" y="397"/>
                    <a:pt x="501" y="326"/>
                  </a:cubicBezTo>
                  <a:cubicBezTo>
                    <a:pt x="513" y="266"/>
                    <a:pt x="501" y="183"/>
                    <a:pt x="477" y="147"/>
                  </a:cubicBezTo>
                  <a:cubicBezTo>
                    <a:pt x="441" y="88"/>
                    <a:pt x="370" y="28"/>
                    <a:pt x="298" y="4"/>
                  </a:cubicBezTo>
                  <a:cubicBezTo>
                    <a:pt x="283" y="2"/>
                    <a:pt x="268" y="0"/>
                    <a:pt x="2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11"/>
            <p:cNvSpPr/>
            <p:nvPr/>
          </p:nvSpPr>
          <p:spPr>
            <a:xfrm>
              <a:off x="3679325" y="1251700"/>
              <a:ext cx="13400" cy="13375"/>
            </a:xfrm>
            <a:custGeom>
              <a:rect b="b" l="l" r="r" t="t"/>
              <a:pathLst>
                <a:path extrusionOk="0" h="535" w="536">
                  <a:moveTo>
                    <a:pt x="290" y="0"/>
                  </a:moveTo>
                  <a:cubicBezTo>
                    <a:pt x="155" y="0"/>
                    <a:pt x="46" y="99"/>
                    <a:pt x="24" y="218"/>
                  </a:cubicBezTo>
                  <a:cubicBezTo>
                    <a:pt x="0" y="289"/>
                    <a:pt x="24" y="349"/>
                    <a:pt x="48" y="408"/>
                  </a:cubicBezTo>
                  <a:cubicBezTo>
                    <a:pt x="95" y="468"/>
                    <a:pt x="155" y="515"/>
                    <a:pt x="226" y="527"/>
                  </a:cubicBezTo>
                  <a:cubicBezTo>
                    <a:pt x="248" y="532"/>
                    <a:pt x="270" y="535"/>
                    <a:pt x="291" y="535"/>
                  </a:cubicBezTo>
                  <a:cubicBezTo>
                    <a:pt x="416" y="535"/>
                    <a:pt x="516" y="447"/>
                    <a:pt x="536" y="325"/>
                  </a:cubicBezTo>
                  <a:lnTo>
                    <a:pt x="536" y="206"/>
                  </a:lnTo>
                  <a:cubicBezTo>
                    <a:pt x="512" y="111"/>
                    <a:pt x="441" y="39"/>
                    <a:pt x="334" y="3"/>
                  </a:cubicBezTo>
                  <a:cubicBezTo>
                    <a:pt x="319" y="1"/>
                    <a:pt x="304" y="0"/>
                    <a:pt x="2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11"/>
            <p:cNvSpPr/>
            <p:nvPr/>
          </p:nvSpPr>
          <p:spPr>
            <a:xfrm>
              <a:off x="3144725" y="1163875"/>
              <a:ext cx="14600" cy="13400"/>
            </a:xfrm>
            <a:custGeom>
              <a:rect b="b" l="l" r="r" t="t"/>
              <a:pathLst>
                <a:path extrusionOk="0" h="536" w="584">
                  <a:moveTo>
                    <a:pt x="294" y="0"/>
                  </a:moveTo>
                  <a:cubicBezTo>
                    <a:pt x="163" y="0"/>
                    <a:pt x="57" y="81"/>
                    <a:pt x="36" y="218"/>
                  </a:cubicBezTo>
                  <a:cubicBezTo>
                    <a:pt x="1" y="361"/>
                    <a:pt x="96" y="504"/>
                    <a:pt x="239" y="528"/>
                  </a:cubicBezTo>
                  <a:cubicBezTo>
                    <a:pt x="261" y="533"/>
                    <a:pt x="282" y="535"/>
                    <a:pt x="303" y="535"/>
                  </a:cubicBezTo>
                  <a:cubicBezTo>
                    <a:pt x="429" y="535"/>
                    <a:pt x="528" y="448"/>
                    <a:pt x="548" y="326"/>
                  </a:cubicBezTo>
                  <a:cubicBezTo>
                    <a:pt x="584" y="171"/>
                    <a:pt x="489" y="40"/>
                    <a:pt x="346" y="4"/>
                  </a:cubicBezTo>
                  <a:cubicBezTo>
                    <a:pt x="328" y="1"/>
                    <a:pt x="311" y="0"/>
                    <a:pt x="29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11"/>
            <p:cNvSpPr/>
            <p:nvPr/>
          </p:nvSpPr>
          <p:spPr>
            <a:xfrm>
              <a:off x="3218550" y="1236775"/>
              <a:ext cx="14300" cy="13050"/>
            </a:xfrm>
            <a:custGeom>
              <a:rect b="b" l="l" r="r" t="t"/>
              <a:pathLst>
                <a:path extrusionOk="0" h="522" w="572">
                  <a:moveTo>
                    <a:pt x="284" y="1"/>
                  </a:moveTo>
                  <a:cubicBezTo>
                    <a:pt x="173" y="1"/>
                    <a:pt x="78" y="69"/>
                    <a:pt x="36" y="184"/>
                  </a:cubicBezTo>
                  <a:cubicBezTo>
                    <a:pt x="36" y="207"/>
                    <a:pt x="24" y="219"/>
                    <a:pt x="24" y="219"/>
                  </a:cubicBezTo>
                  <a:cubicBezTo>
                    <a:pt x="0" y="350"/>
                    <a:pt x="84" y="481"/>
                    <a:pt x="238" y="517"/>
                  </a:cubicBezTo>
                  <a:cubicBezTo>
                    <a:pt x="255" y="520"/>
                    <a:pt x="272" y="521"/>
                    <a:pt x="289" y="521"/>
                  </a:cubicBezTo>
                  <a:cubicBezTo>
                    <a:pt x="343" y="521"/>
                    <a:pt x="395" y="506"/>
                    <a:pt x="441" y="469"/>
                  </a:cubicBezTo>
                  <a:cubicBezTo>
                    <a:pt x="488" y="422"/>
                    <a:pt x="536" y="386"/>
                    <a:pt x="548" y="303"/>
                  </a:cubicBezTo>
                  <a:cubicBezTo>
                    <a:pt x="572" y="172"/>
                    <a:pt x="488" y="41"/>
                    <a:pt x="357" y="5"/>
                  </a:cubicBezTo>
                  <a:lnTo>
                    <a:pt x="334" y="5"/>
                  </a:lnTo>
                  <a:cubicBezTo>
                    <a:pt x="317" y="2"/>
                    <a:pt x="300" y="1"/>
                    <a:pt x="28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11"/>
            <p:cNvSpPr/>
            <p:nvPr/>
          </p:nvSpPr>
          <p:spPr>
            <a:xfrm>
              <a:off x="3135200" y="1280250"/>
              <a:ext cx="13725" cy="13400"/>
            </a:xfrm>
            <a:custGeom>
              <a:rect b="b" l="l" r="r" t="t"/>
              <a:pathLst>
                <a:path extrusionOk="0" h="536" w="549">
                  <a:moveTo>
                    <a:pt x="277" y="0"/>
                  </a:moveTo>
                  <a:cubicBezTo>
                    <a:pt x="158" y="0"/>
                    <a:pt x="34" y="81"/>
                    <a:pt x="12" y="219"/>
                  </a:cubicBezTo>
                  <a:lnTo>
                    <a:pt x="12" y="242"/>
                  </a:lnTo>
                  <a:cubicBezTo>
                    <a:pt x="1" y="385"/>
                    <a:pt x="84" y="504"/>
                    <a:pt x="215" y="528"/>
                  </a:cubicBezTo>
                  <a:cubicBezTo>
                    <a:pt x="237" y="533"/>
                    <a:pt x="259" y="536"/>
                    <a:pt x="280" y="536"/>
                  </a:cubicBezTo>
                  <a:cubicBezTo>
                    <a:pt x="405" y="536"/>
                    <a:pt x="506" y="448"/>
                    <a:pt x="536" y="326"/>
                  </a:cubicBezTo>
                  <a:cubicBezTo>
                    <a:pt x="548" y="207"/>
                    <a:pt x="501" y="100"/>
                    <a:pt x="393" y="40"/>
                  </a:cubicBezTo>
                  <a:cubicBezTo>
                    <a:pt x="370" y="28"/>
                    <a:pt x="358" y="4"/>
                    <a:pt x="322" y="4"/>
                  </a:cubicBezTo>
                  <a:cubicBezTo>
                    <a:pt x="307" y="2"/>
                    <a:pt x="292" y="0"/>
                    <a:pt x="27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90" name="Google Shape;1390;p11"/>
          <p:cNvSpPr txBox="1"/>
          <p:nvPr>
            <p:ph type="title"/>
          </p:nvPr>
        </p:nvSpPr>
        <p:spPr>
          <a:xfrm>
            <a:off x="768725" y="2303700"/>
            <a:ext cx="4089600" cy="220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grpSp>
        <p:nvGrpSpPr>
          <p:cNvPr id="1391" name="Google Shape;1391;p11"/>
          <p:cNvGrpSpPr/>
          <p:nvPr/>
        </p:nvGrpSpPr>
        <p:grpSpPr>
          <a:xfrm rot="10800000">
            <a:off x="-12" y="-3"/>
            <a:ext cx="3941609" cy="1021956"/>
            <a:chOff x="2582150" y="3714800"/>
            <a:chExt cx="2689050" cy="697200"/>
          </a:xfrm>
        </p:grpSpPr>
        <p:sp>
          <p:nvSpPr>
            <p:cNvPr id="1392" name="Google Shape;1392;p11"/>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11"/>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11"/>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11"/>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11"/>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11"/>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p11"/>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11"/>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11"/>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11"/>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11"/>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11"/>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11"/>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p11"/>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p11"/>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11"/>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11"/>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11"/>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p11"/>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p11"/>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11"/>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11"/>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11"/>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11"/>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11"/>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11"/>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11"/>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11"/>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11"/>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11"/>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11"/>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11"/>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11"/>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11"/>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11"/>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11"/>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11"/>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11"/>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11"/>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11"/>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11"/>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11"/>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11"/>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11"/>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p11"/>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11"/>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11"/>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11"/>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11"/>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11"/>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11"/>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11"/>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11"/>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11"/>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11"/>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11"/>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11"/>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11"/>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11"/>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11"/>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52" name="Shape 1452"/>
        <p:cNvGrpSpPr/>
        <p:nvPr/>
      </p:nvGrpSpPr>
      <p:grpSpPr>
        <a:xfrm>
          <a:off x="0" y="0"/>
          <a:ext cx="0" cy="0"/>
          <a:chOff x="0" y="0"/>
          <a:chExt cx="0" cy="0"/>
        </a:xfrm>
      </p:grpSpPr>
      <p:sp>
        <p:nvSpPr>
          <p:cNvPr id="1453" name="Google Shape;1453;p12"/>
          <p:cNvSpPr/>
          <p:nvPr/>
        </p:nvSpPr>
        <p:spPr>
          <a:xfrm>
            <a:off x="0" y="4845825"/>
            <a:ext cx="9144000" cy="2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12"/>
          <p:cNvSpPr txBox="1"/>
          <p:nvPr>
            <p:ph hasCustomPrompt="1" type="title"/>
          </p:nvPr>
        </p:nvSpPr>
        <p:spPr>
          <a:xfrm>
            <a:off x="1025700" y="1411294"/>
            <a:ext cx="7092600" cy="1765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9600"/>
              <a:buNone/>
              <a:defRPr sz="12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455" name="Google Shape;1455;p12"/>
          <p:cNvSpPr txBox="1"/>
          <p:nvPr>
            <p:ph idx="1" type="subTitle"/>
          </p:nvPr>
        </p:nvSpPr>
        <p:spPr>
          <a:xfrm>
            <a:off x="1283925" y="3235106"/>
            <a:ext cx="6576000" cy="497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9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grpSp>
        <p:nvGrpSpPr>
          <p:cNvPr id="1456" name="Google Shape;1456;p12"/>
          <p:cNvGrpSpPr/>
          <p:nvPr/>
        </p:nvGrpSpPr>
        <p:grpSpPr>
          <a:xfrm flipH="1" rot="10800000">
            <a:off x="5136556" y="3277534"/>
            <a:ext cx="4037062" cy="1568292"/>
            <a:chOff x="874500" y="1324100"/>
            <a:chExt cx="2298225" cy="892800"/>
          </a:xfrm>
        </p:grpSpPr>
        <p:sp>
          <p:nvSpPr>
            <p:cNvPr id="1457" name="Google Shape;1457;p12"/>
            <p:cNvSpPr/>
            <p:nvPr/>
          </p:nvSpPr>
          <p:spPr>
            <a:xfrm>
              <a:off x="3108700" y="1324100"/>
              <a:ext cx="64025" cy="42300"/>
            </a:xfrm>
            <a:custGeom>
              <a:rect b="b" l="l" r="r" t="t"/>
              <a:pathLst>
                <a:path extrusionOk="0" h="1692" w="2561">
                  <a:moveTo>
                    <a:pt x="1918" y="1"/>
                  </a:moveTo>
                  <a:lnTo>
                    <a:pt x="1918" y="12"/>
                  </a:lnTo>
                  <a:lnTo>
                    <a:pt x="25" y="1334"/>
                  </a:lnTo>
                  <a:lnTo>
                    <a:pt x="1" y="1417"/>
                  </a:lnTo>
                  <a:cubicBezTo>
                    <a:pt x="72" y="1489"/>
                    <a:pt x="132" y="1572"/>
                    <a:pt x="156" y="1691"/>
                  </a:cubicBezTo>
                  <a:lnTo>
                    <a:pt x="256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12"/>
            <p:cNvSpPr/>
            <p:nvPr/>
          </p:nvSpPr>
          <p:spPr>
            <a:xfrm>
              <a:off x="3100375" y="1324400"/>
              <a:ext cx="24425" cy="35450"/>
            </a:xfrm>
            <a:custGeom>
              <a:rect b="b" l="l" r="r" t="t"/>
              <a:pathLst>
                <a:path extrusionOk="0" h="1418" w="977">
                  <a:moveTo>
                    <a:pt x="572" y="0"/>
                  </a:moveTo>
                  <a:lnTo>
                    <a:pt x="1" y="1263"/>
                  </a:lnTo>
                  <a:cubicBezTo>
                    <a:pt x="120" y="1286"/>
                    <a:pt x="239" y="1346"/>
                    <a:pt x="334" y="1417"/>
                  </a:cubicBezTo>
                  <a:lnTo>
                    <a:pt x="358" y="1346"/>
                  </a:lnTo>
                  <a:lnTo>
                    <a:pt x="977" y="12"/>
                  </a:lnTo>
                  <a:lnTo>
                    <a:pt x="572" y="12"/>
                  </a:lnTo>
                  <a:lnTo>
                    <a:pt x="5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12"/>
            <p:cNvSpPr/>
            <p:nvPr/>
          </p:nvSpPr>
          <p:spPr>
            <a:xfrm>
              <a:off x="2658050" y="1324100"/>
              <a:ext cx="77725" cy="101225"/>
            </a:xfrm>
            <a:custGeom>
              <a:rect b="b" l="l" r="r" t="t"/>
              <a:pathLst>
                <a:path extrusionOk="0" h="4049" w="3109">
                  <a:moveTo>
                    <a:pt x="2668" y="1"/>
                  </a:moveTo>
                  <a:lnTo>
                    <a:pt x="1" y="3834"/>
                  </a:lnTo>
                  <a:cubicBezTo>
                    <a:pt x="120" y="3894"/>
                    <a:pt x="227" y="3953"/>
                    <a:pt x="298" y="4049"/>
                  </a:cubicBezTo>
                  <a:lnTo>
                    <a:pt x="310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12"/>
            <p:cNvSpPr/>
            <p:nvPr/>
          </p:nvSpPr>
          <p:spPr>
            <a:xfrm>
              <a:off x="3039950" y="1324100"/>
              <a:ext cx="46750" cy="37525"/>
            </a:xfrm>
            <a:custGeom>
              <a:rect b="b" l="l" r="r" t="t"/>
              <a:pathLst>
                <a:path extrusionOk="0" h="1501" w="1870">
                  <a:moveTo>
                    <a:pt x="1" y="1"/>
                  </a:moveTo>
                  <a:lnTo>
                    <a:pt x="1" y="12"/>
                  </a:lnTo>
                  <a:lnTo>
                    <a:pt x="1144" y="1239"/>
                  </a:lnTo>
                  <a:lnTo>
                    <a:pt x="1870" y="1501"/>
                  </a:lnTo>
                  <a:lnTo>
                    <a:pt x="1870" y="1489"/>
                  </a:lnTo>
                  <a:lnTo>
                    <a:pt x="48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12"/>
            <p:cNvSpPr/>
            <p:nvPr/>
          </p:nvSpPr>
          <p:spPr>
            <a:xfrm>
              <a:off x="3095625" y="1382750"/>
              <a:ext cx="10725" cy="6125"/>
            </a:xfrm>
            <a:custGeom>
              <a:rect b="b" l="l" r="r" t="t"/>
              <a:pathLst>
                <a:path extrusionOk="0" h="245" w="429">
                  <a:moveTo>
                    <a:pt x="405" y="0"/>
                  </a:moveTo>
                  <a:lnTo>
                    <a:pt x="405" y="0"/>
                  </a:lnTo>
                  <a:cubicBezTo>
                    <a:pt x="357" y="36"/>
                    <a:pt x="298" y="48"/>
                    <a:pt x="250" y="60"/>
                  </a:cubicBezTo>
                  <a:cubicBezTo>
                    <a:pt x="214" y="72"/>
                    <a:pt x="176" y="78"/>
                    <a:pt x="134" y="78"/>
                  </a:cubicBezTo>
                  <a:cubicBezTo>
                    <a:pt x="92" y="78"/>
                    <a:pt x="48" y="72"/>
                    <a:pt x="0" y="60"/>
                  </a:cubicBezTo>
                  <a:lnTo>
                    <a:pt x="0" y="60"/>
                  </a:lnTo>
                  <a:lnTo>
                    <a:pt x="107" y="179"/>
                  </a:lnTo>
                  <a:cubicBezTo>
                    <a:pt x="139" y="224"/>
                    <a:pt x="189" y="245"/>
                    <a:pt x="239" y="245"/>
                  </a:cubicBezTo>
                  <a:cubicBezTo>
                    <a:pt x="282" y="245"/>
                    <a:pt x="324" y="230"/>
                    <a:pt x="357" y="203"/>
                  </a:cubicBezTo>
                  <a:cubicBezTo>
                    <a:pt x="417" y="155"/>
                    <a:pt x="429" y="60"/>
                    <a:pt x="40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12"/>
            <p:cNvSpPr/>
            <p:nvPr/>
          </p:nvSpPr>
          <p:spPr>
            <a:xfrm>
              <a:off x="2519350" y="1324100"/>
              <a:ext cx="119375" cy="105400"/>
            </a:xfrm>
            <a:custGeom>
              <a:rect b="b" l="l" r="r" t="t"/>
              <a:pathLst>
                <a:path extrusionOk="0" h="4216" w="4775">
                  <a:moveTo>
                    <a:pt x="1" y="1"/>
                  </a:moveTo>
                  <a:lnTo>
                    <a:pt x="4477" y="4180"/>
                  </a:lnTo>
                  <a:lnTo>
                    <a:pt x="4549" y="4215"/>
                  </a:lnTo>
                  <a:cubicBezTo>
                    <a:pt x="4608" y="4108"/>
                    <a:pt x="4692" y="4037"/>
                    <a:pt x="4775" y="3953"/>
                  </a:cubicBezTo>
                  <a:lnTo>
                    <a:pt x="5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12"/>
            <p:cNvSpPr/>
            <p:nvPr/>
          </p:nvSpPr>
          <p:spPr>
            <a:xfrm>
              <a:off x="2959575" y="1324400"/>
              <a:ext cx="127425" cy="44675"/>
            </a:xfrm>
            <a:custGeom>
              <a:rect b="b" l="l" r="r" t="t"/>
              <a:pathLst>
                <a:path extrusionOk="0" h="1787" w="5097">
                  <a:moveTo>
                    <a:pt x="1" y="0"/>
                  </a:moveTo>
                  <a:lnTo>
                    <a:pt x="4847" y="1786"/>
                  </a:lnTo>
                  <a:lnTo>
                    <a:pt x="5001" y="1763"/>
                  </a:lnTo>
                  <a:cubicBezTo>
                    <a:pt x="5013" y="1655"/>
                    <a:pt x="5037" y="1560"/>
                    <a:pt x="5097" y="1489"/>
                  </a:cubicBezTo>
                  <a:lnTo>
                    <a:pt x="4370" y="1227"/>
                  </a:lnTo>
                  <a:lnTo>
                    <a:pt x="103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12"/>
            <p:cNvSpPr/>
            <p:nvPr/>
          </p:nvSpPr>
          <p:spPr>
            <a:xfrm>
              <a:off x="2669975" y="1368450"/>
              <a:ext cx="416425" cy="72950"/>
            </a:xfrm>
            <a:custGeom>
              <a:rect b="b" l="l" r="r" t="t"/>
              <a:pathLst>
                <a:path extrusionOk="0" h="2918" w="16657">
                  <a:moveTo>
                    <a:pt x="16585" y="1"/>
                  </a:moveTo>
                  <a:lnTo>
                    <a:pt x="16419" y="24"/>
                  </a:lnTo>
                  <a:lnTo>
                    <a:pt x="0" y="2560"/>
                  </a:lnTo>
                  <a:cubicBezTo>
                    <a:pt x="12" y="2584"/>
                    <a:pt x="12" y="2620"/>
                    <a:pt x="36" y="2644"/>
                  </a:cubicBezTo>
                  <a:cubicBezTo>
                    <a:pt x="60" y="2739"/>
                    <a:pt x="60" y="2822"/>
                    <a:pt x="60" y="2918"/>
                  </a:cubicBezTo>
                  <a:lnTo>
                    <a:pt x="16657" y="358"/>
                  </a:lnTo>
                  <a:cubicBezTo>
                    <a:pt x="16621" y="310"/>
                    <a:pt x="16609" y="251"/>
                    <a:pt x="16597" y="203"/>
                  </a:cubicBezTo>
                  <a:cubicBezTo>
                    <a:pt x="16585" y="132"/>
                    <a:pt x="16585" y="72"/>
                    <a:pt x="1658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12"/>
            <p:cNvSpPr/>
            <p:nvPr/>
          </p:nvSpPr>
          <p:spPr>
            <a:xfrm>
              <a:off x="2464575" y="1378875"/>
              <a:ext cx="629275" cy="804275"/>
            </a:xfrm>
            <a:custGeom>
              <a:rect b="b" l="l" r="r" t="t"/>
              <a:pathLst>
                <a:path extrusionOk="0" h="32171" w="25171">
                  <a:moveTo>
                    <a:pt x="24885" y="0"/>
                  </a:moveTo>
                  <a:lnTo>
                    <a:pt x="1" y="31945"/>
                  </a:lnTo>
                  <a:cubicBezTo>
                    <a:pt x="108" y="31992"/>
                    <a:pt x="203" y="32064"/>
                    <a:pt x="287" y="32171"/>
                  </a:cubicBezTo>
                  <a:lnTo>
                    <a:pt x="25171" y="203"/>
                  </a:lnTo>
                  <a:cubicBezTo>
                    <a:pt x="25063" y="155"/>
                    <a:pt x="24956" y="84"/>
                    <a:pt x="2488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12"/>
            <p:cNvSpPr/>
            <p:nvPr/>
          </p:nvSpPr>
          <p:spPr>
            <a:xfrm>
              <a:off x="2489575" y="1454775"/>
              <a:ext cx="155400" cy="285775"/>
            </a:xfrm>
            <a:custGeom>
              <a:rect b="b" l="l" r="r" t="t"/>
              <a:pathLst>
                <a:path extrusionOk="0" h="11431" w="6216">
                  <a:moveTo>
                    <a:pt x="5906" y="0"/>
                  </a:moveTo>
                  <a:lnTo>
                    <a:pt x="1" y="11264"/>
                  </a:lnTo>
                  <a:cubicBezTo>
                    <a:pt x="120" y="11311"/>
                    <a:pt x="227" y="11371"/>
                    <a:pt x="322" y="11430"/>
                  </a:cubicBezTo>
                  <a:lnTo>
                    <a:pt x="6216" y="179"/>
                  </a:lnTo>
                  <a:cubicBezTo>
                    <a:pt x="6097" y="143"/>
                    <a:pt x="6002" y="84"/>
                    <a:pt x="590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12"/>
            <p:cNvSpPr/>
            <p:nvPr/>
          </p:nvSpPr>
          <p:spPr>
            <a:xfrm>
              <a:off x="2481850" y="1387200"/>
              <a:ext cx="1500" cy="2400"/>
            </a:xfrm>
            <a:custGeom>
              <a:rect b="b" l="l" r="r" t="t"/>
              <a:pathLst>
                <a:path extrusionOk="0" h="96" w="60">
                  <a:moveTo>
                    <a:pt x="0" y="1"/>
                  </a:moveTo>
                  <a:lnTo>
                    <a:pt x="0" y="96"/>
                  </a:lnTo>
                  <a:cubicBezTo>
                    <a:pt x="24" y="60"/>
                    <a:pt x="36" y="36"/>
                    <a:pt x="60" y="25"/>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12"/>
            <p:cNvSpPr/>
            <p:nvPr/>
          </p:nvSpPr>
          <p:spPr>
            <a:xfrm>
              <a:off x="2482450" y="1324400"/>
              <a:ext cx="12225" cy="56575"/>
            </a:xfrm>
            <a:custGeom>
              <a:rect b="b" l="l" r="r" t="t"/>
              <a:pathLst>
                <a:path extrusionOk="0" h="2263" w="489">
                  <a:moveTo>
                    <a:pt x="131" y="0"/>
                  </a:moveTo>
                  <a:lnTo>
                    <a:pt x="0" y="2132"/>
                  </a:lnTo>
                  <a:lnTo>
                    <a:pt x="357" y="2263"/>
                  </a:lnTo>
                  <a:lnTo>
                    <a:pt x="48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p12"/>
            <p:cNvSpPr/>
            <p:nvPr/>
          </p:nvSpPr>
          <p:spPr>
            <a:xfrm>
              <a:off x="2461300" y="1397025"/>
              <a:ext cx="28600" cy="338450"/>
            </a:xfrm>
            <a:custGeom>
              <a:rect b="b" l="l" r="r" t="t"/>
              <a:pathLst>
                <a:path extrusionOk="0" h="13538" w="1144">
                  <a:moveTo>
                    <a:pt x="799" y="1"/>
                  </a:moveTo>
                  <a:lnTo>
                    <a:pt x="1" y="13455"/>
                  </a:lnTo>
                  <a:cubicBezTo>
                    <a:pt x="1" y="13478"/>
                    <a:pt x="1" y="13514"/>
                    <a:pt x="13" y="13538"/>
                  </a:cubicBezTo>
                  <a:cubicBezTo>
                    <a:pt x="60" y="13526"/>
                    <a:pt x="84" y="13514"/>
                    <a:pt x="132" y="13514"/>
                  </a:cubicBezTo>
                  <a:lnTo>
                    <a:pt x="358" y="13467"/>
                  </a:lnTo>
                  <a:lnTo>
                    <a:pt x="1144" y="203"/>
                  </a:lnTo>
                  <a:lnTo>
                    <a:pt x="1144" y="203"/>
                  </a:lnTo>
                  <a:cubicBezTo>
                    <a:pt x="1129" y="206"/>
                    <a:pt x="1114" y="207"/>
                    <a:pt x="1098" y="207"/>
                  </a:cubicBezTo>
                  <a:cubicBezTo>
                    <a:pt x="979" y="207"/>
                    <a:pt x="851" y="127"/>
                    <a:pt x="79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12"/>
            <p:cNvSpPr/>
            <p:nvPr/>
          </p:nvSpPr>
          <p:spPr>
            <a:xfrm>
              <a:off x="2299675" y="1324400"/>
              <a:ext cx="333400" cy="114025"/>
            </a:xfrm>
            <a:custGeom>
              <a:rect b="b" l="l" r="r" t="t"/>
              <a:pathLst>
                <a:path extrusionOk="0" h="4561" w="13336">
                  <a:moveTo>
                    <a:pt x="36" y="0"/>
                  </a:moveTo>
                  <a:lnTo>
                    <a:pt x="1" y="24"/>
                  </a:lnTo>
                  <a:lnTo>
                    <a:pt x="7299" y="2513"/>
                  </a:lnTo>
                  <a:lnTo>
                    <a:pt x="7359" y="2537"/>
                  </a:lnTo>
                  <a:cubicBezTo>
                    <a:pt x="7394" y="2501"/>
                    <a:pt x="7442" y="2477"/>
                    <a:pt x="7502" y="2453"/>
                  </a:cubicBezTo>
                  <a:cubicBezTo>
                    <a:pt x="7522" y="2451"/>
                    <a:pt x="7542" y="2449"/>
                    <a:pt x="7561" y="2449"/>
                  </a:cubicBezTo>
                  <a:cubicBezTo>
                    <a:pt x="7719" y="2449"/>
                    <a:pt x="7864" y="2533"/>
                    <a:pt x="7906" y="2691"/>
                  </a:cubicBezTo>
                  <a:lnTo>
                    <a:pt x="7906" y="2727"/>
                  </a:lnTo>
                  <a:lnTo>
                    <a:pt x="13240" y="4561"/>
                  </a:lnTo>
                  <a:cubicBezTo>
                    <a:pt x="13240" y="4430"/>
                    <a:pt x="13276" y="4322"/>
                    <a:pt x="13336" y="4215"/>
                  </a:cubicBezTo>
                  <a:lnTo>
                    <a:pt x="13264" y="4180"/>
                  </a:lnTo>
                  <a:lnTo>
                    <a:pt x="7668" y="2263"/>
                  </a:lnTo>
                  <a:lnTo>
                    <a:pt x="7311" y="2144"/>
                  </a:lnTo>
                  <a:lnTo>
                    <a:pt x="106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12"/>
            <p:cNvSpPr/>
            <p:nvPr/>
          </p:nvSpPr>
          <p:spPr>
            <a:xfrm>
              <a:off x="2163950" y="1324400"/>
              <a:ext cx="136950" cy="109550"/>
            </a:xfrm>
            <a:custGeom>
              <a:rect b="b" l="l" r="r" t="t"/>
              <a:pathLst>
                <a:path extrusionOk="0" h="4382" w="5478">
                  <a:moveTo>
                    <a:pt x="4918" y="0"/>
                  </a:moveTo>
                  <a:lnTo>
                    <a:pt x="0" y="4025"/>
                  </a:lnTo>
                  <a:lnTo>
                    <a:pt x="131" y="4382"/>
                  </a:lnTo>
                  <a:lnTo>
                    <a:pt x="5454" y="12"/>
                  </a:lnTo>
                  <a:lnTo>
                    <a:pt x="547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p12"/>
            <p:cNvSpPr/>
            <p:nvPr/>
          </p:nvSpPr>
          <p:spPr>
            <a:xfrm>
              <a:off x="1971375" y="1430950"/>
              <a:ext cx="188425" cy="158400"/>
            </a:xfrm>
            <a:custGeom>
              <a:rect b="b" l="l" r="r" t="t"/>
              <a:pathLst>
                <a:path extrusionOk="0" h="6336" w="7537">
                  <a:moveTo>
                    <a:pt x="7406" y="1"/>
                  </a:moveTo>
                  <a:lnTo>
                    <a:pt x="0" y="6073"/>
                  </a:lnTo>
                  <a:cubicBezTo>
                    <a:pt x="95" y="6145"/>
                    <a:pt x="179" y="6228"/>
                    <a:pt x="238" y="6335"/>
                  </a:cubicBezTo>
                  <a:lnTo>
                    <a:pt x="7537" y="358"/>
                  </a:lnTo>
                  <a:lnTo>
                    <a:pt x="740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12"/>
            <p:cNvSpPr/>
            <p:nvPr/>
          </p:nvSpPr>
          <p:spPr>
            <a:xfrm>
              <a:off x="2269925" y="1742600"/>
              <a:ext cx="5075" cy="3000"/>
            </a:xfrm>
            <a:custGeom>
              <a:rect b="b" l="l" r="r" t="t"/>
              <a:pathLst>
                <a:path extrusionOk="0" h="120" w="203">
                  <a:moveTo>
                    <a:pt x="143" y="1"/>
                  </a:moveTo>
                  <a:cubicBezTo>
                    <a:pt x="95" y="1"/>
                    <a:pt x="48" y="1"/>
                    <a:pt x="0" y="13"/>
                  </a:cubicBezTo>
                  <a:cubicBezTo>
                    <a:pt x="36" y="96"/>
                    <a:pt x="107" y="120"/>
                    <a:pt x="202" y="120"/>
                  </a:cubicBezTo>
                  <a:lnTo>
                    <a:pt x="15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12"/>
            <p:cNvSpPr/>
            <p:nvPr/>
          </p:nvSpPr>
          <p:spPr>
            <a:xfrm>
              <a:off x="2117800" y="1324100"/>
              <a:ext cx="141425" cy="365850"/>
            </a:xfrm>
            <a:custGeom>
              <a:rect b="b" l="l" r="r" t="t"/>
              <a:pathLst>
                <a:path extrusionOk="0" h="14634" w="5657">
                  <a:moveTo>
                    <a:pt x="1" y="1"/>
                  </a:moveTo>
                  <a:lnTo>
                    <a:pt x="1549" y="4275"/>
                  </a:lnTo>
                  <a:lnTo>
                    <a:pt x="1680" y="4632"/>
                  </a:lnTo>
                  <a:lnTo>
                    <a:pt x="5335" y="14633"/>
                  </a:lnTo>
                  <a:cubicBezTo>
                    <a:pt x="5430" y="14574"/>
                    <a:pt x="5537" y="14514"/>
                    <a:pt x="5656" y="14479"/>
                  </a:cubicBezTo>
                  <a:lnTo>
                    <a:pt x="1977" y="4370"/>
                  </a:lnTo>
                  <a:lnTo>
                    <a:pt x="1846" y="4013"/>
                  </a:lnTo>
                  <a:lnTo>
                    <a:pt x="3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p12"/>
            <p:cNvSpPr/>
            <p:nvPr/>
          </p:nvSpPr>
          <p:spPr>
            <a:xfrm>
              <a:off x="2450600" y="1814350"/>
              <a:ext cx="27100" cy="362275"/>
            </a:xfrm>
            <a:custGeom>
              <a:rect b="b" l="l" r="r" t="t"/>
              <a:pathLst>
                <a:path extrusionOk="0" h="14491" w="1084">
                  <a:moveTo>
                    <a:pt x="726" y="0"/>
                  </a:moveTo>
                  <a:lnTo>
                    <a:pt x="0" y="14490"/>
                  </a:lnTo>
                  <a:cubicBezTo>
                    <a:pt x="12" y="14490"/>
                    <a:pt x="12" y="14490"/>
                    <a:pt x="24" y="14466"/>
                  </a:cubicBezTo>
                  <a:cubicBezTo>
                    <a:pt x="87" y="14452"/>
                    <a:pt x="154" y="14446"/>
                    <a:pt x="220" y="14446"/>
                  </a:cubicBezTo>
                  <a:cubicBezTo>
                    <a:pt x="267" y="14446"/>
                    <a:pt x="313" y="14449"/>
                    <a:pt x="357" y="14454"/>
                  </a:cubicBezTo>
                  <a:lnTo>
                    <a:pt x="1084" y="0"/>
                  </a:lnTo>
                  <a:lnTo>
                    <a:pt x="1084" y="0"/>
                  </a:lnTo>
                  <a:cubicBezTo>
                    <a:pt x="1030" y="16"/>
                    <a:pt x="976" y="23"/>
                    <a:pt x="922" y="23"/>
                  </a:cubicBezTo>
                  <a:cubicBezTo>
                    <a:pt x="857" y="23"/>
                    <a:pt x="792" y="13"/>
                    <a:pt x="7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12"/>
            <p:cNvSpPr/>
            <p:nvPr/>
          </p:nvSpPr>
          <p:spPr>
            <a:xfrm>
              <a:off x="2273475" y="1738150"/>
              <a:ext cx="176850" cy="439950"/>
            </a:xfrm>
            <a:custGeom>
              <a:rect b="b" l="l" r="r" t="t"/>
              <a:pathLst>
                <a:path extrusionOk="0" h="17598" w="7074">
                  <a:moveTo>
                    <a:pt x="334" y="0"/>
                  </a:moveTo>
                  <a:cubicBezTo>
                    <a:pt x="239" y="72"/>
                    <a:pt x="132" y="131"/>
                    <a:pt x="1" y="167"/>
                  </a:cubicBezTo>
                  <a:lnTo>
                    <a:pt x="37" y="286"/>
                  </a:lnTo>
                  <a:lnTo>
                    <a:pt x="6514" y="17097"/>
                  </a:lnTo>
                  <a:lnTo>
                    <a:pt x="6930" y="17598"/>
                  </a:lnTo>
                  <a:cubicBezTo>
                    <a:pt x="6978" y="17562"/>
                    <a:pt x="7014" y="17550"/>
                    <a:pt x="7073" y="17538"/>
                  </a:cubicBezTo>
                  <a:lnTo>
                    <a:pt x="3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12"/>
            <p:cNvSpPr/>
            <p:nvPr/>
          </p:nvSpPr>
          <p:spPr>
            <a:xfrm>
              <a:off x="2293425" y="1714325"/>
              <a:ext cx="141725" cy="60150"/>
            </a:xfrm>
            <a:custGeom>
              <a:rect b="b" l="l" r="r" t="t"/>
              <a:pathLst>
                <a:path extrusionOk="0" h="2406" w="5669">
                  <a:moveTo>
                    <a:pt x="60" y="1"/>
                  </a:moveTo>
                  <a:cubicBezTo>
                    <a:pt x="60" y="120"/>
                    <a:pt x="48" y="251"/>
                    <a:pt x="1" y="370"/>
                  </a:cubicBezTo>
                  <a:lnTo>
                    <a:pt x="5620" y="2406"/>
                  </a:lnTo>
                  <a:cubicBezTo>
                    <a:pt x="5620" y="2287"/>
                    <a:pt x="5644" y="2156"/>
                    <a:pt x="5668" y="2037"/>
                  </a:cubicBezTo>
                  <a:lnTo>
                    <a:pt x="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p12"/>
            <p:cNvSpPr/>
            <p:nvPr/>
          </p:nvSpPr>
          <p:spPr>
            <a:xfrm>
              <a:off x="1976725" y="1600625"/>
              <a:ext cx="267625" cy="103300"/>
            </a:xfrm>
            <a:custGeom>
              <a:rect b="b" l="l" r="r" t="t"/>
              <a:pathLst>
                <a:path extrusionOk="0" h="4132" w="10705">
                  <a:moveTo>
                    <a:pt x="108" y="0"/>
                  </a:moveTo>
                  <a:cubicBezTo>
                    <a:pt x="108" y="120"/>
                    <a:pt x="60" y="239"/>
                    <a:pt x="0" y="334"/>
                  </a:cubicBezTo>
                  <a:lnTo>
                    <a:pt x="10490" y="4132"/>
                  </a:lnTo>
                  <a:cubicBezTo>
                    <a:pt x="10561" y="4013"/>
                    <a:pt x="10621" y="3906"/>
                    <a:pt x="10704" y="3822"/>
                  </a:cubicBezTo>
                  <a:lnTo>
                    <a:pt x="10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p12"/>
            <p:cNvSpPr/>
            <p:nvPr/>
          </p:nvSpPr>
          <p:spPr>
            <a:xfrm>
              <a:off x="1969275" y="1610450"/>
              <a:ext cx="477475" cy="573900"/>
            </a:xfrm>
            <a:custGeom>
              <a:rect b="b" l="l" r="r" t="t"/>
              <a:pathLst>
                <a:path extrusionOk="0" h="22956" w="19099">
                  <a:moveTo>
                    <a:pt x="275" y="0"/>
                  </a:moveTo>
                  <a:cubicBezTo>
                    <a:pt x="203" y="108"/>
                    <a:pt x="108" y="179"/>
                    <a:pt x="1" y="262"/>
                  </a:cubicBezTo>
                  <a:lnTo>
                    <a:pt x="18825" y="22956"/>
                  </a:lnTo>
                  <a:cubicBezTo>
                    <a:pt x="18896" y="22848"/>
                    <a:pt x="18991" y="22777"/>
                    <a:pt x="19098" y="22717"/>
                  </a:cubicBezTo>
                  <a:lnTo>
                    <a:pt x="18682" y="22229"/>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12"/>
            <p:cNvSpPr/>
            <p:nvPr/>
          </p:nvSpPr>
          <p:spPr>
            <a:xfrm>
              <a:off x="1726400" y="1324400"/>
              <a:ext cx="224450" cy="261075"/>
            </a:xfrm>
            <a:custGeom>
              <a:rect b="b" l="l" r="r" t="t"/>
              <a:pathLst>
                <a:path extrusionOk="0" h="10443" w="8978">
                  <a:moveTo>
                    <a:pt x="0" y="0"/>
                  </a:moveTo>
                  <a:lnTo>
                    <a:pt x="8680" y="10442"/>
                  </a:lnTo>
                  <a:cubicBezTo>
                    <a:pt x="8763" y="10359"/>
                    <a:pt x="8870" y="10287"/>
                    <a:pt x="8978" y="10240"/>
                  </a:cubicBezTo>
                  <a:lnTo>
                    <a:pt x="47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12"/>
            <p:cNvSpPr/>
            <p:nvPr/>
          </p:nvSpPr>
          <p:spPr>
            <a:xfrm>
              <a:off x="1592450" y="1416675"/>
              <a:ext cx="110450" cy="205100"/>
            </a:xfrm>
            <a:custGeom>
              <a:rect b="b" l="l" r="r" t="t"/>
              <a:pathLst>
                <a:path extrusionOk="0" h="8204" w="4418">
                  <a:moveTo>
                    <a:pt x="334" y="0"/>
                  </a:moveTo>
                  <a:cubicBezTo>
                    <a:pt x="239" y="60"/>
                    <a:pt x="155" y="108"/>
                    <a:pt x="48" y="131"/>
                  </a:cubicBezTo>
                  <a:cubicBezTo>
                    <a:pt x="44" y="127"/>
                    <a:pt x="39" y="126"/>
                    <a:pt x="33" y="126"/>
                  </a:cubicBezTo>
                  <a:cubicBezTo>
                    <a:pt x="22" y="126"/>
                    <a:pt x="8" y="131"/>
                    <a:pt x="0" y="131"/>
                  </a:cubicBezTo>
                  <a:lnTo>
                    <a:pt x="4108" y="8204"/>
                  </a:lnTo>
                  <a:cubicBezTo>
                    <a:pt x="4203" y="8132"/>
                    <a:pt x="4299" y="8073"/>
                    <a:pt x="4418" y="8025"/>
                  </a:cubicBezTo>
                  <a:lnTo>
                    <a:pt x="3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12"/>
            <p:cNvSpPr/>
            <p:nvPr/>
          </p:nvSpPr>
          <p:spPr>
            <a:xfrm>
              <a:off x="1346575" y="1669975"/>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12"/>
            <p:cNvSpPr/>
            <p:nvPr/>
          </p:nvSpPr>
          <p:spPr>
            <a:xfrm>
              <a:off x="1593350" y="1324400"/>
              <a:ext cx="59850" cy="58675"/>
            </a:xfrm>
            <a:custGeom>
              <a:rect b="b" l="l" r="r" t="t"/>
              <a:pathLst>
                <a:path extrusionOk="0" h="2347" w="2394">
                  <a:moveTo>
                    <a:pt x="1905" y="0"/>
                  </a:moveTo>
                  <a:lnTo>
                    <a:pt x="0" y="2191"/>
                  </a:lnTo>
                  <a:cubicBezTo>
                    <a:pt x="119" y="2215"/>
                    <a:pt x="238" y="2275"/>
                    <a:pt x="334" y="2346"/>
                  </a:cubicBezTo>
                  <a:lnTo>
                    <a:pt x="2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p12"/>
            <p:cNvSpPr/>
            <p:nvPr/>
          </p:nvSpPr>
          <p:spPr>
            <a:xfrm>
              <a:off x="1345100" y="1669375"/>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12"/>
            <p:cNvSpPr/>
            <p:nvPr/>
          </p:nvSpPr>
          <p:spPr>
            <a:xfrm>
              <a:off x="1348075" y="1670575"/>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p12"/>
            <p:cNvSpPr/>
            <p:nvPr/>
          </p:nvSpPr>
          <p:spPr>
            <a:xfrm>
              <a:off x="1354625" y="1406550"/>
              <a:ext cx="219700" cy="254225"/>
            </a:xfrm>
            <a:custGeom>
              <a:rect b="b" l="l" r="r" t="t"/>
              <a:pathLst>
                <a:path extrusionOk="0" h="10169" w="8788">
                  <a:moveTo>
                    <a:pt x="8573" y="1"/>
                  </a:moveTo>
                  <a:lnTo>
                    <a:pt x="215" y="9561"/>
                  </a:lnTo>
                  <a:lnTo>
                    <a:pt x="0" y="10169"/>
                  </a:lnTo>
                  <a:lnTo>
                    <a:pt x="0" y="10169"/>
                  </a:lnTo>
                  <a:lnTo>
                    <a:pt x="167" y="10157"/>
                  </a:lnTo>
                  <a:lnTo>
                    <a:pt x="8787" y="322"/>
                  </a:lnTo>
                  <a:cubicBezTo>
                    <a:pt x="8692" y="227"/>
                    <a:pt x="8620" y="120"/>
                    <a:pt x="857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p12"/>
            <p:cNvSpPr/>
            <p:nvPr/>
          </p:nvSpPr>
          <p:spPr>
            <a:xfrm>
              <a:off x="1345700" y="1669675"/>
              <a:ext cx="600" cy="325"/>
            </a:xfrm>
            <a:custGeom>
              <a:rect b="b" l="l" r="r" t="t"/>
              <a:pathLst>
                <a:path extrusionOk="0" h="13" w="24">
                  <a:moveTo>
                    <a:pt x="0" y="1"/>
                  </a:moveTo>
                  <a:cubicBezTo>
                    <a:pt x="0" y="13"/>
                    <a:pt x="24" y="13"/>
                    <a:pt x="24" y="13"/>
                  </a:cubicBezTo>
                  <a:cubicBezTo>
                    <a:pt x="24" y="1"/>
                    <a:pt x="0" y="1"/>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p12"/>
            <p:cNvSpPr/>
            <p:nvPr/>
          </p:nvSpPr>
          <p:spPr>
            <a:xfrm>
              <a:off x="1348675" y="1635750"/>
              <a:ext cx="339650" cy="34250"/>
            </a:xfrm>
            <a:custGeom>
              <a:rect b="b" l="l" r="r" t="t"/>
              <a:pathLst>
                <a:path extrusionOk="0" h="1370" w="13586">
                  <a:moveTo>
                    <a:pt x="13550" y="0"/>
                  </a:moveTo>
                  <a:lnTo>
                    <a:pt x="393" y="989"/>
                  </a:lnTo>
                  <a:lnTo>
                    <a:pt x="226" y="1001"/>
                  </a:lnTo>
                  <a:lnTo>
                    <a:pt x="131" y="1274"/>
                  </a:lnTo>
                  <a:lnTo>
                    <a:pt x="131" y="1286"/>
                  </a:lnTo>
                  <a:cubicBezTo>
                    <a:pt x="119" y="1298"/>
                    <a:pt x="119" y="1310"/>
                    <a:pt x="107" y="1334"/>
                  </a:cubicBezTo>
                  <a:lnTo>
                    <a:pt x="95" y="1346"/>
                  </a:lnTo>
                  <a:cubicBezTo>
                    <a:pt x="75" y="1356"/>
                    <a:pt x="63" y="1358"/>
                    <a:pt x="52" y="1366"/>
                  </a:cubicBezTo>
                  <a:lnTo>
                    <a:pt x="52" y="1366"/>
                  </a:lnTo>
                  <a:lnTo>
                    <a:pt x="13585" y="346"/>
                  </a:lnTo>
                  <a:cubicBezTo>
                    <a:pt x="13585" y="334"/>
                    <a:pt x="13585" y="334"/>
                    <a:pt x="13573" y="322"/>
                  </a:cubicBezTo>
                  <a:cubicBezTo>
                    <a:pt x="13550" y="227"/>
                    <a:pt x="13538" y="119"/>
                    <a:pt x="13550" y="0"/>
                  </a:cubicBezTo>
                  <a:close/>
                  <a:moveTo>
                    <a:pt x="52" y="1366"/>
                  </a:moveTo>
                  <a:lnTo>
                    <a:pt x="0" y="1370"/>
                  </a:lnTo>
                  <a:lnTo>
                    <a:pt x="48" y="1370"/>
                  </a:lnTo>
                  <a:cubicBezTo>
                    <a:pt x="49" y="1368"/>
                    <a:pt x="51" y="1367"/>
                    <a:pt x="52" y="1366"/>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p12"/>
            <p:cNvSpPr/>
            <p:nvPr/>
          </p:nvSpPr>
          <p:spPr>
            <a:xfrm>
              <a:off x="1346575" y="1669975"/>
              <a:ext cx="1225" cy="625"/>
            </a:xfrm>
            <a:custGeom>
              <a:rect b="b" l="l" r="r" t="t"/>
              <a:pathLst>
                <a:path extrusionOk="0" h="25" w="49">
                  <a:moveTo>
                    <a:pt x="49" y="24"/>
                  </a:moveTo>
                  <a:cubicBezTo>
                    <a:pt x="25" y="24"/>
                    <a:pt x="13" y="24"/>
                    <a:pt x="1" y="1"/>
                  </a:cubicBezTo>
                  <a:cubicBezTo>
                    <a:pt x="13" y="24"/>
                    <a:pt x="25" y="24"/>
                    <a:pt x="49"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12"/>
            <p:cNvSpPr/>
            <p:nvPr/>
          </p:nvSpPr>
          <p:spPr>
            <a:xfrm>
              <a:off x="1346575" y="1669975"/>
              <a:ext cx="25" cy="25"/>
            </a:xfrm>
            <a:custGeom>
              <a:rect b="b" l="l" r="r" t="t"/>
              <a:pathLst>
                <a:path extrusionOk="0" h="1" w="1">
                  <a:moveTo>
                    <a:pt x="1" y="1"/>
                  </a:moveTo>
                  <a:lnTo>
                    <a:pt x="1" y="1"/>
                  </a:ln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12"/>
            <p:cNvSpPr/>
            <p:nvPr/>
          </p:nvSpPr>
          <p:spPr>
            <a:xfrm>
              <a:off x="1345100" y="1669375"/>
              <a:ext cx="325" cy="325"/>
            </a:xfrm>
            <a:custGeom>
              <a:rect b="b" l="l" r="r" t="t"/>
              <a:pathLst>
                <a:path extrusionOk="0" h="13" w="13">
                  <a:moveTo>
                    <a:pt x="0" y="1"/>
                  </a:moveTo>
                  <a:lnTo>
                    <a:pt x="0" y="1"/>
                  </a:lnTo>
                  <a:lnTo>
                    <a:pt x="12" y="1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12"/>
            <p:cNvSpPr/>
            <p:nvPr/>
          </p:nvSpPr>
          <p:spPr>
            <a:xfrm>
              <a:off x="1349275" y="1670125"/>
              <a:ext cx="300" cy="475"/>
            </a:xfrm>
            <a:custGeom>
              <a:rect b="b" l="l" r="r" t="t"/>
              <a:pathLst>
                <a:path extrusionOk="0" h="19" w="12">
                  <a:moveTo>
                    <a:pt x="10" y="1"/>
                  </a:moveTo>
                  <a:cubicBezTo>
                    <a:pt x="9" y="1"/>
                    <a:pt x="6" y="7"/>
                    <a:pt x="0" y="18"/>
                  </a:cubicBezTo>
                  <a:lnTo>
                    <a:pt x="12" y="18"/>
                  </a:lnTo>
                  <a:cubicBezTo>
                    <a:pt x="12" y="7"/>
                    <a:pt x="12" y="1"/>
                    <a:pt x="1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12"/>
            <p:cNvSpPr/>
            <p:nvPr/>
          </p:nvSpPr>
          <p:spPr>
            <a:xfrm>
              <a:off x="1351050" y="1669075"/>
              <a:ext cx="325" cy="325"/>
            </a:xfrm>
            <a:custGeom>
              <a:rect b="b" l="l" r="r" t="t"/>
              <a:pathLst>
                <a:path extrusionOk="0" h="13" w="13">
                  <a:moveTo>
                    <a:pt x="0" y="13"/>
                  </a:moveTo>
                  <a:lnTo>
                    <a:pt x="0" y="13"/>
                  </a:lnTo>
                  <a:lnTo>
                    <a:pt x="1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12"/>
            <p:cNvSpPr/>
            <p:nvPr/>
          </p:nvSpPr>
          <p:spPr>
            <a:xfrm>
              <a:off x="992675" y="1324400"/>
              <a:ext cx="353050" cy="345000"/>
            </a:xfrm>
            <a:custGeom>
              <a:rect b="b" l="l" r="r" t="t"/>
              <a:pathLst>
                <a:path extrusionOk="0" h="13800" w="14122">
                  <a:moveTo>
                    <a:pt x="0" y="0"/>
                  </a:moveTo>
                  <a:lnTo>
                    <a:pt x="14085" y="13800"/>
                  </a:lnTo>
                  <a:cubicBezTo>
                    <a:pt x="14038" y="13752"/>
                    <a:pt x="14026" y="13681"/>
                    <a:pt x="14038" y="13609"/>
                  </a:cubicBezTo>
                  <a:lnTo>
                    <a:pt x="14121" y="13335"/>
                  </a:lnTo>
                  <a:lnTo>
                    <a:pt x="5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p12"/>
            <p:cNvSpPr/>
            <p:nvPr/>
          </p:nvSpPr>
          <p:spPr>
            <a:xfrm>
              <a:off x="1346275" y="1669975"/>
              <a:ext cx="325" cy="25"/>
            </a:xfrm>
            <a:custGeom>
              <a:rect b="b" l="l" r="r" t="t"/>
              <a:pathLst>
                <a:path extrusionOk="0" h="1" w="13">
                  <a:moveTo>
                    <a:pt x="1" y="1"/>
                  </a:moveTo>
                  <a:lnTo>
                    <a:pt x="1" y="1"/>
                  </a:lnTo>
                  <a:lnTo>
                    <a:pt x="1" y="1"/>
                  </a:lnTo>
                  <a:cubicBezTo>
                    <a:pt x="13" y="1"/>
                    <a:pt x="13" y="1"/>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p12"/>
            <p:cNvSpPr/>
            <p:nvPr/>
          </p:nvSpPr>
          <p:spPr>
            <a:xfrm>
              <a:off x="1348075" y="1670575"/>
              <a:ext cx="25" cy="25"/>
            </a:xfrm>
            <a:custGeom>
              <a:rect b="b" l="l" r="r" t="t"/>
              <a:pathLst>
                <a:path extrusionOk="0" h="1" w="1">
                  <a:moveTo>
                    <a:pt x="0" y="0"/>
                  </a:moveTo>
                  <a:lnTo>
                    <a:pt x="0" y="0"/>
                  </a:ln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12"/>
            <p:cNvSpPr/>
            <p:nvPr/>
          </p:nvSpPr>
          <p:spPr>
            <a:xfrm>
              <a:off x="1351050" y="1669375"/>
              <a:ext cx="25" cy="25"/>
            </a:xfrm>
            <a:custGeom>
              <a:rect b="b" l="l" r="r" t="t"/>
              <a:pathLst>
                <a:path extrusionOk="0" h="1" w="1">
                  <a:moveTo>
                    <a:pt x="0" y="1"/>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12"/>
            <p:cNvSpPr/>
            <p:nvPr/>
          </p:nvSpPr>
          <p:spPr>
            <a:xfrm>
              <a:off x="1351950" y="1667600"/>
              <a:ext cx="25" cy="325"/>
            </a:xfrm>
            <a:custGeom>
              <a:rect b="b" l="l" r="r" t="t"/>
              <a:pathLst>
                <a:path extrusionOk="0" h="13" w="1">
                  <a:moveTo>
                    <a:pt x="0" y="0"/>
                  </a:moveTo>
                  <a:cubicBezTo>
                    <a:pt x="0" y="0"/>
                    <a:pt x="0" y="12"/>
                    <a:pt x="0" y="0"/>
                  </a:cubicBezTo>
                  <a:cubicBezTo>
                    <a:pt x="0" y="12"/>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p12"/>
            <p:cNvSpPr/>
            <p:nvPr/>
          </p:nvSpPr>
          <p:spPr>
            <a:xfrm>
              <a:off x="1343300" y="1324400"/>
              <a:ext cx="127425" cy="346500"/>
            </a:xfrm>
            <a:custGeom>
              <a:rect b="b" l="l" r="r" t="t"/>
              <a:pathLst>
                <a:path extrusionOk="0" h="13860" w="5097">
                  <a:moveTo>
                    <a:pt x="4716" y="0"/>
                  </a:moveTo>
                  <a:lnTo>
                    <a:pt x="120" y="13335"/>
                  </a:lnTo>
                  <a:lnTo>
                    <a:pt x="25" y="13609"/>
                  </a:lnTo>
                  <a:cubicBezTo>
                    <a:pt x="1" y="13681"/>
                    <a:pt x="25" y="13752"/>
                    <a:pt x="72" y="13800"/>
                  </a:cubicBezTo>
                  <a:lnTo>
                    <a:pt x="84" y="13812"/>
                  </a:lnTo>
                  <a:cubicBezTo>
                    <a:pt x="84" y="13812"/>
                    <a:pt x="96" y="13812"/>
                    <a:pt x="96" y="13824"/>
                  </a:cubicBezTo>
                  <a:cubicBezTo>
                    <a:pt x="96" y="13824"/>
                    <a:pt x="120" y="13824"/>
                    <a:pt x="120" y="13847"/>
                  </a:cubicBezTo>
                  <a:lnTo>
                    <a:pt x="132" y="13847"/>
                  </a:lnTo>
                  <a:cubicBezTo>
                    <a:pt x="144" y="13847"/>
                    <a:pt x="156" y="13859"/>
                    <a:pt x="180" y="13859"/>
                  </a:cubicBezTo>
                  <a:cubicBezTo>
                    <a:pt x="180" y="13847"/>
                    <a:pt x="180" y="13847"/>
                    <a:pt x="191" y="13847"/>
                  </a:cubicBezTo>
                  <a:lnTo>
                    <a:pt x="251" y="13847"/>
                  </a:lnTo>
                  <a:cubicBezTo>
                    <a:pt x="263" y="13847"/>
                    <a:pt x="275" y="13824"/>
                    <a:pt x="299" y="13812"/>
                  </a:cubicBezTo>
                  <a:lnTo>
                    <a:pt x="310" y="13800"/>
                  </a:lnTo>
                  <a:cubicBezTo>
                    <a:pt x="322" y="13788"/>
                    <a:pt x="322" y="13764"/>
                    <a:pt x="334" y="13752"/>
                  </a:cubicBezTo>
                  <a:lnTo>
                    <a:pt x="334" y="13740"/>
                  </a:lnTo>
                  <a:lnTo>
                    <a:pt x="430" y="13466"/>
                  </a:lnTo>
                  <a:lnTo>
                    <a:pt x="632" y="12847"/>
                  </a:lnTo>
                  <a:lnTo>
                    <a:pt x="509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p12"/>
            <p:cNvSpPr/>
            <p:nvPr/>
          </p:nvSpPr>
          <p:spPr>
            <a:xfrm>
              <a:off x="2236875" y="1685475"/>
              <a:ext cx="58075" cy="57750"/>
            </a:xfrm>
            <a:custGeom>
              <a:rect b="b" l="l" r="r" t="t"/>
              <a:pathLst>
                <a:path extrusionOk="0" h="2310" w="2323">
                  <a:moveTo>
                    <a:pt x="1174" y="0"/>
                  </a:moveTo>
                  <a:cubicBezTo>
                    <a:pt x="1081" y="0"/>
                    <a:pt x="987" y="12"/>
                    <a:pt x="893" y="35"/>
                  </a:cubicBezTo>
                  <a:cubicBezTo>
                    <a:pt x="774" y="71"/>
                    <a:pt x="655" y="119"/>
                    <a:pt x="572" y="190"/>
                  </a:cubicBezTo>
                  <a:cubicBezTo>
                    <a:pt x="465" y="250"/>
                    <a:pt x="370" y="333"/>
                    <a:pt x="298" y="428"/>
                  </a:cubicBezTo>
                  <a:cubicBezTo>
                    <a:pt x="227" y="512"/>
                    <a:pt x="155" y="631"/>
                    <a:pt x="108" y="738"/>
                  </a:cubicBezTo>
                  <a:cubicBezTo>
                    <a:pt x="12" y="964"/>
                    <a:pt x="0" y="1202"/>
                    <a:pt x="60" y="1440"/>
                  </a:cubicBezTo>
                  <a:cubicBezTo>
                    <a:pt x="200" y="1948"/>
                    <a:pt x="665" y="2309"/>
                    <a:pt x="1168" y="2309"/>
                  </a:cubicBezTo>
                  <a:cubicBezTo>
                    <a:pt x="1219" y="2309"/>
                    <a:pt x="1270" y="2305"/>
                    <a:pt x="1322" y="2298"/>
                  </a:cubicBezTo>
                  <a:cubicBezTo>
                    <a:pt x="1370" y="2298"/>
                    <a:pt x="1417" y="2286"/>
                    <a:pt x="1465" y="2274"/>
                  </a:cubicBezTo>
                  <a:lnTo>
                    <a:pt x="1477" y="2274"/>
                  </a:lnTo>
                  <a:cubicBezTo>
                    <a:pt x="1596" y="2238"/>
                    <a:pt x="1715" y="2202"/>
                    <a:pt x="1798" y="2119"/>
                  </a:cubicBezTo>
                  <a:cubicBezTo>
                    <a:pt x="2025" y="1976"/>
                    <a:pt x="2191" y="1762"/>
                    <a:pt x="2263" y="1512"/>
                  </a:cubicBezTo>
                  <a:cubicBezTo>
                    <a:pt x="2310" y="1393"/>
                    <a:pt x="2322" y="1274"/>
                    <a:pt x="2322" y="1143"/>
                  </a:cubicBezTo>
                  <a:cubicBezTo>
                    <a:pt x="2322" y="1071"/>
                    <a:pt x="2310" y="964"/>
                    <a:pt x="2298" y="869"/>
                  </a:cubicBezTo>
                  <a:cubicBezTo>
                    <a:pt x="2157" y="345"/>
                    <a:pt x="1684" y="0"/>
                    <a:pt x="117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12"/>
            <p:cNvSpPr/>
            <p:nvPr/>
          </p:nvSpPr>
          <p:spPr>
            <a:xfrm>
              <a:off x="2434225" y="1733500"/>
              <a:ext cx="85450" cy="81450"/>
            </a:xfrm>
            <a:custGeom>
              <a:rect b="b" l="l" r="r" t="t"/>
              <a:pathLst>
                <a:path extrusionOk="0" h="3258" w="3418">
                  <a:moveTo>
                    <a:pt x="1610" y="0"/>
                  </a:moveTo>
                  <a:cubicBezTo>
                    <a:pt x="1558" y="0"/>
                    <a:pt x="1505" y="3"/>
                    <a:pt x="1453" y="8"/>
                  </a:cubicBezTo>
                  <a:cubicBezTo>
                    <a:pt x="1381" y="19"/>
                    <a:pt x="1310" y="19"/>
                    <a:pt x="1227" y="55"/>
                  </a:cubicBezTo>
                  <a:cubicBezTo>
                    <a:pt x="1191" y="67"/>
                    <a:pt x="1155" y="79"/>
                    <a:pt x="1108" y="79"/>
                  </a:cubicBezTo>
                  <a:cubicBezTo>
                    <a:pt x="560" y="281"/>
                    <a:pt x="179" y="722"/>
                    <a:pt x="36" y="1258"/>
                  </a:cubicBezTo>
                  <a:cubicBezTo>
                    <a:pt x="12" y="1377"/>
                    <a:pt x="0" y="1496"/>
                    <a:pt x="0" y="1627"/>
                  </a:cubicBezTo>
                  <a:cubicBezTo>
                    <a:pt x="0" y="1770"/>
                    <a:pt x="12" y="1901"/>
                    <a:pt x="36" y="2032"/>
                  </a:cubicBezTo>
                  <a:cubicBezTo>
                    <a:pt x="203" y="2686"/>
                    <a:pt x="750" y="3151"/>
                    <a:pt x="1381" y="3234"/>
                  </a:cubicBezTo>
                  <a:cubicBezTo>
                    <a:pt x="1501" y="3258"/>
                    <a:pt x="1620" y="3258"/>
                    <a:pt x="1739" y="3258"/>
                  </a:cubicBezTo>
                  <a:cubicBezTo>
                    <a:pt x="1822" y="3258"/>
                    <a:pt x="1929" y="3234"/>
                    <a:pt x="2012" y="3210"/>
                  </a:cubicBezTo>
                  <a:cubicBezTo>
                    <a:pt x="2882" y="2984"/>
                    <a:pt x="3417" y="2091"/>
                    <a:pt x="3191" y="1210"/>
                  </a:cubicBezTo>
                  <a:cubicBezTo>
                    <a:pt x="3084" y="817"/>
                    <a:pt x="2834" y="484"/>
                    <a:pt x="2524" y="281"/>
                  </a:cubicBezTo>
                  <a:cubicBezTo>
                    <a:pt x="2417" y="198"/>
                    <a:pt x="2310" y="162"/>
                    <a:pt x="2191" y="115"/>
                  </a:cubicBezTo>
                  <a:cubicBezTo>
                    <a:pt x="2020" y="39"/>
                    <a:pt x="1818" y="0"/>
                    <a:pt x="161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12"/>
            <p:cNvSpPr/>
            <p:nvPr/>
          </p:nvSpPr>
          <p:spPr>
            <a:xfrm>
              <a:off x="2630075" y="1418625"/>
              <a:ext cx="41100" cy="40925"/>
            </a:xfrm>
            <a:custGeom>
              <a:rect b="b" l="l" r="r" t="t"/>
              <a:pathLst>
                <a:path extrusionOk="0" h="1637" w="1644">
                  <a:moveTo>
                    <a:pt x="848" y="0"/>
                  </a:moveTo>
                  <a:cubicBezTo>
                    <a:pt x="779" y="0"/>
                    <a:pt x="706" y="10"/>
                    <a:pt x="632" y="30"/>
                  </a:cubicBezTo>
                  <a:cubicBezTo>
                    <a:pt x="525" y="53"/>
                    <a:pt x="417" y="101"/>
                    <a:pt x="334" y="161"/>
                  </a:cubicBezTo>
                  <a:cubicBezTo>
                    <a:pt x="239" y="232"/>
                    <a:pt x="167" y="315"/>
                    <a:pt x="108" y="411"/>
                  </a:cubicBezTo>
                  <a:cubicBezTo>
                    <a:pt x="48" y="518"/>
                    <a:pt x="24" y="637"/>
                    <a:pt x="1" y="756"/>
                  </a:cubicBezTo>
                  <a:cubicBezTo>
                    <a:pt x="1" y="851"/>
                    <a:pt x="1" y="923"/>
                    <a:pt x="36" y="1006"/>
                  </a:cubicBezTo>
                  <a:cubicBezTo>
                    <a:pt x="84" y="1173"/>
                    <a:pt x="155" y="1327"/>
                    <a:pt x="274" y="1423"/>
                  </a:cubicBezTo>
                  <a:cubicBezTo>
                    <a:pt x="358" y="1506"/>
                    <a:pt x="465" y="1577"/>
                    <a:pt x="584" y="1601"/>
                  </a:cubicBezTo>
                  <a:cubicBezTo>
                    <a:pt x="650" y="1625"/>
                    <a:pt x="721" y="1637"/>
                    <a:pt x="794" y="1637"/>
                  </a:cubicBezTo>
                  <a:cubicBezTo>
                    <a:pt x="867" y="1637"/>
                    <a:pt x="941" y="1625"/>
                    <a:pt x="1013" y="1601"/>
                  </a:cubicBezTo>
                  <a:cubicBezTo>
                    <a:pt x="1358" y="1530"/>
                    <a:pt x="1596" y="1232"/>
                    <a:pt x="1632" y="887"/>
                  </a:cubicBezTo>
                  <a:cubicBezTo>
                    <a:pt x="1644" y="803"/>
                    <a:pt x="1632" y="708"/>
                    <a:pt x="1596" y="625"/>
                  </a:cubicBezTo>
                  <a:cubicBezTo>
                    <a:pt x="1584" y="589"/>
                    <a:pt x="1584" y="565"/>
                    <a:pt x="1572" y="530"/>
                  </a:cubicBezTo>
                  <a:cubicBezTo>
                    <a:pt x="1548" y="446"/>
                    <a:pt x="1489" y="351"/>
                    <a:pt x="1417" y="268"/>
                  </a:cubicBezTo>
                  <a:cubicBezTo>
                    <a:pt x="1322" y="172"/>
                    <a:pt x="1227" y="101"/>
                    <a:pt x="1120" y="53"/>
                  </a:cubicBezTo>
                  <a:cubicBezTo>
                    <a:pt x="1037" y="19"/>
                    <a:pt x="945" y="0"/>
                    <a:pt x="84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12"/>
            <p:cNvSpPr/>
            <p:nvPr/>
          </p:nvSpPr>
          <p:spPr>
            <a:xfrm>
              <a:off x="2338375" y="1395450"/>
              <a:ext cx="32475" cy="28775"/>
            </a:xfrm>
            <a:custGeom>
              <a:rect b="b" l="l" r="r" t="t"/>
              <a:pathLst>
                <a:path extrusionOk="0" h="1151" w="1299">
                  <a:moveTo>
                    <a:pt x="645" y="0"/>
                  </a:moveTo>
                  <a:cubicBezTo>
                    <a:pt x="601" y="0"/>
                    <a:pt x="557" y="5"/>
                    <a:pt x="512" y="16"/>
                  </a:cubicBezTo>
                  <a:cubicBezTo>
                    <a:pt x="191" y="87"/>
                    <a:pt x="1" y="421"/>
                    <a:pt x="96" y="718"/>
                  </a:cubicBezTo>
                  <a:cubicBezTo>
                    <a:pt x="157" y="982"/>
                    <a:pt x="399" y="1151"/>
                    <a:pt x="653" y="1151"/>
                  </a:cubicBezTo>
                  <a:cubicBezTo>
                    <a:pt x="698" y="1151"/>
                    <a:pt x="742" y="1146"/>
                    <a:pt x="786" y="1135"/>
                  </a:cubicBezTo>
                  <a:cubicBezTo>
                    <a:pt x="1108" y="1064"/>
                    <a:pt x="1298" y="730"/>
                    <a:pt x="1203" y="433"/>
                  </a:cubicBezTo>
                  <a:cubicBezTo>
                    <a:pt x="1132" y="169"/>
                    <a:pt x="897" y="0"/>
                    <a:pt x="64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p12"/>
            <p:cNvSpPr/>
            <p:nvPr/>
          </p:nvSpPr>
          <p:spPr>
            <a:xfrm>
              <a:off x="3084300" y="1355525"/>
              <a:ext cx="30375" cy="29150"/>
            </a:xfrm>
            <a:custGeom>
              <a:rect b="b" l="l" r="r" t="t"/>
              <a:pathLst>
                <a:path extrusionOk="0" h="1166" w="1215">
                  <a:moveTo>
                    <a:pt x="581" y="1"/>
                  </a:moveTo>
                  <a:cubicBezTo>
                    <a:pt x="531" y="1"/>
                    <a:pt x="483" y="9"/>
                    <a:pt x="441" y="18"/>
                  </a:cubicBezTo>
                  <a:cubicBezTo>
                    <a:pt x="310" y="53"/>
                    <a:pt x="191" y="137"/>
                    <a:pt x="108" y="244"/>
                  </a:cubicBezTo>
                  <a:lnTo>
                    <a:pt x="108" y="256"/>
                  </a:lnTo>
                  <a:cubicBezTo>
                    <a:pt x="48" y="339"/>
                    <a:pt x="24" y="434"/>
                    <a:pt x="1" y="530"/>
                  </a:cubicBezTo>
                  <a:cubicBezTo>
                    <a:pt x="1" y="589"/>
                    <a:pt x="1" y="660"/>
                    <a:pt x="24" y="732"/>
                  </a:cubicBezTo>
                  <a:cubicBezTo>
                    <a:pt x="36" y="791"/>
                    <a:pt x="48" y="839"/>
                    <a:pt x="84" y="887"/>
                  </a:cubicBezTo>
                  <a:cubicBezTo>
                    <a:pt x="96" y="899"/>
                    <a:pt x="96" y="911"/>
                    <a:pt x="108" y="934"/>
                  </a:cubicBezTo>
                  <a:cubicBezTo>
                    <a:pt x="191" y="1030"/>
                    <a:pt x="286" y="1113"/>
                    <a:pt x="405" y="1137"/>
                  </a:cubicBezTo>
                  <a:cubicBezTo>
                    <a:pt x="429" y="1137"/>
                    <a:pt x="453" y="1149"/>
                    <a:pt x="465" y="1149"/>
                  </a:cubicBezTo>
                  <a:cubicBezTo>
                    <a:pt x="508" y="1159"/>
                    <a:pt x="546" y="1165"/>
                    <a:pt x="583" y="1165"/>
                  </a:cubicBezTo>
                  <a:cubicBezTo>
                    <a:pt x="629" y="1165"/>
                    <a:pt x="674" y="1156"/>
                    <a:pt x="727" y="1137"/>
                  </a:cubicBezTo>
                  <a:cubicBezTo>
                    <a:pt x="786" y="1125"/>
                    <a:pt x="822" y="1113"/>
                    <a:pt x="870" y="1077"/>
                  </a:cubicBezTo>
                  <a:cubicBezTo>
                    <a:pt x="1096" y="946"/>
                    <a:pt x="1215" y="696"/>
                    <a:pt x="1132" y="434"/>
                  </a:cubicBezTo>
                  <a:cubicBezTo>
                    <a:pt x="1108" y="339"/>
                    <a:pt x="1048" y="232"/>
                    <a:pt x="977" y="160"/>
                  </a:cubicBezTo>
                  <a:cubicBezTo>
                    <a:pt x="882" y="77"/>
                    <a:pt x="763" y="18"/>
                    <a:pt x="644" y="6"/>
                  </a:cubicBezTo>
                  <a:cubicBezTo>
                    <a:pt x="623" y="2"/>
                    <a:pt x="602" y="1"/>
                    <a:pt x="5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p12"/>
            <p:cNvSpPr/>
            <p:nvPr/>
          </p:nvSpPr>
          <p:spPr>
            <a:xfrm>
              <a:off x="1937425" y="1579200"/>
              <a:ext cx="42300" cy="40575"/>
            </a:xfrm>
            <a:custGeom>
              <a:rect b="b" l="l" r="r" t="t"/>
              <a:pathLst>
                <a:path extrusionOk="0" h="1623" w="1692">
                  <a:moveTo>
                    <a:pt x="863" y="1"/>
                  </a:moveTo>
                  <a:cubicBezTo>
                    <a:pt x="799" y="1"/>
                    <a:pt x="734" y="8"/>
                    <a:pt x="668" y="24"/>
                  </a:cubicBezTo>
                  <a:lnTo>
                    <a:pt x="537" y="60"/>
                  </a:lnTo>
                  <a:cubicBezTo>
                    <a:pt x="418" y="107"/>
                    <a:pt x="322" y="179"/>
                    <a:pt x="239" y="274"/>
                  </a:cubicBezTo>
                  <a:cubicBezTo>
                    <a:pt x="72" y="465"/>
                    <a:pt x="1" y="738"/>
                    <a:pt x="72" y="1000"/>
                  </a:cubicBezTo>
                  <a:cubicBezTo>
                    <a:pt x="163" y="1363"/>
                    <a:pt x="492" y="1623"/>
                    <a:pt x="857" y="1623"/>
                  </a:cubicBezTo>
                  <a:cubicBezTo>
                    <a:pt x="924" y="1623"/>
                    <a:pt x="992" y="1614"/>
                    <a:pt x="1060" y="1596"/>
                  </a:cubicBezTo>
                  <a:cubicBezTo>
                    <a:pt x="1132" y="1584"/>
                    <a:pt x="1203" y="1548"/>
                    <a:pt x="1263" y="1524"/>
                  </a:cubicBezTo>
                  <a:cubicBezTo>
                    <a:pt x="1382" y="1453"/>
                    <a:pt x="1477" y="1358"/>
                    <a:pt x="1549" y="1250"/>
                  </a:cubicBezTo>
                  <a:cubicBezTo>
                    <a:pt x="1561" y="1238"/>
                    <a:pt x="1572" y="1215"/>
                    <a:pt x="1596" y="1191"/>
                  </a:cubicBezTo>
                  <a:cubicBezTo>
                    <a:pt x="1656" y="1096"/>
                    <a:pt x="1680" y="977"/>
                    <a:pt x="1691" y="857"/>
                  </a:cubicBezTo>
                  <a:cubicBezTo>
                    <a:pt x="1691" y="762"/>
                    <a:pt x="1691" y="691"/>
                    <a:pt x="1668" y="596"/>
                  </a:cubicBezTo>
                  <a:cubicBezTo>
                    <a:pt x="1656" y="536"/>
                    <a:pt x="1620" y="476"/>
                    <a:pt x="1596" y="417"/>
                  </a:cubicBezTo>
                  <a:cubicBezTo>
                    <a:pt x="1537" y="322"/>
                    <a:pt x="1453" y="215"/>
                    <a:pt x="1358" y="155"/>
                  </a:cubicBezTo>
                  <a:cubicBezTo>
                    <a:pt x="1209" y="59"/>
                    <a:pt x="1041" y="1"/>
                    <a:pt x="8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p12"/>
            <p:cNvSpPr/>
            <p:nvPr/>
          </p:nvSpPr>
          <p:spPr>
            <a:xfrm>
              <a:off x="2435125" y="2175825"/>
              <a:ext cx="44075" cy="41075"/>
            </a:xfrm>
            <a:custGeom>
              <a:rect b="b" l="l" r="r" t="t"/>
              <a:pathLst>
                <a:path extrusionOk="0" h="1643" w="1763">
                  <a:moveTo>
                    <a:pt x="867" y="0"/>
                  </a:moveTo>
                  <a:cubicBezTo>
                    <a:pt x="796" y="0"/>
                    <a:pt x="723" y="8"/>
                    <a:pt x="655" y="31"/>
                  </a:cubicBezTo>
                  <a:cubicBezTo>
                    <a:pt x="643" y="31"/>
                    <a:pt x="643" y="31"/>
                    <a:pt x="631" y="43"/>
                  </a:cubicBezTo>
                  <a:cubicBezTo>
                    <a:pt x="583" y="55"/>
                    <a:pt x="524" y="67"/>
                    <a:pt x="476" y="102"/>
                  </a:cubicBezTo>
                  <a:cubicBezTo>
                    <a:pt x="369" y="162"/>
                    <a:pt x="274" y="233"/>
                    <a:pt x="191" y="341"/>
                  </a:cubicBezTo>
                  <a:cubicBezTo>
                    <a:pt x="60" y="531"/>
                    <a:pt x="0" y="769"/>
                    <a:pt x="60" y="1019"/>
                  </a:cubicBezTo>
                  <a:cubicBezTo>
                    <a:pt x="150" y="1390"/>
                    <a:pt x="484" y="1642"/>
                    <a:pt x="843" y="1642"/>
                  </a:cubicBezTo>
                  <a:cubicBezTo>
                    <a:pt x="911" y="1642"/>
                    <a:pt x="980" y="1633"/>
                    <a:pt x="1048" y="1615"/>
                  </a:cubicBezTo>
                  <a:cubicBezTo>
                    <a:pt x="1476" y="1519"/>
                    <a:pt x="1762" y="1067"/>
                    <a:pt x="1643" y="638"/>
                  </a:cubicBezTo>
                  <a:cubicBezTo>
                    <a:pt x="1607" y="519"/>
                    <a:pt x="1548" y="400"/>
                    <a:pt x="1476" y="305"/>
                  </a:cubicBezTo>
                  <a:cubicBezTo>
                    <a:pt x="1381" y="210"/>
                    <a:pt x="1298" y="126"/>
                    <a:pt x="1179" y="67"/>
                  </a:cubicBezTo>
                  <a:cubicBezTo>
                    <a:pt x="1119" y="43"/>
                    <a:pt x="1048" y="31"/>
                    <a:pt x="988" y="7"/>
                  </a:cubicBezTo>
                  <a:cubicBezTo>
                    <a:pt x="949" y="3"/>
                    <a:pt x="908" y="0"/>
                    <a:pt x="8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p12"/>
            <p:cNvSpPr/>
            <p:nvPr/>
          </p:nvSpPr>
          <p:spPr>
            <a:xfrm>
              <a:off x="874500" y="1324400"/>
              <a:ext cx="61050" cy="39475"/>
            </a:xfrm>
            <a:custGeom>
              <a:rect b="b" l="l" r="r" t="t"/>
              <a:pathLst>
                <a:path extrusionOk="0" h="1579" w="2442">
                  <a:moveTo>
                    <a:pt x="120" y="0"/>
                  </a:moveTo>
                  <a:cubicBezTo>
                    <a:pt x="12" y="215"/>
                    <a:pt x="1" y="465"/>
                    <a:pt x="60" y="715"/>
                  </a:cubicBezTo>
                  <a:cubicBezTo>
                    <a:pt x="182" y="1234"/>
                    <a:pt x="670" y="1579"/>
                    <a:pt x="1188" y="1579"/>
                  </a:cubicBezTo>
                  <a:cubicBezTo>
                    <a:pt x="1276" y="1579"/>
                    <a:pt x="1365" y="1569"/>
                    <a:pt x="1453" y="1548"/>
                  </a:cubicBezTo>
                  <a:cubicBezTo>
                    <a:pt x="2060" y="1394"/>
                    <a:pt x="2441" y="762"/>
                    <a:pt x="2287" y="143"/>
                  </a:cubicBezTo>
                  <a:cubicBezTo>
                    <a:pt x="2275" y="108"/>
                    <a:pt x="2263" y="48"/>
                    <a:pt x="223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p12"/>
            <p:cNvSpPr/>
            <p:nvPr/>
          </p:nvSpPr>
          <p:spPr>
            <a:xfrm>
              <a:off x="1687100" y="1615750"/>
              <a:ext cx="48250" cy="45975"/>
            </a:xfrm>
            <a:custGeom>
              <a:rect b="b" l="l" r="r" t="t"/>
              <a:pathLst>
                <a:path extrusionOk="0" h="1839" w="1930">
                  <a:moveTo>
                    <a:pt x="912" y="0"/>
                  </a:moveTo>
                  <a:cubicBezTo>
                    <a:pt x="839" y="0"/>
                    <a:pt x="765" y="9"/>
                    <a:pt x="691" y="26"/>
                  </a:cubicBezTo>
                  <a:cubicBezTo>
                    <a:pt x="679" y="26"/>
                    <a:pt x="655" y="50"/>
                    <a:pt x="632" y="50"/>
                  </a:cubicBezTo>
                  <a:cubicBezTo>
                    <a:pt x="513" y="86"/>
                    <a:pt x="417" y="146"/>
                    <a:pt x="322" y="229"/>
                  </a:cubicBezTo>
                  <a:cubicBezTo>
                    <a:pt x="155" y="372"/>
                    <a:pt x="36" y="586"/>
                    <a:pt x="13" y="800"/>
                  </a:cubicBezTo>
                  <a:cubicBezTo>
                    <a:pt x="1" y="908"/>
                    <a:pt x="1" y="1027"/>
                    <a:pt x="24" y="1146"/>
                  </a:cubicBezTo>
                  <a:cubicBezTo>
                    <a:pt x="24" y="1158"/>
                    <a:pt x="24" y="1158"/>
                    <a:pt x="36" y="1181"/>
                  </a:cubicBezTo>
                  <a:cubicBezTo>
                    <a:pt x="158" y="1566"/>
                    <a:pt x="529" y="1839"/>
                    <a:pt x="930" y="1839"/>
                  </a:cubicBezTo>
                  <a:cubicBezTo>
                    <a:pt x="1001" y="1839"/>
                    <a:pt x="1072" y="1830"/>
                    <a:pt x="1144" y="1812"/>
                  </a:cubicBezTo>
                  <a:cubicBezTo>
                    <a:pt x="1620" y="1693"/>
                    <a:pt x="1929" y="1193"/>
                    <a:pt x="1810" y="705"/>
                  </a:cubicBezTo>
                  <a:cubicBezTo>
                    <a:pt x="1699" y="279"/>
                    <a:pt x="1328" y="0"/>
                    <a:pt x="91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12"/>
            <p:cNvSpPr/>
            <p:nvPr/>
          </p:nvSpPr>
          <p:spPr>
            <a:xfrm>
              <a:off x="2480650" y="1385525"/>
              <a:ext cx="17900" cy="16475"/>
            </a:xfrm>
            <a:custGeom>
              <a:rect b="b" l="l" r="r" t="t"/>
              <a:pathLst>
                <a:path extrusionOk="0" h="659" w="716">
                  <a:moveTo>
                    <a:pt x="365" y="1"/>
                  </a:moveTo>
                  <a:cubicBezTo>
                    <a:pt x="342" y="1"/>
                    <a:pt x="320" y="3"/>
                    <a:pt x="298" y="8"/>
                  </a:cubicBezTo>
                  <a:cubicBezTo>
                    <a:pt x="239" y="32"/>
                    <a:pt x="191" y="56"/>
                    <a:pt x="144" y="92"/>
                  </a:cubicBezTo>
                  <a:cubicBezTo>
                    <a:pt x="84" y="103"/>
                    <a:pt x="72" y="127"/>
                    <a:pt x="60" y="163"/>
                  </a:cubicBezTo>
                  <a:cubicBezTo>
                    <a:pt x="13" y="234"/>
                    <a:pt x="1" y="330"/>
                    <a:pt x="25" y="413"/>
                  </a:cubicBezTo>
                  <a:cubicBezTo>
                    <a:pt x="25" y="425"/>
                    <a:pt x="48" y="437"/>
                    <a:pt x="48" y="461"/>
                  </a:cubicBezTo>
                  <a:cubicBezTo>
                    <a:pt x="99" y="573"/>
                    <a:pt x="203" y="659"/>
                    <a:pt x="336" y="659"/>
                  </a:cubicBezTo>
                  <a:cubicBezTo>
                    <a:pt x="358" y="659"/>
                    <a:pt x="382" y="656"/>
                    <a:pt x="406" y="651"/>
                  </a:cubicBezTo>
                  <a:lnTo>
                    <a:pt x="441" y="651"/>
                  </a:lnTo>
                  <a:cubicBezTo>
                    <a:pt x="620" y="603"/>
                    <a:pt x="715" y="449"/>
                    <a:pt x="703" y="282"/>
                  </a:cubicBezTo>
                  <a:lnTo>
                    <a:pt x="703" y="246"/>
                  </a:lnTo>
                  <a:cubicBezTo>
                    <a:pt x="652" y="93"/>
                    <a:pt x="504" y="1"/>
                    <a:pt x="3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p12"/>
            <p:cNvSpPr/>
            <p:nvPr/>
          </p:nvSpPr>
          <p:spPr>
            <a:xfrm>
              <a:off x="1565650" y="1378450"/>
              <a:ext cx="45875" cy="41525"/>
            </a:xfrm>
            <a:custGeom>
              <a:rect b="b" l="l" r="r" t="t"/>
              <a:pathLst>
                <a:path extrusionOk="0" h="1661" w="1835">
                  <a:moveTo>
                    <a:pt x="929" y="1"/>
                  </a:moveTo>
                  <a:cubicBezTo>
                    <a:pt x="856" y="1"/>
                    <a:pt x="787" y="10"/>
                    <a:pt x="715" y="29"/>
                  </a:cubicBezTo>
                  <a:cubicBezTo>
                    <a:pt x="275" y="124"/>
                    <a:pt x="1" y="589"/>
                    <a:pt x="120" y="1041"/>
                  </a:cubicBezTo>
                  <a:cubicBezTo>
                    <a:pt x="120" y="1065"/>
                    <a:pt x="132" y="1089"/>
                    <a:pt x="156" y="1113"/>
                  </a:cubicBezTo>
                  <a:cubicBezTo>
                    <a:pt x="191" y="1232"/>
                    <a:pt x="275" y="1351"/>
                    <a:pt x="358" y="1422"/>
                  </a:cubicBezTo>
                  <a:cubicBezTo>
                    <a:pt x="516" y="1570"/>
                    <a:pt x="730" y="1661"/>
                    <a:pt x="948" y="1661"/>
                  </a:cubicBezTo>
                  <a:cubicBezTo>
                    <a:pt x="993" y="1661"/>
                    <a:pt x="1039" y="1657"/>
                    <a:pt x="1084" y="1648"/>
                  </a:cubicBezTo>
                  <a:cubicBezTo>
                    <a:pt x="1108" y="1648"/>
                    <a:pt x="1120" y="1648"/>
                    <a:pt x="1144" y="1637"/>
                  </a:cubicBezTo>
                  <a:cubicBezTo>
                    <a:pt x="1251" y="1601"/>
                    <a:pt x="1334" y="1565"/>
                    <a:pt x="1430" y="1506"/>
                  </a:cubicBezTo>
                  <a:cubicBezTo>
                    <a:pt x="1692" y="1303"/>
                    <a:pt x="1834" y="970"/>
                    <a:pt x="1751" y="625"/>
                  </a:cubicBezTo>
                  <a:cubicBezTo>
                    <a:pt x="1715" y="422"/>
                    <a:pt x="1608" y="279"/>
                    <a:pt x="1453" y="172"/>
                  </a:cubicBezTo>
                  <a:cubicBezTo>
                    <a:pt x="1358" y="101"/>
                    <a:pt x="1239" y="41"/>
                    <a:pt x="1120" y="17"/>
                  </a:cubicBezTo>
                  <a:cubicBezTo>
                    <a:pt x="1050" y="7"/>
                    <a:pt x="988" y="1"/>
                    <a:pt x="92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11" name="Google Shape;1511;p12"/>
          <p:cNvGrpSpPr/>
          <p:nvPr/>
        </p:nvGrpSpPr>
        <p:grpSpPr>
          <a:xfrm flipH="1">
            <a:off x="87" y="-12"/>
            <a:ext cx="4037062" cy="1568292"/>
            <a:chOff x="874500" y="1324100"/>
            <a:chExt cx="2298225" cy="892800"/>
          </a:xfrm>
        </p:grpSpPr>
        <p:sp>
          <p:nvSpPr>
            <p:cNvPr id="1512" name="Google Shape;1512;p12"/>
            <p:cNvSpPr/>
            <p:nvPr/>
          </p:nvSpPr>
          <p:spPr>
            <a:xfrm>
              <a:off x="3108700" y="1324100"/>
              <a:ext cx="64025" cy="42300"/>
            </a:xfrm>
            <a:custGeom>
              <a:rect b="b" l="l" r="r" t="t"/>
              <a:pathLst>
                <a:path extrusionOk="0" h="1692" w="2561">
                  <a:moveTo>
                    <a:pt x="1918" y="1"/>
                  </a:moveTo>
                  <a:lnTo>
                    <a:pt x="1918" y="12"/>
                  </a:lnTo>
                  <a:lnTo>
                    <a:pt x="25" y="1334"/>
                  </a:lnTo>
                  <a:lnTo>
                    <a:pt x="1" y="1417"/>
                  </a:lnTo>
                  <a:cubicBezTo>
                    <a:pt x="72" y="1489"/>
                    <a:pt x="132" y="1572"/>
                    <a:pt x="156" y="1691"/>
                  </a:cubicBezTo>
                  <a:lnTo>
                    <a:pt x="256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p12"/>
            <p:cNvSpPr/>
            <p:nvPr/>
          </p:nvSpPr>
          <p:spPr>
            <a:xfrm>
              <a:off x="3100375" y="1324400"/>
              <a:ext cx="24425" cy="35450"/>
            </a:xfrm>
            <a:custGeom>
              <a:rect b="b" l="l" r="r" t="t"/>
              <a:pathLst>
                <a:path extrusionOk="0" h="1418" w="977">
                  <a:moveTo>
                    <a:pt x="572" y="0"/>
                  </a:moveTo>
                  <a:lnTo>
                    <a:pt x="1" y="1263"/>
                  </a:lnTo>
                  <a:cubicBezTo>
                    <a:pt x="120" y="1286"/>
                    <a:pt x="239" y="1346"/>
                    <a:pt x="334" y="1417"/>
                  </a:cubicBezTo>
                  <a:lnTo>
                    <a:pt x="358" y="1346"/>
                  </a:lnTo>
                  <a:lnTo>
                    <a:pt x="977" y="12"/>
                  </a:lnTo>
                  <a:lnTo>
                    <a:pt x="572" y="12"/>
                  </a:lnTo>
                  <a:lnTo>
                    <a:pt x="5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p12"/>
            <p:cNvSpPr/>
            <p:nvPr/>
          </p:nvSpPr>
          <p:spPr>
            <a:xfrm>
              <a:off x="2658050" y="1324100"/>
              <a:ext cx="77725" cy="101225"/>
            </a:xfrm>
            <a:custGeom>
              <a:rect b="b" l="l" r="r" t="t"/>
              <a:pathLst>
                <a:path extrusionOk="0" h="4049" w="3109">
                  <a:moveTo>
                    <a:pt x="2668" y="1"/>
                  </a:moveTo>
                  <a:lnTo>
                    <a:pt x="1" y="3834"/>
                  </a:lnTo>
                  <a:cubicBezTo>
                    <a:pt x="120" y="3894"/>
                    <a:pt x="227" y="3953"/>
                    <a:pt x="298" y="4049"/>
                  </a:cubicBezTo>
                  <a:lnTo>
                    <a:pt x="310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12"/>
            <p:cNvSpPr/>
            <p:nvPr/>
          </p:nvSpPr>
          <p:spPr>
            <a:xfrm>
              <a:off x="3039950" y="1324100"/>
              <a:ext cx="46750" cy="37525"/>
            </a:xfrm>
            <a:custGeom>
              <a:rect b="b" l="l" r="r" t="t"/>
              <a:pathLst>
                <a:path extrusionOk="0" h="1501" w="1870">
                  <a:moveTo>
                    <a:pt x="1" y="1"/>
                  </a:moveTo>
                  <a:lnTo>
                    <a:pt x="1" y="12"/>
                  </a:lnTo>
                  <a:lnTo>
                    <a:pt x="1144" y="1239"/>
                  </a:lnTo>
                  <a:lnTo>
                    <a:pt x="1870" y="1501"/>
                  </a:lnTo>
                  <a:lnTo>
                    <a:pt x="1870" y="1489"/>
                  </a:lnTo>
                  <a:lnTo>
                    <a:pt x="48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p12"/>
            <p:cNvSpPr/>
            <p:nvPr/>
          </p:nvSpPr>
          <p:spPr>
            <a:xfrm>
              <a:off x="3095625" y="1382750"/>
              <a:ext cx="10725" cy="6125"/>
            </a:xfrm>
            <a:custGeom>
              <a:rect b="b" l="l" r="r" t="t"/>
              <a:pathLst>
                <a:path extrusionOk="0" h="245" w="429">
                  <a:moveTo>
                    <a:pt x="405" y="0"/>
                  </a:moveTo>
                  <a:lnTo>
                    <a:pt x="405" y="0"/>
                  </a:lnTo>
                  <a:cubicBezTo>
                    <a:pt x="357" y="36"/>
                    <a:pt x="298" y="48"/>
                    <a:pt x="250" y="60"/>
                  </a:cubicBezTo>
                  <a:cubicBezTo>
                    <a:pt x="214" y="72"/>
                    <a:pt x="176" y="78"/>
                    <a:pt x="134" y="78"/>
                  </a:cubicBezTo>
                  <a:cubicBezTo>
                    <a:pt x="92" y="78"/>
                    <a:pt x="48" y="72"/>
                    <a:pt x="0" y="60"/>
                  </a:cubicBezTo>
                  <a:lnTo>
                    <a:pt x="0" y="60"/>
                  </a:lnTo>
                  <a:lnTo>
                    <a:pt x="107" y="179"/>
                  </a:lnTo>
                  <a:cubicBezTo>
                    <a:pt x="139" y="224"/>
                    <a:pt x="189" y="245"/>
                    <a:pt x="239" y="245"/>
                  </a:cubicBezTo>
                  <a:cubicBezTo>
                    <a:pt x="282" y="245"/>
                    <a:pt x="324" y="230"/>
                    <a:pt x="357" y="203"/>
                  </a:cubicBezTo>
                  <a:cubicBezTo>
                    <a:pt x="417" y="155"/>
                    <a:pt x="429" y="60"/>
                    <a:pt x="40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p12"/>
            <p:cNvSpPr/>
            <p:nvPr/>
          </p:nvSpPr>
          <p:spPr>
            <a:xfrm>
              <a:off x="2519350" y="1324100"/>
              <a:ext cx="119375" cy="105400"/>
            </a:xfrm>
            <a:custGeom>
              <a:rect b="b" l="l" r="r" t="t"/>
              <a:pathLst>
                <a:path extrusionOk="0" h="4216" w="4775">
                  <a:moveTo>
                    <a:pt x="1" y="1"/>
                  </a:moveTo>
                  <a:lnTo>
                    <a:pt x="4477" y="4180"/>
                  </a:lnTo>
                  <a:lnTo>
                    <a:pt x="4549" y="4215"/>
                  </a:lnTo>
                  <a:cubicBezTo>
                    <a:pt x="4608" y="4108"/>
                    <a:pt x="4692" y="4037"/>
                    <a:pt x="4775" y="3953"/>
                  </a:cubicBezTo>
                  <a:lnTo>
                    <a:pt x="5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12"/>
            <p:cNvSpPr/>
            <p:nvPr/>
          </p:nvSpPr>
          <p:spPr>
            <a:xfrm>
              <a:off x="2959575" y="1324400"/>
              <a:ext cx="127425" cy="44675"/>
            </a:xfrm>
            <a:custGeom>
              <a:rect b="b" l="l" r="r" t="t"/>
              <a:pathLst>
                <a:path extrusionOk="0" h="1787" w="5097">
                  <a:moveTo>
                    <a:pt x="1" y="0"/>
                  </a:moveTo>
                  <a:lnTo>
                    <a:pt x="4847" y="1786"/>
                  </a:lnTo>
                  <a:lnTo>
                    <a:pt x="5001" y="1763"/>
                  </a:lnTo>
                  <a:cubicBezTo>
                    <a:pt x="5013" y="1655"/>
                    <a:pt x="5037" y="1560"/>
                    <a:pt x="5097" y="1489"/>
                  </a:cubicBezTo>
                  <a:lnTo>
                    <a:pt x="4370" y="1227"/>
                  </a:lnTo>
                  <a:lnTo>
                    <a:pt x="103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12"/>
            <p:cNvSpPr/>
            <p:nvPr/>
          </p:nvSpPr>
          <p:spPr>
            <a:xfrm>
              <a:off x="2669975" y="1368450"/>
              <a:ext cx="416425" cy="72950"/>
            </a:xfrm>
            <a:custGeom>
              <a:rect b="b" l="l" r="r" t="t"/>
              <a:pathLst>
                <a:path extrusionOk="0" h="2918" w="16657">
                  <a:moveTo>
                    <a:pt x="16585" y="1"/>
                  </a:moveTo>
                  <a:lnTo>
                    <a:pt x="16419" y="24"/>
                  </a:lnTo>
                  <a:lnTo>
                    <a:pt x="0" y="2560"/>
                  </a:lnTo>
                  <a:cubicBezTo>
                    <a:pt x="12" y="2584"/>
                    <a:pt x="12" y="2620"/>
                    <a:pt x="36" y="2644"/>
                  </a:cubicBezTo>
                  <a:cubicBezTo>
                    <a:pt x="60" y="2739"/>
                    <a:pt x="60" y="2822"/>
                    <a:pt x="60" y="2918"/>
                  </a:cubicBezTo>
                  <a:lnTo>
                    <a:pt x="16657" y="358"/>
                  </a:lnTo>
                  <a:cubicBezTo>
                    <a:pt x="16621" y="310"/>
                    <a:pt x="16609" y="251"/>
                    <a:pt x="16597" y="203"/>
                  </a:cubicBezTo>
                  <a:cubicBezTo>
                    <a:pt x="16585" y="132"/>
                    <a:pt x="16585" y="72"/>
                    <a:pt x="1658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p12"/>
            <p:cNvSpPr/>
            <p:nvPr/>
          </p:nvSpPr>
          <p:spPr>
            <a:xfrm>
              <a:off x="2464575" y="1378875"/>
              <a:ext cx="629275" cy="804275"/>
            </a:xfrm>
            <a:custGeom>
              <a:rect b="b" l="l" r="r" t="t"/>
              <a:pathLst>
                <a:path extrusionOk="0" h="32171" w="25171">
                  <a:moveTo>
                    <a:pt x="24885" y="0"/>
                  </a:moveTo>
                  <a:lnTo>
                    <a:pt x="1" y="31945"/>
                  </a:lnTo>
                  <a:cubicBezTo>
                    <a:pt x="108" y="31992"/>
                    <a:pt x="203" y="32064"/>
                    <a:pt x="287" y="32171"/>
                  </a:cubicBezTo>
                  <a:lnTo>
                    <a:pt x="25171" y="203"/>
                  </a:lnTo>
                  <a:cubicBezTo>
                    <a:pt x="25063" y="155"/>
                    <a:pt x="24956" y="84"/>
                    <a:pt x="2488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12"/>
            <p:cNvSpPr/>
            <p:nvPr/>
          </p:nvSpPr>
          <p:spPr>
            <a:xfrm>
              <a:off x="2489575" y="1454775"/>
              <a:ext cx="155400" cy="285775"/>
            </a:xfrm>
            <a:custGeom>
              <a:rect b="b" l="l" r="r" t="t"/>
              <a:pathLst>
                <a:path extrusionOk="0" h="11431" w="6216">
                  <a:moveTo>
                    <a:pt x="5906" y="0"/>
                  </a:moveTo>
                  <a:lnTo>
                    <a:pt x="1" y="11264"/>
                  </a:lnTo>
                  <a:cubicBezTo>
                    <a:pt x="120" y="11311"/>
                    <a:pt x="227" y="11371"/>
                    <a:pt x="322" y="11430"/>
                  </a:cubicBezTo>
                  <a:lnTo>
                    <a:pt x="6216" y="179"/>
                  </a:lnTo>
                  <a:cubicBezTo>
                    <a:pt x="6097" y="143"/>
                    <a:pt x="6002" y="84"/>
                    <a:pt x="590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12"/>
            <p:cNvSpPr/>
            <p:nvPr/>
          </p:nvSpPr>
          <p:spPr>
            <a:xfrm>
              <a:off x="2481850" y="1387200"/>
              <a:ext cx="1500" cy="2400"/>
            </a:xfrm>
            <a:custGeom>
              <a:rect b="b" l="l" r="r" t="t"/>
              <a:pathLst>
                <a:path extrusionOk="0" h="96" w="60">
                  <a:moveTo>
                    <a:pt x="0" y="1"/>
                  </a:moveTo>
                  <a:lnTo>
                    <a:pt x="0" y="96"/>
                  </a:lnTo>
                  <a:cubicBezTo>
                    <a:pt x="24" y="60"/>
                    <a:pt x="36" y="36"/>
                    <a:pt x="60" y="25"/>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p12"/>
            <p:cNvSpPr/>
            <p:nvPr/>
          </p:nvSpPr>
          <p:spPr>
            <a:xfrm>
              <a:off x="2482450" y="1324400"/>
              <a:ext cx="12225" cy="56575"/>
            </a:xfrm>
            <a:custGeom>
              <a:rect b="b" l="l" r="r" t="t"/>
              <a:pathLst>
                <a:path extrusionOk="0" h="2263" w="489">
                  <a:moveTo>
                    <a:pt x="131" y="0"/>
                  </a:moveTo>
                  <a:lnTo>
                    <a:pt x="0" y="2132"/>
                  </a:lnTo>
                  <a:lnTo>
                    <a:pt x="357" y="2263"/>
                  </a:lnTo>
                  <a:lnTo>
                    <a:pt x="48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p12"/>
            <p:cNvSpPr/>
            <p:nvPr/>
          </p:nvSpPr>
          <p:spPr>
            <a:xfrm>
              <a:off x="2461300" y="1397025"/>
              <a:ext cx="28600" cy="338450"/>
            </a:xfrm>
            <a:custGeom>
              <a:rect b="b" l="l" r="r" t="t"/>
              <a:pathLst>
                <a:path extrusionOk="0" h="13538" w="1144">
                  <a:moveTo>
                    <a:pt x="799" y="1"/>
                  </a:moveTo>
                  <a:lnTo>
                    <a:pt x="1" y="13455"/>
                  </a:lnTo>
                  <a:cubicBezTo>
                    <a:pt x="1" y="13478"/>
                    <a:pt x="1" y="13514"/>
                    <a:pt x="13" y="13538"/>
                  </a:cubicBezTo>
                  <a:cubicBezTo>
                    <a:pt x="60" y="13526"/>
                    <a:pt x="84" y="13514"/>
                    <a:pt x="132" y="13514"/>
                  </a:cubicBezTo>
                  <a:lnTo>
                    <a:pt x="358" y="13467"/>
                  </a:lnTo>
                  <a:lnTo>
                    <a:pt x="1144" y="203"/>
                  </a:lnTo>
                  <a:lnTo>
                    <a:pt x="1144" y="203"/>
                  </a:lnTo>
                  <a:cubicBezTo>
                    <a:pt x="1129" y="206"/>
                    <a:pt x="1114" y="207"/>
                    <a:pt x="1098" y="207"/>
                  </a:cubicBezTo>
                  <a:cubicBezTo>
                    <a:pt x="979" y="207"/>
                    <a:pt x="851" y="127"/>
                    <a:pt x="79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12"/>
            <p:cNvSpPr/>
            <p:nvPr/>
          </p:nvSpPr>
          <p:spPr>
            <a:xfrm>
              <a:off x="2299675" y="1324400"/>
              <a:ext cx="333400" cy="114025"/>
            </a:xfrm>
            <a:custGeom>
              <a:rect b="b" l="l" r="r" t="t"/>
              <a:pathLst>
                <a:path extrusionOk="0" h="4561" w="13336">
                  <a:moveTo>
                    <a:pt x="36" y="0"/>
                  </a:moveTo>
                  <a:lnTo>
                    <a:pt x="1" y="24"/>
                  </a:lnTo>
                  <a:lnTo>
                    <a:pt x="7299" y="2513"/>
                  </a:lnTo>
                  <a:lnTo>
                    <a:pt x="7359" y="2537"/>
                  </a:lnTo>
                  <a:cubicBezTo>
                    <a:pt x="7394" y="2501"/>
                    <a:pt x="7442" y="2477"/>
                    <a:pt x="7502" y="2453"/>
                  </a:cubicBezTo>
                  <a:cubicBezTo>
                    <a:pt x="7522" y="2451"/>
                    <a:pt x="7542" y="2449"/>
                    <a:pt x="7561" y="2449"/>
                  </a:cubicBezTo>
                  <a:cubicBezTo>
                    <a:pt x="7719" y="2449"/>
                    <a:pt x="7864" y="2533"/>
                    <a:pt x="7906" y="2691"/>
                  </a:cubicBezTo>
                  <a:lnTo>
                    <a:pt x="7906" y="2727"/>
                  </a:lnTo>
                  <a:lnTo>
                    <a:pt x="13240" y="4561"/>
                  </a:lnTo>
                  <a:cubicBezTo>
                    <a:pt x="13240" y="4430"/>
                    <a:pt x="13276" y="4322"/>
                    <a:pt x="13336" y="4215"/>
                  </a:cubicBezTo>
                  <a:lnTo>
                    <a:pt x="13264" y="4180"/>
                  </a:lnTo>
                  <a:lnTo>
                    <a:pt x="7668" y="2263"/>
                  </a:lnTo>
                  <a:lnTo>
                    <a:pt x="7311" y="2144"/>
                  </a:lnTo>
                  <a:lnTo>
                    <a:pt x="106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p12"/>
            <p:cNvSpPr/>
            <p:nvPr/>
          </p:nvSpPr>
          <p:spPr>
            <a:xfrm>
              <a:off x="2163950" y="1324400"/>
              <a:ext cx="136950" cy="109550"/>
            </a:xfrm>
            <a:custGeom>
              <a:rect b="b" l="l" r="r" t="t"/>
              <a:pathLst>
                <a:path extrusionOk="0" h="4382" w="5478">
                  <a:moveTo>
                    <a:pt x="4918" y="0"/>
                  </a:moveTo>
                  <a:lnTo>
                    <a:pt x="0" y="4025"/>
                  </a:lnTo>
                  <a:lnTo>
                    <a:pt x="131" y="4382"/>
                  </a:lnTo>
                  <a:lnTo>
                    <a:pt x="5454" y="12"/>
                  </a:lnTo>
                  <a:lnTo>
                    <a:pt x="547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12"/>
            <p:cNvSpPr/>
            <p:nvPr/>
          </p:nvSpPr>
          <p:spPr>
            <a:xfrm>
              <a:off x="1971375" y="1430950"/>
              <a:ext cx="188425" cy="158400"/>
            </a:xfrm>
            <a:custGeom>
              <a:rect b="b" l="l" r="r" t="t"/>
              <a:pathLst>
                <a:path extrusionOk="0" h="6336" w="7537">
                  <a:moveTo>
                    <a:pt x="7406" y="1"/>
                  </a:moveTo>
                  <a:lnTo>
                    <a:pt x="0" y="6073"/>
                  </a:lnTo>
                  <a:cubicBezTo>
                    <a:pt x="95" y="6145"/>
                    <a:pt x="179" y="6228"/>
                    <a:pt x="238" y="6335"/>
                  </a:cubicBezTo>
                  <a:lnTo>
                    <a:pt x="7537" y="358"/>
                  </a:lnTo>
                  <a:lnTo>
                    <a:pt x="740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p12"/>
            <p:cNvSpPr/>
            <p:nvPr/>
          </p:nvSpPr>
          <p:spPr>
            <a:xfrm>
              <a:off x="2269925" y="1742600"/>
              <a:ext cx="5075" cy="3000"/>
            </a:xfrm>
            <a:custGeom>
              <a:rect b="b" l="l" r="r" t="t"/>
              <a:pathLst>
                <a:path extrusionOk="0" h="120" w="203">
                  <a:moveTo>
                    <a:pt x="143" y="1"/>
                  </a:moveTo>
                  <a:cubicBezTo>
                    <a:pt x="95" y="1"/>
                    <a:pt x="48" y="1"/>
                    <a:pt x="0" y="13"/>
                  </a:cubicBezTo>
                  <a:cubicBezTo>
                    <a:pt x="36" y="96"/>
                    <a:pt x="107" y="120"/>
                    <a:pt x="202" y="120"/>
                  </a:cubicBezTo>
                  <a:lnTo>
                    <a:pt x="15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p12"/>
            <p:cNvSpPr/>
            <p:nvPr/>
          </p:nvSpPr>
          <p:spPr>
            <a:xfrm>
              <a:off x="2117800" y="1324100"/>
              <a:ext cx="141425" cy="365850"/>
            </a:xfrm>
            <a:custGeom>
              <a:rect b="b" l="l" r="r" t="t"/>
              <a:pathLst>
                <a:path extrusionOk="0" h="14634" w="5657">
                  <a:moveTo>
                    <a:pt x="1" y="1"/>
                  </a:moveTo>
                  <a:lnTo>
                    <a:pt x="1549" y="4275"/>
                  </a:lnTo>
                  <a:lnTo>
                    <a:pt x="1680" y="4632"/>
                  </a:lnTo>
                  <a:lnTo>
                    <a:pt x="5335" y="14633"/>
                  </a:lnTo>
                  <a:cubicBezTo>
                    <a:pt x="5430" y="14574"/>
                    <a:pt x="5537" y="14514"/>
                    <a:pt x="5656" y="14479"/>
                  </a:cubicBezTo>
                  <a:lnTo>
                    <a:pt x="1977" y="4370"/>
                  </a:lnTo>
                  <a:lnTo>
                    <a:pt x="1846" y="4013"/>
                  </a:lnTo>
                  <a:lnTo>
                    <a:pt x="3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p12"/>
            <p:cNvSpPr/>
            <p:nvPr/>
          </p:nvSpPr>
          <p:spPr>
            <a:xfrm>
              <a:off x="2450600" y="1814350"/>
              <a:ext cx="27100" cy="362275"/>
            </a:xfrm>
            <a:custGeom>
              <a:rect b="b" l="l" r="r" t="t"/>
              <a:pathLst>
                <a:path extrusionOk="0" h="14491" w="1084">
                  <a:moveTo>
                    <a:pt x="726" y="0"/>
                  </a:moveTo>
                  <a:lnTo>
                    <a:pt x="0" y="14490"/>
                  </a:lnTo>
                  <a:cubicBezTo>
                    <a:pt x="12" y="14490"/>
                    <a:pt x="12" y="14490"/>
                    <a:pt x="24" y="14466"/>
                  </a:cubicBezTo>
                  <a:cubicBezTo>
                    <a:pt x="87" y="14452"/>
                    <a:pt x="154" y="14446"/>
                    <a:pt x="220" y="14446"/>
                  </a:cubicBezTo>
                  <a:cubicBezTo>
                    <a:pt x="267" y="14446"/>
                    <a:pt x="313" y="14449"/>
                    <a:pt x="357" y="14454"/>
                  </a:cubicBezTo>
                  <a:lnTo>
                    <a:pt x="1084" y="0"/>
                  </a:lnTo>
                  <a:lnTo>
                    <a:pt x="1084" y="0"/>
                  </a:lnTo>
                  <a:cubicBezTo>
                    <a:pt x="1030" y="16"/>
                    <a:pt x="976" y="23"/>
                    <a:pt x="922" y="23"/>
                  </a:cubicBezTo>
                  <a:cubicBezTo>
                    <a:pt x="857" y="23"/>
                    <a:pt x="792" y="13"/>
                    <a:pt x="7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p12"/>
            <p:cNvSpPr/>
            <p:nvPr/>
          </p:nvSpPr>
          <p:spPr>
            <a:xfrm>
              <a:off x="2273475" y="1738150"/>
              <a:ext cx="176850" cy="439950"/>
            </a:xfrm>
            <a:custGeom>
              <a:rect b="b" l="l" r="r" t="t"/>
              <a:pathLst>
                <a:path extrusionOk="0" h="17598" w="7074">
                  <a:moveTo>
                    <a:pt x="334" y="0"/>
                  </a:moveTo>
                  <a:cubicBezTo>
                    <a:pt x="239" y="72"/>
                    <a:pt x="132" y="131"/>
                    <a:pt x="1" y="167"/>
                  </a:cubicBezTo>
                  <a:lnTo>
                    <a:pt x="37" y="286"/>
                  </a:lnTo>
                  <a:lnTo>
                    <a:pt x="6514" y="17097"/>
                  </a:lnTo>
                  <a:lnTo>
                    <a:pt x="6930" y="17598"/>
                  </a:lnTo>
                  <a:cubicBezTo>
                    <a:pt x="6978" y="17562"/>
                    <a:pt x="7014" y="17550"/>
                    <a:pt x="7073" y="17538"/>
                  </a:cubicBezTo>
                  <a:lnTo>
                    <a:pt x="3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p12"/>
            <p:cNvSpPr/>
            <p:nvPr/>
          </p:nvSpPr>
          <p:spPr>
            <a:xfrm>
              <a:off x="2293425" y="1714325"/>
              <a:ext cx="141725" cy="60150"/>
            </a:xfrm>
            <a:custGeom>
              <a:rect b="b" l="l" r="r" t="t"/>
              <a:pathLst>
                <a:path extrusionOk="0" h="2406" w="5669">
                  <a:moveTo>
                    <a:pt x="60" y="1"/>
                  </a:moveTo>
                  <a:cubicBezTo>
                    <a:pt x="60" y="120"/>
                    <a:pt x="48" y="251"/>
                    <a:pt x="1" y="370"/>
                  </a:cubicBezTo>
                  <a:lnTo>
                    <a:pt x="5620" y="2406"/>
                  </a:lnTo>
                  <a:cubicBezTo>
                    <a:pt x="5620" y="2287"/>
                    <a:pt x="5644" y="2156"/>
                    <a:pt x="5668" y="2037"/>
                  </a:cubicBezTo>
                  <a:lnTo>
                    <a:pt x="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12"/>
            <p:cNvSpPr/>
            <p:nvPr/>
          </p:nvSpPr>
          <p:spPr>
            <a:xfrm>
              <a:off x="1976725" y="1600625"/>
              <a:ext cx="267625" cy="103300"/>
            </a:xfrm>
            <a:custGeom>
              <a:rect b="b" l="l" r="r" t="t"/>
              <a:pathLst>
                <a:path extrusionOk="0" h="4132" w="10705">
                  <a:moveTo>
                    <a:pt x="108" y="0"/>
                  </a:moveTo>
                  <a:cubicBezTo>
                    <a:pt x="108" y="120"/>
                    <a:pt x="60" y="239"/>
                    <a:pt x="0" y="334"/>
                  </a:cubicBezTo>
                  <a:lnTo>
                    <a:pt x="10490" y="4132"/>
                  </a:lnTo>
                  <a:cubicBezTo>
                    <a:pt x="10561" y="4013"/>
                    <a:pt x="10621" y="3906"/>
                    <a:pt x="10704" y="3822"/>
                  </a:cubicBezTo>
                  <a:lnTo>
                    <a:pt x="10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4" name="Google Shape;1534;p12"/>
            <p:cNvSpPr/>
            <p:nvPr/>
          </p:nvSpPr>
          <p:spPr>
            <a:xfrm>
              <a:off x="1969275" y="1610450"/>
              <a:ext cx="477475" cy="573900"/>
            </a:xfrm>
            <a:custGeom>
              <a:rect b="b" l="l" r="r" t="t"/>
              <a:pathLst>
                <a:path extrusionOk="0" h="22956" w="19099">
                  <a:moveTo>
                    <a:pt x="275" y="0"/>
                  </a:moveTo>
                  <a:cubicBezTo>
                    <a:pt x="203" y="108"/>
                    <a:pt x="108" y="179"/>
                    <a:pt x="1" y="262"/>
                  </a:cubicBezTo>
                  <a:lnTo>
                    <a:pt x="18825" y="22956"/>
                  </a:lnTo>
                  <a:cubicBezTo>
                    <a:pt x="18896" y="22848"/>
                    <a:pt x="18991" y="22777"/>
                    <a:pt x="19098" y="22717"/>
                  </a:cubicBezTo>
                  <a:lnTo>
                    <a:pt x="18682" y="22229"/>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5" name="Google Shape;1535;p12"/>
            <p:cNvSpPr/>
            <p:nvPr/>
          </p:nvSpPr>
          <p:spPr>
            <a:xfrm>
              <a:off x="1726400" y="1324400"/>
              <a:ext cx="224450" cy="261075"/>
            </a:xfrm>
            <a:custGeom>
              <a:rect b="b" l="l" r="r" t="t"/>
              <a:pathLst>
                <a:path extrusionOk="0" h="10443" w="8978">
                  <a:moveTo>
                    <a:pt x="0" y="0"/>
                  </a:moveTo>
                  <a:lnTo>
                    <a:pt x="8680" y="10442"/>
                  </a:lnTo>
                  <a:cubicBezTo>
                    <a:pt x="8763" y="10359"/>
                    <a:pt x="8870" y="10287"/>
                    <a:pt x="8978" y="10240"/>
                  </a:cubicBezTo>
                  <a:lnTo>
                    <a:pt x="47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6" name="Google Shape;1536;p12"/>
            <p:cNvSpPr/>
            <p:nvPr/>
          </p:nvSpPr>
          <p:spPr>
            <a:xfrm>
              <a:off x="1592450" y="1416675"/>
              <a:ext cx="110450" cy="205100"/>
            </a:xfrm>
            <a:custGeom>
              <a:rect b="b" l="l" r="r" t="t"/>
              <a:pathLst>
                <a:path extrusionOk="0" h="8204" w="4418">
                  <a:moveTo>
                    <a:pt x="334" y="0"/>
                  </a:moveTo>
                  <a:cubicBezTo>
                    <a:pt x="239" y="60"/>
                    <a:pt x="155" y="108"/>
                    <a:pt x="48" y="131"/>
                  </a:cubicBezTo>
                  <a:cubicBezTo>
                    <a:pt x="44" y="127"/>
                    <a:pt x="39" y="126"/>
                    <a:pt x="33" y="126"/>
                  </a:cubicBezTo>
                  <a:cubicBezTo>
                    <a:pt x="22" y="126"/>
                    <a:pt x="8" y="131"/>
                    <a:pt x="0" y="131"/>
                  </a:cubicBezTo>
                  <a:lnTo>
                    <a:pt x="4108" y="8204"/>
                  </a:lnTo>
                  <a:cubicBezTo>
                    <a:pt x="4203" y="8132"/>
                    <a:pt x="4299" y="8073"/>
                    <a:pt x="4418" y="8025"/>
                  </a:cubicBezTo>
                  <a:lnTo>
                    <a:pt x="3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p12"/>
            <p:cNvSpPr/>
            <p:nvPr/>
          </p:nvSpPr>
          <p:spPr>
            <a:xfrm>
              <a:off x="1346575" y="1669975"/>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8" name="Google Shape;1538;p12"/>
            <p:cNvSpPr/>
            <p:nvPr/>
          </p:nvSpPr>
          <p:spPr>
            <a:xfrm>
              <a:off x="1593350" y="1324400"/>
              <a:ext cx="59850" cy="58675"/>
            </a:xfrm>
            <a:custGeom>
              <a:rect b="b" l="l" r="r" t="t"/>
              <a:pathLst>
                <a:path extrusionOk="0" h="2347" w="2394">
                  <a:moveTo>
                    <a:pt x="1905" y="0"/>
                  </a:moveTo>
                  <a:lnTo>
                    <a:pt x="0" y="2191"/>
                  </a:lnTo>
                  <a:cubicBezTo>
                    <a:pt x="119" y="2215"/>
                    <a:pt x="238" y="2275"/>
                    <a:pt x="334" y="2346"/>
                  </a:cubicBezTo>
                  <a:lnTo>
                    <a:pt x="2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p12"/>
            <p:cNvSpPr/>
            <p:nvPr/>
          </p:nvSpPr>
          <p:spPr>
            <a:xfrm>
              <a:off x="1345100" y="1669375"/>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0" name="Google Shape;1540;p12"/>
            <p:cNvSpPr/>
            <p:nvPr/>
          </p:nvSpPr>
          <p:spPr>
            <a:xfrm>
              <a:off x="1348075" y="1670575"/>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12"/>
            <p:cNvSpPr/>
            <p:nvPr/>
          </p:nvSpPr>
          <p:spPr>
            <a:xfrm>
              <a:off x="1354625" y="1406550"/>
              <a:ext cx="219700" cy="254225"/>
            </a:xfrm>
            <a:custGeom>
              <a:rect b="b" l="l" r="r" t="t"/>
              <a:pathLst>
                <a:path extrusionOk="0" h="10169" w="8788">
                  <a:moveTo>
                    <a:pt x="8573" y="1"/>
                  </a:moveTo>
                  <a:lnTo>
                    <a:pt x="215" y="9561"/>
                  </a:lnTo>
                  <a:lnTo>
                    <a:pt x="0" y="10169"/>
                  </a:lnTo>
                  <a:lnTo>
                    <a:pt x="0" y="10169"/>
                  </a:lnTo>
                  <a:lnTo>
                    <a:pt x="167" y="10157"/>
                  </a:lnTo>
                  <a:lnTo>
                    <a:pt x="8787" y="322"/>
                  </a:lnTo>
                  <a:cubicBezTo>
                    <a:pt x="8692" y="227"/>
                    <a:pt x="8620" y="120"/>
                    <a:pt x="857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p12"/>
            <p:cNvSpPr/>
            <p:nvPr/>
          </p:nvSpPr>
          <p:spPr>
            <a:xfrm>
              <a:off x="1345700" y="1669675"/>
              <a:ext cx="600" cy="325"/>
            </a:xfrm>
            <a:custGeom>
              <a:rect b="b" l="l" r="r" t="t"/>
              <a:pathLst>
                <a:path extrusionOk="0" h="13" w="24">
                  <a:moveTo>
                    <a:pt x="0" y="1"/>
                  </a:moveTo>
                  <a:cubicBezTo>
                    <a:pt x="0" y="13"/>
                    <a:pt x="24" y="13"/>
                    <a:pt x="24" y="13"/>
                  </a:cubicBezTo>
                  <a:cubicBezTo>
                    <a:pt x="24" y="1"/>
                    <a:pt x="0" y="1"/>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p12"/>
            <p:cNvSpPr/>
            <p:nvPr/>
          </p:nvSpPr>
          <p:spPr>
            <a:xfrm>
              <a:off x="1348675" y="1635750"/>
              <a:ext cx="339650" cy="34250"/>
            </a:xfrm>
            <a:custGeom>
              <a:rect b="b" l="l" r="r" t="t"/>
              <a:pathLst>
                <a:path extrusionOk="0" h="1370" w="13586">
                  <a:moveTo>
                    <a:pt x="13550" y="0"/>
                  </a:moveTo>
                  <a:lnTo>
                    <a:pt x="393" y="989"/>
                  </a:lnTo>
                  <a:lnTo>
                    <a:pt x="226" y="1001"/>
                  </a:lnTo>
                  <a:lnTo>
                    <a:pt x="131" y="1274"/>
                  </a:lnTo>
                  <a:lnTo>
                    <a:pt x="131" y="1286"/>
                  </a:lnTo>
                  <a:cubicBezTo>
                    <a:pt x="119" y="1298"/>
                    <a:pt x="119" y="1310"/>
                    <a:pt x="107" y="1334"/>
                  </a:cubicBezTo>
                  <a:lnTo>
                    <a:pt x="95" y="1346"/>
                  </a:lnTo>
                  <a:cubicBezTo>
                    <a:pt x="75" y="1356"/>
                    <a:pt x="63" y="1358"/>
                    <a:pt x="52" y="1366"/>
                  </a:cubicBezTo>
                  <a:lnTo>
                    <a:pt x="52" y="1366"/>
                  </a:lnTo>
                  <a:lnTo>
                    <a:pt x="13585" y="346"/>
                  </a:lnTo>
                  <a:cubicBezTo>
                    <a:pt x="13585" y="334"/>
                    <a:pt x="13585" y="334"/>
                    <a:pt x="13573" y="322"/>
                  </a:cubicBezTo>
                  <a:cubicBezTo>
                    <a:pt x="13550" y="227"/>
                    <a:pt x="13538" y="119"/>
                    <a:pt x="13550" y="0"/>
                  </a:cubicBezTo>
                  <a:close/>
                  <a:moveTo>
                    <a:pt x="52" y="1366"/>
                  </a:moveTo>
                  <a:lnTo>
                    <a:pt x="0" y="1370"/>
                  </a:lnTo>
                  <a:lnTo>
                    <a:pt x="48" y="1370"/>
                  </a:lnTo>
                  <a:cubicBezTo>
                    <a:pt x="49" y="1368"/>
                    <a:pt x="51" y="1367"/>
                    <a:pt x="52" y="1366"/>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p12"/>
            <p:cNvSpPr/>
            <p:nvPr/>
          </p:nvSpPr>
          <p:spPr>
            <a:xfrm>
              <a:off x="1346575" y="1669975"/>
              <a:ext cx="1225" cy="625"/>
            </a:xfrm>
            <a:custGeom>
              <a:rect b="b" l="l" r="r" t="t"/>
              <a:pathLst>
                <a:path extrusionOk="0" h="25" w="49">
                  <a:moveTo>
                    <a:pt x="49" y="24"/>
                  </a:moveTo>
                  <a:cubicBezTo>
                    <a:pt x="25" y="24"/>
                    <a:pt x="13" y="24"/>
                    <a:pt x="1" y="1"/>
                  </a:cubicBezTo>
                  <a:cubicBezTo>
                    <a:pt x="13" y="24"/>
                    <a:pt x="25" y="24"/>
                    <a:pt x="49"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5" name="Google Shape;1545;p12"/>
            <p:cNvSpPr/>
            <p:nvPr/>
          </p:nvSpPr>
          <p:spPr>
            <a:xfrm>
              <a:off x="1346575" y="1669975"/>
              <a:ext cx="25" cy="25"/>
            </a:xfrm>
            <a:custGeom>
              <a:rect b="b" l="l" r="r" t="t"/>
              <a:pathLst>
                <a:path extrusionOk="0" h="1" w="1">
                  <a:moveTo>
                    <a:pt x="1" y="1"/>
                  </a:moveTo>
                  <a:lnTo>
                    <a:pt x="1" y="1"/>
                  </a:ln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p12"/>
            <p:cNvSpPr/>
            <p:nvPr/>
          </p:nvSpPr>
          <p:spPr>
            <a:xfrm>
              <a:off x="1345100" y="1669375"/>
              <a:ext cx="325" cy="325"/>
            </a:xfrm>
            <a:custGeom>
              <a:rect b="b" l="l" r="r" t="t"/>
              <a:pathLst>
                <a:path extrusionOk="0" h="13" w="13">
                  <a:moveTo>
                    <a:pt x="0" y="1"/>
                  </a:moveTo>
                  <a:lnTo>
                    <a:pt x="0" y="1"/>
                  </a:lnTo>
                  <a:lnTo>
                    <a:pt x="12" y="1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p12"/>
            <p:cNvSpPr/>
            <p:nvPr/>
          </p:nvSpPr>
          <p:spPr>
            <a:xfrm>
              <a:off x="1349275" y="1670125"/>
              <a:ext cx="300" cy="475"/>
            </a:xfrm>
            <a:custGeom>
              <a:rect b="b" l="l" r="r" t="t"/>
              <a:pathLst>
                <a:path extrusionOk="0" h="19" w="12">
                  <a:moveTo>
                    <a:pt x="10" y="1"/>
                  </a:moveTo>
                  <a:cubicBezTo>
                    <a:pt x="9" y="1"/>
                    <a:pt x="6" y="7"/>
                    <a:pt x="0" y="18"/>
                  </a:cubicBezTo>
                  <a:lnTo>
                    <a:pt x="12" y="18"/>
                  </a:lnTo>
                  <a:cubicBezTo>
                    <a:pt x="12" y="7"/>
                    <a:pt x="12" y="1"/>
                    <a:pt x="1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12"/>
            <p:cNvSpPr/>
            <p:nvPr/>
          </p:nvSpPr>
          <p:spPr>
            <a:xfrm>
              <a:off x="1351050" y="1669075"/>
              <a:ext cx="325" cy="325"/>
            </a:xfrm>
            <a:custGeom>
              <a:rect b="b" l="l" r="r" t="t"/>
              <a:pathLst>
                <a:path extrusionOk="0" h="13" w="13">
                  <a:moveTo>
                    <a:pt x="0" y="13"/>
                  </a:moveTo>
                  <a:lnTo>
                    <a:pt x="0" y="13"/>
                  </a:lnTo>
                  <a:lnTo>
                    <a:pt x="1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12"/>
            <p:cNvSpPr/>
            <p:nvPr/>
          </p:nvSpPr>
          <p:spPr>
            <a:xfrm>
              <a:off x="992675" y="1324400"/>
              <a:ext cx="353050" cy="345000"/>
            </a:xfrm>
            <a:custGeom>
              <a:rect b="b" l="l" r="r" t="t"/>
              <a:pathLst>
                <a:path extrusionOk="0" h="13800" w="14122">
                  <a:moveTo>
                    <a:pt x="0" y="0"/>
                  </a:moveTo>
                  <a:lnTo>
                    <a:pt x="14085" y="13800"/>
                  </a:lnTo>
                  <a:cubicBezTo>
                    <a:pt x="14038" y="13752"/>
                    <a:pt x="14026" y="13681"/>
                    <a:pt x="14038" y="13609"/>
                  </a:cubicBezTo>
                  <a:lnTo>
                    <a:pt x="14121" y="13335"/>
                  </a:lnTo>
                  <a:lnTo>
                    <a:pt x="5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12"/>
            <p:cNvSpPr/>
            <p:nvPr/>
          </p:nvSpPr>
          <p:spPr>
            <a:xfrm>
              <a:off x="1346275" y="1669975"/>
              <a:ext cx="325" cy="25"/>
            </a:xfrm>
            <a:custGeom>
              <a:rect b="b" l="l" r="r" t="t"/>
              <a:pathLst>
                <a:path extrusionOk="0" h="1" w="13">
                  <a:moveTo>
                    <a:pt x="1" y="1"/>
                  </a:moveTo>
                  <a:lnTo>
                    <a:pt x="1" y="1"/>
                  </a:lnTo>
                  <a:lnTo>
                    <a:pt x="1" y="1"/>
                  </a:lnTo>
                  <a:cubicBezTo>
                    <a:pt x="13" y="1"/>
                    <a:pt x="13" y="1"/>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p12"/>
            <p:cNvSpPr/>
            <p:nvPr/>
          </p:nvSpPr>
          <p:spPr>
            <a:xfrm>
              <a:off x="1348075" y="1670575"/>
              <a:ext cx="25" cy="25"/>
            </a:xfrm>
            <a:custGeom>
              <a:rect b="b" l="l" r="r" t="t"/>
              <a:pathLst>
                <a:path extrusionOk="0" h="1" w="1">
                  <a:moveTo>
                    <a:pt x="0" y="0"/>
                  </a:moveTo>
                  <a:lnTo>
                    <a:pt x="0" y="0"/>
                  </a:ln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p12"/>
            <p:cNvSpPr/>
            <p:nvPr/>
          </p:nvSpPr>
          <p:spPr>
            <a:xfrm>
              <a:off x="1351050" y="1669375"/>
              <a:ext cx="25" cy="25"/>
            </a:xfrm>
            <a:custGeom>
              <a:rect b="b" l="l" r="r" t="t"/>
              <a:pathLst>
                <a:path extrusionOk="0" h="1" w="1">
                  <a:moveTo>
                    <a:pt x="0" y="1"/>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12"/>
            <p:cNvSpPr/>
            <p:nvPr/>
          </p:nvSpPr>
          <p:spPr>
            <a:xfrm>
              <a:off x="1351950" y="1667600"/>
              <a:ext cx="25" cy="325"/>
            </a:xfrm>
            <a:custGeom>
              <a:rect b="b" l="l" r="r" t="t"/>
              <a:pathLst>
                <a:path extrusionOk="0" h="13" w="1">
                  <a:moveTo>
                    <a:pt x="0" y="0"/>
                  </a:moveTo>
                  <a:cubicBezTo>
                    <a:pt x="0" y="0"/>
                    <a:pt x="0" y="12"/>
                    <a:pt x="0" y="0"/>
                  </a:cubicBezTo>
                  <a:cubicBezTo>
                    <a:pt x="0" y="12"/>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p12"/>
            <p:cNvSpPr/>
            <p:nvPr/>
          </p:nvSpPr>
          <p:spPr>
            <a:xfrm>
              <a:off x="1343300" y="1324400"/>
              <a:ext cx="127425" cy="346500"/>
            </a:xfrm>
            <a:custGeom>
              <a:rect b="b" l="l" r="r" t="t"/>
              <a:pathLst>
                <a:path extrusionOk="0" h="13860" w="5097">
                  <a:moveTo>
                    <a:pt x="4716" y="0"/>
                  </a:moveTo>
                  <a:lnTo>
                    <a:pt x="120" y="13335"/>
                  </a:lnTo>
                  <a:lnTo>
                    <a:pt x="25" y="13609"/>
                  </a:lnTo>
                  <a:cubicBezTo>
                    <a:pt x="1" y="13681"/>
                    <a:pt x="25" y="13752"/>
                    <a:pt x="72" y="13800"/>
                  </a:cubicBezTo>
                  <a:lnTo>
                    <a:pt x="84" y="13812"/>
                  </a:lnTo>
                  <a:cubicBezTo>
                    <a:pt x="84" y="13812"/>
                    <a:pt x="96" y="13812"/>
                    <a:pt x="96" y="13824"/>
                  </a:cubicBezTo>
                  <a:cubicBezTo>
                    <a:pt x="96" y="13824"/>
                    <a:pt x="120" y="13824"/>
                    <a:pt x="120" y="13847"/>
                  </a:cubicBezTo>
                  <a:lnTo>
                    <a:pt x="132" y="13847"/>
                  </a:lnTo>
                  <a:cubicBezTo>
                    <a:pt x="144" y="13847"/>
                    <a:pt x="156" y="13859"/>
                    <a:pt x="180" y="13859"/>
                  </a:cubicBezTo>
                  <a:cubicBezTo>
                    <a:pt x="180" y="13847"/>
                    <a:pt x="180" y="13847"/>
                    <a:pt x="191" y="13847"/>
                  </a:cubicBezTo>
                  <a:lnTo>
                    <a:pt x="251" y="13847"/>
                  </a:lnTo>
                  <a:cubicBezTo>
                    <a:pt x="263" y="13847"/>
                    <a:pt x="275" y="13824"/>
                    <a:pt x="299" y="13812"/>
                  </a:cubicBezTo>
                  <a:lnTo>
                    <a:pt x="310" y="13800"/>
                  </a:lnTo>
                  <a:cubicBezTo>
                    <a:pt x="322" y="13788"/>
                    <a:pt x="322" y="13764"/>
                    <a:pt x="334" y="13752"/>
                  </a:cubicBezTo>
                  <a:lnTo>
                    <a:pt x="334" y="13740"/>
                  </a:lnTo>
                  <a:lnTo>
                    <a:pt x="430" y="13466"/>
                  </a:lnTo>
                  <a:lnTo>
                    <a:pt x="632" y="12847"/>
                  </a:lnTo>
                  <a:lnTo>
                    <a:pt x="509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5" name="Google Shape;1555;p12"/>
            <p:cNvSpPr/>
            <p:nvPr/>
          </p:nvSpPr>
          <p:spPr>
            <a:xfrm>
              <a:off x="2236875" y="1685475"/>
              <a:ext cx="58075" cy="57750"/>
            </a:xfrm>
            <a:custGeom>
              <a:rect b="b" l="l" r="r" t="t"/>
              <a:pathLst>
                <a:path extrusionOk="0" h="2310" w="2323">
                  <a:moveTo>
                    <a:pt x="1174" y="0"/>
                  </a:moveTo>
                  <a:cubicBezTo>
                    <a:pt x="1081" y="0"/>
                    <a:pt x="987" y="12"/>
                    <a:pt x="893" y="35"/>
                  </a:cubicBezTo>
                  <a:cubicBezTo>
                    <a:pt x="774" y="71"/>
                    <a:pt x="655" y="119"/>
                    <a:pt x="572" y="190"/>
                  </a:cubicBezTo>
                  <a:cubicBezTo>
                    <a:pt x="465" y="250"/>
                    <a:pt x="370" y="333"/>
                    <a:pt x="298" y="428"/>
                  </a:cubicBezTo>
                  <a:cubicBezTo>
                    <a:pt x="227" y="512"/>
                    <a:pt x="155" y="631"/>
                    <a:pt x="108" y="738"/>
                  </a:cubicBezTo>
                  <a:cubicBezTo>
                    <a:pt x="12" y="964"/>
                    <a:pt x="0" y="1202"/>
                    <a:pt x="60" y="1440"/>
                  </a:cubicBezTo>
                  <a:cubicBezTo>
                    <a:pt x="200" y="1948"/>
                    <a:pt x="665" y="2309"/>
                    <a:pt x="1168" y="2309"/>
                  </a:cubicBezTo>
                  <a:cubicBezTo>
                    <a:pt x="1219" y="2309"/>
                    <a:pt x="1270" y="2305"/>
                    <a:pt x="1322" y="2298"/>
                  </a:cubicBezTo>
                  <a:cubicBezTo>
                    <a:pt x="1370" y="2298"/>
                    <a:pt x="1417" y="2286"/>
                    <a:pt x="1465" y="2274"/>
                  </a:cubicBezTo>
                  <a:lnTo>
                    <a:pt x="1477" y="2274"/>
                  </a:lnTo>
                  <a:cubicBezTo>
                    <a:pt x="1596" y="2238"/>
                    <a:pt x="1715" y="2202"/>
                    <a:pt x="1798" y="2119"/>
                  </a:cubicBezTo>
                  <a:cubicBezTo>
                    <a:pt x="2025" y="1976"/>
                    <a:pt x="2191" y="1762"/>
                    <a:pt x="2263" y="1512"/>
                  </a:cubicBezTo>
                  <a:cubicBezTo>
                    <a:pt x="2310" y="1393"/>
                    <a:pt x="2322" y="1274"/>
                    <a:pt x="2322" y="1143"/>
                  </a:cubicBezTo>
                  <a:cubicBezTo>
                    <a:pt x="2322" y="1071"/>
                    <a:pt x="2310" y="964"/>
                    <a:pt x="2298" y="869"/>
                  </a:cubicBezTo>
                  <a:cubicBezTo>
                    <a:pt x="2157" y="345"/>
                    <a:pt x="1684" y="0"/>
                    <a:pt x="117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p12"/>
            <p:cNvSpPr/>
            <p:nvPr/>
          </p:nvSpPr>
          <p:spPr>
            <a:xfrm>
              <a:off x="2434225" y="1733500"/>
              <a:ext cx="85450" cy="81450"/>
            </a:xfrm>
            <a:custGeom>
              <a:rect b="b" l="l" r="r" t="t"/>
              <a:pathLst>
                <a:path extrusionOk="0" h="3258" w="3418">
                  <a:moveTo>
                    <a:pt x="1610" y="0"/>
                  </a:moveTo>
                  <a:cubicBezTo>
                    <a:pt x="1558" y="0"/>
                    <a:pt x="1505" y="3"/>
                    <a:pt x="1453" y="8"/>
                  </a:cubicBezTo>
                  <a:cubicBezTo>
                    <a:pt x="1381" y="19"/>
                    <a:pt x="1310" y="19"/>
                    <a:pt x="1227" y="55"/>
                  </a:cubicBezTo>
                  <a:cubicBezTo>
                    <a:pt x="1191" y="67"/>
                    <a:pt x="1155" y="79"/>
                    <a:pt x="1108" y="79"/>
                  </a:cubicBezTo>
                  <a:cubicBezTo>
                    <a:pt x="560" y="281"/>
                    <a:pt x="179" y="722"/>
                    <a:pt x="36" y="1258"/>
                  </a:cubicBezTo>
                  <a:cubicBezTo>
                    <a:pt x="12" y="1377"/>
                    <a:pt x="0" y="1496"/>
                    <a:pt x="0" y="1627"/>
                  </a:cubicBezTo>
                  <a:cubicBezTo>
                    <a:pt x="0" y="1770"/>
                    <a:pt x="12" y="1901"/>
                    <a:pt x="36" y="2032"/>
                  </a:cubicBezTo>
                  <a:cubicBezTo>
                    <a:pt x="203" y="2686"/>
                    <a:pt x="750" y="3151"/>
                    <a:pt x="1381" y="3234"/>
                  </a:cubicBezTo>
                  <a:cubicBezTo>
                    <a:pt x="1501" y="3258"/>
                    <a:pt x="1620" y="3258"/>
                    <a:pt x="1739" y="3258"/>
                  </a:cubicBezTo>
                  <a:cubicBezTo>
                    <a:pt x="1822" y="3258"/>
                    <a:pt x="1929" y="3234"/>
                    <a:pt x="2012" y="3210"/>
                  </a:cubicBezTo>
                  <a:cubicBezTo>
                    <a:pt x="2882" y="2984"/>
                    <a:pt x="3417" y="2091"/>
                    <a:pt x="3191" y="1210"/>
                  </a:cubicBezTo>
                  <a:cubicBezTo>
                    <a:pt x="3084" y="817"/>
                    <a:pt x="2834" y="484"/>
                    <a:pt x="2524" y="281"/>
                  </a:cubicBezTo>
                  <a:cubicBezTo>
                    <a:pt x="2417" y="198"/>
                    <a:pt x="2310" y="162"/>
                    <a:pt x="2191" y="115"/>
                  </a:cubicBezTo>
                  <a:cubicBezTo>
                    <a:pt x="2020" y="39"/>
                    <a:pt x="1818" y="0"/>
                    <a:pt x="161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p12"/>
            <p:cNvSpPr/>
            <p:nvPr/>
          </p:nvSpPr>
          <p:spPr>
            <a:xfrm>
              <a:off x="2630075" y="1418625"/>
              <a:ext cx="41100" cy="40925"/>
            </a:xfrm>
            <a:custGeom>
              <a:rect b="b" l="l" r="r" t="t"/>
              <a:pathLst>
                <a:path extrusionOk="0" h="1637" w="1644">
                  <a:moveTo>
                    <a:pt x="848" y="0"/>
                  </a:moveTo>
                  <a:cubicBezTo>
                    <a:pt x="779" y="0"/>
                    <a:pt x="706" y="10"/>
                    <a:pt x="632" y="30"/>
                  </a:cubicBezTo>
                  <a:cubicBezTo>
                    <a:pt x="525" y="53"/>
                    <a:pt x="417" y="101"/>
                    <a:pt x="334" y="161"/>
                  </a:cubicBezTo>
                  <a:cubicBezTo>
                    <a:pt x="239" y="232"/>
                    <a:pt x="167" y="315"/>
                    <a:pt x="108" y="411"/>
                  </a:cubicBezTo>
                  <a:cubicBezTo>
                    <a:pt x="48" y="518"/>
                    <a:pt x="24" y="637"/>
                    <a:pt x="1" y="756"/>
                  </a:cubicBezTo>
                  <a:cubicBezTo>
                    <a:pt x="1" y="851"/>
                    <a:pt x="1" y="923"/>
                    <a:pt x="36" y="1006"/>
                  </a:cubicBezTo>
                  <a:cubicBezTo>
                    <a:pt x="84" y="1173"/>
                    <a:pt x="155" y="1327"/>
                    <a:pt x="274" y="1423"/>
                  </a:cubicBezTo>
                  <a:cubicBezTo>
                    <a:pt x="358" y="1506"/>
                    <a:pt x="465" y="1577"/>
                    <a:pt x="584" y="1601"/>
                  </a:cubicBezTo>
                  <a:cubicBezTo>
                    <a:pt x="650" y="1625"/>
                    <a:pt x="721" y="1637"/>
                    <a:pt x="794" y="1637"/>
                  </a:cubicBezTo>
                  <a:cubicBezTo>
                    <a:pt x="867" y="1637"/>
                    <a:pt x="941" y="1625"/>
                    <a:pt x="1013" y="1601"/>
                  </a:cubicBezTo>
                  <a:cubicBezTo>
                    <a:pt x="1358" y="1530"/>
                    <a:pt x="1596" y="1232"/>
                    <a:pt x="1632" y="887"/>
                  </a:cubicBezTo>
                  <a:cubicBezTo>
                    <a:pt x="1644" y="803"/>
                    <a:pt x="1632" y="708"/>
                    <a:pt x="1596" y="625"/>
                  </a:cubicBezTo>
                  <a:cubicBezTo>
                    <a:pt x="1584" y="589"/>
                    <a:pt x="1584" y="565"/>
                    <a:pt x="1572" y="530"/>
                  </a:cubicBezTo>
                  <a:cubicBezTo>
                    <a:pt x="1548" y="446"/>
                    <a:pt x="1489" y="351"/>
                    <a:pt x="1417" y="268"/>
                  </a:cubicBezTo>
                  <a:cubicBezTo>
                    <a:pt x="1322" y="172"/>
                    <a:pt x="1227" y="101"/>
                    <a:pt x="1120" y="53"/>
                  </a:cubicBezTo>
                  <a:cubicBezTo>
                    <a:pt x="1037" y="19"/>
                    <a:pt x="945" y="0"/>
                    <a:pt x="84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12"/>
            <p:cNvSpPr/>
            <p:nvPr/>
          </p:nvSpPr>
          <p:spPr>
            <a:xfrm>
              <a:off x="2338375" y="1395450"/>
              <a:ext cx="32475" cy="28775"/>
            </a:xfrm>
            <a:custGeom>
              <a:rect b="b" l="l" r="r" t="t"/>
              <a:pathLst>
                <a:path extrusionOk="0" h="1151" w="1299">
                  <a:moveTo>
                    <a:pt x="645" y="0"/>
                  </a:moveTo>
                  <a:cubicBezTo>
                    <a:pt x="601" y="0"/>
                    <a:pt x="557" y="5"/>
                    <a:pt x="512" y="16"/>
                  </a:cubicBezTo>
                  <a:cubicBezTo>
                    <a:pt x="191" y="87"/>
                    <a:pt x="1" y="421"/>
                    <a:pt x="96" y="718"/>
                  </a:cubicBezTo>
                  <a:cubicBezTo>
                    <a:pt x="157" y="982"/>
                    <a:pt x="399" y="1151"/>
                    <a:pt x="653" y="1151"/>
                  </a:cubicBezTo>
                  <a:cubicBezTo>
                    <a:pt x="698" y="1151"/>
                    <a:pt x="742" y="1146"/>
                    <a:pt x="786" y="1135"/>
                  </a:cubicBezTo>
                  <a:cubicBezTo>
                    <a:pt x="1108" y="1064"/>
                    <a:pt x="1298" y="730"/>
                    <a:pt x="1203" y="433"/>
                  </a:cubicBezTo>
                  <a:cubicBezTo>
                    <a:pt x="1132" y="169"/>
                    <a:pt x="897" y="0"/>
                    <a:pt x="64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p12"/>
            <p:cNvSpPr/>
            <p:nvPr/>
          </p:nvSpPr>
          <p:spPr>
            <a:xfrm>
              <a:off x="3084300" y="1355525"/>
              <a:ext cx="30375" cy="29150"/>
            </a:xfrm>
            <a:custGeom>
              <a:rect b="b" l="l" r="r" t="t"/>
              <a:pathLst>
                <a:path extrusionOk="0" h="1166" w="1215">
                  <a:moveTo>
                    <a:pt x="581" y="1"/>
                  </a:moveTo>
                  <a:cubicBezTo>
                    <a:pt x="531" y="1"/>
                    <a:pt x="483" y="9"/>
                    <a:pt x="441" y="18"/>
                  </a:cubicBezTo>
                  <a:cubicBezTo>
                    <a:pt x="310" y="53"/>
                    <a:pt x="191" y="137"/>
                    <a:pt x="108" y="244"/>
                  </a:cubicBezTo>
                  <a:lnTo>
                    <a:pt x="108" y="256"/>
                  </a:lnTo>
                  <a:cubicBezTo>
                    <a:pt x="48" y="339"/>
                    <a:pt x="24" y="434"/>
                    <a:pt x="1" y="530"/>
                  </a:cubicBezTo>
                  <a:cubicBezTo>
                    <a:pt x="1" y="589"/>
                    <a:pt x="1" y="660"/>
                    <a:pt x="24" y="732"/>
                  </a:cubicBezTo>
                  <a:cubicBezTo>
                    <a:pt x="36" y="791"/>
                    <a:pt x="48" y="839"/>
                    <a:pt x="84" y="887"/>
                  </a:cubicBezTo>
                  <a:cubicBezTo>
                    <a:pt x="96" y="899"/>
                    <a:pt x="96" y="911"/>
                    <a:pt x="108" y="934"/>
                  </a:cubicBezTo>
                  <a:cubicBezTo>
                    <a:pt x="191" y="1030"/>
                    <a:pt x="286" y="1113"/>
                    <a:pt x="405" y="1137"/>
                  </a:cubicBezTo>
                  <a:cubicBezTo>
                    <a:pt x="429" y="1137"/>
                    <a:pt x="453" y="1149"/>
                    <a:pt x="465" y="1149"/>
                  </a:cubicBezTo>
                  <a:cubicBezTo>
                    <a:pt x="508" y="1159"/>
                    <a:pt x="546" y="1165"/>
                    <a:pt x="583" y="1165"/>
                  </a:cubicBezTo>
                  <a:cubicBezTo>
                    <a:pt x="629" y="1165"/>
                    <a:pt x="674" y="1156"/>
                    <a:pt x="727" y="1137"/>
                  </a:cubicBezTo>
                  <a:cubicBezTo>
                    <a:pt x="786" y="1125"/>
                    <a:pt x="822" y="1113"/>
                    <a:pt x="870" y="1077"/>
                  </a:cubicBezTo>
                  <a:cubicBezTo>
                    <a:pt x="1096" y="946"/>
                    <a:pt x="1215" y="696"/>
                    <a:pt x="1132" y="434"/>
                  </a:cubicBezTo>
                  <a:cubicBezTo>
                    <a:pt x="1108" y="339"/>
                    <a:pt x="1048" y="232"/>
                    <a:pt x="977" y="160"/>
                  </a:cubicBezTo>
                  <a:cubicBezTo>
                    <a:pt x="882" y="77"/>
                    <a:pt x="763" y="18"/>
                    <a:pt x="644" y="6"/>
                  </a:cubicBezTo>
                  <a:cubicBezTo>
                    <a:pt x="623" y="2"/>
                    <a:pt x="602" y="1"/>
                    <a:pt x="5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p12"/>
            <p:cNvSpPr/>
            <p:nvPr/>
          </p:nvSpPr>
          <p:spPr>
            <a:xfrm>
              <a:off x="1937425" y="1579200"/>
              <a:ext cx="42300" cy="40575"/>
            </a:xfrm>
            <a:custGeom>
              <a:rect b="b" l="l" r="r" t="t"/>
              <a:pathLst>
                <a:path extrusionOk="0" h="1623" w="1692">
                  <a:moveTo>
                    <a:pt x="863" y="1"/>
                  </a:moveTo>
                  <a:cubicBezTo>
                    <a:pt x="799" y="1"/>
                    <a:pt x="734" y="8"/>
                    <a:pt x="668" y="24"/>
                  </a:cubicBezTo>
                  <a:lnTo>
                    <a:pt x="537" y="60"/>
                  </a:lnTo>
                  <a:cubicBezTo>
                    <a:pt x="418" y="107"/>
                    <a:pt x="322" y="179"/>
                    <a:pt x="239" y="274"/>
                  </a:cubicBezTo>
                  <a:cubicBezTo>
                    <a:pt x="72" y="465"/>
                    <a:pt x="1" y="738"/>
                    <a:pt x="72" y="1000"/>
                  </a:cubicBezTo>
                  <a:cubicBezTo>
                    <a:pt x="163" y="1363"/>
                    <a:pt x="492" y="1623"/>
                    <a:pt x="857" y="1623"/>
                  </a:cubicBezTo>
                  <a:cubicBezTo>
                    <a:pt x="924" y="1623"/>
                    <a:pt x="992" y="1614"/>
                    <a:pt x="1060" y="1596"/>
                  </a:cubicBezTo>
                  <a:cubicBezTo>
                    <a:pt x="1132" y="1584"/>
                    <a:pt x="1203" y="1548"/>
                    <a:pt x="1263" y="1524"/>
                  </a:cubicBezTo>
                  <a:cubicBezTo>
                    <a:pt x="1382" y="1453"/>
                    <a:pt x="1477" y="1358"/>
                    <a:pt x="1549" y="1250"/>
                  </a:cubicBezTo>
                  <a:cubicBezTo>
                    <a:pt x="1561" y="1238"/>
                    <a:pt x="1572" y="1215"/>
                    <a:pt x="1596" y="1191"/>
                  </a:cubicBezTo>
                  <a:cubicBezTo>
                    <a:pt x="1656" y="1096"/>
                    <a:pt x="1680" y="977"/>
                    <a:pt x="1691" y="857"/>
                  </a:cubicBezTo>
                  <a:cubicBezTo>
                    <a:pt x="1691" y="762"/>
                    <a:pt x="1691" y="691"/>
                    <a:pt x="1668" y="596"/>
                  </a:cubicBezTo>
                  <a:cubicBezTo>
                    <a:pt x="1656" y="536"/>
                    <a:pt x="1620" y="476"/>
                    <a:pt x="1596" y="417"/>
                  </a:cubicBezTo>
                  <a:cubicBezTo>
                    <a:pt x="1537" y="322"/>
                    <a:pt x="1453" y="215"/>
                    <a:pt x="1358" y="155"/>
                  </a:cubicBezTo>
                  <a:cubicBezTo>
                    <a:pt x="1209" y="59"/>
                    <a:pt x="1041" y="1"/>
                    <a:pt x="8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p12"/>
            <p:cNvSpPr/>
            <p:nvPr/>
          </p:nvSpPr>
          <p:spPr>
            <a:xfrm>
              <a:off x="2435125" y="2175825"/>
              <a:ext cx="44075" cy="41075"/>
            </a:xfrm>
            <a:custGeom>
              <a:rect b="b" l="l" r="r" t="t"/>
              <a:pathLst>
                <a:path extrusionOk="0" h="1643" w="1763">
                  <a:moveTo>
                    <a:pt x="867" y="0"/>
                  </a:moveTo>
                  <a:cubicBezTo>
                    <a:pt x="796" y="0"/>
                    <a:pt x="723" y="8"/>
                    <a:pt x="655" y="31"/>
                  </a:cubicBezTo>
                  <a:cubicBezTo>
                    <a:pt x="643" y="31"/>
                    <a:pt x="643" y="31"/>
                    <a:pt x="631" y="43"/>
                  </a:cubicBezTo>
                  <a:cubicBezTo>
                    <a:pt x="583" y="55"/>
                    <a:pt x="524" y="67"/>
                    <a:pt x="476" y="102"/>
                  </a:cubicBezTo>
                  <a:cubicBezTo>
                    <a:pt x="369" y="162"/>
                    <a:pt x="274" y="233"/>
                    <a:pt x="191" y="341"/>
                  </a:cubicBezTo>
                  <a:cubicBezTo>
                    <a:pt x="60" y="531"/>
                    <a:pt x="0" y="769"/>
                    <a:pt x="60" y="1019"/>
                  </a:cubicBezTo>
                  <a:cubicBezTo>
                    <a:pt x="150" y="1390"/>
                    <a:pt x="484" y="1642"/>
                    <a:pt x="843" y="1642"/>
                  </a:cubicBezTo>
                  <a:cubicBezTo>
                    <a:pt x="911" y="1642"/>
                    <a:pt x="980" y="1633"/>
                    <a:pt x="1048" y="1615"/>
                  </a:cubicBezTo>
                  <a:cubicBezTo>
                    <a:pt x="1476" y="1519"/>
                    <a:pt x="1762" y="1067"/>
                    <a:pt x="1643" y="638"/>
                  </a:cubicBezTo>
                  <a:cubicBezTo>
                    <a:pt x="1607" y="519"/>
                    <a:pt x="1548" y="400"/>
                    <a:pt x="1476" y="305"/>
                  </a:cubicBezTo>
                  <a:cubicBezTo>
                    <a:pt x="1381" y="210"/>
                    <a:pt x="1298" y="126"/>
                    <a:pt x="1179" y="67"/>
                  </a:cubicBezTo>
                  <a:cubicBezTo>
                    <a:pt x="1119" y="43"/>
                    <a:pt x="1048" y="31"/>
                    <a:pt x="988" y="7"/>
                  </a:cubicBezTo>
                  <a:cubicBezTo>
                    <a:pt x="949" y="3"/>
                    <a:pt x="908" y="0"/>
                    <a:pt x="8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2" name="Google Shape;1562;p12"/>
            <p:cNvSpPr/>
            <p:nvPr/>
          </p:nvSpPr>
          <p:spPr>
            <a:xfrm>
              <a:off x="874500" y="1324400"/>
              <a:ext cx="61050" cy="39475"/>
            </a:xfrm>
            <a:custGeom>
              <a:rect b="b" l="l" r="r" t="t"/>
              <a:pathLst>
                <a:path extrusionOk="0" h="1579" w="2442">
                  <a:moveTo>
                    <a:pt x="120" y="0"/>
                  </a:moveTo>
                  <a:cubicBezTo>
                    <a:pt x="12" y="215"/>
                    <a:pt x="1" y="465"/>
                    <a:pt x="60" y="715"/>
                  </a:cubicBezTo>
                  <a:cubicBezTo>
                    <a:pt x="182" y="1234"/>
                    <a:pt x="670" y="1579"/>
                    <a:pt x="1188" y="1579"/>
                  </a:cubicBezTo>
                  <a:cubicBezTo>
                    <a:pt x="1276" y="1579"/>
                    <a:pt x="1365" y="1569"/>
                    <a:pt x="1453" y="1548"/>
                  </a:cubicBezTo>
                  <a:cubicBezTo>
                    <a:pt x="2060" y="1394"/>
                    <a:pt x="2441" y="762"/>
                    <a:pt x="2287" y="143"/>
                  </a:cubicBezTo>
                  <a:cubicBezTo>
                    <a:pt x="2275" y="108"/>
                    <a:pt x="2263" y="48"/>
                    <a:pt x="223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p12"/>
            <p:cNvSpPr/>
            <p:nvPr/>
          </p:nvSpPr>
          <p:spPr>
            <a:xfrm>
              <a:off x="1687100" y="1615750"/>
              <a:ext cx="48250" cy="45975"/>
            </a:xfrm>
            <a:custGeom>
              <a:rect b="b" l="l" r="r" t="t"/>
              <a:pathLst>
                <a:path extrusionOk="0" h="1839" w="1930">
                  <a:moveTo>
                    <a:pt x="912" y="0"/>
                  </a:moveTo>
                  <a:cubicBezTo>
                    <a:pt x="839" y="0"/>
                    <a:pt x="765" y="9"/>
                    <a:pt x="691" y="26"/>
                  </a:cubicBezTo>
                  <a:cubicBezTo>
                    <a:pt x="679" y="26"/>
                    <a:pt x="655" y="50"/>
                    <a:pt x="632" y="50"/>
                  </a:cubicBezTo>
                  <a:cubicBezTo>
                    <a:pt x="513" y="86"/>
                    <a:pt x="417" y="146"/>
                    <a:pt x="322" y="229"/>
                  </a:cubicBezTo>
                  <a:cubicBezTo>
                    <a:pt x="155" y="372"/>
                    <a:pt x="36" y="586"/>
                    <a:pt x="13" y="800"/>
                  </a:cubicBezTo>
                  <a:cubicBezTo>
                    <a:pt x="1" y="908"/>
                    <a:pt x="1" y="1027"/>
                    <a:pt x="24" y="1146"/>
                  </a:cubicBezTo>
                  <a:cubicBezTo>
                    <a:pt x="24" y="1158"/>
                    <a:pt x="24" y="1158"/>
                    <a:pt x="36" y="1181"/>
                  </a:cubicBezTo>
                  <a:cubicBezTo>
                    <a:pt x="158" y="1566"/>
                    <a:pt x="529" y="1839"/>
                    <a:pt x="930" y="1839"/>
                  </a:cubicBezTo>
                  <a:cubicBezTo>
                    <a:pt x="1001" y="1839"/>
                    <a:pt x="1072" y="1830"/>
                    <a:pt x="1144" y="1812"/>
                  </a:cubicBezTo>
                  <a:cubicBezTo>
                    <a:pt x="1620" y="1693"/>
                    <a:pt x="1929" y="1193"/>
                    <a:pt x="1810" y="705"/>
                  </a:cubicBezTo>
                  <a:cubicBezTo>
                    <a:pt x="1699" y="279"/>
                    <a:pt x="1328" y="0"/>
                    <a:pt x="91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p12"/>
            <p:cNvSpPr/>
            <p:nvPr/>
          </p:nvSpPr>
          <p:spPr>
            <a:xfrm>
              <a:off x="2480650" y="1385525"/>
              <a:ext cx="17900" cy="16475"/>
            </a:xfrm>
            <a:custGeom>
              <a:rect b="b" l="l" r="r" t="t"/>
              <a:pathLst>
                <a:path extrusionOk="0" h="659" w="716">
                  <a:moveTo>
                    <a:pt x="365" y="1"/>
                  </a:moveTo>
                  <a:cubicBezTo>
                    <a:pt x="342" y="1"/>
                    <a:pt x="320" y="3"/>
                    <a:pt x="298" y="8"/>
                  </a:cubicBezTo>
                  <a:cubicBezTo>
                    <a:pt x="239" y="32"/>
                    <a:pt x="191" y="56"/>
                    <a:pt x="144" y="92"/>
                  </a:cubicBezTo>
                  <a:cubicBezTo>
                    <a:pt x="84" y="103"/>
                    <a:pt x="72" y="127"/>
                    <a:pt x="60" y="163"/>
                  </a:cubicBezTo>
                  <a:cubicBezTo>
                    <a:pt x="13" y="234"/>
                    <a:pt x="1" y="330"/>
                    <a:pt x="25" y="413"/>
                  </a:cubicBezTo>
                  <a:cubicBezTo>
                    <a:pt x="25" y="425"/>
                    <a:pt x="48" y="437"/>
                    <a:pt x="48" y="461"/>
                  </a:cubicBezTo>
                  <a:cubicBezTo>
                    <a:pt x="99" y="573"/>
                    <a:pt x="203" y="659"/>
                    <a:pt x="336" y="659"/>
                  </a:cubicBezTo>
                  <a:cubicBezTo>
                    <a:pt x="358" y="659"/>
                    <a:pt x="382" y="656"/>
                    <a:pt x="406" y="651"/>
                  </a:cubicBezTo>
                  <a:lnTo>
                    <a:pt x="441" y="651"/>
                  </a:lnTo>
                  <a:cubicBezTo>
                    <a:pt x="620" y="603"/>
                    <a:pt x="715" y="449"/>
                    <a:pt x="703" y="282"/>
                  </a:cubicBezTo>
                  <a:lnTo>
                    <a:pt x="703" y="246"/>
                  </a:lnTo>
                  <a:cubicBezTo>
                    <a:pt x="652" y="93"/>
                    <a:pt x="504" y="1"/>
                    <a:pt x="3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5" name="Google Shape;1565;p12"/>
            <p:cNvSpPr/>
            <p:nvPr/>
          </p:nvSpPr>
          <p:spPr>
            <a:xfrm>
              <a:off x="1565650" y="1378450"/>
              <a:ext cx="45875" cy="41525"/>
            </a:xfrm>
            <a:custGeom>
              <a:rect b="b" l="l" r="r" t="t"/>
              <a:pathLst>
                <a:path extrusionOk="0" h="1661" w="1835">
                  <a:moveTo>
                    <a:pt x="929" y="1"/>
                  </a:moveTo>
                  <a:cubicBezTo>
                    <a:pt x="856" y="1"/>
                    <a:pt x="787" y="10"/>
                    <a:pt x="715" y="29"/>
                  </a:cubicBezTo>
                  <a:cubicBezTo>
                    <a:pt x="275" y="124"/>
                    <a:pt x="1" y="589"/>
                    <a:pt x="120" y="1041"/>
                  </a:cubicBezTo>
                  <a:cubicBezTo>
                    <a:pt x="120" y="1065"/>
                    <a:pt x="132" y="1089"/>
                    <a:pt x="156" y="1113"/>
                  </a:cubicBezTo>
                  <a:cubicBezTo>
                    <a:pt x="191" y="1232"/>
                    <a:pt x="275" y="1351"/>
                    <a:pt x="358" y="1422"/>
                  </a:cubicBezTo>
                  <a:cubicBezTo>
                    <a:pt x="516" y="1570"/>
                    <a:pt x="730" y="1661"/>
                    <a:pt x="948" y="1661"/>
                  </a:cubicBezTo>
                  <a:cubicBezTo>
                    <a:pt x="993" y="1661"/>
                    <a:pt x="1039" y="1657"/>
                    <a:pt x="1084" y="1648"/>
                  </a:cubicBezTo>
                  <a:cubicBezTo>
                    <a:pt x="1108" y="1648"/>
                    <a:pt x="1120" y="1648"/>
                    <a:pt x="1144" y="1637"/>
                  </a:cubicBezTo>
                  <a:cubicBezTo>
                    <a:pt x="1251" y="1601"/>
                    <a:pt x="1334" y="1565"/>
                    <a:pt x="1430" y="1506"/>
                  </a:cubicBezTo>
                  <a:cubicBezTo>
                    <a:pt x="1692" y="1303"/>
                    <a:pt x="1834" y="970"/>
                    <a:pt x="1751" y="625"/>
                  </a:cubicBezTo>
                  <a:cubicBezTo>
                    <a:pt x="1715" y="422"/>
                    <a:pt x="1608" y="279"/>
                    <a:pt x="1453" y="172"/>
                  </a:cubicBezTo>
                  <a:cubicBezTo>
                    <a:pt x="1358" y="101"/>
                    <a:pt x="1239" y="41"/>
                    <a:pt x="1120" y="17"/>
                  </a:cubicBezTo>
                  <a:cubicBezTo>
                    <a:pt x="1050" y="7"/>
                    <a:pt x="988" y="1"/>
                    <a:pt x="92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66" name="Shape 1566"/>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567" name="Shape 1567"/>
        <p:cNvGrpSpPr/>
        <p:nvPr/>
      </p:nvGrpSpPr>
      <p:grpSpPr>
        <a:xfrm>
          <a:off x="0" y="0"/>
          <a:ext cx="0" cy="0"/>
          <a:chOff x="0" y="0"/>
          <a:chExt cx="0" cy="0"/>
        </a:xfrm>
      </p:grpSpPr>
      <p:grpSp>
        <p:nvGrpSpPr>
          <p:cNvPr id="1568" name="Google Shape;1568;p14"/>
          <p:cNvGrpSpPr/>
          <p:nvPr/>
        </p:nvGrpSpPr>
        <p:grpSpPr>
          <a:xfrm rot="10800000">
            <a:off x="-22204" y="145"/>
            <a:ext cx="2094212" cy="1053578"/>
            <a:chOff x="4905075" y="2588800"/>
            <a:chExt cx="982875" cy="494475"/>
          </a:xfrm>
        </p:grpSpPr>
        <p:sp>
          <p:nvSpPr>
            <p:cNvPr id="1569" name="Google Shape;1569;p14"/>
            <p:cNvSpPr/>
            <p:nvPr/>
          </p:nvSpPr>
          <p:spPr>
            <a:xfrm>
              <a:off x="5082475" y="3000200"/>
              <a:ext cx="30675" cy="83075"/>
            </a:xfrm>
            <a:custGeom>
              <a:rect b="b" l="l" r="r" t="t"/>
              <a:pathLst>
                <a:path extrusionOk="0" h="3323" w="1227">
                  <a:moveTo>
                    <a:pt x="1048" y="1"/>
                  </a:moveTo>
                  <a:lnTo>
                    <a:pt x="0" y="3322"/>
                  </a:lnTo>
                  <a:lnTo>
                    <a:pt x="191" y="3322"/>
                  </a:lnTo>
                  <a:lnTo>
                    <a:pt x="1227" y="48"/>
                  </a:lnTo>
                  <a:cubicBezTo>
                    <a:pt x="1167" y="48"/>
                    <a:pt x="1108" y="36"/>
                    <a:pt x="1048"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0" name="Google Shape;1570;p14"/>
            <p:cNvSpPr/>
            <p:nvPr/>
          </p:nvSpPr>
          <p:spPr>
            <a:xfrm>
              <a:off x="4905075" y="3083250"/>
              <a:ext cx="300" cy="25"/>
            </a:xfrm>
            <a:custGeom>
              <a:rect b="b" l="l" r="r" t="t"/>
              <a:pathLst>
                <a:path extrusionOk="0" fill="none" h="1" w="12">
                  <a:moveTo>
                    <a:pt x="12" y="0"/>
                  </a:moveTo>
                  <a:lnTo>
                    <a:pt x="0"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1" name="Google Shape;1571;p14"/>
            <p:cNvSpPr/>
            <p:nvPr/>
          </p:nvSpPr>
          <p:spPr>
            <a:xfrm>
              <a:off x="5122050" y="2993050"/>
              <a:ext cx="87550" cy="45875"/>
            </a:xfrm>
            <a:custGeom>
              <a:rect b="b" l="l" r="r" t="t"/>
              <a:pathLst>
                <a:path extrusionOk="0" h="1835" w="3502">
                  <a:moveTo>
                    <a:pt x="72" y="1"/>
                  </a:moveTo>
                  <a:cubicBezTo>
                    <a:pt x="60" y="60"/>
                    <a:pt x="36" y="108"/>
                    <a:pt x="1" y="156"/>
                  </a:cubicBezTo>
                  <a:lnTo>
                    <a:pt x="3501" y="1834"/>
                  </a:lnTo>
                  <a:lnTo>
                    <a:pt x="3442" y="1608"/>
                  </a:lnTo>
                  <a:lnTo>
                    <a:pt x="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2" name="Google Shape;1572;p14"/>
            <p:cNvSpPr/>
            <p:nvPr/>
          </p:nvSpPr>
          <p:spPr>
            <a:xfrm>
              <a:off x="5213425" y="3035925"/>
              <a:ext cx="97675" cy="47050"/>
            </a:xfrm>
            <a:custGeom>
              <a:rect b="b" l="l" r="r" t="t"/>
              <a:pathLst>
                <a:path extrusionOk="0" h="1882" w="3907">
                  <a:moveTo>
                    <a:pt x="1" y="0"/>
                  </a:moveTo>
                  <a:lnTo>
                    <a:pt x="61" y="227"/>
                  </a:lnTo>
                  <a:lnTo>
                    <a:pt x="3501" y="1881"/>
                  </a:lnTo>
                  <a:lnTo>
                    <a:pt x="3906" y="1881"/>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p14"/>
            <p:cNvSpPr/>
            <p:nvPr/>
          </p:nvSpPr>
          <p:spPr>
            <a:xfrm>
              <a:off x="4919950" y="2993050"/>
              <a:ext cx="185175" cy="90225"/>
            </a:xfrm>
            <a:custGeom>
              <a:rect b="b" l="l" r="r" t="t"/>
              <a:pathLst>
                <a:path extrusionOk="0" h="3609" w="7407">
                  <a:moveTo>
                    <a:pt x="7335" y="1"/>
                  </a:moveTo>
                  <a:lnTo>
                    <a:pt x="0" y="3608"/>
                  </a:lnTo>
                  <a:lnTo>
                    <a:pt x="417" y="3608"/>
                  </a:lnTo>
                  <a:lnTo>
                    <a:pt x="7406" y="179"/>
                  </a:lnTo>
                  <a:cubicBezTo>
                    <a:pt x="7394" y="167"/>
                    <a:pt x="7394" y="156"/>
                    <a:pt x="7382" y="156"/>
                  </a:cubicBezTo>
                  <a:cubicBezTo>
                    <a:pt x="7370" y="96"/>
                    <a:pt x="7347" y="48"/>
                    <a:pt x="733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p14"/>
            <p:cNvSpPr/>
            <p:nvPr/>
          </p:nvSpPr>
          <p:spPr>
            <a:xfrm>
              <a:off x="4909525" y="2607000"/>
              <a:ext cx="182500" cy="476275"/>
            </a:xfrm>
            <a:custGeom>
              <a:rect b="b" l="l" r="r" t="t"/>
              <a:pathLst>
                <a:path extrusionOk="0" h="19051" w="7300">
                  <a:moveTo>
                    <a:pt x="7121" y="0"/>
                  </a:moveTo>
                  <a:lnTo>
                    <a:pt x="1" y="19050"/>
                  </a:lnTo>
                  <a:lnTo>
                    <a:pt x="191" y="19050"/>
                  </a:lnTo>
                  <a:lnTo>
                    <a:pt x="7299" y="60"/>
                  </a:lnTo>
                  <a:cubicBezTo>
                    <a:pt x="7240" y="48"/>
                    <a:pt x="7192" y="24"/>
                    <a:pt x="712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p14"/>
            <p:cNvSpPr/>
            <p:nvPr/>
          </p:nvSpPr>
          <p:spPr>
            <a:xfrm>
              <a:off x="5113425" y="2823400"/>
              <a:ext cx="33075" cy="158075"/>
            </a:xfrm>
            <a:custGeom>
              <a:rect b="b" l="l" r="r" t="t"/>
              <a:pathLst>
                <a:path extrusionOk="0" h="6323" w="1323">
                  <a:moveTo>
                    <a:pt x="1143" y="0"/>
                  </a:moveTo>
                  <a:lnTo>
                    <a:pt x="0" y="6299"/>
                  </a:lnTo>
                  <a:cubicBezTo>
                    <a:pt x="60" y="6299"/>
                    <a:pt x="120" y="6311"/>
                    <a:pt x="179" y="6322"/>
                  </a:cubicBezTo>
                  <a:lnTo>
                    <a:pt x="1322" y="36"/>
                  </a:lnTo>
                  <a:cubicBezTo>
                    <a:pt x="1263" y="36"/>
                    <a:pt x="1203" y="24"/>
                    <a:pt x="114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p14"/>
            <p:cNvSpPr/>
            <p:nvPr/>
          </p:nvSpPr>
          <p:spPr>
            <a:xfrm>
              <a:off x="5201525" y="2989775"/>
              <a:ext cx="925" cy="1225"/>
            </a:xfrm>
            <a:custGeom>
              <a:rect b="b" l="l" r="r" t="t"/>
              <a:pathLst>
                <a:path extrusionOk="0" h="49" w="37">
                  <a:moveTo>
                    <a:pt x="13" y="1"/>
                  </a:moveTo>
                  <a:cubicBezTo>
                    <a:pt x="13" y="13"/>
                    <a:pt x="1" y="37"/>
                    <a:pt x="1" y="48"/>
                  </a:cubicBezTo>
                  <a:lnTo>
                    <a:pt x="36" y="48"/>
                  </a:lnTo>
                  <a:lnTo>
                    <a:pt x="1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p14"/>
            <p:cNvSpPr/>
            <p:nvPr/>
          </p:nvSpPr>
          <p:spPr>
            <a:xfrm>
              <a:off x="5156275" y="2820425"/>
              <a:ext cx="44975" cy="165800"/>
            </a:xfrm>
            <a:custGeom>
              <a:rect b="b" l="l" r="r" t="t"/>
              <a:pathLst>
                <a:path extrusionOk="0" h="6632" w="1799">
                  <a:moveTo>
                    <a:pt x="144" y="0"/>
                  </a:moveTo>
                  <a:cubicBezTo>
                    <a:pt x="132" y="24"/>
                    <a:pt x="120" y="36"/>
                    <a:pt x="96" y="36"/>
                  </a:cubicBezTo>
                  <a:cubicBezTo>
                    <a:pt x="72" y="48"/>
                    <a:pt x="25" y="84"/>
                    <a:pt x="1" y="95"/>
                  </a:cubicBezTo>
                  <a:lnTo>
                    <a:pt x="1608" y="6584"/>
                  </a:lnTo>
                  <a:cubicBezTo>
                    <a:pt x="1627" y="6573"/>
                    <a:pt x="1649" y="6568"/>
                    <a:pt x="1671" y="6568"/>
                  </a:cubicBezTo>
                  <a:cubicBezTo>
                    <a:pt x="1718" y="6568"/>
                    <a:pt x="1766" y="6591"/>
                    <a:pt x="1799" y="6632"/>
                  </a:cubicBezTo>
                  <a:lnTo>
                    <a:pt x="156" y="48"/>
                  </a:lnTo>
                  <a:cubicBezTo>
                    <a:pt x="156" y="36"/>
                    <a:pt x="144" y="12"/>
                    <a:pt x="14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p14"/>
            <p:cNvSpPr/>
            <p:nvPr/>
          </p:nvSpPr>
          <p:spPr>
            <a:xfrm>
              <a:off x="5198850" y="2995450"/>
              <a:ext cx="26525" cy="87825"/>
            </a:xfrm>
            <a:custGeom>
              <a:rect b="b" l="l" r="r" t="t"/>
              <a:pathLst>
                <a:path extrusionOk="0" h="3513" w="1061">
                  <a:moveTo>
                    <a:pt x="1" y="0"/>
                  </a:moveTo>
                  <a:lnTo>
                    <a:pt x="382" y="1512"/>
                  </a:lnTo>
                  <a:lnTo>
                    <a:pt x="441" y="1750"/>
                  </a:lnTo>
                  <a:lnTo>
                    <a:pt x="870" y="3512"/>
                  </a:lnTo>
                  <a:lnTo>
                    <a:pt x="1060" y="3512"/>
                  </a:lnTo>
                  <a:lnTo>
                    <a:pt x="644" y="1857"/>
                  </a:lnTo>
                  <a:lnTo>
                    <a:pt x="584" y="1619"/>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p14"/>
            <p:cNvSpPr/>
            <p:nvPr/>
          </p:nvSpPr>
          <p:spPr>
            <a:xfrm>
              <a:off x="5123550" y="2988600"/>
              <a:ext cx="175625" cy="8950"/>
            </a:xfrm>
            <a:custGeom>
              <a:rect b="b" l="l" r="r" t="t"/>
              <a:pathLst>
                <a:path extrusionOk="0" h="358" w="7025">
                  <a:moveTo>
                    <a:pt x="0" y="0"/>
                  </a:moveTo>
                  <a:lnTo>
                    <a:pt x="0" y="0"/>
                  </a:lnTo>
                  <a:cubicBezTo>
                    <a:pt x="12" y="60"/>
                    <a:pt x="12" y="119"/>
                    <a:pt x="0" y="179"/>
                  </a:cubicBezTo>
                  <a:lnTo>
                    <a:pt x="24" y="179"/>
                  </a:lnTo>
                  <a:lnTo>
                    <a:pt x="3001" y="262"/>
                  </a:lnTo>
                  <a:lnTo>
                    <a:pt x="3191" y="262"/>
                  </a:lnTo>
                  <a:lnTo>
                    <a:pt x="6989" y="357"/>
                  </a:lnTo>
                  <a:lnTo>
                    <a:pt x="6977" y="286"/>
                  </a:lnTo>
                  <a:lnTo>
                    <a:pt x="6977" y="274"/>
                  </a:lnTo>
                  <a:lnTo>
                    <a:pt x="6977" y="262"/>
                  </a:lnTo>
                  <a:lnTo>
                    <a:pt x="6977" y="238"/>
                  </a:lnTo>
                  <a:lnTo>
                    <a:pt x="6977" y="226"/>
                  </a:lnTo>
                  <a:cubicBezTo>
                    <a:pt x="6977" y="226"/>
                    <a:pt x="6977" y="215"/>
                    <a:pt x="6989" y="215"/>
                  </a:cubicBezTo>
                  <a:lnTo>
                    <a:pt x="7025" y="167"/>
                  </a:lnTo>
                  <a:lnTo>
                    <a:pt x="3155" y="60"/>
                  </a:lnTo>
                  <a:lnTo>
                    <a:pt x="3120" y="95"/>
                  </a:lnTo>
                  <a:cubicBezTo>
                    <a:pt x="3108" y="119"/>
                    <a:pt x="3096" y="131"/>
                    <a:pt x="3060" y="155"/>
                  </a:cubicBezTo>
                  <a:cubicBezTo>
                    <a:pt x="3038" y="166"/>
                    <a:pt x="3013" y="171"/>
                    <a:pt x="2986" y="171"/>
                  </a:cubicBezTo>
                  <a:cubicBezTo>
                    <a:pt x="2927" y="171"/>
                    <a:pt x="2863" y="145"/>
                    <a:pt x="2822" y="95"/>
                  </a:cubicBezTo>
                  <a:lnTo>
                    <a:pt x="2822" y="72"/>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p14"/>
            <p:cNvSpPr/>
            <p:nvPr/>
          </p:nvSpPr>
          <p:spPr>
            <a:xfrm>
              <a:off x="5302725" y="2995150"/>
              <a:ext cx="138750" cy="88125"/>
            </a:xfrm>
            <a:custGeom>
              <a:rect b="b" l="l" r="r" t="t"/>
              <a:pathLst>
                <a:path extrusionOk="0" h="3525" w="5550">
                  <a:moveTo>
                    <a:pt x="37" y="0"/>
                  </a:moveTo>
                  <a:lnTo>
                    <a:pt x="1" y="36"/>
                  </a:lnTo>
                  <a:lnTo>
                    <a:pt x="37" y="214"/>
                  </a:lnTo>
                  <a:lnTo>
                    <a:pt x="5216" y="3524"/>
                  </a:lnTo>
                  <a:lnTo>
                    <a:pt x="5549" y="3524"/>
                  </a:lnTo>
                  <a:lnTo>
                    <a:pt x="3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14"/>
            <p:cNvSpPr/>
            <p:nvPr/>
          </p:nvSpPr>
          <p:spPr>
            <a:xfrm>
              <a:off x="5297675" y="2995725"/>
              <a:ext cx="21750" cy="84275"/>
            </a:xfrm>
            <a:custGeom>
              <a:rect b="b" l="l" r="r" t="t"/>
              <a:pathLst>
                <a:path extrusionOk="0" h="3371" w="870">
                  <a:moveTo>
                    <a:pt x="191" y="1"/>
                  </a:moveTo>
                  <a:lnTo>
                    <a:pt x="179" y="49"/>
                  </a:lnTo>
                  <a:cubicBezTo>
                    <a:pt x="156" y="72"/>
                    <a:pt x="122" y="90"/>
                    <a:pt x="89" y="90"/>
                  </a:cubicBezTo>
                  <a:cubicBezTo>
                    <a:pt x="71" y="90"/>
                    <a:pt x="53" y="85"/>
                    <a:pt x="36" y="72"/>
                  </a:cubicBezTo>
                  <a:cubicBezTo>
                    <a:pt x="12" y="60"/>
                    <a:pt x="12" y="37"/>
                    <a:pt x="0" y="13"/>
                  </a:cubicBezTo>
                  <a:lnTo>
                    <a:pt x="0" y="13"/>
                  </a:lnTo>
                  <a:lnTo>
                    <a:pt x="12" y="96"/>
                  </a:lnTo>
                  <a:lnTo>
                    <a:pt x="691" y="3370"/>
                  </a:lnTo>
                  <a:cubicBezTo>
                    <a:pt x="751" y="3335"/>
                    <a:pt x="810" y="3335"/>
                    <a:pt x="870" y="3335"/>
                  </a:cubicBezTo>
                  <a:lnTo>
                    <a:pt x="215" y="180"/>
                  </a:lnTo>
                  <a:lnTo>
                    <a:pt x="19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14"/>
            <p:cNvSpPr/>
            <p:nvPr/>
          </p:nvSpPr>
          <p:spPr>
            <a:xfrm>
              <a:off x="5349175" y="2817450"/>
              <a:ext cx="69375" cy="103300"/>
            </a:xfrm>
            <a:custGeom>
              <a:rect b="b" l="l" r="r" t="t"/>
              <a:pathLst>
                <a:path extrusionOk="0" h="4132" w="2775">
                  <a:moveTo>
                    <a:pt x="2620" y="0"/>
                  </a:moveTo>
                  <a:lnTo>
                    <a:pt x="0" y="3977"/>
                  </a:lnTo>
                  <a:lnTo>
                    <a:pt x="119" y="4132"/>
                  </a:lnTo>
                  <a:lnTo>
                    <a:pt x="2774" y="95"/>
                  </a:lnTo>
                  <a:cubicBezTo>
                    <a:pt x="2715" y="72"/>
                    <a:pt x="2667" y="36"/>
                    <a:pt x="26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p14"/>
            <p:cNvSpPr/>
            <p:nvPr/>
          </p:nvSpPr>
          <p:spPr>
            <a:xfrm>
              <a:off x="5297975" y="2921625"/>
              <a:ext cx="51825" cy="76825"/>
            </a:xfrm>
            <a:custGeom>
              <a:rect b="b" l="l" r="r" t="t"/>
              <a:pathLst>
                <a:path extrusionOk="0" h="3073" w="2073">
                  <a:moveTo>
                    <a:pt x="1953" y="0"/>
                  </a:moveTo>
                  <a:lnTo>
                    <a:pt x="48" y="2882"/>
                  </a:lnTo>
                  <a:lnTo>
                    <a:pt x="12" y="2917"/>
                  </a:lnTo>
                  <a:cubicBezTo>
                    <a:pt x="12" y="2917"/>
                    <a:pt x="12" y="2941"/>
                    <a:pt x="0" y="2941"/>
                  </a:cubicBezTo>
                  <a:lnTo>
                    <a:pt x="0" y="2953"/>
                  </a:lnTo>
                  <a:lnTo>
                    <a:pt x="0" y="2965"/>
                  </a:lnTo>
                  <a:lnTo>
                    <a:pt x="0" y="2977"/>
                  </a:lnTo>
                  <a:lnTo>
                    <a:pt x="0" y="3001"/>
                  </a:lnTo>
                  <a:cubicBezTo>
                    <a:pt x="0" y="3024"/>
                    <a:pt x="12" y="3036"/>
                    <a:pt x="48" y="3060"/>
                  </a:cubicBezTo>
                  <a:cubicBezTo>
                    <a:pt x="60" y="3068"/>
                    <a:pt x="74" y="3072"/>
                    <a:pt x="90" y="3072"/>
                  </a:cubicBezTo>
                  <a:cubicBezTo>
                    <a:pt x="121" y="3072"/>
                    <a:pt x="155" y="3056"/>
                    <a:pt x="179" y="3024"/>
                  </a:cubicBezTo>
                  <a:lnTo>
                    <a:pt x="191" y="2989"/>
                  </a:lnTo>
                  <a:lnTo>
                    <a:pt x="227" y="2953"/>
                  </a:lnTo>
                  <a:lnTo>
                    <a:pt x="2072" y="155"/>
                  </a:lnTo>
                  <a:lnTo>
                    <a:pt x="195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14"/>
            <p:cNvSpPr/>
            <p:nvPr/>
          </p:nvSpPr>
          <p:spPr>
            <a:xfrm>
              <a:off x="5247975" y="2787475"/>
              <a:ext cx="2700" cy="1425"/>
            </a:xfrm>
            <a:custGeom>
              <a:rect b="b" l="l" r="r" t="t"/>
              <a:pathLst>
                <a:path extrusionOk="0" h="57" w="108">
                  <a:moveTo>
                    <a:pt x="48" y="1"/>
                  </a:moveTo>
                  <a:cubicBezTo>
                    <a:pt x="32" y="1"/>
                    <a:pt x="15" y="4"/>
                    <a:pt x="0" y="8"/>
                  </a:cubicBezTo>
                  <a:lnTo>
                    <a:pt x="48" y="56"/>
                  </a:lnTo>
                  <a:cubicBezTo>
                    <a:pt x="60" y="44"/>
                    <a:pt x="95" y="44"/>
                    <a:pt x="107" y="20"/>
                  </a:cubicBezTo>
                  <a:cubicBezTo>
                    <a:pt x="93" y="6"/>
                    <a:pt x="71" y="1"/>
                    <a:pt x="48"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p14"/>
            <p:cNvSpPr/>
            <p:nvPr/>
          </p:nvSpPr>
          <p:spPr>
            <a:xfrm>
              <a:off x="5264925" y="2810300"/>
              <a:ext cx="211375" cy="272375"/>
            </a:xfrm>
            <a:custGeom>
              <a:rect b="b" l="l" r="r" t="t"/>
              <a:pathLst>
                <a:path extrusionOk="0" h="10895" w="8455">
                  <a:moveTo>
                    <a:pt x="132" y="0"/>
                  </a:moveTo>
                  <a:cubicBezTo>
                    <a:pt x="84" y="48"/>
                    <a:pt x="36" y="96"/>
                    <a:pt x="1" y="119"/>
                  </a:cubicBezTo>
                  <a:lnTo>
                    <a:pt x="3287" y="4429"/>
                  </a:lnTo>
                  <a:lnTo>
                    <a:pt x="3406" y="4572"/>
                  </a:lnTo>
                  <a:lnTo>
                    <a:pt x="8228" y="10895"/>
                  </a:lnTo>
                  <a:lnTo>
                    <a:pt x="8454" y="10895"/>
                  </a:lnTo>
                  <a:lnTo>
                    <a:pt x="3489" y="4406"/>
                  </a:lnTo>
                  <a:lnTo>
                    <a:pt x="3370" y="4263"/>
                  </a:lnTo>
                  <a:lnTo>
                    <a:pt x="13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p14"/>
            <p:cNvSpPr/>
            <p:nvPr/>
          </p:nvSpPr>
          <p:spPr>
            <a:xfrm>
              <a:off x="5094375" y="2607000"/>
              <a:ext cx="50025" cy="177725"/>
            </a:xfrm>
            <a:custGeom>
              <a:rect b="b" l="l" r="r" t="t"/>
              <a:pathLst>
                <a:path extrusionOk="0" h="7109" w="2001">
                  <a:moveTo>
                    <a:pt x="179" y="0"/>
                  </a:moveTo>
                  <a:cubicBezTo>
                    <a:pt x="120" y="48"/>
                    <a:pt x="60" y="60"/>
                    <a:pt x="0" y="60"/>
                  </a:cubicBezTo>
                  <a:lnTo>
                    <a:pt x="1822" y="7108"/>
                  </a:lnTo>
                  <a:cubicBezTo>
                    <a:pt x="1882" y="7085"/>
                    <a:pt x="1941" y="7073"/>
                    <a:pt x="2001" y="7073"/>
                  </a:cubicBez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p14"/>
            <p:cNvSpPr/>
            <p:nvPr/>
          </p:nvSpPr>
          <p:spPr>
            <a:xfrm>
              <a:off x="5098850" y="2605500"/>
              <a:ext cx="150325" cy="186375"/>
            </a:xfrm>
            <a:custGeom>
              <a:rect b="b" l="l" r="r" t="t"/>
              <a:pathLst>
                <a:path extrusionOk="0" h="7455" w="6013">
                  <a:moveTo>
                    <a:pt x="60" y="1"/>
                  </a:moveTo>
                  <a:cubicBezTo>
                    <a:pt x="48" y="13"/>
                    <a:pt x="12" y="25"/>
                    <a:pt x="0" y="49"/>
                  </a:cubicBezTo>
                  <a:lnTo>
                    <a:pt x="5882" y="7454"/>
                  </a:lnTo>
                  <a:cubicBezTo>
                    <a:pt x="5906" y="7407"/>
                    <a:pt x="5965" y="7371"/>
                    <a:pt x="6013" y="7335"/>
                  </a:cubicBezTo>
                  <a:lnTo>
                    <a:pt x="5965" y="7276"/>
                  </a:lnTo>
                  <a:lnTo>
                    <a:pt x="322" y="179"/>
                  </a:lnTo>
                  <a:lnTo>
                    <a:pt x="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p14"/>
            <p:cNvSpPr/>
            <p:nvPr/>
          </p:nvSpPr>
          <p:spPr>
            <a:xfrm>
              <a:off x="5270300" y="2802250"/>
              <a:ext cx="141400" cy="10750"/>
            </a:xfrm>
            <a:custGeom>
              <a:rect b="b" l="l" r="r" t="t"/>
              <a:pathLst>
                <a:path extrusionOk="0" h="430" w="5656">
                  <a:moveTo>
                    <a:pt x="48" y="1"/>
                  </a:moveTo>
                  <a:lnTo>
                    <a:pt x="0" y="179"/>
                  </a:lnTo>
                  <a:lnTo>
                    <a:pt x="5656" y="430"/>
                  </a:lnTo>
                  <a:cubicBezTo>
                    <a:pt x="5644" y="370"/>
                    <a:pt x="5644" y="310"/>
                    <a:pt x="5656" y="251"/>
                  </a:cubicBez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9" name="Google Shape;1589;p14"/>
            <p:cNvSpPr/>
            <p:nvPr/>
          </p:nvSpPr>
          <p:spPr>
            <a:xfrm>
              <a:off x="5167300" y="2797500"/>
              <a:ext cx="75625" cy="7750"/>
            </a:xfrm>
            <a:custGeom>
              <a:rect b="b" l="l" r="r" t="t"/>
              <a:pathLst>
                <a:path extrusionOk="0" h="310" w="3025">
                  <a:moveTo>
                    <a:pt x="1" y="0"/>
                  </a:moveTo>
                  <a:lnTo>
                    <a:pt x="1" y="0"/>
                  </a:lnTo>
                  <a:cubicBezTo>
                    <a:pt x="12" y="60"/>
                    <a:pt x="36" y="119"/>
                    <a:pt x="36" y="179"/>
                  </a:cubicBezTo>
                  <a:lnTo>
                    <a:pt x="3025" y="310"/>
                  </a:lnTo>
                  <a:cubicBezTo>
                    <a:pt x="3013" y="262"/>
                    <a:pt x="3013" y="191"/>
                    <a:pt x="3013" y="131"/>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0" name="Google Shape;1590;p14"/>
            <p:cNvSpPr/>
            <p:nvPr/>
          </p:nvSpPr>
          <p:spPr>
            <a:xfrm>
              <a:off x="5100325" y="2601350"/>
              <a:ext cx="313750" cy="206300"/>
            </a:xfrm>
            <a:custGeom>
              <a:rect b="b" l="l" r="r" t="t"/>
              <a:pathLst>
                <a:path extrusionOk="0" h="8252" w="12550">
                  <a:moveTo>
                    <a:pt x="108" y="0"/>
                  </a:moveTo>
                  <a:cubicBezTo>
                    <a:pt x="96" y="60"/>
                    <a:pt x="48" y="107"/>
                    <a:pt x="1" y="155"/>
                  </a:cubicBezTo>
                  <a:lnTo>
                    <a:pt x="286" y="345"/>
                  </a:lnTo>
                  <a:lnTo>
                    <a:pt x="12455" y="8251"/>
                  </a:lnTo>
                  <a:cubicBezTo>
                    <a:pt x="12478" y="8192"/>
                    <a:pt x="12502" y="8132"/>
                    <a:pt x="12550" y="8085"/>
                  </a:cubicBezTo>
                  <a:lnTo>
                    <a:pt x="10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1" name="Google Shape;1591;p14"/>
            <p:cNvSpPr/>
            <p:nvPr/>
          </p:nvSpPr>
          <p:spPr>
            <a:xfrm>
              <a:off x="5428950" y="2814475"/>
              <a:ext cx="164325" cy="108950"/>
            </a:xfrm>
            <a:custGeom>
              <a:rect b="b" l="l" r="r" t="t"/>
              <a:pathLst>
                <a:path extrusionOk="0" h="4358" w="6573">
                  <a:moveTo>
                    <a:pt x="107" y="0"/>
                  </a:moveTo>
                  <a:cubicBezTo>
                    <a:pt x="72" y="60"/>
                    <a:pt x="48" y="107"/>
                    <a:pt x="0" y="155"/>
                  </a:cubicBezTo>
                  <a:lnTo>
                    <a:pt x="6501" y="4358"/>
                  </a:lnTo>
                  <a:cubicBezTo>
                    <a:pt x="6513" y="4322"/>
                    <a:pt x="6513" y="4286"/>
                    <a:pt x="6549" y="4251"/>
                  </a:cubicBezTo>
                  <a:cubicBezTo>
                    <a:pt x="6549" y="4227"/>
                    <a:pt x="6560" y="4215"/>
                    <a:pt x="6572" y="4203"/>
                  </a:cubicBezTo>
                  <a:lnTo>
                    <a:pt x="10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2" name="Google Shape;1592;p14"/>
            <p:cNvSpPr/>
            <p:nvPr/>
          </p:nvSpPr>
          <p:spPr>
            <a:xfrm>
              <a:off x="5542350" y="2760000"/>
              <a:ext cx="82775" cy="84250"/>
            </a:xfrm>
            <a:custGeom>
              <a:rect b="b" l="l" r="r" t="t"/>
              <a:pathLst>
                <a:path extrusionOk="0" h="3370" w="3311">
                  <a:moveTo>
                    <a:pt x="119" y="0"/>
                  </a:moveTo>
                  <a:cubicBezTo>
                    <a:pt x="84" y="36"/>
                    <a:pt x="48" y="95"/>
                    <a:pt x="0" y="131"/>
                  </a:cubicBezTo>
                  <a:lnTo>
                    <a:pt x="3167" y="3370"/>
                  </a:lnTo>
                  <a:cubicBezTo>
                    <a:pt x="3191" y="3334"/>
                    <a:pt x="3227" y="3298"/>
                    <a:pt x="3275" y="3274"/>
                  </a:cubicBezTo>
                  <a:cubicBezTo>
                    <a:pt x="3287" y="3274"/>
                    <a:pt x="3287" y="3251"/>
                    <a:pt x="3310" y="3251"/>
                  </a:cubicBezTo>
                  <a:lnTo>
                    <a:pt x="11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3" name="Google Shape;1593;p14"/>
            <p:cNvSpPr/>
            <p:nvPr/>
          </p:nvSpPr>
          <p:spPr>
            <a:xfrm>
              <a:off x="5525375" y="2931750"/>
              <a:ext cx="73550" cy="151525"/>
            </a:xfrm>
            <a:custGeom>
              <a:rect b="b" l="l" r="r" t="t"/>
              <a:pathLst>
                <a:path extrusionOk="0" h="6061" w="2942">
                  <a:moveTo>
                    <a:pt x="2763" y="0"/>
                  </a:moveTo>
                  <a:lnTo>
                    <a:pt x="1" y="6060"/>
                  </a:lnTo>
                  <a:lnTo>
                    <a:pt x="203" y="6060"/>
                  </a:lnTo>
                  <a:lnTo>
                    <a:pt x="2942" y="72"/>
                  </a:lnTo>
                  <a:cubicBezTo>
                    <a:pt x="2882" y="72"/>
                    <a:pt x="2834" y="60"/>
                    <a:pt x="2775" y="36"/>
                  </a:cubicBezTo>
                  <a:cubicBezTo>
                    <a:pt x="2763" y="12"/>
                    <a:pt x="2763" y="0"/>
                    <a:pt x="276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4" name="Google Shape;1594;p14"/>
            <p:cNvSpPr/>
            <p:nvPr/>
          </p:nvSpPr>
          <p:spPr>
            <a:xfrm>
              <a:off x="5603675" y="2928475"/>
              <a:ext cx="78000" cy="52400"/>
            </a:xfrm>
            <a:custGeom>
              <a:rect b="b" l="l" r="r" t="t"/>
              <a:pathLst>
                <a:path extrusionOk="0" h="2096" w="3120">
                  <a:moveTo>
                    <a:pt x="119" y="0"/>
                  </a:moveTo>
                  <a:cubicBezTo>
                    <a:pt x="107" y="12"/>
                    <a:pt x="107" y="24"/>
                    <a:pt x="95" y="60"/>
                  </a:cubicBezTo>
                  <a:lnTo>
                    <a:pt x="0" y="143"/>
                  </a:lnTo>
                  <a:lnTo>
                    <a:pt x="3072" y="2096"/>
                  </a:lnTo>
                  <a:lnTo>
                    <a:pt x="3120" y="1917"/>
                  </a:lnTo>
                  <a:lnTo>
                    <a:pt x="11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5" name="Google Shape;1595;p14"/>
            <p:cNvSpPr/>
            <p:nvPr/>
          </p:nvSpPr>
          <p:spPr>
            <a:xfrm>
              <a:off x="5600700" y="2860600"/>
              <a:ext cx="29775" cy="58950"/>
            </a:xfrm>
            <a:custGeom>
              <a:rect b="b" l="l" r="r" t="t"/>
              <a:pathLst>
                <a:path extrusionOk="0" h="2358" w="1191">
                  <a:moveTo>
                    <a:pt x="1000" y="1"/>
                  </a:moveTo>
                  <a:lnTo>
                    <a:pt x="0" y="2263"/>
                  </a:lnTo>
                  <a:cubicBezTo>
                    <a:pt x="36" y="2287"/>
                    <a:pt x="83" y="2287"/>
                    <a:pt x="107" y="2310"/>
                  </a:cubicBezTo>
                  <a:cubicBezTo>
                    <a:pt x="143" y="2322"/>
                    <a:pt x="155" y="2346"/>
                    <a:pt x="167" y="2358"/>
                  </a:cubicBezTo>
                  <a:lnTo>
                    <a:pt x="1191" y="36"/>
                  </a:lnTo>
                  <a:cubicBezTo>
                    <a:pt x="1131" y="36"/>
                    <a:pt x="1060" y="36"/>
                    <a:pt x="100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p14"/>
            <p:cNvSpPr/>
            <p:nvPr/>
          </p:nvSpPr>
          <p:spPr>
            <a:xfrm>
              <a:off x="5706050" y="268440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p14"/>
            <p:cNvSpPr/>
            <p:nvPr/>
          </p:nvSpPr>
          <p:spPr>
            <a:xfrm>
              <a:off x="5634325" y="2690050"/>
              <a:ext cx="68475" cy="154200"/>
            </a:xfrm>
            <a:custGeom>
              <a:rect b="b" l="l" r="r" t="t"/>
              <a:pathLst>
                <a:path extrusionOk="0" h="6168" w="2739">
                  <a:moveTo>
                    <a:pt x="2739" y="0"/>
                  </a:moveTo>
                  <a:lnTo>
                    <a:pt x="2656" y="24"/>
                  </a:lnTo>
                  <a:lnTo>
                    <a:pt x="0" y="6049"/>
                  </a:lnTo>
                  <a:cubicBezTo>
                    <a:pt x="60" y="6084"/>
                    <a:pt x="108" y="6132"/>
                    <a:pt x="143" y="6168"/>
                  </a:cubicBezTo>
                  <a:lnTo>
                    <a:pt x="2727" y="322"/>
                  </a:lnTo>
                  <a:lnTo>
                    <a:pt x="27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p14"/>
            <p:cNvSpPr/>
            <p:nvPr/>
          </p:nvSpPr>
          <p:spPr>
            <a:xfrm>
              <a:off x="5704575" y="2684400"/>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p14"/>
            <p:cNvSpPr/>
            <p:nvPr/>
          </p:nvSpPr>
          <p:spPr>
            <a:xfrm>
              <a:off x="5705475" y="2684400"/>
              <a:ext cx="0" cy="25"/>
            </a:xfrm>
            <a:custGeom>
              <a:rect b="b" l="l" r="r" t="t"/>
              <a:pathLst>
                <a:path extrusionOk="0" h="1" w="120000">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p14"/>
            <p:cNvSpPr/>
            <p:nvPr/>
          </p:nvSpPr>
          <p:spPr>
            <a:xfrm>
              <a:off x="5544725" y="2684975"/>
              <a:ext cx="159275" cy="67000"/>
            </a:xfrm>
            <a:custGeom>
              <a:rect b="b" l="l" r="r" t="t"/>
              <a:pathLst>
                <a:path extrusionOk="0" h="2680" w="6371">
                  <a:moveTo>
                    <a:pt x="6370" y="1"/>
                  </a:moveTo>
                  <a:cubicBezTo>
                    <a:pt x="6360" y="1"/>
                    <a:pt x="6352" y="5"/>
                    <a:pt x="6346" y="11"/>
                  </a:cubicBezTo>
                  <a:lnTo>
                    <a:pt x="6346" y="11"/>
                  </a:lnTo>
                  <a:lnTo>
                    <a:pt x="6370" y="1"/>
                  </a:lnTo>
                  <a:close/>
                  <a:moveTo>
                    <a:pt x="6346" y="11"/>
                  </a:moveTo>
                  <a:lnTo>
                    <a:pt x="1" y="2537"/>
                  </a:lnTo>
                  <a:lnTo>
                    <a:pt x="1" y="2549"/>
                  </a:lnTo>
                  <a:cubicBezTo>
                    <a:pt x="60" y="2561"/>
                    <a:pt x="72" y="2620"/>
                    <a:pt x="84" y="2680"/>
                  </a:cubicBezTo>
                  <a:lnTo>
                    <a:pt x="6251" y="227"/>
                  </a:lnTo>
                  <a:lnTo>
                    <a:pt x="6323" y="203"/>
                  </a:lnTo>
                  <a:lnTo>
                    <a:pt x="6323" y="60"/>
                  </a:lnTo>
                  <a:lnTo>
                    <a:pt x="6323" y="48"/>
                  </a:lnTo>
                  <a:lnTo>
                    <a:pt x="6323" y="37"/>
                  </a:lnTo>
                  <a:cubicBezTo>
                    <a:pt x="6323" y="25"/>
                    <a:pt x="6335" y="25"/>
                    <a:pt x="6335" y="25"/>
                  </a:cubicBezTo>
                  <a:cubicBezTo>
                    <a:pt x="6335" y="25"/>
                    <a:pt x="6339" y="17"/>
                    <a:pt x="6346" y="1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1" name="Google Shape;1601;p14"/>
            <p:cNvSpPr/>
            <p:nvPr/>
          </p:nvSpPr>
          <p:spPr>
            <a:xfrm>
              <a:off x="5705750" y="2684400"/>
              <a:ext cx="25" cy="25"/>
            </a:xfrm>
            <a:custGeom>
              <a:rect b="b" l="l" r="r" t="t"/>
              <a:pathLst>
                <a:path extrusionOk="0" h="1" w="1">
                  <a:moveTo>
                    <a:pt x="1" y="0"/>
                  </a:move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p14"/>
            <p:cNvSpPr/>
            <p:nvPr/>
          </p:nvSpPr>
          <p:spPr>
            <a:xfrm>
              <a:off x="5706050" y="2684400"/>
              <a:ext cx="25" cy="25"/>
            </a:xfrm>
            <a:custGeom>
              <a:rect b="b" l="l" r="r" t="t"/>
              <a:pathLst>
                <a:path extrusionOk="0" h="1" w="1">
                  <a:moveTo>
                    <a:pt x="1" y="0"/>
                  </a:move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p14"/>
            <p:cNvSpPr/>
            <p:nvPr/>
          </p:nvSpPr>
          <p:spPr>
            <a:xfrm>
              <a:off x="5705475" y="2684400"/>
              <a:ext cx="300" cy="25"/>
            </a:xfrm>
            <a:custGeom>
              <a:rect b="b" l="l" r="r" t="t"/>
              <a:pathLst>
                <a:path extrusionOk="0" h="1" w="12">
                  <a:moveTo>
                    <a:pt x="12" y="0"/>
                  </a:moveTo>
                  <a:lnTo>
                    <a:pt x="12" y="0"/>
                  </a:lnTo>
                  <a:cubicBezTo>
                    <a:pt x="0" y="0"/>
                    <a:pt x="0" y="0"/>
                    <a:pt x="12" y="0"/>
                  </a:cubicBezTo>
                  <a:cubicBezTo>
                    <a:pt x="0" y="0"/>
                    <a:pt x="0" y="0"/>
                    <a:pt x="12" y="0"/>
                  </a:cubicBezTo>
                  <a:cubicBezTo>
                    <a:pt x="0" y="0"/>
                    <a:pt x="0" y="0"/>
                    <a:pt x="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p14"/>
            <p:cNvSpPr/>
            <p:nvPr/>
          </p:nvSpPr>
          <p:spPr>
            <a:xfrm>
              <a:off x="5706350" y="2684400"/>
              <a:ext cx="181600" cy="98250"/>
            </a:xfrm>
            <a:custGeom>
              <a:rect b="b" l="l" r="r" t="t"/>
              <a:pathLst>
                <a:path extrusionOk="0" h="3930" w="7264">
                  <a:moveTo>
                    <a:pt x="1" y="0"/>
                  </a:moveTo>
                  <a:lnTo>
                    <a:pt x="18" y="9"/>
                  </a:lnTo>
                  <a:lnTo>
                    <a:pt x="18" y="9"/>
                  </a:lnTo>
                  <a:cubicBezTo>
                    <a:pt x="13" y="5"/>
                    <a:pt x="7" y="2"/>
                    <a:pt x="1" y="0"/>
                  </a:cubicBezTo>
                  <a:close/>
                  <a:moveTo>
                    <a:pt x="18" y="9"/>
                  </a:moveTo>
                  <a:cubicBezTo>
                    <a:pt x="40" y="25"/>
                    <a:pt x="48" y="54"/>
                    <a:pt x="48" y="83"/>
                  </a:cubicBezTo>
                  <a:lnTo>
                    <a:pt x="48" y="238"/>
                  </a:lnTo>
                  <a:lnTo>
                    <a:pt x="7264" y="3929"/>
                  </a:lnTo>
                  <a:lnTo>
                    <a:pt x="7264" y="3715"/>
                  </a:lnTo>
                  <a:lnTo>
                    <a:pt x="18" y="9"/>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p14"/>
            <p:cNvSpPr/>
            <p:nvPr/>
          </p:nvSpPr>
          <p:spPr>
            <a:xfrm>
              <a:off x="5703075" y="2685575"/>
              <a:ext cx="325" cy="325"/>
            </a:xfrm>
            <a:custGeom>
              <a:rect b="b" l="l" r="r" t="t"/>
              <a:pathLst>
                <a:path extrusionOk="0" h="13" w="13">
                  <a:moveTo>
                    <a:pt x="13" y="1"/>
                  </a:moveTo>
                  <a:cubicBezTo>
                    <a:pt x="1" y="1"/>
                    <a:pt x="1" y="1"/>
                    <a:pt x="1" y="13"/>
                  </a:cubicBezTo>
                  <a:cubicBezTo>
                    <a:pt x="1" y="13"/>
                    <a:pt x="1" y="1"/>
                    <a:pt x="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6" name="Google Shape;1606;p14"/>
            <p:cNvSpPr/>
            <p:nvPr/>
          </p:nvSpPr>
          <p:spPr>
            <a:xfrm>
              <a:off x="5704575" y="2684400"/>
              <a:ext cx="25" cy="25"/>
            </a:xfrm>
            <a:custGeom>
              <a:rect b="b" l="l" r="r" t="t"/>
              <a:pathLst>
                <a:path extrusionOk="0" h="1" w="1">
                  <a:moveTo>
                    <a:pt x="0" y="0"/>
                  </a:moveTo>
                  <a:lnTo>
                    <a:pt x="0" y="0"/>
                  </a:ln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p14"/>
            <p:cNvSpPr/>
            <p:nvPr/>
          </p:nvSpPr>
          <p:spPr>
            <a:xfrm>
              <a:off x="5703375" y="2685575"/>
              <a:ext cx="25" cy="25"/>
            </a:xfrm>
            <a:custGeom>
              <a:rect b="b" l="l" r="r" t="t"/>
              <a:pathLst>
                <a:path extrusionOk="0" h="1" w="1">
                  <a:moveTo>
                    <a:pt x="1" y="1"/>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8" name="Google Shape;1608;p14"/>
            <p:cNvSpPr/>
            <p:nvPr/>
          </p:nvSpPr>
          <p:spPr>
            <a:xfrm>
              <a:off x="5806975" y="2990975"/>
              <a:ext cx="80975" cy="92300"/>
            </a:xfrm>
            <a:custGeom>
              <a:rect b="b" l="l" r="r" t="t"/>
              <a:pathLst>
                <a:path extrusionOk="0" h="3692" w="3239">
                  <a:moveTo>
                    <a:pt x="3239" y="0"/>
                  </a:moveTo>
                  <a:lnTo>
                    <a:pt x="0" y="3691"/>
                  </a:lnTo>
                  <a:lnTo>
                    <a:pt x="250" y="3691"/>
                  </a:lnTo>
                  <a:lnTo>
                    <a:pt x="3239" y="262"/>
                  </a:lnTo>
                  <a:lnTo>
                    <a:pt x="3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p14"/>
            <p:cNvSpPr/>
            <p:nvPr/>
          </p:nvSpPr>
          <p:spPr>
            <a:xfrm>
              <a:off x="5690575" y="3002575"/>
              <a:ext cx="6875" cy="80700"/>
            </a:xfrm>
            <a:custGeom>
              <a:rect b="b" l="l" r="r" t="t"/>
              <a:pathLst>
                <a:path extrusionOk="0" h="3228" w="275">
                  <a:moveTo>
                    <a:pt x="96" y="1"/>
                  </a:moveTo>
                  <a:lnTo>
                    <a:pt x="1" y="3227"/>
                  </a:lnTo>
                  <a:lnTo>
                    <a:pt x="179" y="3227"/>
                  </a:lnTo>
                  <a:lnTo>
                    <a:pt x="275" y="60"/>
                  </a:lnTo>
                  <a:cubicBezTo>
                    <a:pt x="215" y="37"/>
                    <a:pt x="155" y="25"/>
                    <a:pt x="9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0" name="Google Shape;1610;p14"/>
            <p:cNvSpPr/>
            <p:nvPr/>
          </p:nvSpPr>
          <p:spPr>
            <a:xfrm>
              <a:off x="5695050" y="2684400"/>
              <a:ext cx="12825" cy="278925"/>
            </a:xfrm>
            <a:custGeom>
              <a:rect b="b" l="l" r="r" t="t"/>
              <a:pathLst>
                <a:path extrusionOk="0" h="11157" w="513">
                  <a:moveTo>
                    <a:pt x="393" y="0"/>
                  </a:moveTo>
                  <a:cubicBezTo>
                    <a:pt x="381" y="0"/>
                    <a:pt x="381" y="0"/>
                    <a:pt x="369" y="12"/>
                  </a:cubicBezTo>
                  <a:cubicBezTo>
                    <a:pt x="357" y="12"/>
                    <a:pt x="357" y="24"/>
                    <a:pt x="357" y="24"/>
                  </a:cubicBezTo>
                  <a:cubicBezTo>
                    <a:pt x="357" y="24"/>
                    <a:pt x="357" y="48"/>
                    <a:pt x="334" y="48"/>
                  </a:cubicBezTo>
                  <a:lnTo>
                    <a:pt x="334" y="60"/>
                  </a:lnTo>
                  <a:lnTo>
                    <a:pt x="334" y="191"/>
                  </a:lnTo>
                  <a:lnTo>
                    <a:pt x="322" y="524"/>
                  </a:lnTo>
                  <a:lnTo>
                    <a:pt x="0" y="11156"/>
                  </a:lnTo>
                  <a:lnTo>
                    <a:pt x="179" y="11120"/>
                  </a:lnTo>
                  <a:lnTo>
                    <a:pt x="512" y="202"/>
                  </a:lnTo>
                  <a:lnTo>
                    <a:pt x="512" y="60"/>
                  </a:lnTo>
                  <a:cubicBezTo>
                    <a:pt x="500" y="60"/>
                    <a:pt x="488" y="12"/>
                    <a:pt x="44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p14"/>
            <p:cNvSpPr/>
            <p:nvPr/>
          </p:nvSpPr>
          <p:spPr>
            <a:xfrm>
              <a:off x="5680150" y="2962925"/>
              <a:ext cx="44675" cy="40925"/>
            </a:xfrm>
            <a:custGeom>
              <a:rect b="b" l="l" r="r" t="t"/>
              <a:pathLst>
                <a:path extrusionOk="0" h="1637" w="1787">
                  <a:moveTo>
                    <a:pt x="818" y="1"/>
                  </a:moveTo>
                  <a:cubicBezTo>
                    <a:pt x="796" y="1"/>
                    <a:pt x="773" y="2"/>
                    <a:pt x="751" y="3"/>
                  </a:cubicBezTo>
                  <a:cubicBezTo>
                    <a:pt x="692" y="3"/>
                    <a:pt x="632" y="15"/>
                    <a:pt x="572" y="51"/>
                  </a:cubicBezTo>
                  <a:cubicBezTo>
                    <a:pt x="513" y="63"/>
                    <a:pt x="453" y="99"/>
                    <a:pt x="394" y="122"/>
                  </a:cubicBezTo>
                  <a:cubicBezTo>
                    <a:pt x="239" y="229"/>
                    <a:pt x="132" y="360"/>
                    <a:pt x="72" y="527"/>
                  </a:cubicBezTo>
                  <a:cubicBezTo>
                    <a:pt x="37" y="587"/>
                    <a:pt x="25" y="646"/>
                    <a:pt x="25" y="706"/>
                  </a:cubicBezTo>
                  <a:cubicBezTo>
                    <a:pt x="1" y="884"/>
                    <a:pt x="37" y="1075"/>
                    <a:pt x="144" y="1242"/>
                  </a:cubicBezTo>
                  <a:cubicBezTo>
                    <a:pt x="227" y="1384"/>
                    <a:pt x="370" y="1492"/>
                    <a:pt x="525" y="1563"/>
                  </a:cubicBezTo>
                  <a:cubicBezTo>
                    <a:pt x="596" y="1599"/>
                    <a:pt x="644" y="1611"/>
                    <a:pt x="715" y="1623"/>
                  </a:cubicBezTo>
                  <a:cubicBezTo>
                    <a:pt x="764" y="1632"/>
                    <a:pt x="813" y="1636"/>
                    <a:pt x="861" y="1636"/>
                  </a:cubicBezTo>
                  <a:cubicBezTo>
                    <a:pt x="1002" y="1636"/>
                    <a:pt x="1142" y="1598"/>
                    <a:pt x="1275" y="1527"/>
                  </a:cubicBezTo>
                  <a:cubicBezTo>
                    <a:pt x="1656" y="1289"/>
                    <a:pt x="1787" y="777"/>
                    <a:pt x="1537" y="396"/>
                  </a:cubicBezTo>
                  <a:cubicBezTo>
                    <a:pt x="1371" y="142"/>
                    <a:pt x="1103" y="1"/>
                    <a:pt x="81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2" name="Google Shape;1612;p14"/>
            <p:cNvSpPr/>
            <p:nvPr/>
          </p:nvSpPr>
          <p:spPr>
            <a:xfrm>
              <a:off x="5242300" y="2786925"/>
              <a:ext cx="29500" cy="28675"/>
            </a:xfrm>
            <a:custGeom>
              <a:rect b="b" l="l" r="r" t="t"/>
              <a:pathLst>
                <a:path extrusionOk="0" h="1147" w="1180">
                  <a:moveTo>
                    <a:pt x="590" y="1"/>
                  </a:moveTo>
                  <a:cubicBezTo>
                    <a:pt x="504" y="1"/>
                    <a:pt x="417" y="18"/>
                    <a:pt x="334" y="54"/>
                  </a:cubicBezTo>
                  <a:cubicBezTo>
                    <a:pt x="322" y="66"/>
                    <a:pt x="287" y="66"/>
                    <a:pt x="275" y="78"/>
                  </a:cubicBezTo>
                  <a:cubicBezTo>
                    <a:pt x="215" y="114"/>
                    <a:pt x="168" y="150"/>
                    <a:pt x="144" y="197"/>
                  </a:cubicBezTo>
                  <a:cubicBezTo>
                    <a:pt x="49" y="304"/>
                    <a:pt x="1" y="423"/>
                    <a:pt x="1" y="554"/>
                  </a:cubicBezTo>
                  <a:cubicBezTo>
                    <a:pt x="1" y="614"/>
                    <a:pt x="25" y="673"/>
                    <a:pt x="37" y="733"/>
                  </a:cubicBezTo>
                  <a:cubicBezTo>
                    <a:pt x="49" y="781"/>
                    <a:pt x="72" y="828"/>
                    <a:pt x="96" y="864"/>
                  </a:cubicBezTo>
                  <a:cubicBezTo>
                    <a:pt x="213" y="1051"/>
                    <a:pt x="407" y="1146"/>
                    <a:pt x="603" y="1146"/>
                  </a:cubicBezTo>
                  <a:cubicBezTo>
                    <a:pt x="707" y="1146"/>
                    <a:pt x="811" y="1120"/>
                    <a:pt x="906" y="1066"/>
                  </a:cubicBezTo>
                  <a:cubicBezTo>
                    <a:pt x="965" y="1031"/>
                    <a:pt x="1001" y="983"/>
                    <a:pt x="1037" y="947"/>
                  </a:cubicBezTo>
                  <a:cubicBezTo>
                    <a:pt x="1084" y="900"/>
                    <a:pt x="1108" y="840"/>
                    <a:pt x="1120" y="792"/>
                  </a:cubicBezTo>
                  <a:lnTo>
                    <a:pt x="1168" y="614"/>
                  </a:lnTo>
                  <a:cubicBezTo>
                    <a:pt x="1180" y="495"/>
                    <a:pt x="1156" y="376"/>
                    <a:pt x="1084" y="269"/>
                  </a:cubicBezTo>
                  <a:cubicBezTo>
                    <a:pt x="976" y="94"/>
                    <a:pt x="787" y="1"/>
                    <a:pt x="59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p14"/>
            <p:cNvSpPr/>
            <p:nvPr/>
          </p:nvSpPr>
          <p:spPr>
            <a:xfrm>
              <a:off x="5124150" y="2783375"/>
              <a:ext cx="44375" cy="41000"/>
            </a:xfrm>
            <a:custGeom>
              <a:rect b="b" l="l" r="r" t="t"/>
              <a:pathLst>
                <a:path extrusionOk="0" h="1640" w="1775">
                  <a:moveTo>
                    <a:pt x="916" y="0"/>
                  </a:moveTo>
                  <a:cubicBezTo>
                    <a:pt x="884" y="0"/>
                    <a:pt x="853" y="2"/>
                    <a:pt x="822" y="6"/>
                  </a:cubicBezTo>
                  <a:lnTo>
                    <a:pt x="643" y="53"/>
                  </a:lnTo>
                  <a:cubicBezTo>
                    <a:pt x="595" y="65"/>
                    <a:pt x="548" y="101"/>
                    <a:pt x="512" y="113"/>
                  </a:cubicBezTo>
                  <a:cubicBezTo>
                    <a:pt x="119" y="351"/>
                    <a:pt x="0" y="863"/>
                    <a:pt x="238" y="1244"/>
                  </a:cubicBezTo>
                  <a:cubicBezTo>
                    <a:pt x="345" y="1423"/>
                    <a:pt x="524" y="1542"/>
                    <a:pt x="703" y="1601"/>
                  </a:cubicBezTo>
                  <a:cubicBezTo>
                    <a:pt x="762" y="1613"/>
                    <a:pt x="822" y="1637"/>
                    <a:pt x="881" y="1637"/>
                  </a:cubicBezTo>
                  <a:cubicBezTo>
                    <a:pt x="904" y="1639"/>
                    <a:pt x="926" y="1640"/>
                    <a:pt x="949" y="1640"/>
                  </a:cubicBezTo>
                  <a:cubicBezTo>
                    <a:pt x="1057" y="1640"/>
                    <a:pt x="1164" y="1617"/>
                    <a:pt x="1262" y="1577"/>
                  </a:cubicBezTo>
                  <a:cubicBezTo>
                    <a:pt x="1298" y="1566"/>
                    <a:pt x="1346" y="1542"/>
                    <a:pt x="1369" y="1518"/>
                  </a:cubicBezTo>
                  <a:cubicBezTo>
                    <a:pt x="1381" y="1506"/>
                    <a:pt x="1405" y="1482"/>
                    <a:pt x="1417" y="1482"/>
                  </a:cubicBezTo>
                  <a:cubicBezTo>
                    <a:pt x="1655" y="1304"/>
                    <a:pt x="1774" y="1042"/>
                    <a:pt x="1762" y="756"/>
                  </a:cubicBezTo>
                  <a:cubicBezTo>
                    <a:pt x="1762" y="696"/>
                    <a:pt x="1738" y="637"/>
                    <a:pt x="1727" y="577"/>
                  </a:cubicBezTo>
                  <a:cubicBezTo>
                    <a:pt x="1715" y="518"/>
                    <a:pt x="1679" y="458"/>
                    <a:pt x="1643" y="399"/>
                  </a:cubicBezTo>
                  <a:cubicBezTo>
                    <a:pt x="1483" y="142"/>
                    <a:pt x="1197" y="0"/>
                    <a:pt x="9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p14"/>
            <p:cNvSpPr/>
            <p:nvPr/>
          </p:nvSpPr>
          <p:spPr>
            <a:xfrm>
              <a:off x="5311075" y="3079075"/>
              <a:ext cx="15800" cy="3900"/>
            </a:xfrm>
            <a:custGeom>
              <a:rect b="b" l="l" r="r" t="t"/>
              <a:pathLst>
                <a:path extrusionOk="0" h="156" w="632">
                  <a:moveTo>
                    <a:pt x="346" y="1"/>
                  </a:moveTo>
                  <a:cubicBezTo>
                    <a:pt x="310" y="1"/>
                    <a:pt x="238" y="13"/>
                    <a:pt x="179" y="36"/>
                  </a:cubicBezTo>
                  <a:cubicBezTo>
                    <a:pt x="143" y="48"/>
                    <a:pt x="131" y="48"/>
                    <a:pt x="95" y="60"/>
                  </a:cubicBezTo>
                  <a:cubicBezTo>
                    <a:pt x="60" y="96"/>
                    <a:pt x="24" y="108"/>
                    <a:pt x="0" y="155"/>
                  </a:cubicBezTo>
                  <a:lnTo>
                    <a:pt x="631" y="155"/>
                  </a:lnTo>
                  <a:cubicBezTo>
                    <a:pt x="560" y="60"/>
                    <a:pt x="453" y="1"/>
                    <a:pt x="34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p14"/>
            <p:cNvSpPr/>
            <p:nvPr/>
          </p:nvSpPr>
          <p:spPr>
            <a:xfrm>
              <a:off x="5102400" y="2980750"/>
              <a:ext cx="21475" cy="20375"/>
            </a:xfrm>
            <a:custGeom>
              <a:rect b="b" l="l" r="r" t="t"/>
              <a:pathLst>
                <a:path extrusionOk="0" h="815" w="859">
                  <a:moveTo>
                    <a:pt x="486" y="0"/>
                  </a:moveTo>
                  <a:cubicBezTo>
                    <a:pt x="471" y="0"/>
                    <a:pt x="456" y="2"/>
                    <a:pt x="441" y="5"/>
                  </a:cubicBezTo>
                  <a:cubicBezTo>
                    <a:pt x="370" y="5"/>
                    <a:pt x="287" y="17"/>
                    <a:pt x="227" y="64"/>
                  </a:cubicBezTo>
                  <a:cubicBezTo>
                    <a:pt x="84" y="159"/>
                    <a:pt x="1" y="326"/>
                    <a:pt x="37" y="493"/>
                  </a:cubicBezTo>
                  <a:cubicBezTo>
                    <a:pt x="49" y="540"/>
                    <a:pt x="72" y="588"/>
                    <a:pt x="96" y="624"/>
                  </a:cubicBezTo>
                  <a:cubicBezTo>
                    <a:pt x="108" y="648"/>
                    <a:pt x="108" y="659"/>
                    <a:pt x="132" y="659"/>
                  </a:cubicBezTo>
                  <a:cubicBezTo>
                    <a:pt x="156" y="707"/>
                    <a:pt x="203" y="731"/>
                    <a:pt x="251" y="767"/>
                  </a:cubicBezTo>
                  <a:cubicBezTo>
                    <a:pt x="311" y="790"/>
                    <a:pt x="370" y="814"/>
                    <a:pt x="430" y="814"/>
                  </a:cubicBezTo>
                  <a:cubicBezTo>
                    <a:pt x="501" y="814"/>
                    <a:pt x="584" y="790"/>
                    <a:pt x="668" y="755"/>
                  </a:cubicBezTo>
                  <a:cubicBezTo>
                    <a:pt x="703" y="719"/>
                    <a:pt x="751" y="695"/>
                    <a:pt x="787" y="648"/>
                  </a:cubicBezTo>
                  <a:cubicBezTo>
                    <a:pt x="811" y="600"/>
                    <a:pt x="846" y="540"/>
                    <a:pt x="858" y="493"/>
                  </a:cubicBezTo>
                  <a:cubicBezTo>
                    <a:pt x="858" y="433"/>
                    <a:pt x="858" y="374"/>
                    <a:pt x="846" y="314"/>
                  </a:cubicBezTo>
                  <a:cubicBezTo>
                    <a:pt x="822" y="278"/>
                    <a:pt x="811" y="243"/>
                    <a:pt x="799" y="195"/>
                  </a:cubicBezTo>
                  <a:cubicBezTo>
                    <a:pt x="751" y="124"/>
                    <a:pt x="692" y="64"/>
                    <a:pt x="620" y="40"/>
                  </a:cubicBezTo>
                  <a:cubicBezTo>
                    <a:pt x="575" y="14"/>
                    <a:pt x="531" y="0"/>
                    <a:pt x="48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p14"/>
            <p:cNvSpPr/>
            <p:nvPr/>
          </p:nvSpPr>
          <p:spPr>
            <a:xfrm>
              <a:off x="5251825" y="2953700"/>
              <a:ext cx="16700" cy="14600"/>
            </a:xfrm>
            <a:custGeom>
              <a:rect b="b" l="l" r="r" t="t"/>
              <a:pathLst>
                <a:path extrusionOk="0" h="584" w="668">
                  <a:moveTo>
                    <a:pt x="336" y="1"/>
                  </a:moveTo>
                  <a:cubicBezTo>
                    <a:pt x="282" y="1"/>
                    <a:pt x="227" y="16"/>
                    <a:pt x="179" y="51"/>
                  </a:cubicBezTo>
                  <a:cubicBezTo>
                    <a:pt x="49" y="134"/>
                    <a:pt x="1" y="313"/>
                    <a:pt x="84" y="444"/>
                  </a:cubicBezTo>
                  <a:cubicBezTo>
                    <a:pt x="146" y="536"/>
                    <a:pt x="241" y="583"/>
                    <a:pt x="337" y="583"/>
                  </a:cubicBezTo>
                  <a:cubicBezTo>
                    <a:pt x="390" y="583"/>
                    <a:pt x="442" y="569"/>
                    <a:pt x="489" y="539"/>
                  </a:cubicBezTo>
                  <a:cubicBezTo>
                    <a:pt x="620" y="444"/>
                    <a:pt x="668" y="265"/>
                    <a:pt x="584" y="134"/>
                  </a:cubicBezTo>
                  <a:cubicBezTo>
                    <a:pt x="531" y="50"/>
                    <a:pt x="434" y="1"/>
                    <a:pt x="3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p14"/>
            <p:cNvSpPr/>
            <p:nvPr/>
          </p:nvSpPr>
          <p:spPr>
            <a:xfrm>
              <a:off x="5411075" y="2800425"/>
              <a:ext cx="21175" cy="20450"/>
            </a:xfrm>
            <a:custGeom>
              <a:rect b="b" l="l" r="r" t="t"/>
              <a:pathLst>
                <a:path extrusionOk="0" h="818" w="847">
                  <a:moveTo>
                    <a:pt x="425" y="1"/>
                  </a:moveTo>
                  <a:cubicBezTo>
                    <a:pt x="350" y="1"/>
                    <a:pt x="274" y="20"/>
                    <a:pt x="203" y="62"/>
                  </a:cubicBezTo>
                  <a:cubicBezTo>
                    <a:pt x="179" y="74"/>
                    <a:pt x="144" y="98"/>
                    <a:pt x="120" y="133"/>
                  </a:cubicBezTo>
                  <a:cubicBezTo>
                    <a:pt x="72" y="181"/>
                    <a:pt x="48" y="241"/>
                    <a:pt x="25" y="300"/>
                  </a:cubicBezTo>
                  <a:cubicBezTo>
                    <a:pt x="25" y="312"/>
                    <a:pt x="25" y="324"/>
                    <a:pt x="13" y="324"/>
                  </a:cubicBezTo>
                  <a:cubicBezTo>
                    <a:pt x="1" y="383"/>
                    <a:pt x="1" y="443"/>
                    <a:pt x="13" y="503"/>
                  </a:cubicBezTo>
                  <a:cubicBezTo>
                    <a:pt x="25" y="550"/>
                    <a:pt x="48" y="586"/>
                    <a:pt x="60" y="622"/>
                  </a:cubicBezTo>
                  <a:cubicBezTo>
                    <a:pt x="72" y="657"/>
                    <a:pt x="108" y="681"/>
                    <a:pt x="120" y="705"/>
                  </a:cubicBezTo>
                  <a:cubicBezTo>
                    <a:pt x="167" y="741"/>
                    <a:pt x="227" y="776"/>
                    <a:pt x="263" y="788"/>
                  </a:cubicBezTo>
                  <a:cubicBezTo>
                    <a:pt x="312" y="808"/>
                    <a:pt x="362" y="818"/>
                    <a:pt x="411" y="818"/>
                  </a:cubicBezTo>
                  <a:cubicBezTo>
                    <a:pt x="479" y="818"/>
                    <a:pt x="546" y="799"/>
                    <a:pt x="608" y="764"/>
                  </a:cubicBezTo>
                  <a:cubicBezTo>
                    <a:pt x="620" y="741"/>
                    <a:pt x="656" y="729"/>
                    <a:pt x="667" y="717"/>
                  </a:cubicBezTo>
                  <a:cubicBezTo>
                    <a:pt x="739" y="669"/>
                    <a:pt x="787" y="622"/>
                    <a:pt x="798" y="562"/>
                  </a:cubicBezTo>
                  <a:cubicBezTo>
                    <a:pt x="846" y="443"/>
                    <a:pt x="846" y="312"/>
                    <a:pt x="775" y="193"/>
                  </a:cubicBezTo>
                  <a:cubicBezTo>
                    <a:pt x="697" y="69"/>
                    <a:pt x="564" y="1"/>
                    <a:pt x="4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p14"/>
            <p:cNvSpPr/>
            <p:nvPr/>
          </p:nvSpPr>
          <p:spPr>
            <a:xfrm>
              <a:off x="5081275" y="2588800"/>
              <a:ext cx="22950" cy="20300"/>
            </a:xfrm>
            <a:custGeom>
              <a:rect b="b" l="l" r="r" t="t"/>
              <a:pathLst>
                <a:path extrusionOk="0" h="812" w="918">
                  <a:moveTo>
                    <a:pt x="476" y="0"/>
                  </a:moveTo>
                  <a:cubicBezTo>
                    <a:pt x="403" y="0"/>
                    <a:pt x="329" y="20"/>
                    <a:pt x="263" y="62"/>
                  </a:cubicBezTo>
                  <a:cubicBezTo>
                    <a:pt x="60" y="181"/>
                    <a:pt x="1" y="431"/>
                    <a:pt x="120" y="621"/>
                  </a:cubicBezTo>
                  <a:cubicBezTo>
                    <a:pt x="155" y="681"/>
                    <a:pt x="203" y="728"/>
                    <a:pt x="263" y="752"/>
                  </a:cubicBezTo>
                  <a:cubicBezTo>
                    <a:pt x="322" y="788"/>
                    <a:pt x="358" y="812"/>
                    <a:pt x="441" y="812"/>
                  </a:cubicBezTo>
                  <a:lnTo>
                    <a:pt x="536" y="812"/>
                  </a:lnTo>
                  <a:cubicBezTo>
                    <a:pt x="584" y="776"/>
                    <a:pt x="644" y="752"/>
                    <a:pt x="703" y="728"/>
                  </a:cubicBezTo>
                  <a:cubicBezTo>
                    <a:pt x="739" y="717"/>
                    <a:pt x="751" y="693"/>
                    <a:pt x="763" y="681"/>
                  </a:cubicBezTo>
                  <a:cubicBezTo>
                    <a:pt x="810" y="633"/>
                    <a:pt x="834" y="574"/>
                    <a:pt x="870" y="538"/>
                  </a:cubicBezTo>
                  <a:cubicBezTo>
                    <a:pt x="917" y="419"/>
                    <a:pt x="894" y="300"/>
                    <a:pt x="822" y="193"/>
                  </a:cubicBezTo>
                  <a:cubicBezTo>
                    <a:pt x="745" y="69"/>
                    <a:pt x="612" y="0"/>
                    <a:pt x="47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p14"/>
            <p:cNvSpPr/>
            <p:nvPr/>
          </p:nvSpPr>
          <p:spPr>
            <a:xfrm>
              <a:off x="5522700" y="2742050"/>
              <a:ext cx="24425" cy="23250"/>
            </a:xfrm>
            <a:custGeom>
              <a:rect b="b" l="l" r="r" t="t"/>
              <a:pathLst>
                <a:path extrusionOk="0" h="930" w="977">
                  <a:moveTo>
                    <a:pt x="525" y="0"/>
                  </a:moveTo>
                  <a:cubicBezTo>
                    <a:pt x="442" y="0"/>
                    <a:pt x="359" y="24"/>
                    <a:pt x="286" y="75"/>
                  </a:cubicBezTo>
                  <a:cubicBezTo>
                    <a:pt x="72" y="206"/>
                    <a:pt x="1" y="492"/>
                    <a:pt x="132" y="706"/>
                  </a:cubicBezTo>
                  <a:cubicBezTo>
                    <a:pt x="216" y="853"/>
                    <a:pt x="367" y="930"/>
                    <a:pt x="523" y="930"/>
                  </a:cubicBezTo>
                  <a:cubicBezTo>
                    <a:pt x="608" y="930"/>
                    <a:pt x="695" y="907"/>
                    <a:pt x="774" y="861"/>
                  </a:cubicBezTo>
                  <a:cubicBezTo>
                    <a:pt x="786" y="861"/>
                    <a:pt x="786" y="849"/>
                    <a:pt x="798" y="849"/>
                  </a:cubicBezTo>
                  <a:cubicBezTo>
                    <a:pt x="834" y="813"/>
                    <a:pt x="858" y="778"/>
                    <a:pt x="905" y="718"/>
                  </a:cubicBezTo>
                  <a:cubicBezTo>
                    <a:pt x="965" y="623"/>
                    <a:pt x="977" y="504"/>
                    <a:pt x="965" y="385"/>
                  </a:cubicBezTo>
                  <a:cubicBezTo>
                    <a:pt x="953" y="325"/>
                    <a:pt x="941" y="278"/>
                    <a:pt x="905" y="218"/>
                  </a:cubicBezTo>
                  <a:lnTo>
                    <a:pt x="905" y="206"/>
                  </a:lnTo>
                  <a:cubicBezTo>
                    <a:pt x="821" y="76"/>
                    <a:pt x="674" y="0"/>
                    <a:pt x="52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p14"/>
            <p:cNvSpPr/>
            <p:nvPr/>
          </p:nvSpPr>
          <p:spPr>
            <a:xfrm>
              <a:off x="5589975" y="2916675"/>
              <a:ext cx="17875" cy="16275"/>
            </a:xfrm>
            <a:custGeom>
              <a:rect b="b" l="l" r="r" t="t"/>
              <a:pathLst>
                <a:path extrusionOk="0" h="651" w="715">
                  <a:moveTo>
                    <a:pt x="368" y="1"/>
                  </a:moveTo>
                  <a:cubicBezTo>
                    <a:pt x="286" y="1"/>
                    <a:pt x="195" y="37"/>
                    <a:pt x="119" y="103"/>
                  </a:cubicBezTo>
                  <a:lnTo>
                    <a:pt x="72" y="139"/>
                  </a:lnTo>
                  <a:cubicBezTo>
                    <a:pt x="48" y="174"/>
                    <a:pt x="48" y="222"/>
                    <a:pt x="36" y="258"/>
                  </a:cubicBezTo>
                  <a:cubicBezTo>
                    <a:pt x="0" y="377"/>
                    <a:pt x="60" y="520"/>
                    <a:pt x="167" y="591"/>
                  </a:cubicBezTo>
                  <a:lnTo>
                    <a:pt x="179" y="603"/>
                  </a:lnTo>
                  <a:cubicBezTo>
                    <a:pt x="227" y="639"/>
                    <a:pt x="286" y="651"/>
                    <a:pt x="346" y="651"/>
                  </a:cubicBezTo>
                  <a:cubicBezTo>
                    <a:pt x="417" y="651"/>
                    <a:pt x="489" y="639"/>
                    <a:pt x="548" y="591"/>
                  </a:cubicBezTo>
                  <a:cubicBezTo>
                    <a:pt x="596" y="591"/>
                    <a:pt x="631" y="555"/>
                    <a:pt x="643" y="508"/>
                  </a:cubicBezTo>
                  <a:cubicBezTo>
                    <a:pt x="655" y="496"/>
                    <a:pt x="655" y="484"/>
                    <a:pt x="667" y="460"/>
                  </a:cubicBezTo>
                  <a:cubicBezTo>
                    <a:pt x="715" y="341"/>
                    <a:pt x="691" y="186"/>
                    <a:pt x="596" y="103"/>
                  </a:cubicBezTo>
                  <a:cubicBezTo>
                    <a:pt x="584" y="79"/>
                    <a:pt x="572" y="67"/>
                    <a:pt x="536" y="55"/>
                  </a:cubicBezTo>
                  <a:cubicBezTo>
                    <a:pt x="512" y="44"/>
                    <a:pt x="465" y="20"/>
                    <a:pt x="429" y="8"/>
                  </a:cubicBezTo>
                  <a:cubicBezTo>
                    <a:pt x="410" y="3"/>
                    <a:pt x="389" y="1"/>
                    <a:pt x="36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p14"/>
            <p:cNvSpPr/>
            <p:nvPr/>
          </p:nvSpPr>
          <p:spPr>
            <a:xfrm>
              <a:off x="5193500" y="2984600"/>
              <a:ext cx="9250" cy="8725"/>
            </a:xfrm>
            <a:custGeom>
              <a:rect b="b" l="l" r="r" t="t"/>
              <a:pathLst>
                <a:path extrusionOk="0" h="349" w="370">
                  <a:moveTo>
                    <a:pt x="180" y="1"/>
                  </a:moveTo>
                  <a:cubicBezTo>
                    <a:pt x="158" y="1"/>
                    <a:pt x="138" y="6"/>
                    <a:pt x="119" y="17"/>
                  </a:cubicBezTo>
                  <a:cubicBezTo>
                    <a:pt x="119" y="17"/>
                    <a:pt x="96" y="17"/>
                    <a:pt x="96" y="29"/>
                  </a:cubicBezTo>
                  <a:cubicBezTo>
                    <a:pt x="24" y="77"/>
                    <a:pt x="0" y="160"/>
                    <a:pt x="36" y="255"/>
                  </a:cubicBezTo>
                  <a:lnTo>
                    <a:pt x="36" y="267"/>
                  </a:lnTo>
                  <a:cubicBezTo>
                    <a:pt x="77" y="316"/>
                    <a:pt x="134" y="349"/>
                    <a:pt x="194" y="349"/>
                  </a:cubicBezTo>
                  <a:cubicBezTo>
                    <a:pt x="221" y="349"/>
                    <a:pt x="248" y="342"/>
                    <a:pt x="274" y="327"/>
                  </a:cubicBezTo>
                  <a:cubicBezTo>
                    <a:pt x="310" y="315"/>
                    <a:pt x="322" y="303"/>
                    <a:pt x="334" y="267"/>
                  </a:cubicBezTo>
                  <a:cubicBezTo>
                    <a:pt x="346" y="255"/>
                    <a:pt x="346" y="244"/>
                    <a:pt x="346" y="220"/>
                  </a:cubicBezTo>
                  <a:cubicBezTo>
                    <a:pt x="369" y="184"/>
                    <a:pt x="346" y="136"/>
                    <a:pt x="334" y="89"/>
                  </a:cubicBezTo>
                  <a:cubicBezTo>
                    <a:pt x="334" y="77"/>
                    <a:pt x="322" y="77"/>
                    <a:pt x="322" y="77"/>
                  </a:cubicBezTo>
                  <a:cubicBezTo>
                    <a:pt x="281" y="28"/>
                    <a:pt x="228" y="1"/>
                    <a:pt x="18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p14"/>
            <p:cNvSpPr/>
            <p:nvPr/>
          </p:nvSpPr>
          <p:spPr>
            <a:xfrm>
              <a:off x="5617950" y="2840125"/>
              <a:ext cx="23550" cy="21200"/>
            </a:xfrm>
            <a:custGeom>
              <a:rect b="b" l="l" r="r" t="t"/>
              <a:pathLst>
                <a:path extrusionOk="0" h="848" w="942">
                  <a:moveTo>
                    <a:pt x="468" y="1"/>
                  </a:moveTo>
                  <a:cubicBezTo>
                    <a:pt x="402" y="1"/>
                    <a:pt x="334" y="16"/>
                    <a:pt x="263" y="46"/>
                  </a:cubicBezTo>
                  <a:cubicBezTo>
                    <a:pt x="251" y="46"/>
                    <a:pt x="251" y="69"/>
                    <a:pt x="239" y="69"/>
                  </a:cubicBezTo>
                  <a:cubicBezTo>
                    <a:pt x="191" y="93"/>
                    <a:pt x="143" y="129"/>
                    <a:pt x="120" y="165"/>
                  </a:cubicBezTo>
                  <a:cubicBezTo>
                    <a:pt x="12" y="308"/>
                    <a:pt x="1" y="498"/>
                    <a:pt x="108" y="641"/>
                  </a:cubicBezTo>
                  <a:cubicBezTo>
                    <a:pt x="143" y="736"/>
                    <a:pt x="227" y="784"/>
                    <a:pt x="310" y="820"/>
                  </a:cubicBezTo>
                  <a:cubicBezTo>
                    <a:pt x="362" y="837"/>
                    <a:pt x="408" y="848"/>
                    <a:pt x="453" y="848"/>
                  </a:cubicBezTo>
                  <a:cubicBezTo>
                    <a:pt x="469" y="848"/>
                    <a:pt x="485" y="847"/>
                    <a:pt x="501" y="843"/>
                  </a:cubicBezTo>
                  <a:cubicBezTo>
                    <a:pt x="560" y="843"/>
                    <a:pt x="620" y="808"/>
                    <a:pt x="679" y="784"/>
                  </a:cubicBezTo>
                  <a:cubicBezTo>
                    <a:pt x="882" y="665"/>
                    <a:pt x="941" y="403"/>
                    <a:pt x="822" y="200"/>
                  </a:cubicBezTo>
                  <a:cubicBezTo>
                    <a:pt x="822" y="188"/>
                    <a:pt x="798" y="165"/>
                    <a:pt x="798" y="165"/>
                  </a:cubicBezTo>
                  <a:cubicBezTo>
                    <a:pt x="763" y="105"/>
                    <a:pt x="715" y="81"/>
                    <a:pt x="655" y="46"/>
                  </a:cubicBezTo>
                  <a:cubicBezTo>
                    <a:pt x="596" y="16"/>
                    <a:pt x="533" y="1"/>
                    <a:pt x="46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3" name="Google Shape;1623;p14"/>
          <p:cNvGrpSpPr/>
          <p:nvPr/>
        </p:nvGrpSpPr>
        <p:grpSpPr>
          <a:xfrm flipH="1" rot="10800000">
            <a:off x="7049796" y="145"/>
            <a:ext cx="2094212" cy="1053578"/>
            <a:chOff x="4905075" y="2588800"/>
            <a:chExt cx="982875" cy="494475"/>
          </a:xfrm>
        </p:grpSpPr>
        <p:sp>
          <p:nvSpPr>
            <p:cNvPr id="1624" name="Google Shape;1624;p14"/>
            <p:cNvSpPr/>
            <p:nvPr/>
          </p:nvSpPr>
          <p:spPr>
            <a:xfrm>
              <a:off x="5082475" y="3000200"/>
              <a:ext cx="30675" cy="83075"/>
            </a:xfrm>
            <a:custGeom>
              <a:rect b="b" l="l" r="r" t="t"/>
              <a:pathLst>
                <a:path extrusionOk="0" h="3323" w="1227">
                  <a:moveTo>
                    <a:pt x="1048" y="1"/>
                  </a:moveTo>
                  <a:lnTo>
                    <a:pt x="0" y="3322"/>
                  </a:lnTo>
                  <a:lnTo>
                    <a:pt x="191" y="3322"/>
                  </a:lnTo>
                  <a:lnTo>
                    <a:pt x="1227" y="48"/>
                  </a:lnTo>
                  <a:cubicBezTo>
                    <a:pt x="1167" y="48"/>
                    <a:pt x="1108" y="36"/>
                    <a:pt x="1048"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5" name="Google Shape;1625;p14"/>
            <p:cNvSpPr/>
            <p:nvPr/>
          </p:nvSpPr>
          <p:spPr>
            <a:xfrm>
              <a:off x="4905075" y="3083250"/>
              <a:ext cx="300" cy="25"/>
            </a:xfrm>
            <a:custGeom>
              <a:rect b="b" l="l" r="r" t="t"/>
              <a:pathLst>
                <a:path extrusionOk="0" fill="none" h="1" w="12">
                  <a:moveTo>
                    <a:pt x="12" y="0"/>
                  </a:moveTo>
                  <a:lnTo>
                    <a:pt x="0" y="0"/>
                  </a:lnTo>
                </a:path>
              </a:pathLst>
            </a:cu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6" name="Google Shape;1626;p14"/>
            <p:cNvSpPr/>
            <p:nvPr/>
          </p:nvSpPr>
          <p:spPr>
            <a:xfrm>
              <a:off x="5122050" y="2993050"/>
              <a:ext cx="87550" cy="45875"/>
            </a:xfrm>
            <a:custGeom>
              <a:rect b="b" l="l" r="r" t="t"/>
              <a:pathLst>
                <a:path extrusionOk="0" h="1835" w="3502">
                  <a:moveTo>
                    <a:pt x="72" y="1"/>
                  </a:moveTo>
                  <a:cubicBezTo>
                    <a:pt x="60" y="60"/>
                    <a:pt x="36" y="108"/>
                    <a:pt x="1" y="156"/>
                  </a:cubicBezTo>
                  <a:lnTo>
                    <a:pt x="3501" y="1834"/>
                  </a:lnTo>
                  <a:lnTo>
                    <a:pt x="3442" y="1608"/>
                  </a:lnTo>
                  <a:lnTo>
                    <a:pt x="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p14"/>
            <p:cNvSpPr/>
            <p:nvPr/>
          </p:nvSpPr>
          <p:spPr>
            <a:xfrm>
              <a:off x="5213425" y="3035925"/>
              <a:ext cx="97675" cy="47050"/>
            </a:xfrm>
            <a:custGeom>
              <a:rect b="b" l="l" r="r" t="t"/>
              <a:pathLst>
                <a:path extrusionOk="0" h="1882" w="3907">
                  <a:moveTo>
                    <a:pt x="1" y="0"/>
                  </a:moveTo>
                  <a:lnTo>
                    <a:pt x="61" y="227"/>
                  </a:lnTo>
                  <a:lnTo>
                    <a:pt x="3501" y="1881"/>
                  </a:lnTo>
                  <a:lnTo>
                    <a:pt x="3906" y="1881"/>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p14"/>
            <p:cNvSpPr/>
            <p:nvPr/>
          </p:nvSpPr>
          <p:spPr>
            <a:xfrm>
              <a:off x="4919950" y="2993050"/>
              <a:ext cx="185175" cy="90225"/>
            </a:xfrm>
            <a:custGeom>
              <a:rect b="b" l="l" r="r" t="t"/>
              <a:pathLst>
                <a:path extrusionOk="0" h="3609" w="7407">
                  <a:moveTo>
                    <a:pt x="7335" y="1"/>
                  </a:moveTo>
                  <a:lnTo>
                    <a:pt x="0" y="3608"/>
                  </a:lnTo>
                  <a:lnTo>
                    <a:pt x="417" y="3608"/>
                  </a:lnTo>
                  <a:lnTo>
                    <a:pt x="7406" y="179"/>
                  </a:lnTo>
                  <a:cubicBezTo>
                    <a:pt x="7394" y="167"/>
                    <a:pt x="7394" y="156"/>
                    <a:pt x="7382" y="156"/>
                  </a:cubicBezTo>
                  <a:cubicBezTo>
                    <a:pt x="7370" y="96"/>
                    <a:pt x="7347" y="48"/>
                    <a:pt x="733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p14"/>
            <p:cNvSpPr/>
            <p:nvPr/>
          </p:nvSpPr>
          <p:spPr>
            <a:xfrm>
              <a:off x="4909525" y="2607000"/>
              <a:ext cx="182500" cy="476275"/>
            </a:xfrm>
            <a:custGeom>
              <a:rect b="b" l="l" r="r" t="t"/>
              <a:pathLst>
                <a:path extrusionOk="0" h="19051" w="7300">
                  <a:moveTo>
                    <a:pt x="7121" y="0"/>
                  </a:moveTo>
                  <a:lnTo>
                    <a:pt x="1" y="19050"/>
                  </a:lnTo>
                  <a:lnTo>
                    <a:pt x="191" y="19050"/>
                  </a:lnTo>
                  <a:lnTo>
                    <a:pt x="7299" y="60"/>
                  </a:lnTo>
                  <a:cubicBezTo>
                    <a:pt x="7240" y="48"/>
                    <a:pt x="7192" y="24"/>
                    <a:pt x="712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p14"/>
            <p:cNvSpPr/>
            <p:nvPr/>
          </p:nvSpPr>
          <p:spPr>
            <a:xfrm>
              <a:off x="5113425" y="2823400"/>
              <a:ext cx="33075" cy="158075"/>
            </a:xfrm>
            <a:custGeom>
              <a:rect b="b" l="l" r="r" t="t"/>
              <a:pathLst>
                <a:path extrusionOk="0" h="6323" w="1323">
                  <a:moveTo>
                    <a:pt x="1143" y="0"/>
                  </a:moveTo>
                  <a:lnTo>
                    <a:pt x="0" y="6299"/>
                  </a:lnTo>
                  <a:cubicBezTo>
                    <a:pt x="60" y="6299"/>
                    <a:pt x="120" y="6311"/>
                    <a:pt x="179" y="6322"/>
                  </a:cubicBezTo>
                  <a:lnTo>
                    <a:pt x="1322" y="36"/>
                  </a:lnTo>
                  <a:cubicBezTo>
                    <a:pt x="1263" y="36"/>
                    <a:pt x="1203" y="24"/>
                    <a:pt x="114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1" name="Google Shape;1631;p14"/>
            <p:cNvSpPr/>
            <p:nvPr/>
          </p:nvSpPr>
          <p:spPr>
            <a:xfrm>
              <a:off x="5201525" y="2989775"/>
              <a:ext cx="925" cy="1225"/>
            </a:xfrm>
            <a:custGeom>
              <a:rect b="b" l="l" r="r" t="t"/>
              <a:pathLst>
                <a:path extrusionOk="0" h="49" w="37">
                  <a:moveTo>
                    <a:pt x="13" y="1"/>
                  </a:moveTo>
                  <a:cubicBezTo>
                    <a:pt x="13" y="13"/>
                    <a:pt x="1" y="37"/>
                    <a:pt x="1" y="48"/>
                  </a:cubicBezTo>
                  <a:lnTo>
                    <a:pt x="36" y="48"/>
                  </a:lnTo>
                  <a:lnTo>
                    <a:pt x="1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p14"/>
            <p:cNvSpPr/>
            <p:nvPr/>
          </p:nvSpPr>
          <p:spPr>
            <a:xfrm>
              <a:off x="5156275" y="2820425"/>
              <a:ext cx="44975" cy="165800"/>
            </a:xfrm>
            <a:custGeom>
              <a:rect b="b" l="l" r="r" t="t"/>
              <a:pathLst>
                <a:path extrusionOk="0" h="6632" w="1799">
                  <a:moveTo>
                    <a:pt x="144" y="0"/>
                  </a:moveTo>
                  <a:cubicBezTo>
                    <a:pt x="132" y="24"/>
                    <a:pt x="120" y="36"/>
                    <a:pt x="96" y="36"/>
                  </a:cubicBezTo>
                  <a:cubicBezTo>
                    <a:pt x="72" y="48"/>
                    <a:pt x="25" y="84"/>
                    <a:pt x="1" y="95"/>
                  </a:cubicBezTo>
                  <a:lnTo>
                    <a:pt x="1608" y="6584"/>
                  </a:lnTo>
                  <a:cubicBezTo>
                    <a:pt x="1627" y="6573"/>
                    <a:pt x="1649" y="6568"/>
                    <a:pt x="1671" y="6568"/>
                  </a:cubicBezTo>
                  <a:cubicBezTo>
                    <a:pt x="1718" y="6568"/>
                    <a:pt x="1766" y="6591"/>
                    <a:pt x="1799" y="6632"/>
                  </a:cubicBezTo>
                  <a:lnTo>
                    <a:pt x="156" y="48"/>
                  </a:lnTo>
                  <a:cubicBezTo>
                    <a:pt x="156" y="36"/>
                    <a:pt x="144" y="12"/>
                    <a:pt x="14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14"/>
            <p:cNvSpPr/>
            <p:nvPr/>
          </p:nvSpPr>
          <p:spPr>
            <a:xfrm>
              <a:off x="5198850" y="2995450"/>
              <a:ext cx="26525" cy="87825"/>
            </a:xfrm>
            <a:custGeom>
              <a:rect b="b" l="l" r="r" t="t"/>
              <a:pathLst>
                <a:path extrusionOk="0" h="3513" w="1061">
                  <a:moveTo>
                    <a:pt x="1" y="0"/>
                  </a:moveTo>
                  <a:lnTo>
                    <a:pt x="382" y="1512"/>
                  </a:lnTo>
                  <a:lnTo>
                    <a:pt x="441" y="1750"/>
                  </a:lnTo>
                  <a:lnTo>
                    <a:pt x="870" y="3512"/>
                  </a:lnTo>
                  <a:lnTo>
                    <a:pt x="1060" y="3512"/>
                  </a:lnTo>
                  <a:lnTo>
                    <a:pt x="644" y="1857"/>
                  </a:lnTo>
                  <a:lnTo>
                    <a:pt x="584" y="1619"/>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14"/>
            <p:cNvSpPr/>
            <p:nvPr/>
          </p:nvSpPr>
          <p:spPr>
            <a:xfrm>
              <a:off x="5123550" y="2988600"/>
              <a:ext cx="175625" cy="8950"/>
            </a:xfrm>
            <a:custGeom>
              <a:rect b="b" l="l" r="r" t="t"/>
              <a:pathLst>
                <a:path extrusionOk="0" h="358" w="7025">
                  <a:moveTo>
                    <a:pt x="0" y="0"/>
                  </a:moveTo>
                  <a:lnTo>
                    <a:pt x="0" y="0"/>
                  </a:lnTo>
                  <a:cubicBezTo>
                    <a:pt x="12" y="60"/>
                    <a:pt x="12" y="119"/>
                    <a:pt x="0" y="179"/>
                  </a:cubicBezTo>
                  <a:lnTo>
                    <a:pt x="24" y="179"/>
                  </a:lnTo>
                  <a:lnTo>
                    <a:pt x="3001" y="262"/>
                  </a:lnTo>
                  <a:lnTo>
                    <a:pt x="3191" y="262"/>
                  </a:lnTo>
                  <a:lnTo>
                    <a:pt x="6989" y="357"/>
                  </a:lnTo>
                  <a:lnTo>
                    <a:pt x="6977" y="286"/>
                  </a:lnTo>
                  <a:lnTo>
                    <a:pt x="6977" y="274"/>
                  </a:lnTo>
                  <a:lnTo>
                    <a:pt x="6977" y="262"/>
                  </a:lnTo>
                  <a:lnTo>
                    <a:pt x="6977" y="238"/>
                  </a:lnTo>
                  <a:lnTo>
                    <a:pt x="6977" y="226"/>
                  </a:lnTo>
                  <a:cubicBezTo>
                    <a:pt x="6977" y="226"/>
                    <a:pt x="6977" y="215"/>
                    <a:pt x="6989" y="215"/>
                  </a:cubicBezTo>
                  <a:lnTo>
                    <a:pt x="7025" y="167"/>
                  </a:lnTo>
                  <a:lnTo>
                    <a:pt x="3155" y="60"/>
                  </a:lnTo>
                  <a:lnTo>
                    <a:pt x="3120" y="95"/>
                  </a:lnTo>
                  <a:cubicBezTo>
                    <a:pt x="3108" y="119"/>
                    <a:pt x="3096" y="131"/>
                    <a:pt x="3060" y="155"/>
                  </a:cubicBezTo>
                  <a:cubicBezTo>
                    <a:pt x="3038" y="166"/>
                    <a:pt x="3013" y="171"/>
                    <a:pt x="2986" y="171"/>
                  </a:cubicBezTo>
                  <a:cubicBezTo>
                    <a:pt x="2927" y="171"/>
                    <a:pt x="2863" y="145"/>
                    <a:pt x="2822" y="95"/>
                  </a:cubicBezTo>
                  <a:lnTo>
                    <a:pt x="2822" y="72"/>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p14"/>
            <p:cNvSpPr/>
            <p:nvPr/>
          </p:nvSpPr>
          <p:spPr>
            <a:xfrm>
              <a:off x="5302725" y="2995150"/>
              <a:ext cx="138750" cy="88125"/>
            </a:xfrm>
            <a:custGeom>
              <a:rect b="b" l="l" r="r" t="t"/>
              <a:pathLst>
                <a:path extrusionOk="0" h="3525" w="5550">
                  <a:moveTo>
                    <a:pt x="37" y="0"/>
                  </a:moveTo>
                  <a:lnTo>
                    <a:pt x="1" y="36"/>
                  </a:lnTo>
                  <a:lnTo>
                    <a:pt x="37" y="214"/>
                  </a:lnTo>
                  <a:lnTo>
                    <a:pt x="5216" y="3524"/>
                  </a:lnTo>
                  <a:lnTo>
                    <a:pt x="5549" y="3524"/>
                  </a:lnTo>
                  <a:lnTo>
                    <a:pt x="3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p14"/>
            <p:cNvSpPr/>
            <p:nvPr/>
          </p:nvSpPr>
          <p:spPr>
            <a:xfrm>
              <a:off x="5297675" y="2995725"/>
              <a:ext cx="21750" cy="84275"/>
            </a:xfrm>
            <a:custGeom>
              <a:rect b="b" l="l" r="r" t="t"/>
              <a:pathLst>
                <a:path extrusionOk="0" h="3371" w="870">
                  <a:moveTo>
                    <a:pt x="191" y="1"/>
                  </a:moveTo>
                  <a:lnTo>
                    <a:pt x="179" y="49"/>
                  </a:lnTo>
                  <a:cubicBezTo>
                    <a:pt x="156" y="72"/>
                    <a:pt x="122" y="90"/>
                    <a:pt x="89" y="90"/>
                  </a:cubicBezTo>
                  <a:cubicBezTo>
                    <a:pt x="71" y="90"/>
                    <a:pt x="53" y="85"/>
                    <a:pt x="36" y="72"/>
                  </a:cubicBezTo>
                  <a:cubicBezTo>
                    <a:pt x="12" y="60"/>
                    <a:pt x="12" y="37"/>
                    <a:pt x="0" y="13"/>
                  </a:cubicBezTo>
                  <a:lnTo>
                    <a:pt x="0" y="13"/>
                  </a:lnTo>
                  <a:lnTo>
                    <a:pt x="12" y="96"/>
                  </a:lnTo>
                  <a:lnTo>
                    <a:pt x="691" y="3370"/>
                  </a:lnTo>
                  <a:cubicBezTo>
                    <a:pt x="751" y="3335"/>
                    <a:pt x="810" y="3335"/>
                    <a:pt x="870" y="3335"/>
                  </a:cubicBezTo>
                  <a:lnTo>
                    <a:pt x="215" y="180"/>
                  </a:lnTo>
                  <a:lnTo>
                    <a:pt x="19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14"/>
            <p:cNvSpPr/>
            <p:nvPr/>
          </p:nvSpPr>
          <p:spPr>
            <a:xfrm>
              <a:off x="5349175" y="2817450"/>
              <a:ext cx="69375" cy="103300"/>
            </a:xfrm>
            <a:custGeom>
              <a:rect b="b" l="l" r="r" t="t"/>
              <a:pathLst>
                <a:path extrusionOk="0" h="4132" w="2775">
                  <a:moveTo>
                    <a:pt x="2620" y="0"/>
                  </a:moveTo>
                  <a:lnTo>
                    <a:pt x="0" y="3977"/>
                  </a:lnTo>
                  <a:lnTo>
                    <a:pt x="119" y="4132"/>
                  </a:lnTo>
                  <a:lnTo>
                    <a:pt x="2774" y="95"/>
                  </a:lnTo>
                  <a:cubicBezTo>
                    <a:pt x="2715" y="72"/>
                    <a:pt x="2667" y="36"/>
                    <a:pt x="26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14"/>
            <p:cNvSpPr/>
            <p:nvPr/>
          </p:nvSpPr>
          <p:spPr>
            <a:xfrm>
              <a:off x="5297975" y="2921625"/>
              <a:ext cx="51825" cy="76825"/>
            </a:xfrm>
            <a:custGeom>
              <a:rect b="b" l="l" r="r" t="t"/>
              <a:pathLst>
                <a:path extrusionOk="0" h="3073" w="2073">
                  <a:moveTo>
                    <a:pt x="1953" y="0"/>
                  </a:moveTo>
                  <a:lnTo>
                    <a:pt x="48" y="2882"/>
                  </a:lnTo>
                  <a:lnTo>
                    <a:pt x="12" y="2917"/>
                  </a:lnTo>
                  <a:cubicBezTo>
                    <a:pt x="12" y="2917"/>
                    <a:pt x="12" y="2941"/>
                    <a:pt x="0" y="2941"/>
                  </a:cubicBezTo>
                  <a:lnTo>
                    <a:pt x="0" y="2953"/>
                  </a:lnTo>
                  <a:lnTo>
                    <a:pt x="0" y="2965"/>
                  </a:lnTo>
                  <a:lnTo>
                    <a:pt x="0" y="2977"/>
                  </a:lnTo>
                  <a:lnTo>
                    <a:pt x="0" y="3001"/>
                  </a:lnTo>
                  <a:cubicBezTo>
                    <a:pt x="0" y="3024"/>
                    <a:pt x="12" y="3036"/>
                    <a:pt x="48" y="3060"/>
                  </a:cubicBezTo>
                  <a:cubicBezTo>
                    <a:pt x="60" y="3068"/>
                    <a:pt x="74" y="3072"/>
                    <a:pt x="90" y="3072"/>
                  </a:cubicBezTo>
                  <a:cubicBezTo>
                    <a:pt x="121" y="3072"/>
                    <a:pt x="155" y="3056"/>
                    <a:pt x="179" y="3024"/>
                  </a:cubicBezTo>
                  <a:lnTo>
                    <a:pt x="191" y="2989"/>
                  </a:lnTo>
                  <a:lnTo>
                    <a:pt x="227" y="2953"/>
                  </a:lnTo>
                  <a:lnTo>
                    <a:pt x="2072" y="155"/>
                  </a:lnTo>
                  <a:lnTo>
                    <a:pt x="195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p14"/>
            <p:cNvSpPr/>
            <p:nvPr/>
          </p:nvSpPr>
          <p:spPr>
            <a:xfrm>
              <a:off x="5247975" y="2787475"/>
              <a:ext cx="2700" cy="1425"/>
            </a:xfrm>
            <a:custGeom>
              <a:rect b="b" l="l" r="r" t="t"/>
              <a:pathLst>
                <a:path extrusionOk="0" h="57" w="108">
                  <a:moveTo>
                    <a:pt x="48" y="1"/>
                  </a:moveTo>
                  <a:cubicBezTo>
                    <a:pt x="32" y="1"/>
                    <a:pt x="15" y="4"/>
                    <a:pt x="0" y="8"/>
                  </a:cubicBezTo>
                  <a:lnTo>
                    <a:pt x="48" y="56"/>
                  </a:lnTo>
                  <a:cubicBezTo>
                    <a:pt x="60" y="44"/>
                    <a:pt x="95" y="44"/>
                    <a:pt x="107" y="20"/>
                  </a:cubicBezTo>
                  <a:cubicBezTo>
                    <a:pt x="93" y="6"/>
                    <a:pt x="71" y="1"/>
                    <a:pt x="48"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p14"/>
            <p:cNvSpPr/>
            <p:nvPr/>
          </p:nvSpPr>
          <p:spPr>
            <a:xfrm>
              <a:off x="5264925" y="2810300"/>
              <a:ext cx="211375" cy="272375"/>
            </a:xfrm>
            <a:custGeom>
              <a:rect b="b" l="l" r="r" t="t"/>
              <a:pathLst>
                <a:path extrusionOk="0" h="10895" w="8455">
                  <a:moveTo>
                    <a:pt x="132" y="0"/>
                  </a:moveTo>
                  <a:cubicBezTo>
                    <a:pt x="84" y="48"/>
                    <a:pt x="36" y="96"/>
                    <a:pt x="1" y="119"/>
                  </a:cubicBezTo>
                  <a:lnTo>
                    <a:pt x="3287" y="4429"/>
                  </a:lnTo>
                  <a:lnTo>
                    <a:pt x="3406" y="4572"/>
                  </a:lnTo>
                  <a:lnTo>
                    <a:pt x="8228" y="10895"/>
                  </a:lnTo>
                  <a:lnTo>
                    <a:pt x="8454" y="10895"/>
                  </a:lnTo>
                  <a:lnTo>
                    <a:pt x="3489" y="4406"/>
                  </a:lnTo>
                  <a:lnTo>
                    <a:pt x="3370" y="4263"/>
                  </a:lnTo>
                  <a:lnTo>
                    <a:pt x="13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14"/>
            <p:cNvSpPr/>
            <p:nvPr/>
          </p:nvSpPr>
          <p:spPr>
            <a:xfrm>
              <a:off x="5094375" y="2607000"/>
              <a:ext cx="50025" cy="177725"/>
            </a:xfrm>
            <a:custGeom>
              <a:rect b="b" l="l" r="r" t="t"/>
              <a:pathLst>
                <a:path extrusionOk="0" h="7109" w="2001">
                  <a:moveTo>
                    <a:pt x="179" y="0"/>
                  </a:moveTo>
                  <a:cubicBezTo>
                    <a:pt x="120" y="48"/>
                    <a:pt x="60" y="60"/>
                    <a:pt x="0" y="60"/>
                  </a:cubicBezTo>
                  <a:lnTo>
                    <a:pt x="1822" y="7108"/>
                  </a:lnTo>
                  <a:cubicBezTo>
                    <a:pt x="1882" y="7085"/>
                    <a:pt x="1941" y="7073"/>
                    <a:pt x="2001" y="7073"/>
                  </a:cubicBez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p14"/>
            <p:cNvSpPr/>
            <p:nvPr/>
          </p:nvSpPr>
          <p:spPr>
            <a:xfrm>
              <a:off x="5098850" y="2605500"/>
              <a:ext cx="150325" cy="186375"/>
            </a:xfrm>
            <a:custGeom>
              <a:rect b="b" l="l" r="r" t="t"/>
              <a:pathLst>
                <a:path extrusionOk="0" h="7455" w="6013">
                  <a:moveTo>
                    <a:pt x="60" y="1"/>
                  </a:moveTo>
                  <a:cubicBezTo>
                    <a:pt x="48" y="13"/>
                    <a:pt x="12" y="25"/>
                    <a:pt x="0" y="49"/>
                  </a:cubicBezTo>
                  <a:lnTo>
                    <a:pt x="5882" y="7454"/>
                  </a:lnTo>
                  <a:cubicBezTo>
                    <a:pt x="5906" y="7407"/>
                    <a:pt x="5965" y="7371"/>
                    <a:pt x="6013" y="7335"/>
                  </a:cubicBezTo>
                  <a:lnTo>
                    <a:pt x="5965" y="7276"/>
                  </a:lnTo>
                  <a:lnTo>
                    <a:pt x="322" y="179"/>
                  </a:lnTo>
                  <a:lnTo>
                    <a:pt x="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p14"/>
            <p:cNvSpPr/>
            <p:nvPr/>
          </p:nvSpPr>
          <p:spPr>
            <a:xfrm>
              <a:off x="5270300" y="2802250"/>
              <a:ext cx="141400" cy="10750"/>
            </a:xfrm>
            <a:custGeom>
              <a:rect b="b" l="l" r="r" t="t"/>
              <a:pathLst>
                <a:path extrusionOk="0" h="430" w="5656">
                  <a:moveTo>
                    <a:pt x="48" y="1"/>
                  </a:moveTo>
                  <a:lnTo>
                    <a:pt x="0" y="179"/>
                  </a:lnTo>
                  <a:lnTo>
                    <a:pt x="5656" y="430"/>
                  </a:lnTo>
                  <a:cubicBezTo>
                    <a:pt x="5644" y="370"/>
                    <a:pt x="5644" y="310"/>
                    <a:pt x="5656" y="251"/>
                  </a:cubicBez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14"/>
            <p:cNvSpPr/>
            <p:nvPr/>
          </p:nvSpPr>
          <p:spPr>
            <a:xfrm>
              <a:off x="5167300" y="2797500"/>
              <a:ext cx="75625" cy="7750"/>
            </a:xfrm>
            <a:custGeom>
              <a:rect b="b" l="l" r="r" t="t"/>
              <a:pathLst>
                <a:path extrusionOk="0" h="310" w="3025">
                  <a:moveTo>
                    <a:pt x="1" y="0"/>
                  </a:moveTo>
                  <a:lnTo>
                    <a:pt x="1" y="0"/>
                  </a:lnTo>
                  <a:cubicBezTo>
                    <a:pt x="12" y="60"/>
                    <a:pt x="36" y="119"/>
                    <a:pt x="36" y="179"/>
                  </a:cubicBezTo>
                  <a:lnTo>
                    <a:pt x="3025" y="310"/>
                  </a:lnTo>
                  <a:cubicBezTo>
                    <a:pt x="3013" y="262"/>
                    <a:pt x="3013" y="191"/>
                    <a:pt x="3013" y="131"/>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14"/>
            <p:cNvSpPr/>
            <p:nvPr/>
          </p:nvSpPr>
          <p:spPr>
            <a:xfrm>
              <a:off x="5100325" y="2601350"/>
              <a:ext cx="313750" cy="206300"/>
            </a:xfrm>
            <a:custGeom>
              <a:rect b="b" l="l" r="r" t="t"/>
              <a:pathLst>
                <a:path extrusionOk="0" h="8252" w="12550">
                  <a:moveTo>
                    <a:pt x="108" y="0"/>
                  </a:moveTo>
                  <a:cubicBezTo>
                    <a:pt x="96" y="60"/>
                    <a:pt x="48" y="107"/>
                    <a:pt x="1" y="155"/>
                  </a:cubicBezTo>
                  <a:lnTo>
                    <a:pt x="286" y="345"/>
                  </a:lnTo>
                  <a:lnTo>
                    <a:pt x="12455" y="8251"/>
                  </a:lnTo>
                  <a:cubicBezTo>
                    <a:pt x="12478" y="8192"/>
                    <a:pt x="12502" y="8132"/>
                    <a:pt x="12550" y="8085"/>
                  </a:cubicBezTo>
                  <a:lnTo>
                    <a:pt x="10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14"/>
            <p:cNvSpPr/>
            <p:nvPr/>
          </p:nvSpPr>
          <p:spPr>
            <a:xfrm>
              <a:off x="5428950" y="2814475"/>
              <a:ext cx="164325" cy="108950"/>
            </a:xfrm>
            <a:custGeom>
              <a:rect b="b" l="l" r="r" t="t"/>
              <a:pathLst>
                <a:path extrusionOk="0" h="4358" w="6573">
                  <a:moveTo>
                    <a:pt x="107" y="0"/>
                  </a:moveTo>
                  <a:cubicBezTo>
                    <a:pt x="72" y="60"/>
                    <a:pt x="48" y="107"/>
                    <a:pt x="0" y="155"/>
                  </a:cubicBezTo>
                  <a:lnTo>
                    <a:pt x="6501" y="4358"/>
                  </a:lnTo>
                  <a:cubicBezTo>
                    <a:pt x="6513" y="4322"/>
                    <a:pt x="6513" y="4286"/>
                    <a:pt x="6549" y="4251"/>
                  </a:cubicBezTo>
                  <a:cubicBezTo>
                    <a:pt x="6549" y="4227"/>
                    <a:pt x="6560" y="4215"/>
                    <a:pt x="6572" y="4203"/>
                  </a:cubicBezTo>
                  <a:lnTo>
                    <a:pt x="10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p14"/>
            <p:cNvSpPr/>
            <p:nvPr/>
          </p:nvSpPr>
          <p:spPr>
            <a:xfrm>
              <a:off x="5542350" y="2760000"/>
              <a:ext cx="82775" cy="84250"/>
            </a:xfrm>
            <a:custGeom>
              <a:rect b="b" l="l" r="r" t="t"/>
              <a:pathLst>
                <a:path extrusionOk="0" h="3370" w="3311">
                  <a:moveTo>
                    <a:pt x="119" y="0"/>
                  </a:moveTo>
                  <a:cubicBezTo>
                    <a:pt x="84" y="36"/>
                    <a:pt x="48" y="95"/>
                    <a:pt x="0" y="131"/>
                  </a:cubicBezTo>
                  <a:lnTo>
                    <a:pt x="3167" y="3370"/>
                  </a:lnTo>
                  <a:cubicBezTo>
                    <a:pt x="3191" y="3334"/>
                    <a:pt x="3227" y="3298"/>
                    <a:pt x="3275" y="3274"/>
                  </a:cubicBezTo>
                  <a:cubicBezTo>
                    <a:pt x="3287" y="3274"/>
                    <a:pt x="3287" y="3251"/>
                    <a:pt x="3310" y="3251"/>
                  </a:cubicBezTo>
                  <a:lnTo>
                    <a:pt x="11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8" name="Google Shape;1648;p14"/>
            <p:cNvSpPr/>
            <p:nvPr/>
          </p:nvSpPr>
          <p:spPr>
            <a:xfrm>
              <a:off x="5525375" y="2931750"/>
              <a:ext cx="73550" cy="151525"/>
            </a:xfrm>
            <a:custGeom>
              <a:rect b="b" l="l" r="r" t="t"/>
              <a:pathLst>
                <a:path extrusionOk="0" h="6061" w="2942">
                  <a:moveTo>
                    <a:pt x="2763" y="0"/>
                  </a:moveTo>
                  <a:lnTo>
                    <a:pt x="1" y="6060"/>
                  </a:lnTo>
                  <a:lnTo>
                    <a:pt x="203" y="6060"/>
                  </a:lnTo>
                  <a:lnTo>
                    <a:pt x="2942" y="72"/>
                  </a:lnTo>
                  <a:cubicBezTo>
                    <a:pt x="2882" y="72"/>
                    <a:pt x="2834" y="60"/>
                    <a:pt x="2775" y="36"/>
                  </a:cubicBezTo>
                  <a:cubicBezTo>
                    <a:pt x="2763" y="12"/>
                    <a:pt x="2763" y="0"/>
                    <a:pt x="276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p14"/>
            <p:cNvSpPr/>
            <p:nvPr/>
          </p:nvSpPr>
          <p:spPr>
            <a:xfrm>
              <a:off x="5603675" y="2928475"/>
              <a:ext cx="78000" cy="52400"/>
            </a:xfrm>
            <a:custGeom>
              <a:rect b="b" l="l" r="r" t="t"/>
              <a:pathLst>
                <a:path extrusionOk="0" h="2096" w="3120">
                  <a:moveTo>
                    <a:pt x="119" y="0"/>
                  </a:moveTo>
                  <a:cubicBezTo>
                    <a:pt x="107" y="12"/>
                    <a:pt x="107" y="24"/>
                    <a:pt x="95" y="60"/>
                  </a:cubicBezTo>
                  <a:lnTo>
                    <a:pt x="0" y="143"/>
                  </a:lnTo>
                  <a:lnTo>
                    <a:pt x="3072" y="2096"/>
                  </a:lnTo>
                  <a:lnTo>
                    <a:pt x="3120" y="1917"/>
                  </a:lnTo>
                  <a:lnTo>
                    <a:pt x="11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0" name="Google Shape;1650;p14"/>
            <p:cNvSpPr/>
            <p:nvPr/>
          </p:nvSpPr>
          <p:spPr>
            <a:xfrm>
              <a:off x="5600700" y="2860600"/>
              <a:ext cx="29775" cy="58950"/>
            </a:xfrm>
            <a:custGeom>
              <a:rect b="b" l="l" r="r" t="t"/>
              <a:pathLst>
                <a:path extrusionOk="0" h="2358" w="1191">
                  <a:moveTo>
                    <a:pt x="1000" y="1"/>
                  </a:moveTo>
                  <a:lnTo>
                    <a:pt x="0" y="2263"/>
                  </a:lnTo>
                  <a:cubicBezTo>
                    <a:pt x="36" y="2287"/>
                    <a:pt x="83" y="2287"/>
                    <a:pt x="107" y="2310"/>
                  </a:cubicBezTo>
                  <a:cubicBezTo>
                    <a:pt x="143" y="2322"/>
                    <a:pt x="155" y="2346"/>
                    <a:pt x="167" y="2358"/>
                  </a:cubicBezTo>
                  <a:lnTo>
                    <a:pt x="1191" y="36"/>
                  </a:lnTo>
                  <a:cubicBezTo>
                    <a:pt x="1131" y="36"/>
                    <a:pt x="1060" y="36"/>
                    <a:pt x="100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p14"/>
            <p:cNvSpPr/>
            <p:nvPr/>
          </p:nvSpPr>
          <p:spPr>
            <a:xfrm>
              <a:off x="5706050" y="268440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p14"/>
            <p:cNvSpPr/>
            <p:nvPr/>
          </p:nvSpPr>
          <p:spPr>
            <a:xfrm>
              <a:off x="5634325" y="2690050"/>
              <a:ext cx="68475" cy="154200"/>
            </a:xfrm>
            <a:custGeom>
              <a:rect b="b" l="l" r="r" t="t"/>
              <a:pathLst>
                <a:path extrusionOk="0" h="6168" w="2739">
                  <a:moveTo>
                    <a:pt x="2739" y="0"/>
                  </a:moveTo>
                  <a:lnTo>
                    <a:pt x="2656" y="24"/>
                  </a:lnTo>
                  <a:lnTo>
                    <a:pt x="0" y="6049"/>
                  </a:lnTo>
                  <a:cubicBezTo>
                    <a:pt x="60" y="6084"/>
                    <a:pt x="108" y="6132"/>
                    <a:pt x="143" y="6168"/>
                  </a:cubicBezTo>
                  <a:lnTo>
                    <a:pt x="2727" y="322"/>
                  </a:lnTo>
                  <a:lnTo>
                    <a:pt x="27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p14"/>
            <p:cNvSpPr/>
            <p:nvPr/>
          </p:nvSpPr>
          <p:spPr>
            <a:xfrm>
              <a:off x="5704575" y="2684400"/>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p14"/>
            <p:cNvSpPr/>
            <p:nvPr/>
          </p:nvSpPr>
          <p:spPr>
            <a:xfrm>
              <a:off x="5705475" y="2684400"/>
              <a:ext cx="0" cy="25"/>
            </a:xfrm>
            <a:custGeom>
              <a:rect b="b" l="l" r="r" t="t"/>
              <a:pathLst>
                <a:path extrusionOk="0" h="1" w="120000">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14"/>
            <p:cNvSpPr/>
            <p:nvPr/>
          </p:nvSpPr>
          <p:spPr>
            <a:xfrm>
              <a:off x="5544725" y="2684975"/>
              <a:ext cx="159275" cy="67000"/>
            </a:xfrm>
            <a:custGeom>
              <a:rect b="b" l="l" r="r" t="t"/>
              <a:pathLst>
                <a:path extrusionOk="0" h="2680" w="6371">
                  <a:moveTo>
                    <a:pt x="6370" y="1"/>
                  </a:moveTo>
                  <a:cubicBezTo>
                    <a:pt x="6360" y="1"/>
                    <a:pt x="6352" y="5"/>
                    <a:pt x="6346" y="11"/>
                  </a:cubicBezTo>
                  <a:lnTo>
                    <a:pt x="6346" y="11"/>
                  </a:lnTo>
                  <a:lnTo>
                    <a:pt x="6370" y="1"/>
                  </a:lnTo>
                  <a:close/>
                  <a:moveTo>
                    <a:pt x="6346" y="11"/>
                  </a:moveTo>
                  <a:lnTo>
                    <a:pt x="1" y="2537"/>
                  </a:lnTo>
                  <a:lnTo>
                    <a:pt x="1" y="2549"/>
                  </a:lnTo>
                  <a:cubicBezTo>
                    <a:pt x="60" y="2561"/>
                    <a:pt x="72" y="2620"/>
                    <a:pt x="84" y="2680"/>
                  </a:cubicBezTo>
                  <a:lnTo>
                    <a:pt x="6251" y="227"/>
                  </a:lnTo>
                  <a:lnTo>
                    <a:pt x="6323" y="203"/>
                  </a:lnTo>
                  <a:lnTo>
                    <a:pt x="6323" y="60"/>
                  </a:lnTo>
                  <a:lnTo>
                    <a:pt x="6323" y="48"/>
                  </a:lnTo>
                  <a:lnTo>
                    <a:pt x="6323" y="37"/>
                  </a:lnTo>
                  <a:cubicBezTo>
                    <a:pt x="6323" y="25"/>
                    <a:pt x="6335" y="25"/>
                    <a:pt x="6335" y="25"/>
                  </a:cubicBezTo>
                  <a:cubicBezTo>
                    <a:pt x="6335" y="25"/>
                    <a:pt x="6339" y="17"/>
                    <a:pt x="6346" y="1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p14"/>
            <p:cNvSpPr/>
            <p:nvPr/>
          </p:nvSpPr>
          <p:spPr>
            <a:xfrm>
              <a:off x="5705750" y="2684400"/>
              <a:ext cx="25" cy="25"/>
            </a:xfrm>
            <a:custGeom>
              <a:rect b="b" l="l" r="r" t="t"/>
              <a:pathLst>
                <a:path extrusionOk="0" h="1" w="1">
                  <a:moveTo>
                    <a:pt x="1" y="0"/>
                  </a:move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7" name="Google Shape;1657;p14"/>
            <p:cNvSpPr/>
            <p:nvPr/>
          </p:nvSpPr>
          <p:spPr>
            <a:xfrm>
              <a:off x="5706050" y="2684400"/>
              <a:ext cx="25" cy="25"/>
            </a:xfrm>
            <a:custGeom>
              <a:rect b="b" l="l" r="r" t="t"/>
              <a:pathLst>
                <a:path extrusionOk="0" h="1" w="1">
                  <a:moveTo>
                    <a:pt x="1" y="0"/>
                  </a:move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8" name="Google Shape;1658;p14"/>
            <p:cNvSpPr/>
            <p:nvPr/>
          </p:nvSpPr>
          <p:spPr>
            <a:xfrm>
              <a:off x="5705475" y="2684400"/>
              <a:ext cx="300" cy="25"/>
            </a:xfrm>
            <a:custGeom>
              <a:rect b="b" l="l" r="r" t="t"/>
              <a:pathLst>
                <a:path extrusionOk="0" h="1" w="12">
                  <a:moveTo>
                    <a:pt x="12" y="0"/>
                  </a:moveTo>
                  <a:lnTo>
                    <a:pt x="12" y="0"/>
                  </a:lnTo>
                  <a:cubicBezTo>
                    <a:pt x="0" y="0"/>
                    <a:pt x="0" y="0"/>
                    <a:pt x="12" y="0"/>
                  </a:cubicBezTo>
                  <a:cubicBezTo>
                    <a:pt x="0" y="0"/>
                    <a:pt x="0" y="0"/>
                    <a:pt x="12" y="0"/>
                  </a:cubicBezTo>
                  <a:cubicBezTo>
                    <a:pt x="0" y="0"/>
                    <a:pt x="0" y="0"/>
                    <a:pt x="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9" name="Google Shape;1659;p14"/>
            <p:cNvSpPr/>
            <p:nvPr/>
          </p:nvSpPr>
          <p:spPr>
            <a:xfrm>
              <a:off x="5706350" y="2684400"/>
              <a:ext cx="181600" cy="98250"/>
            </a:xfrm>
            <a:custGeom>
              <a:rect b="b" l="l" r="r" t="t"/>
              <a:pathLst>
                <a:path extrusionOk="0" h="3930" w="7264">
                  <a:moveTo>
                    <a:pt x="1" y="0"/>
                  </a:moveTo>
                  <a:lnTo>
                    <a:pt x="18" y="9"/>
                  </a:lnTo>
                  <a:lnTo>
                    <a:pt x="18" y="9"/>
                  </a:lnTo>
                  <a:cubicBezTo>
                    <a:pt x="13" y="5"/>
                    <a:pt x="7" y="2"/>
                    <a:pt x="1" y="0"/>
                  </a:cubicBezTo>
                  <a:close/>
                  <a:moveTo>
                    <a:pt x="18" y="9"/>
                  </a:moveTo>
                  <a:cubicBezTo>
                    <a:pt x="40" y="25"/>
                    <a:pt x="48" y="54"/>
                    <a:pt x="48" y="83"/>
                  </a:cubicBezTo>
                  <a:lnTo>
                    <a:pt x="48" y="238"/>
                  </a:lnTo>
                  <a:lnTo>
                    <a:pt x="7264" y="3929"/>
                  </a:lnTo>
                  <a:lnTo>
                    <a:pt x="7264" y="3715"/>
                  </a:lnTo>
                  <a:lnTo>
                    <a:pt x="18" y="9"/>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0" name="Google Shape;1660;p14"/>
            <p:cNvSpPr/>
            <p:nvPr/>
          </p:nvSpPr>
          <p:spPr>
            <a:xfrm>
              <a:off x="5703075" y="2685575"/>
              <a:ext cx="325" cy="325"/>
            </a:xfrm>
            <a:custGeom>
              <a:rect b="b" l="l" r="r" t="t"/>
              <a:pathLst>
                <a:path extrusionOk="0" h="13" w="13">
                  <a:moveTo>
                    <a:pt x="13" y="1"/>
                  </a:moveTo>
                  <a:cubicBezTo>
                    <a:pt x="1" y="1"/>
                    <a:pt x="1" y="1"/>
                    <a:pt x="1" y="13"/>
                  </a:cubicBezTo>
                  <a:cubicBezTo>
                    <a:pt x="1" y="13"/>
                    <a:pt x="1" y="1"/>
                    <a:pt x="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1" name="Google Shape;1661;p14"/>
            <p:cNvSpPr/>
            <p:nvPr/>
          </p:nvSpPr>
          <p:spPr>
            <a:xfrm>
              <a:off x="5704575" y="2684400"/>
              <a:ext cx="25" cy="25"/>
            </a:xfrm>
            <a:custGeom>
              <a:rect b="b" l="l" r="r" t="t"/>
              <a:pathLst>
                <a:path extrusionOk="0" h="1" w="1">
                  <a:moveTo>
                    <a:pt x="0" y="0"/>
                  </a:moveTo>
                  <a:lnTo>
                    <a:pt x="0" y="0"/>
                  </a:ln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2" name="Google Shape;1662;p14"/>
            <p:cNvSpPr/>
            <p:nvPr/>
          </p:nvSpPr>
          <p:spPr>
            <a:xfrm>
              <a:off x="5703375" y="2685575"/>
              <a:ext cx="25" cy="25"/>
            </a:xfrm>
            <a:custGeom>
              <a:rect b="b" l="l" r="r" t="t"/>
              <a:pathLst>
                <a:path extrusionOk="0" h="1" w="1">
                  <a:moveTo>
                    <a:pt x="1" y="1"/>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p14"/>
            <p:cNvSpPr/>
            <p:nvPr/>
          </p:nvSpPr>
          <p:spPr>
            <a:xfrm>
              <a:off x="5806975" y="2990975"/>
              <a:ext cx="80975" cy="92300"/>
            </a:xfrm>
            <a:custGeom>
              <a:rect b="b" l="l" r="r" t="t"/>
              <a:pathLst>
                <a:path extrusionOk="0" h="3692" w="3239">
                  <a:moveTo>
                    <a:pt x="3239" y="0"/>
                  </a:moveTo>
                  <a:lnTo>
                    <a:pt x="0" y="3691"/>
                  </a:lnTo>
                  <a:lnTo>
                    <a:pt x="250" y="3691"/>
                  </a:lnTo>
                  <a:lnTo>
                    <a:pt x="3239" y="262"/>
                  </a:lnTo>
                  <a:lnTo>
                    <a:pt x="3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14"/>
            <p:cNvSpPr/>
            <p:nvPr/>
          </p:nvSpPr>
          <p:spPr>
            <a:xfrm>
              <a:off x="5690575" y="3002575"/>
              <a:ext cx="6875" cy="80700"/>
            </a:xfrm>
            <a:custGeom>
              <a:rect b="b" l="l" r="r" t="t"/>
              <a:pathLst>
                <a:path extrusionOk="0" h="3228" w="275">
                  <a:moveTo>
                    <a:pt x="96" y="1"/>
                  </a:moveTo>
                  <a:lnTo>
                    <a:pt x="1" y="3227"/>
                  </a:lnTo>
                  <a:lnTo>
                    <a:pt x="179" y="3227"/>
                  </a:lnTo>
                  <a:lnTo>
                    <a:pt x="275" y="60"/>
                  </a:lnTo>
                  <a:cubicBezTo>
                    <a:pt x="215" y="37"/>
                    <a:pt x="155" y="25"/>
                    <a:pt x="9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14"/>
            <p:cNvSpPr/>
            <p:nvPr/>
          </p:nvSpPr>
          <p:spPr>
            <a:xfrm>
              <a:off x="5695050" y="2684400"/>
              <a:ext cx="12825" cy="278925"/>
            </a:xfrm>
            <a:custGeom>
              <a:rect b="b" l="l" r="r" t="t"/>
              <a:pathLst>
                <a:path extrusionOk="0" h="11157" w="513">
                  <a:moveTo>
                    <a:pt x="393" y="0"/>
                  </a:moveTo>
                  <a:cubicBezTo>
                    <a:pt x="381" y="0"/>
                    <a:pt x="381" y="0"/>
                    <a:pt x="369" y="12"/>
                  </a:cubicBezTo>
                  <a:cubicBezTo>
                    <a:pt x="357" y="12"/>
                    <a:pt x="357" y="24"/>
                    <a:pt x="357" y="24"/>
                  </a:cubicBezTo>
                  <a:cubicBezTo>
                    <a:pt x="357" y="24"/>
                    <a:pt x="357" y="48"/>
                    <a:pt x="334" y="48"/>
                  </a:cubicBezTo>
                  <a:lnTo>
                    <a:pt x="334" y="60"/>
                  </a:lnTo>
                  <a:lnTo>
                    <a:pt x="334" y="191"/>
                  </a:lnTo>
                  <a:lnTo>
                    <a:pt x="322" y="524"/>
                  </a:lnTo>
                  <a:lnTo>
                    <a:pt x="0" y="11156"/>
                  </a:lnTo>
                  <a:lnTo>
                    <a:pt x="179" y="11120"/>
                  </a:lnTo>
                  <a:lnTo>
                    <a:pt x="512" y="202"/>
                  </a:lnTo>
                  <a:lnTo>
                    <a:pt x="512" y="60"/>
                  </a:lnTo>
                  <a:cubicBezTo>
                    <a:pt x="500" y="60"/>
                    <a:pt x="488" y="12"/>
                    <a:pt x="44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6" name="Google Shape;1666;p14"/>
            <p:cNvSpPr/>
            <p:nvPr/>
          </p:nvSpPr>
          <p:spPr>
            <a:xfrm>
              <a:off x="5680150" y="2962925"/>
              <a:ext cx="44675" cy="40925"/>
            </a:xfrm>
            <a:custGeom>
              <a:rect b="b" l="l" r="r" t="t"/>
              <a:pathLst>
                <a:path extrusionOk="0" h="1637" w="1787">
                  <a:moveTo>
                    <a:pt x="818" y="1"/>
                  </a:moveTo>
                  <a:cubicBezTo>
                    <a:pt x="796" y="1"/>
                    <a:pt x="773" y="2"/>
                    <a:pt x="751" y="3"/>
                  </a:cubicBezTo>
                  <a:cubicBezTo>
                    <a:pt x="692" y="3"/>
                    <a:pt x="632" y="15"/>
                    <a:pt x="572" y="51"/>
                  </a:cubicBezTo>
                  <a:cubicBezTo>
                    <a:pt x="513" y="63"/>
                    <a:pt x="453" y="99"/>
                    <a:pt x="394" y="122"/>
                  </a:cubicBezTo>
                  <a:cubicBezTo>
                    <a:pt x="239" y="229"/>
                    <a:pt x="132" y="360"/>
                    <a:pt x="72" y="527"/>
                  </a:cubicBezTo>
                  <a:cubicBezTo>
                    <a:pt x="37" y="587"/>
                    <a:pt x="25" y="646"/>
                    <a:pt x="25" y="706"/>
                  </a:cubicBezTo>
                  <a:cubicBezTo>
                    <a:pt x="1" y="884"/>
                    <a:pt x="37" y="1075"/>
                    <a:pt x="144" y="1242"/>
                  </a:cubicBezTo>
                  <a:cubicBezTo>
                    <a:pt x="227" y="1384"/>
                    <a:pt x="370" y="1492"/>
                    <a:pt x="525" y="1563"/>
                  </a:cubicBezTo>
                  <a:cubicBezTo>
                    <a:pt x="596" y="1599"/>
                    <a:pt x="644" y="1611"/>
                    <a:pt x="715" y="1623"/>
                  </a:cubicBezTo>
                  <a:cubicBezTo>
                    <a:pt x="764" y="1632"/>
                    <a:pt x="813" y="1636"/>
                    <a:pt x="861" y="1636"/>
                  </a:cubicBezTo>
                  <a:cubicBezTo>
                    <a:pt x="1002" y="1636"/>
                    <a:pt x="1142" y="1598"/>
                    <a:pt x="1275" y="1527"/>
                  </a:cubicBezTo>
                  <a:cubicBezTo>
                    <a:pt x="1656" y="1289"/>
                    <a:pt x="1787" y="777"/>
                    <a:pt x="1537" y="396"/>
                  </a:cubicBezTo>
                  <a:cubicBezTo>
                    <a:pt x="1371" y="142"/>
                    <a:pt x="1103" y="1"/>
                    <a:pt x="81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7" name="Google Shape;1667;p14"/>
            <p:cNvSpPr/>
            <p:nvPr/>
          </p:nvSpPr>
          <p:spPr>
            <a:xfrm>
              <a:off x="5242300" y="2786925"/>
              <a:ext cx="29500" cy="28675"/>
            </a:xfrm>
            <a:custGeom>
              <a:rect b="b" l="l" r="r" t="t"/>
              <a:pathLst>
                <a:path extrusionOk="0" h="1147" w="1180">
                  <a:moveTo>
                    <a:pt x="590" y="1"/>
                  </a:moveTo>
                  <a:cubicBezTo>
                    <a:pt x="504" y="1"/>
                    <a:pt x="417" y="18"/>
                    <a:pt x="334" y="54"/>
                  </a:cubicBezTo>
                  <a:cubicBezTo>
                    <a:pt x="322" y="66"/>
                    <a:pt x="287" y="66"/>
                    <a:pt x="275" y="78"/>
                  </a:cubicBezTo>
                  <a:cubicBezTo>
                    <a:pt x="215" y="114"/>
                    <a:pt x="168" y="150"/>
                    <a:pt x="144" y="197"/>
                  </a:cubicBezTo>
                  <a:cubicBezTo>
                    <a:pt x="49" y="304"/>
                    <a:pt x="1" y="423"/>
                    <a:pt x="1" y="554"/>
                  </a:cubicBezTo>
                  <a:cubicBezTo>
                    <a:pt x="1" y="614"/>
                    <a:pt x="25" y="673"/>
                    <a:pt x="37" y="733"/>
                  </a:cubicBezTo>
                  <a:cubicBezTo>
                    <a:pt x="49" y="781"/>
                    <a:pt x="72" y="828"/>
                    <a:pt x="96" y="864"/>
                  </a:cubicBezTo>
                  <a:cubicBezTo>
                    <a:pt x="213" y="1051"/>
                    <a:pt x="407" y="1146"/>
                    <a:pt x="603" y="1146"/>
                  </a:cubicBezTo>
                  <a:cubicBezTo>
                    <a:pt x="707" y="1146"/>
                    <a:pt x="811" y="1120"/>
                    <a:pt x="906" y="1066"/>
                  </a:cubicBezTo>
                  <a:cubicBezTo>
                    <a:pt x="965" y="1031"/>
                    <a:pt x="1001" y="983"/>
                    <a:pt x="1037" y="947"/>
                  </a:cubicBezTo>
                  <a:cubicBezTo>
                    <a:pt x="1084" y="900"/>
                    <a:pt x="1108" y="840"/>
                    <a:pt x="1120" y="792"/>
                  </a:cubicBezTo>
                  <a:lnTo>
                    <a:pt x="1168" y="614"/>
                  </a:lnTo>
                  <a:cubicBezTo>
                    <a:pt x="1180" y="495"/>
                    <a:pt x="1156" y="376"/>
                    <a:pt x="1084" y="269"/>
                  </a:cubicBezTo>
                  <a:cubicBezTo>
                    <a:pt x="976" y="94"/>
                    <a:pt x="787" y="1"/>
                    <a:pt x="59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8" name="Google Shape;1668;p14"/>
            <p:cNvSpPr/>
            <p:nvPr/>
          </p:nvSpPr>
          <p:spPr>
            <a:xfrm>
              <a:off x="5124150" y="2783375"/>
              <a:ext cx="44375" cy="41000"/>
            </a:xfrm>
            <a:custGeom>
              <a:rect b="b" l="l" r="r" t="t"/>
              <a:pathLst>
                <a:path extrusionOk="0" h="1640" w="1775">
                  <a:moveTo>
                    <a:pt x="916" y="0"/>
                  </a:moveTo>
                  <a:cubicBezTo>
                    <a:pt x="884" y="0"/>
                    <a:pt x="853" y="2"/>
                    <a:pt x="822" y="6"/>
                  </a:cubicBezTo>
                  <a:lnTo>
                    <a:pt x="643" y="53"/>
                  </a:lnTo>
                  <a:cubicBezTo>
                    <a:pt x="595" y="65"/>
                    <a:pt x="548" y="101"/>
                    <a:pt x="512" y="113"/>
                  </a:cubicBezTo>
                  <a:cubicBezTo>
                    <a:pt x="119" y="351"/>
                    <a:pt x="0" y="863"/>
                    <a:pt x="238" y="1244"/>
                  </a:cubicBezTo>
                  <a:cubicBezTo>
                    <a:pt x="345" y="1423"/>
                    <a:pt x="524" y="1542"/>
                    <a:pt x="703" y="1601"/>
                  </a:cubicBezTo>
                  <a:cubicBezTo>
                    <a:pt x="762" y="1613"/>
                    <a:pt x="822" y="1637"/>
                    <a:pt x="881" y="1637"/>
                  </a:cubicBezTo>
                  <a:cubicBezTo>
                    <a:pt x="904" y="1639"/>
                    <a:pt x="926" y="1640"/>
                    <a:pt x="949" y="1640"/>
                  </a:cubicBezTo>
                  <a:cubicBezTo>
                    <a:pt x="1057" y="1640"/>
                    <a:pt x="1164" y="1617"/>
                    <a:pt x="1262" y="1577"/>
                  </a:cubicBezTo>
                  <a:cubicBezTo>
                    <a:pt x="1298" y="1566"/>
                    <a:pt x="1346" y="1542"/>
                    <a:pt x="1369" y="1518"/>
                  </a:cubicBezTo>
                  <a:cubicBezTo>
                    <a:pt x="1381" y="1506"/>
                    <a:pt x="1405" y="1482"/>
                    <a:pt x="1417" y="1482"/>
                  </a:cubicBezTo>
                  <a:cubicBezTo>
                    <a:pt x="1655" y="1304"/>
                    <a:pt x="1774" y="1042"/>
                    <a:pt x="1762" y="756"/>
                  </a:cubicBezTo>
                  <a:cubicBezTo>
                    <a:pt x="1762" y="696"/>
                    <a:pt x="1738" y="637"/>
                    <a:pt x="1727" y="577"/>
                  </a:cubicBezTo>
                  <a:cubicBezTo>
                    <a:pt x="1715" y="518"/>
                    <a:pt x="1679" y="458"/>
                    <a:pt x="1643" y="399"/>
                  </a:cubicBezTo>
                  <a:cubicBezTo>
                    <a:pt x="1483" y="142"/>
                    <a:pt x="1197" y="0"/>
                    <a:pt x="9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9" name="Google Shape;1669;p14"/>
            <p:cNvSpPr/>
            <p:nvPr/>
          </p:nvSpPr>
          <p:spPr>
            <a:xfrm>
              <a:off x="5311075" y="3079075"/>
              <a:ext cx="15800" cy="3900"/>
            </a:xfrm>
            <a:custGeom>
              <a:rect b="b" l="l" r="r" t="t"/>
              <a:pathLst>
                <a:path extrusionOk="0" h="156" w="632">
                  <a:moveTo>
                    <a:pt x="346" y="1"/>
                  </a:moveTo>
                  <a:cubicBezTo>
                    <a:pt x="310" y="1"/>
                    <a:pt x="238" y="13"/>
                    <a:pt x="179" y="36"/>
                  </a:cubicBezTo>
                  <a:cubicBezTo>
                    <a:pt x="143" y="48"/>
                    <a:pt x="131" y="48"/>
                    <a:pt x="95" y="60"/>
                  </a:cubicBezTo>
                  <a:cubicBezTo>
                    <a:pt x="60" y="96"/>
                    <a:pt x="24" y="108"/>
                    <a:pt x="0" y="155"/>
                  </a:cubicBezTo>
                  <a:lnTo>
                    <a:pt x="631" y="155"/>
                  </a:lnTo>
                  <a:cubicBezTo>
                    <a:pt x="560" y="60"/>
                    <a:pt x="453" y="1"/>
                    <a:pt x="34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0" name="Google Shape;1670;p14"/>
            <p:cNvSpPr/>
            <p:nvPr/>
          </p:nvSpPr>
          <p:spPr>
            <a:xfrm>
              <a:off x="5102400" y="2980750"/>
              <a:ext cx="21475" cy="20375"/>
            </a:xfrm>
            <a:custGeom>
              <a:rect b="b" l="l" r="r" t="t"/>
              <a:pathLst>
                <a:path extrusionOk="0" h="815" w="859">
                  <a:moveTo>
                    <a:pt x="486" y="0"/>
                  </a:moveTo>
                  <a:cubicBezTo>
                    <a:pt x="471" y="0"/>
                    <a:pt x="456" y="2"/>
                    <a:pt x="441" y="5"/>
                  </a:cubicBezTo>
                  <a:cubicBezTo>
                    <a:pt x="370" y="5"/>
                    <a:pt x="287" y="17"/>
                    <a:pt x="227" y="64"/>
                  </a:cubicBezTo>
                  <a:cubicBezTo>
                    <a:pt x="84" y="159"/>
                    <a:pt x="1" y="326"/>
                    <a:pt x="37" y="493"/>
                  </a:cubicBezTo>
                  <a:cubicBezTo>
                    <a:pt x="49" y="540"/>
                    <a:pt x="72" y="588"/>
                    <a:pt x="96" y="624"/>
                  </a:cubicBezTo>
                  <a:cubicBezTo>
                    <a:pt x="108" y="648"/>
                    <a:pt x="108" y="659"/>
                    <a:pt x="132" y="659"/>
                  </a:cubicBezTo>
                  <a:cubicBezTo>
                    <a:pt x="156" y="707"/>
                    <a:pt x="203" y="731"/>
                    <a:pt x="251" y="767"/>
                  </a:cubicBezTo>
                  <a:cubicBezTo>
                    <a:pt x="311" y="790"/>
                    <a:pt x="370" y="814"/>
                    <a:pt x="430" y="814"/>
                  </a:cubicBezTo>
                  <a:cubicBezTo>
                    <a:pt x="501" y="814"/>
                    <a:pt x="584" y="790"/>
                    <a:pt x="668" y="755"/>
                  </a:cubicBezTo>
                  <a:cubicBezTo>
                    <a:pt x="703" y="719"/>
                    <a:pt x="751" y="695"/>
                    <a:pt x="787" y="648"/>
                  </a:cubicBezTo>
                  <a:cubicBezTo>
                    <a:pt x="811" y="600"/>
                    <a:pt x="846" y="540"/>
                    <a:pt x="858" y="493"/>
                  </a:cubicBezTo>
                  <a:cubicBezTo>
                    <a:pt x="858" y="433"/>
                    <a:pt x="858" y="374"/>
                    <a:pt x="846" y="314"/>
                  </a:cubicBezTo>
                  <a:cubicBezTo>
                    <a:pt x="822" y="278"/>
                    <a:pt x="811" y="243"/>
                    <a:pt x="799" y="195"/>
                  </a:cubicBezTo>
                  <a:cubicBezTo>
                    <a:pt x="751" y="124"/>
                    <a:pt x="692" y="64"/>
                    <a:pt x="620" y="40"/>
                  </a:cubicBezTo>
                  <a:cubicBezTo>
                    <a:pt x="575" y="14"/>
                    <a:pt x="531" y="0"/>
                    <a:pt x="48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p14"/>
            <p:cNvSpPr/>
            <p:nvPr/>
          </p:nvSpPr>
          <p:spPr>
            <a:xfrm>
              <a:off x="5251825" y="2953700"/>
              <a:ext cx="16700" cy="14600"/>
            </a:xfrm>
            <a:custGeom>
              <a:rect b="b" l="l" r="r" t="t"/>
              <a:pathLst>
                <a:path extrusionOk="0" h="584" w="668">
                  <a:moveTo>
                    <a:pt x="336" y="1"/>
                  </a:moveTo>
                  <a:cubicBezTo>
                    <a:pt x="282" y="1"/>
                    <a:pt x="227" y="16"/>
                    <a:pt x="179" y="51"/>
                  </a:cubicBezTo>
                  <a:cubicBezTo>
                    <a:pt x="49" y="134"/>
                    <a:pt x="1" y="313"/>
                    <a:pt x="84" y="444"/>
                  </a:cubicBezTo>
                  <a:cubicBezTo>
                    <a:pt x="146" y="536"/>
                    <a:pt x="241" y="583"/>
                    <a:pt x="337" y="583"/>
                  </a:cubicBezTo>
                  <a:cubicBezTo>
                    <a:pt x="390" y="583"/>
                    <a:pt x="442" y="569"/>
                    <a:pt x="489" y="539"/>
                  </a:cubicBezTo>
                  <a:cubicBezTo>
                    <a:pt x="620" y="444"/>
                    <a:pt x="668" y="265"/>
                    <a:pt x="584" y="134"/>
                  </a:cubicBezTo>
                  <a:cubicBezTo>
                    <a:pt x="531" y="50"/>
                    <a:pt x="434" y="1"/>
                    <a:pt x="3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p14"/>
            <p:cNvSpPr/>
            <p:nvPr/>
          </p:nvSpPr>
          <p:spPr>
            <a:xfrm>
              <a:off x="5411075" y="2800425"/>
              <a:ext cx="21175" cy="20450"/>
            </a:xfrm>
            <a:custGeom>
              <a:rect b="b" l="l" r="r" t="t"/>
              <a:pathLst>
                <a:path extrusionOk="0" h="818" w="847">
                  <a:moveTo>
                    <a:pt x="425" y="1"/>
                  </a:moveTo>
                  <a:cubicBezTo>
                    <a:pt x="350" y="1"/>
                    <a:pt x="274" y="20"/>
                    <a:pt x="203" y="62"/>
                  </a:cubicBezTo>
                  <a:cubicBezTo>
                    <a:pt x="179" y="74"/>
                    <a:pt x="144" y="98"/>
                    <a:pt x="120" y="133"/>
                  </a:cubicBezTo>
                  <a:cubicBezTo>
                    <a:pt x="72" y="181"/>
                    <a:pt x="48" y="241"/>
                    <a:pt x="25" y="300"/>
                  </a:cubicBezTo>
                  <a:cubicBezTo>
                    <a:pt x="25" y="312"/>
                    <a:pt x="25" y="324"/>
                    <a:pt x="13" y="324"/>
                  </a:cubicBezTo>
                  <a:cubicBezTo>
                    <a:pt x="1" y="383"/>
                    <a:pt x="1" y="443"/>
                    <a:pt x="13" y="503"/>
                  </a:cubicBezTo>
                  <a:cubicBezTo>
                    <a:pt x="25" y="550"/>
                    <a:pt x="48" y="586"/>
                    <a:pt x="60" y="622"/>
                  </a:cubicBezTo>
                  <a:cubicBezTo>
                    <a:pt x="72" y="657"/>
                    <a:pt x="108" y="681"/>
                    <a:pt x="120" y="705"/>
                  </a:cubicBezTo>
                  <a:cubicBezTo>
                    <a:pt x="167" y="741"/>
                    <a:pt x="227" y="776"/>
                    <a:pt x="263" y="788"/>
                  </a:cubicBezTo>
                  <a:cubicBezTo>
                    <a:pt x="312" y="808"/>
                    <a:pt x="362" y="818"/>
                    <a:pt x="411" y="818"/>
                  </a:cubicBezTo>
                  <a:cubicBezTo>
                    <a:pt x="479" y="818"/>
                    <a:pt x="546" y="799"/>
                    <a:pt x="608" y="764"/>
                  </a:cubicBezTo>
                  <a:cubicBezTo>
                    <a:pt x="620" y="741"/>
                    <a:pt x="656" y="729"/>
                    <a:pt x="667" y="717"/>
                  </a:cubicBezTo>
                  <a:cubicBezTo>
                    <a:pt x="739" y="669"/>
                    <a:pt x="787" y="622"/>
                    <a:pt x="798" y="562"/>
                  </a:cubicBezTo>
                  <a:cubicBezTo>
                    <a:pt x="846" y="443"/>
                    <a:pt x="846" y="312"/>
                    <a:pt x="775" y="193"/>
                  </a:cubicBezTo>
                  <a:cubicBezTo>
                    <a:pt x="697" y="69"/>
                    <a:pt x="564" y="1"/>
                    <a:pt x="4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3" name="Google Shape;1673;p14"/>
            <p:cNvSpPr/>
            <p:nvPr/>
          </p:nvSpPr>
          <p:spPr>
            <a:xfrm>
              <a:off x="5081275" y="2588800"/>
              <a:ext cx="22950" cy="20300"/>
            </a:xfrm>
            <a:custGeom>
              <a:rect b="b" l="l" r="r" t="t"/>
              <a:pathLst>
                <a:path extrusionOk="0" h="812" w="918">
                  <a:moveTo>
                    <a:pt x="476" y="0"/>
                  </a:moveTo>
                  <a:cubicBezTo>
                    <a:pt x="403" y="0"/>
                    <a:pt x="329" y="20"/>
                    <a:pt x="263" y="62"/>
                  </a:cubicBezTo>
                  <a:cubicBezTo>
                    <a:pt x="60" y="181"/>
                    <a:pt x="1" y="431"/>
                    <a:pt x="120" y="621"/>
                  </a:cubicBezTo>
                  <a:cubicBezTo>
                    <a:pt x="155" y="681"/>
                    <a:pt x="203" y="728"/>
                    <a:pt x="263" y="752"/>
                  </a:cubicBezTo>
                  <a:cubicBezTo>
                    <a:pt x="322" y="788"/>
                    <a:pt x="358" y="812"/>
                    <a:pt x="441" y="812"/>
                  </a:cubicBezTo>
                  <a:lnTo>
                    <a:pt x="536" y="812"/>
                  </a:lnTo>
                  <a:cubicBezTo>
                    <a:pt x="584" y="776"/>
                    <a:pt x="644" y="752"/>
                    <a:pt x="703" y="728"/>
                  </a:cubicBezTo>
                  <a:cubicBezTo>
                    <a:pt x="739" y="717"/>
                    <a:pt x="751" y="693"/>
                    <a:pt x="763" y="681"/>
                  </a:cubicBezTo>
                  <a:cubicBezTo>
                    <a:pt x="810" y="633"/>
                    <a:pt x="834" y="574"/>
                    <a:pt x="870" y="538"/>
                  </a:cubicBezTo>
                  <a:cubicBezTo>
                    <a:pt x="917" y="419"/>
                    <a:pt x="894" y="300"/>
                    <a:pt x="822" y="193"/>
                  </a:cubicBezTo>
                  <a:cubicBezTo>
                    <a:pt x="745" y="69"/>
                    <a:pt x="612" y="0"/>
                    <a:pt x="47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4" name="Google Shape;1674;p14"/>
            <p:cNvSpPr/>
            <p:nvPr/>
          </p:nvSpPr>
          <p:spPr>
            <a:xfrm>
              <a:off x="5522700" y="2742050"/>
              <a:ext cx="24425" cy="23250"/>
            </a:xfrm>
            <a:custGeom>
              <a:rect b="b" l="l" r="r" t="t"/>
              <a:pathLst>
                <a:path extrusionOk="0" h="930" w="977">
                  <a:moveTo>
                    <a:pt x="525" y="0"/>
                  </a:moveTo>
                  <a:cubicBezTo>
                    <a:pt x="442" y="0"/>
                    <a:pt x="359" y="24"/>
                    <a:pt x="286" y="75"/>
                  </a:cubicBezTo>
                  <a:cubicBezTo>
                    <a:pt x="72" y="206"/>
                    <a:pt x="1" y="492"/>
                    <a:pt x="132" y="706"/>
                  </a:cubicBezTo>
                  <a:cubicBezTo>
                    <a:pt x="216" y="853"/>
                    <a:pt x="367" y="930"/>
                    <a:pt x="523" y="930"/>
                  </a:cubicBezTo>
                  <a:cubicBezTo>
                    <a:pt x="608" y="930"/>
                    <a:pt x="695" y="907"/>
                    <a:pt x="774" y="861"/>
                  </a:cubicBezTo>
                  <a:cubicBezTo>
                    <a:pt x="786" y="861"/>
                    <a:pt x="786" y="849"/>
                    <a:pt x="798" y="849"/>
                  </a:cubicBezTo>
                  <a:cubicBezTo>
                    <a:pt x="834" y="813"/>
                    <a:pt x="858" y="778"/>
                    <a:pt x="905" y="718"/>
                  </a:cubicBezTo>
                  <a:cubicBezTo>
                    <a:pt x="965" y="623"/>
                    <a:pt x="977" y="504"/>
                    <a:pt x="965" y="385"/>
                  </a:cubicBezTo>
                  <a:cubicBezTo>
                    <a:pt x="953" y="325"/>
                    <a:pt x="941" y="278"/>
                    <a:pt x="905" y="218"/>
                  </a:cubicBezTo>
                  <a:lnTo>
                    <a:pt x="905" y="206"/>
                  </a:lnTo>
                  <a:cubicBezTo>
                    <a:pt x="821" y="76"/>
                    <a:pt x="674" y="0"/>
                    <a:pt x="52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5" name="Google Shape;1675;p14"/>
            <p:cNvSpPr/>
            <p:nvPr/>
          </p:nvSpPr>
          <p:spPr>
            <a:xfrm>
              <a:off x="5589975" y="2916675"/>
              <a:ext cx="17875" cy="16275"/>
            </a:xfrm>
            <a:custGeom>
              <a:rect b="b" l="l" r="r" t="t"/>
              <a:pathLst>
                <a:path extrusionOk="0" h="651" w="715">
                  <a:moveTo>
                    <a:pt x="368" y="1"/>
                  </a:moveTo>
                  <a:cubicBezTo>
                    <a:pt x="286" y="1"/>
                    <a:pt x="195" y="37"/>
                    <a:pt x="119" y="103"/>
                  </a:cubicBezTo>
                  <a:lnTo>
                    <a:pt x="72" y="139"/>
                  </a:lnTo>
                  <a:cubicBezTo>
                    <a:pt x="48" y="174"/>
                    <a:pt x="48" y="222"/>
                    <a:pt x="36" y="258"/>
                  </a:cubicBezTo>
                  <a:cubicBezTo>
                    <a:pt x="0" y="377"/>
                    <a:pt x="60" y="520"/>
                    <a:pt x="167" y="591"/>
                  </a:cubicBezTo>
                  <a:lnTo>
                    <a:pt x="179" y="603"/>
                  </a:lnTo>
                  <a:cubicBezTo>
                    <a:pt x="227" y="639"/>
                    <a:pt x="286" y="651"/>
                    <a:pt x="346" y="651"/>
                  </a:cubicBezTo>
                  <a:cubicBezTo>
                    <a:pt x="417" y="651"/>
                    <a:pt x="489" y="639"/>
                    <a:pt x="548" y="591"/>
                  </a:cubicBezTo>
                  <a:cubicBezTo>
                    <a:pt x="596" y="591"/>
                    <a:pt x="631" y="555"/>
                    <a:pt x="643" y="508"/>
                  </a:cubicBezTo>
                  <a:cubicBezTo>
                    <a:pt x="655" y="496"/>
                    <a:pt x="655" y="484"/>
                    <a:pt x="667" y="460"/>
                  </a:cubicBezTo>
                  <a:cubicBezTo>
                    <a:pt x="715" y="341"/>
                    <a:pt x="691" y="186"/>
                    <a:pt x="596" y="103"/>
                  </a:cubicBezTo>
                  <a:cubicBezTo>
                    <a:pt x="584" y="79"/>
                    <a:pt x="572" y="67"/>
                    <a:pt x="536" y="55"/>
                  </a:cubicBezTo>
                  <a:cubicBezTo>
                    <a:pt x="512" y="44"/>
                    <a:pt x="465" y="20"/>
                    <a:pt x="429" y="8"/>
                  </a:cubicBezTo>
                  <a:cubicBezTo>
                    <a:pt x="410" y="3"/>
                    <a:pt x="389" y="1"/>
                    <a:pt x="36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6" name="Google Shape;1676;p14"/>
            <p:cNvSpPr/>
            <p:nvPr/>
          </p:nvSpPr>
          <p:spPr>
            <a:xfrm>
              <a:off x="5193500" y="2984600"/>
              <a:ext cx="9250" cy="8725"/>
            </a:xfrm>
            <a:custGeom>
              <a:rect b="b" l="l" r="r" t="t"/>
              <a:pathLst>
                <a:path extrusionOk="0" h="349" w="370">
                  <a:moveTo>
                    <a:pt x="180" y="1"/>
                  </a:moveTo>
                  <a:cubicBezTo>
                    <a:pt x="158" y="1"/>
                    <a:pt x="138" y="6"/>
                    <a:pt x="119" y="17"/>
                  </a:cubicBezTo>
                  <a:cubicBezTo>
                    <a:pt x="119" y="17"/>
                    <a:pt x="96" y="17"/>
                    <a:pt x="96" y="29"/>
                  </a:cubicBezTo>
                  <a:cubicBezTo>
                    <a:pt x="24" y="77"/>
                    <a:pt x="0" y="160"/>
                    <a:pt x="36" y="255"/>
                  </a:cubicBezTo>
                  <a:lnTo>
                    <a:pt x="36" y="267"/>
                  </a:lnTo>
                  <a:cubicBezTo>
                    <a:pt x="77" y="316"/>
                    <a:pt x="134" y="349"/>
                    <a:pt x="194" y="349"/>
                  </a:cubicBezTo>
                  <a:cubicBezTo>
                    <a:pt x="221" y="349"/>
                    <a:pt x="248" y="342"/>
                    <a:pt x="274" y="327"/>
                  </a:cubicBezTo>
                  <a:cubicBezTo>
                    <a:pt x="310" y="315"/>
                    <a:pt x="322" y="303"/>
                    <a:pt x="334" y="267"/>
                  </a:cubicBezTo>
                  <a:cubicBezTo>
                    <a:pt x="346" y="255"/>
                    <a:pt x="346" y="244"/>
                    <a:pt x="346" y="220"/>
                  </a:cubicBezTo>
                  <a:cubicBezTo>
                    <a:pt x="369" y="184"/>
                    <a:pt x="346" y="136"/>
                    <a:pt x="334" y="89"/>
                  </a:cubicBezTo>
                  <a:cubicBezTo>
                    <a:pt x="334" y="77"/>
                    <a:pt x="322" y="77"/>
                    <a:pt x="322" y="77"/>
                  </a:cubicBezTo>
                  <a:cubicBezTo>
                    <a:pt x="281" y="28"/>
                    <a:pt x="228" y="1"/>
                    <a:pt x="18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7" name="Google Shape;1677;p14"/>
            <p:cNvSpPr/>
            <p:nvPr/>
          </p:nvSpPr>
          <p:spPr>
            <a:xfrm>
              <a:off x="5617950" y="2840125"/>
              <a:ext cx="23550" cy="21200"/>
            </a:xfrm>
            <a:custGeom>
              <a:rect b="b" l="l" r="r" t="t"/>
              <a:pathLst>
                <a:path extrusionOk="0" h="848" w="942">
                  <a:moveTo>
                    <a:pt x="468" y="1"/>
                  </a:moveTo>
                  <a:cubicBezTo>
                    <a:pt x="402" y="1"/>
                    <a:pt x="334" y="16"/>
                    <a:pt x="263" y="46"/>
                  </a:cubicBezTo>
                  <a:cubicBezTo>
                    <a:pt x="251" y="46"/>
                    <a:pt x="251" y="69"/>
                    <a:pt x="239" y="69"/>
                  </a:cubicBezTo>
                  <a:cubicBezTo>
                    <a:pt x="191" y="93"/>
                    <a:pt x="143" y="129"/>
                    <a:pt x="120" y="165"/>
                  </a:cubicBezTo>
                  <a:cubicBezTo>
                    <a:pt x="12" y="308"/>
                    <a:pt x="1" y="498"/>
                    <a:pt x="108" y="641"/>
                  </a:cubicBezTo>
                  <a:cubicBezTo>
                    <a:pt x="143" y="736"/>
                    <a:pt x="227" y="784"/>
                    <a:pt x="310" y="820"/>
                  </a:cubicBezTo>
                  <a:cubicBezTo>
                    <a:pt x="362" y="837"/>
                    <a:pt x="408" y="848"/>
                    <a:pt x="453" y="848"/>
                  </a:cubicBezTo>
                  <a:cubicBezTo>
                    <a:pt x="469" y="848"/>
                    <a:pt x="485" y="847"/>
                    <a:pt x="501" y="843"/>
                  </a:cubicBezTo>
                  <a:cubicBezTo>
                    <a:pt x="560" y="843"/>
                    <a:pt x="620" y="808"/>
                    <a:pt x="679" y="784"/>
                  </a:cubicBezTo>
                  <a:cubicBezTo>
                    <a:pt x="882" y="665"/>
                    <a:pt x="941" y="403"/>
                    <a:pt x="822" y="200"/>
                  </a:cubicBezTo>
                  <a:cubicBezTo>
                    <a:pt x="822" y="188"/>
                    <a:pt x="798" y="165"/>
                    <a:pt x="798" y="165"/>
                  </a:cubicBezTo>
                  <a:cubicBezTo>
                    <a:pt x="763" y="105"/>
                    <a:pt x="715" y="81"/>
                    <a:pt x="655" y="46"/>
                  </a:cubicBezTo>
                  <a:cubicBezTo>
                    <a:pt x="596" y="16"/>
                    <a:pt x="533" y="1"/>
                    <a:pt x="46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78" name="Google Shape;1678;p14"/>
          <p:cNvGrpSpPr/>
          <p:nvPr/>
        </p:nvGrpSpPr>
        <p:grpSpPr>
          <a:xfrm rot="-5400000">
            <a:off x="368114" y="3725018"/>
            <a:ext cx="1053574" cy="1834191"/>
            <a:chOff x="1083450" y="1318750"/>
            <a:chExt cx="624525" cy="1087250"/>
          </a:xfrm>
        </p:grpSpPr>
        <p:sp>
          <p:nvSpPr>
            <p:cNvPr id="1679" name="Google Shape;1679;p14"/>
            <p:cNvSpPr/>
            <p:nvPr/>
          </p:nvSpPr>
          <p:spPr>
            <a:xfrm>
              <a:off x="1083450" y="2340600"/>
              <a:ext cx="215525" cy="50325"/>
            </a:xfrm>
            <a:custGeom>
              <a:rect b="b" l="l" r="r" t="t"/>
              <a:pathLst>
                <a:path extrusionOk="0" h="2013" w="8621">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p14"/>
            <p:cNvSpPr/>
            <p:nvPr/>
          </p:nvSpPr>
          <p:spPr>
            <a:xfrm>
              <a:off x="1083450" y="21304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p14"/>
            <p:cNvSpPr/>
            <p:nvPr/>
          </p:nvSpPr>
          <p:spPr>
            <a:xfrm>
              <a:off x="1083450" y="1806900"/>
              <a:ext cx="20275" cy="7475"/>
            </a:xfrm>
            <a:custGeom>
              <a:rect b="b" l="l" r="r" t="t"/>
              <a:pathLst>
                <a:path extrusionOk="0" h="299" w="811">
                  <a:moveTo>
                    <a:pt x="703" y="0"/>
                  </a:moveTo>
                  <a:lnTo>
                    <a:pt x="1" y="24"/>
                  </a:lnTo>
                  <a:lnTo>
                    <a:pt x="1" y="298"/>
                  </a:lnTo>
                  <a:lnTo>
                    <a:pt x="810" y="274"/>
                  </a:lnTo>
                  <a:lnTo>
                    <a:pt x="7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p14"/>
            <p:cNvSpPr/>
            <p:nvPr/>
          </p:nvSpPr>
          <p:spPr>
            <a:xfrm>
              <a:off x="1108150" y="1802425"/>
              <a:ext cx="180125" cy="11350"/>
            </a:xfrm>
            <a:custGeom>
              <a:rect b="b" l="l" r="r" t="t"/>
              <a:pathLst>
                <a:path extrusionOk="0" h="454" w="7205">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3" name="Google Shape;1683;p14"/>
            <p:cNvSpPr/>
            <p:nvPr/>
          </p:nvSpPr>
          <p:spPr>
            <a:xfrm>
              <a:off x="1194475" y="2040550"/>
              <a:ext cx="2425" cy="3600"/>
            </a:xfrm>
            <a:custGeom>
              <a:rect b="b" l="l" r="r" t="t"/>
              <a:pathLst>
                <a:path extrusionOk="0" h="144" w="97">
                  <a:moveTo>
                    <a:pt x="84" y="1"/>
                  </a:moveTo>
                  <a:lnTo>
                    <a:pt x="1" y="48"/>
                  </a:lnTo>
                  <a:lnTo>
                    <a:pt x="25" y="144"/>
                  </a:lnTo>
                  <a:cubicBezTo>
                    <a:pt x="72" y="108"/>
                    <a:pt x="96" y="48"/>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4" name="Google Shape;1684;p14"/>
            <p:cNvSpPr/>
            <p:nvPr/>
          </p:nvSpPr>
          <p:spPr>
            <a:xfrm>
              <a:off x="1083450" y="1741425"/>
              <a:ext cx="98250" cy="261650"/>
            </a:xfrm>
            <a:custGeom>
              <a:rect b="b" l="l" r="r" t="t"/>
              <a:pathLst>
                <a:path extrusionOk="0" h="10466" w="393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5" name="Google Shape;1685;p14"/>
            <p:cNvSpPr/>
            <p:nvPr/>
          </p:nvSpPr>
          <p:spPr>
            <a:xfrm>
              <a:off x="1113525" y="2178975"/>
              <a:ext cx="193200" cy="201825"/>
            </a:xfrm>
            <a:custGeom>
              <a:rect b="b" l="l" r="r" t="t"/>
              <a:pathLst>
                <a:path extrusionOk="0" h="8073" w="7728">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p14"/>
            <p:cNvSpPr/>
            <p:nvPr/>
          </p:nvSpPr>
          <p:spPr>
            <a:xfrm>
              <a:off x="1187625" y="2041750"/>
              <a:ext cx="121175" cy="334600"/>
            </a:xfrm>
            <a:custGeom>
              <a:rect b="b" l="l" r="r" t="t"/>
              <a:pathLst>
                <a:path extrusionOk="0" h="13384" w="4847">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7" name="Google Shape;1687;p14"/>
            <p:cNvSpPr/>
            <p:nvPr/>
          </p:nvSpPr>
          <p:spPr>
            <a:xfrm>
              <a:off x="1188525" y="1816725"/>
              <a:ext cx="109275" cy="186650"/>
            </a:xfrm>
            <a:custGeom>
              <a:rect b="b" l="l" r="r" t="t"/>
              <a:pathLst>
                <a:path extrusionOk="0" h="7466" w="4371">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8" name="Google Shape;1688;p14"/>
            <p:cNvSpPr/>
            <p:nvPr/>
          </p:nvSpPr>
          <p:spPr>
            <a:xfrm>
              <a:off x="1113225" y="2036700"/>
              <a:ext cx="60750" cy="102100"/>
            </a:xfrm>
            <a:custGeom>
              <a:rect b="b" l="l" r="r" t="t"/>
              <a:pathLst>
                <a:path extrusionOk="0" h="4084" w="243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p14"/>
            <p:cNvSpPr/>
            <p:nvPr/>
          </p:nvSpPr>
          <p:spPr>
            <a:xfrm>
              <a:off x="1299250" y="1820900"/>
              <a:ext cx="16700" cy="554550"/>
            </a:xfrm>
            <a:custGeom>
              <a:rect b="b" l="l" r="r" t="t"/>
              <a:pathLst>
                <a:path extrusionOk="0" h="22182" w="668">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0" name="Google Shape;1690;p14"/>
            <p:cNvSpPr/>
            <p:nvPr/>
          </p:nvSpPr>
          <p:spPr>
            <a:xfrm>
              <a:off x="1293600" y="1501500"/>
              <a:ext cx="11925" cy="289650"/>
            </a:xfrm>
            <a:custGeom>
              <a:rect b="b" l="l" r="r" t="t"/>
              <a:pathLst>
                <a:path extrusionOk="0" h="11586" w="477">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1" name="Google Shape;1691;p14"/>
            <p:cNvSpPr/>
            <p:nvPr/>
          </p:nvSpPr>
          <p:spPr>
            <a:xfrm>
              <a:off x="1418325" y="1523825"/>
              <a:ext cx="47050" cy="166425"/>
            </a:xfrm>
            <a:custGeom>
              <a:rect b="b" l="l" r="r" t="t"/>
              <a:pathLst>
                <a:path extrusionOk="0" h="6657" w="1882">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p14"/>
            <p:cNvSpPr/>
            <p:nvPr/>
          </p:nvSpPr>
          <p:spPr>
            <a:xfrm>
              <a:off x="1083450" y="1458350"/>
              <a:ext cx="203625" cy="33050"/>
            </a:xfrm>
            <a:custGeom>
              <a:rect b="b" l="l" r="r" t="t"/>
              <a:pathLst>
                <a:path extrusionOk="0" h="1322" w="8145">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3" name="Google Shape;1693;p14"/>
            <p:cNvSpPr/>
            <p:nvPr/>
          </p:nvSpPr>
          <p:spPr>
            <a:xfrm>
              <a:off x="1291825" y="1342550"/>
              <a:ext cx="8050" cy="136050"/>
            </a:xfrm>
            <a:custGeom>
              <a:rect b="b" l="l" r="r" t="t"/>
              <a:pathLst>
                <a:path extrusionOk="0" h="5442" w="322">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4" name="Google Shape;1694;p14"/>
            <p:cNvSpPr/>
            <p:nvPr/>
          </p:nvSpPr>
          <p:spPr>
            <a:xfrm>
              <a:off x="1688000" y="154467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p14"/>
            <p:cNvSpPr/>
            <p:nvPr/>
          </p:nvSpPr>
          <p:spPr>
            <a:xfrm>
              <a:off x="1309675" y="1487525"/>
              <a:ext cx="94675" cy="19650"/>
            </a:xfrm>
            <a:custGeom>
              <a:rect b="b" l="l" r="r" t="t"/>
              <a:pathLst>
                <a:path extrusionOk="0" h="786" w="3787">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6" name="Google Shape;1696;p14"/>
            <p:cNvSpPr/>
            <p:nvPr/>
          </p:nvSpPr>
          <p:spPr>
            <a:xfrm>
              <a:off x="1687700" y="15458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7" name="Google Shape;1697;p14"/>
            <p:cNvSpPr/>
            <p:nvPr/>
          </p:nvSpPr>
          <p:spPr>
            <a:xfrm>
              <a:off x="1430825" y="1504475"/>
              <a:ext cx="247675" cy="41700"/>
            </a:xfrm>
            <a:custGeom>
              <a:rect b="b" l="l" r="r" t="t"/>
              <a:pathLst>
                <a:path extrusionOk="0" h="1668" w="9907">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8" name="Google Shape;1698;p14"/>
            <p:cNvSpPr/>
            <p:nvPr/>
          </p:nvSpPr>
          <p:spPr>
            <a:xfrm>
              <a:off x="1687100" y="1546450"/>
              <a:ext cx="25" cy="625"/>
            </a:xfrm>
            <a:custGeom>
              <a:rect b="b" l="l" r="r" t="t"/>
              <a:pathLst>
                <a:path extrusionOk="0" h="25" w="1">
                  <a:moveTo>
                    <a:pt x="1" y="24"/>
                  </a:moveTo>
                  <a:lnTo>
                    <a:pt x="1" y="24"/>
                  </a:lnTo>
                  <a:cubicBezTo>
                    <a:pt x="1" y="1"/>
                    <a:pt x="1" y="24"/>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9" name="Google Shape;1699;p14"/>
            <p:cNvSpPr/>
            <p:nvPr/>
          </p:nvSpPr>
          <p:spPr>
            <a:xfrm>
              <a:off x="1687700" y="15455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0" name="Google Shape;1700;p14"/>
            <p:cNvSpPr/>
            <p:nvPr/>
          </p:nvSpPr>
          <p:spPr>
            <a:xfrm>
              <a:off x="1476075" y="1544675"/>
              <a:ext cx="211050" cy="154800"/>
            </a:xfrm>
            <a:custGeom>
              <a:rect b="b" l="l" r="r" t="t"/>
              <a:pathLst>
                <a:path extrusionOk="0" h="6192" w="8442">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1" name="Google Shape;1701;p14"/>
            <p:cNvSpPr/>
            <p:nvPr/>
          </p:nvSpPr>
          <p:spPr>
            <a:xfrm>
              <a:off x="1688000" y="1544675"/>
              <a:ext cx="25" cy="325"/>
            </a:xfrm>
            <a:custGeom>
              <a:rect b="b" l="l" r="r" t="t"/>
              <a:pathLst>
                <a:path extrusionOk="0" h="13" w="1">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2" name="Google Shape;1702;p14"/>
            <p:cNvSpPr/>
            <p:nvPr/>
          </p:nvSpPr>
          <p:spPr>
            <a:xfrm>
              <a:off x="1681750" y="1319350"/>
              <a:ext cx="26225" cy="225050"/>
            </a:xfrm>
            <a:custGeom>
              <a:rect b="b" l="l" r="r" t="t"/>
              <a:pathLst>
                <a:path extrusionOk="0" h="9002" w="1049">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14"/>
            <p:cNvSpPr/>
            <p:nvPr/>
          </p:nvSpPr>
          <p:spPr>
            <a:xfrm>
              <a:off x="1687100" y="1546450"/>
              <a:ext cx="25" cy="625"/>
            </a:xfrm>
            <a:custGeom>
              <a:rect b="b" l="l" r="r" t="t"/>
              <a:pathLst>
                <a:path extrusionOk="0" h="25" w="1">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4" name="Google Shape;1704;p14"/>
            <p:cNvSpPr/>
            <p:nvPr/>
          </p:nvSpPr>
          <p:spPr>
            <a:xfrm>
              <a:off x="1684125" y="1547650"/>
              <a:ext cx="625" cy="25"/>
            </a:xfrm>
            <a:custGeom>
              <a:rect b="b" l="l" r="r" t="t"/>
              <a:pathLst>
                <a:path extrusionOk="0" h="1" w="25">
                  <a:moveTo>
                    <a:pt x="24" y="0"/>
                  </a:moveTo>
                  <a:lnTo>
                    <a:pt x="1" y="0"/>
                  </a:lnTo>
                  <a:lnTo>
                    <a:pt x="24" y="0"/>
                  </a:lnTo>
                  <a:cubicBezTo>
                    <a:pt x="12" y="0"/>
                    <a:pt x="24" y="0"/>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p14"/>
            <p:cNvSpPr/>
            <p:nvPr/>
          </p:nvSpPr>
          <p:spPr>
            <a:xfrm>
              <a:off x="1687700" y="1545550"/>
              <a:ext cx="25" cy="325"/>
            </a:xfrm>
            <a:custGeom>
              <a:rect b="b" l="l" r="r" t="t"/>
              <a:pathLst>
                <a:path extrusionOk="0" h="13" w="1">
                  <a:moveTo>
                    <a:pt x="0" y="13"/>
                  </a:moveTo>
                  <a:lnTo>
                    <a:pt x="0" y="13"/>
                  </a:lnTo>
                  <a:lnTo>
                    <a:pt x="0" y="13"/>
                  </a:lnTo>
                  <a:cubicBezTo>
                    <a:pt x="0" y="1"/>
                    <a:pt x="0" y="1"/>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p14"/>
            <p:cNvSpPr/>
            <p:nvPr/>
          </p:nvSpPr>
          <p:spPr>
            <a:xfrm>
              <a:off x="1684725" y="1547650"/>
              <a:ext cx="25" cy="25"/>
            </a:xfrm>
            <a:custGeom>
              <a:rect b="b" l="l" r="r" t="t"/>
              <a:pathLst>
                <a:path extrusionOk="0" h="1" w="1">
                  <a:moveTo>
                    <a:pt x="0"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7" name="Google Shape;1707;p14"/>
            <p:cNvSpPr/>
            <p:nvPr/>
          </p:nvSpPr>
          <p:spPr>
            <a:xfrm>
              <a:off x="1323375" y="1333625"/>
              <a:ext cx="364650" cy="214350"/>
            </a:xfrm>
            <a:custGeom>
              <a:rect b="b" l="l" r="r" t="t"/>
              <a:pathLst>
                <a:path extrusionOk="0" h="8574" w="14586">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p14"/>
            <p:cNvSpPr/>
            <p:nvPr/>
          </p:nvSpPr>
          <p:spPr>
            <a:xfrm>
              <a:off x="1273950" y="1318750"/>
              <a:ext cx="60750" cy="26600"/>
            </a:xfrm>
            <a:custGeom>
              <a:rect b="b" l="l" r="r" t="t"/>
              <a:pathLst>
                <a:path extrusionOk="0" h="1064" w="243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p14"/>
            <p:cNvSpPr/>
            <p:nvPr/>
          </p:nvSpPr>
          <p:spPr>
            <a:xfrm>
              <a:off x="1159350" y="2001350"/>
              <a:ext cx="50050" cy="42850"/>
            </a:xfrm>
            <a:custGeom>
              <a:rect b="b" l="l" r="r" t="t"/>
              <a:pathLst>
                <a:path extrusionOk="0" h="1714" w="2002">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0" name="Google Shape;1710;p14"/>
            <p:cNvSpPr/>
            <p:nvPr/>
          </p:nvSpPr>
          <p:spPr>
            <a:xfrm>
              <a:off x="1083450" y="2128475"/>
              <a:ext cx="44675" cy="61325"/>
            </a:xfrm>
            <a:custGeom>
              <a:rect b="b" l="l" r="r" t="t"/>
              <a:pathLst>
                <a:path extrusionOk="0" h="2453" w="1787">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p14"/>
            <p:cNvSpPr/>
            <p:nvPr/>
          </p:nvSpPr>
          <p:spPr>
            <a:xfrm>
              <a:off x="1288250" y="1790575"/>
              <a:ext cx="32175" cy="31125"/>
            </a:xfrm>
            <a:custGeom>
              <a:rect b="b" l="l" r="r" t="t"/>
              <a:pathLst>
                <a:path extrusionOk="0" h="1245" w="1287">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p14"/>
            <p:cNvSpPr/>
            <p:nvPr/>
          </p:nvSpPr>
          <p:spPr>
            <a:xfrm>
              <a:off x="1297475" y="2375200"/>
              <a:ext cx="32775" cy="30800"/>
            </a:xfrm>
            <a:custGeom>
              <a:rect b="b" l="l" r="r" t="t"/>
              <a:pathLst>
                <a:path extrusionOk="0" h="1232" w="1311">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3" name="Google Shape;1713;p14"/>
            <p:cNvSpPr/>
            <p:nvPr/>
          </p:nvSpPr>
          <p:spPr>
            <a:xfrm>
              <a:off x="1445100" y="1689025"/>
              <a:ext cx="39025" cy="34575"/>
            </a:xfrm>
            <a:custGeom>
              <a:rect b="b" l="l" r="r" t="t"/>
              <a:pathLst>
                <a:path extrusionOk="0" h="1383" w="1561">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p14"/>
            <p:cNvSpPr/>
            <p:nvPr/>
          </p:nvSpPr>
          <p:spPr>
            <a:xfrm>
              <a:off x="1285875" y="1477700"/>
              <a:ext cx="24725" cy="24425"/>
            </a:xfrm>
            <a:custGeom>
              <a:rect b="b" l="l" r="r" t="t"/>
              <a:pathLst>
                <a:path extrusionOk="0" h="977" w="989">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5" name="Google Shape;1715;p14"/>
            <p:cNvSpPr/>
            <p:nvPr/>
          </p:nvSpPr>
          <p:spPr>
            <a:xfrm>
              <a:off x="1400175" y="1494100"/>
              <a:ext cx="32750" cy="31300"/>
            </a:xfrm>
            <a:custGeom>
              <a:rect b="b" l="l" r="r" t="t"/>
              <a:pathLst>
                <a:path extrusionOk="0" h="1252" w="131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6" name="Google Shape;1716;p14"/>
          <p:cNvGrpSpPr/>
          <p:nvPr/>
        </p:nvGrpSpPr>
        <p:grpSpPr>
          <a:xfrm flipH="1" rot="5400000">
            <a:off x="7700114" y="3725018"/>
            <a:ext cx="1053574" cy="1834191"/>
            <a:chOff x="1083450" y="1318750"/>
            <a:chExt cx="624525" cy="1087250"/>
          </a:xfrm>
        </p:grpSpPr>
        <p:sp>
          <p:nvSpPr>
            <p:cNvPr id="1717" name="Google Shape;1717;p14"/>
            <p:cNvSpPr/>
            <p:nvPr/>
          </p:nvSpPr>
          <p:spPr>
            <a:xfrm>
              <a:off x="1083450" y="2340600"/>
              <a:ext cx="215525" cy="50325"/>
            </a:xfrm>
            <a:custGeom>
              <a:rect b="b" l="l" r="r" t="t"/>
              <a:pathLst>
                <a:path extrusionOk="0" h="2013" w="8621">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p14"/>
            <p:cNvSpPr/>
            <p:nvPr/>
          </p:nvSpPr>
          <p:spPr>
            <a:xfrm>
              <a:off x="1083450" y="21304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9" name="Google Shape;1719;p14"/>
            <p:cNvSpPr/>
            <p:nvPr/>
          </p:nvSpPr>
          <p:spPr>
            <a:xfrm>
              <a:off x="1083450" y="1806900"/>
              <a:ext cx="20275" cy="7475"/>
            </a:xfrm>
            <a:custGeom>
              <a:rect b="b" l="l" r="r" t="t"/>
              <a:pathLst>
                <a:path extrusionOk="0" h="299" w="811">
                  <a:moveTo>
                    <a:pt x="703" y="0"/>
                  </a:moveTo>
                  <a:lnTo>
                    <a:pt x="1" y="24"/>
                  </a:lnTo>
                  <a:lnTo>
                    <a:pt x="1" y="298"/>
                  </a:lnTo>
                  <a:lnTo>
                    <a:pt x="810" y="274"/>
                  </a:lnTo>
                  <a:lnTo>
                    <a:pt x="7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14"/>
            <p:cNvSpPr/>
            <p:nvPr/>
          </p:nvSpPr>
          <p:spPr>
            <a:xfrm>
              <a:off x="1108150" y="1802425"/>
              <a:ext cx="180125" cy="11350"/>
            </a:xfrm>
            <a:custGeom>
              <a:rect b="b" l="l" r="r" t="t"/>
              <a:pathLst>
                <a:path extrusionOk="0" h="454" w="7205">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p14"/>
            <p:cNvSpPr/>
            <p:nvPr/>
          </p:nvSpPr>
          <p:spPr>
            <a:xfrm>
              <a:off x="1194475" y="2040550"/>
              <a:ext cx="2425" cy="3600"/>
            </a:xfrm>
            <a:custGeom>
              <a:rect b="b" l="l" r="r" t="t"/>
              <a:pathLst>
                <a:path extrusionOk="0" h="144" w="97">
                  <a:moveTo>
                    <a:pt x="84" y="1"/>
                  </a:moveTo>
                  <a:lnTo>
                    <a:pt x="1" y="48"/>
                  </a:lnTo>
                  <a:lnTo>
                    <a:pt x="25" y="144"/>
                  </a:lnTo>
                  <a:cubicBezTo>
                    <a:pt x="72" y="108"/>
                    <a:pt x="96" y="48"/>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2" name="Google Shape;1722;p14"/>
            <p:cNvSpPr/>
            <p:nvPr/>
          </p:nvSpPr>
          <p:spPr>
            <a:xfrm>
              <a:off x="1083450" y="1741425"/>
              <a:ext cx="98250" cy="261650"/>
            </a:xfrm>
            <a:custGeom>
              <a:rect b="b" l="l" r="r" t="t"/>
              <a:pathLst>
                <a:path extrusionOk="0" h="10466" w="393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p14"/>
            <p:cNvSpPr/>
            <p:nvPr/>
          </p:nvSpPr>
          <p:spPr>
            <a:xfrm>
              <a:off x="1113525" y="2178975"/>
              <a:ext cx="193200" cy="201825"/>
            </a:xfrm>
            <a:custGeom>
              <a:rect b="b" l="l" r="r" t="t"/>
              <a:pathLst>
                <a:path extrusionOk="0" h="8073" w="7728">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p14"/>
            <p:cNvSpPr/>
            <p:nvPr/>
          </p:nvSpPr>
          <p:spPr>
            <a:xfrm>
              <a:off x="1187625" y="2041750"/>
              <a:ext cx="121175" cy="334600"/>
            </a:xfrm>
            <a:custGeom>
              <a:rect b="b" l="l" r="r" t="t"/>
              <a:pathLst>
                <a:path extrusionOk="0" h="13384" w="4847">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5" name="Google Shape;1725;p14"/>
            <p:cNvSpPr/>
            <p:nvPr/>
          </p:nvSpPr>
          <p:spPr>
            <a:xfrm>
              <a:off x="1188525" y="1816725"/>
              <a:ext cx="109275" cy="186650"/>
            </a:xfrm>
            <a:custGeom>
              <a:rect b="b" l="l" r="r" t="t"/>
              <a:pathLst>
                <a:path extrusionOk="0" h="7466" w="4371">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14"/>
            <p:cNvSpPr/>
            <p:nvPr/>
          </p:nvSpPr>
          <p:spPr>
            <a:xfrm>
              <a:off x="1113225" y="2036700"/>
              <a:ext cx="60750" cy="102100"/>
            </a:xfrm>
            <a:custGeom>
              <a:rect b="b" l="l" r="r" t="t"/>
              <a:pathLst>
                <a:path extrusionOk="0" h="4084" w="243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p14"/>
            <p:cNvSpPr/>
            <p:nvPr/>
          </p:nvSpPr>
          <p:spPr>
            <a:xfrm>
              <a:off x="1299250" y="1820900"/>
              <a:ext cx="16700" cy="554550"/>
            </a:xfrm>
            <a:custGeom>
              <a:rect b="b" l="l" r="r" t="t"/>
              <a:pathLst>
                <a:path extrusionOk="0" h="22182" w="668">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8" name="Google Shape;1728;p14"/>
            <p:cNvSpPr/>
            <p:nvPr/>
          </p:nvSpPr>
          <p:spPr>
            <a:xfrm>
              <a:off x="1293600" y="1501500"/>
              <a:ext cx="11925" cy="289650"/>
            </a:xfrm>
            <a:custGeom>
              <a:rect b="b" l="l" r="r" t="t"/>
              <a:pathLst>
                <a:path extrusionOk="0" h="11586" w="477">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9" name="Google Shape;1729;p14"/>
            <p:cNvSpPr/>
            <p:nvPr/>
          </p:nvSpPr>
          <p:spPr>
            <a:xfrm>
              <a:off x="1418325" y="1523825"/>
              <a:ext cx="47050" cy="166425"/>
            </a:xfrm>
            <a:custGeom>
              <a:rect b="b" l="l" r="r" t="t"/>
              <a:pathLst>
                <a:path extrusionOk="0" h="6657" w="1882">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0" name="Google Shape;1730;p14"/>
            <p:cNvSpPr/>
            <p:nvPr/>
          </p:nvSpPr>
          <p:spPr>
            <a:xfrm>
              <a:off x="1083450" y="1458350"/>
              <a:ext cx="203625" cy="33050"/>
            </a:xfrm>
            <a:custGeom>
              <a:rect b="b" l="l" r="r" t="t"/>
              <a:pathLst>
                <a:path extrusionOk="0" h="1322" w="8145">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1" name="Google Shape;1731;p14"/>
            <p:cNvSpPr/>
            <p:nvPr/>
          </p:nvSpPr>
          <p:spPr>
            <a:xfrm>
              <a:off x="1291825" y="1342550"/>
              <a:ext cx="8050" cy="136050"/>
            </a:xfrm>
            <a:custGeom>
              <a:rect b="b" l="l" r="r" t="t"/>
              <a:pathLst>
                <a:path extrusionOk="0" h="5442" w="322">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p14"/>
            <p:cNvSpPr/>
            <p:nvPr/>
          </p:nvSpPr>
          <p:spPr>
            <a:xfrm>
              <a:off x="1688000" y="154467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p14"/>
            <p:cNvSpPr/>
            <p:nvPr/>
          </p:nvSpPr>
          <p:spPr>
            <a:xfrm>
              <a:off x="1309675" y="1487525"/>
              <a:ext cx="94675" cy="19650"/>
            </a:xfrm>
            <a:custGeom>
              <a:rect b="b" l="l" r="r" t="t"/>
              <a:pathLst>
                <a:path extrusionOk="0" h="786" w="3787">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4" name="Google Shape;1734;p14"/>
            <p:cNvSpPr/>
            <p:nvPr/>
          </p:nvSpPr>
          <p:spPr>
            <a:xfrm>
              <a:off x="1687700" y="15458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5" name="Google Shape;1735;p14"/>
            <p:cNvSpPr/>
            <p:nvPr/>
          </p:nvSpPr>
          <p:spPr>
            <a:xfrm>
              <a:off x="1430825" y="1504475"/>
              <a:ext cx="247675" cy="41700"/>
            </a:xfrm>
            <a:custGeom>
              <a:rect b="b" l="l" r="r" t="t"/>
              <a:pathLst>
                <a:path extrusionOk="0" h="1668" w="9907">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6" name="Google Shape;1736;p14"/>
            <p:cNvSpPr/>
            <p:nvPr/>
          </p:nvSpPr>
          <p:spPr>
            <a:xfrm>
              <a:off x="1687100" y="1546450"/>
              <a:ext cx="25" cy="625"/>
            </a:xfrm>
            <a:custGeom>
              <a:rect b="b" l="l" r="r" t="t"/>
              <a:pathLst>
                <a:path extrusionOk="0" h="25" w="1">
                  <a:moveTo>
                    <a:pt x="1" y="24"/>
                  </a:moveTo>
                  <a:lnTo>
                    <a:pt x="1" y="24"/>
                  </a:lnTo>
                  <a:cubicBezTo>
                    <a:pt x="1" y="1"/>
                    <a:pt x="1" y="24"/>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p14"/>
            <p:cNvSpPr/>
            <p:nvPr/>
          </p:nvSpPr>
          <p:spPr>
            <a:xfrm>
              <a:off x="1687700" y="15455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8" name="Google Shape;1738;p14"/>
            <p:cNvSpPr/>
            <p:nvPr/>
          </p:nvSpPr>
          <p:spPr>
            <a:xfrm>
              <a:off x="1476075" y="1544675"/>
              <a:ext cx="211050" cy="154800"/>
            </a:xfrm>
            <a:custGeom>
              <a:rect b="b" l="l" r="r" t="t"/>
              <a:pathLst>
                <a:path extrusionOk="0" h="6192" w="8442">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p14"/>
            <p:cNvSpPr/>
            <p:nvPr/>
          </p:nvSpPr>
          <p:spPr>
            <a:xfrm>
              <a:off x="1688000" y="1544675"/>
              <a:ext cx="25" cy="325"/>
            </a:xfrm>
            <a:custGeom>
              <a:rect b="b" l="l" r="r" t="t"/>
              <a:pathLst>
                <a:path extrusionOk="0" h="13" w="1">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p14"/>
            <p:cNvSpPr/>
            <p:nvPr/>
          </p:nvSpPr>
          <p:spPr>
            <a:xfrm>
              <a:off x="1681750" y="1319350"/>
              <a:ext cx="26225" cy="225050"/>
            </a:xfrm>
            <a:custGeom>
              <a:rect b="b" l="l" r="r" t="t"/>
              <a:pathLst>
                <a:path extrusionOk="0" h="9002" w="1049">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p14"/>
            <p:cNvSpPr/>
            <p:nvPr/>
          </p:nvSpPr>
          <p:spPr>
            <a:xfrm>
              <a:off x="1687100" y="1546450"/>
              <a:ext cx="25" cy="625"/>
            </a:xfrm>
            <a:custGeom>
              <a:rect b="b" l="l" r="r" t="t"/>
              <a:pathLst>
                <a:path extrusionOk="0" h="25" w="1">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14"/>
            <p:cNvSpPr/>
            <p:nvPr/>
          </p:nvSpPr>
          <p:spPr>
            <a:xfrm>
              <a:off x="1684125" y="1547650"/>
              <a:ext cx="625" cy="25"/>
            </a:xfrm>
            <a:custGeom>
              <a:rect b="b" l="l" r="r" t="t"/>
              <a:pathLst>
                <a:path extrusionOk="0" h="1" w="25">
                  <a:moveTo>
                    <a:pt x="24" y="0"/>
                  </a:moveTo>
                  <a:lnTo>
                    <a:pt x="1" y="0"/>
                  </a:lnTo>
                  <a:lnTo>
                    <a:pt x="24" y="0"/>
                  </a:lnTo>
                  <a:cubicBezTo>
                    <a:pt x="12" y="0"/>
                    <a:pt x="24" y="0"/>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3" name="Google Shape;1743;p14"/>
            <p:cNvSpPr/>
            <p:nvPr/>
          </p:nvSpPr>
          <p:spPr>
            <a:xfrm>
              <a:off x="1687700" y="1545550"/>
              <a:ext cx="25" cy="325"/>
            </a:xfrm>
            <a:custGeom>
              <a:rect b="b" l="l" r="r" t="t"/>
              <a:pathLst>
                <a:path extrusionOk="0" h="13" w="1">
                  <a:moveTo>
                    <a:pt x="0" y="13"/>
                  </a:moveTo>
                  <a:lnTo>
                    <a:pt x="0" y="13"/>
                  </a:lnTo>
                  <a:lnTo>
                    <a:pt x="0" y="13"/>
                  </a:lnTo>
                  <a:cubicBezTo>
                    <a:pt x="0" y="1"/>
                    <a:pt x="0" y="1"/>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p14"/>
            <p:cNvSpPr/>
            <p:nvPr/>
          </p:nvSpPr>
          <p:spPr>
            <a:xfrm>
              <a:off x="1684725" y="1547650"/>
              <a:ext cx="25" cy="25"/>
            </a:xfrm>
            <a:custGeom>
              <a:rect b="b" l="l" r="r" t="t"/>
              <a:pathLst>
                <a:path extrusionOk="0" h="1" w="1">
                  <a:moveTo>
                    <a:pt x="0"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p14"/>
            <p:cNvSpPr/>
            <p:nvPr/>
          </p:nvSpPr>
          <p:spPr>
            <a:xfrm>
              <a:off x="1323375" y="1333625"/>
              <a:ext cx="364650" cy="214350"/>
            </a:xfrm>
            <a:custGeom>
              <a:rect b="b" l="l" r="r" t="t"/>
              <a:pathLst>
                <a:path extrusionOk="0" h="8574" w="14586">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p14"/>
            <p:cNvSpPr/>
            <p:nvPr/>
          </p:nvSpPr>
          <p:spPr>
            <a:xfrm>
              <a:off x="1273950" y="1318750"/>
              <a:ext cx="60750" cy="26600"/>
            </a:xfrm>
            <a:custGeom>
              <a:rect b="b" l="l" r="r" t="t"/>
              <a:pathLst>
                <a:path extrusionOk="0" h="1064" w="243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p14"/>
            <p:cNvSpPr/>
            <p:nvPr/>
          </p:nvSpPr>
          <p:spPr>
            <a:xfrm>
              <a:off x="1159350" y="2001350"/>
              <a:ext cx="50050" cy="42850"/>
            </a:xfrm>
            <a:custGeom>
              <a:rect b="b" l="l" r="r" t="t"/>
              <a:pathLst>
                <a:path extrusionOk="0" h="1714" w="2002">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p14"/>
            <p:cNvSpPr/>
            <p:nvPr/>
          </p:nvSpPr>
          <p:spPr>
            <a:xfrm>
              <a:off x="1083450" y="2128475"/>
              <a:ext cx="44675" cy="61325"/>
            </a:xfrm>
            <a:custGeom>
              <a:rect b="b" l="l" r="r" t="t"/>
              <a:pathLst>
                <a:path extrusionOk="0" h="2453" w="1787">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9" name="Google Shape;1749;p14"/>
            <p:cNvSpPr/>
            <p:nvPr/>
          </p:nvSpPr>
          <p:spPr>
            <a:xfrm>
              <a:off x="1288250" y="1790575"/>
              <a:ext cx="32175" cy="31125"/>
            </a:xfrm>
            <a:custGeom>
              <a:rect b="b" l="l" r="r" t="t"/>
              <a:pathLst>
                <a:path extrusionOk="0" h="1245" w="1287">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0" name="Google Shape;1750;p14"/>
            <p:cNvSpPr/>
            <p:nvPr/>
          </p:nvSpPr>
          <p:spPr>
            <a:xfrm>
              <a:off x="1297475" y="2375200"/>
              <a:ext cx="32775" cy="30800"/>
            </a:xfrm>
            <a:custGeom>
              <a:rect b="b" l="l" r="r" t="t"/>
              <a:pathLst>
                <a:path extrusionOk="0" h="1232" w="1311">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1" name="Google Shape;1751;p14"/>
            <p:cNvSpPr/>
            <p:nvPr/>
          </p:nvSpPr>
          <p:spPr>
            <a:xfrm>
              <a:off x="1445100" y="1689025"/>
              <a:ext cx="39025" cy="34575"/>
            </a:xfrm>
            <a:custGeom>
              <a:rect b="b" l="l" r="r" t="t"/>
              <a:pathLst>
                <a:path extrusionOk="0" h="1383" w="1561">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p14"/>
            <p:cNvSpPr/>
            <p:nvPr/>
          </p:nvSpPr>
          <p:spPr>
            <a:xfrm>
              <a:off x="1285875" y="1477700"/>
              <a:ext cx="24725" cy="24425"/>
            </a:xfrm>
            <a:custGeom>
              <a:rect b="b" l="l" r="r" t="t"/>
              <a:pathLst>
                <a:path extrusionOk="0" h="977" w="989">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14"/>
            <p:cNvSpPr/>
            <p:nvPr/>
          </p:nvSpPr>
          <p:spPr>
            <a:xfrm>
              <a:off x="1400175" y="1494100"/>
              <a:ext cx="32750" cy="31300"/>
            </a:xfrm>
            <a:custGeom>
              <a:rect b="b" l="l" r="r" t="t"/>
              <a:pathLst>
                <a:path extrusionOk="0" h="1252" w="131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54" name="Google Shape;1754;p1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1755" name="Google Shape;1755;p14"/>
          <p:cNvSpPr txBox="1"/>
          <p:nvPr>
            <p:ph idx="2" type="title"/>
          </p:nvPr>
        </p:nvSpPr>
        <p:spPr>
          <a:xfrm>
            <a:off x="1601409" y="1318225"/>
            <a:ext cx="29706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756" name="Google Shape;1756;p14"/>
          <p:cNvSpPr txBox="1"/>
          <p:nvPr>
            <p:ph idx="1" type="subTitle"/>
          </p:nvPr>
        </p:nvSpPr>
        <p:spPr>
          <a:xfrm>
            <a:off x="1601413" y="1631875"/>
            <a:ext cx="2626500" cy="611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1757" name="Google Shape;1757;p14"/>
          <p:cNvSpPr txBox="1"/>
          <p:nvPr>
            <p:ph idx="3" type="title"/>
          </p:nvPr>
        </p:nvSpPr>
        <p:spPr>
          <a:xfrm>
            <a:off x="1601250" y="3553850"/>
            <a:ext cx="26265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758" name="Google Shape;1758;p14"/>
          <p:cNvSpPr txBox="1"/>
          <p:nvPr>
            <p:ph idx="4" type="subTitle"/>
          </p:nvPr>
        </p:nvSpPr>
        <p:spPr>
          <a:xfrm>
            <a:off x="1601263" y="3867500"/>
            <a:ext cx="2626500" cy="611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1759" name="Google Shape;1759;p14"/>
          <p:cNvSpPr txBox="1"/>
          <p:nvPr>
            <p:ph idx="5" type="title"/>
          </p:nvPr>
        </p:nvSpPr>
        <p:spPr>
          <a:xfrm>
            <a:off x="1601444" y="2436025"/>
            <a:ext cx="34341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760" name="Google Shape;1760;p14"/>
          <p:cNvSpPr txBox="1"/>
          <p:nvPr>
            <p:ph idx="6" type="subTitle"/>
          </p:nvPr>
        </p:nvSpPr>
        <p:spPr>
          <a:xfrm>
            <a:off x="1601413" y="2749675"/>
            <a:ext cx="2626500" cy="611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1761" name="Google Shape;1761;p14"/>
          <p:cNvSpPr txBox="1"/>
          <p:nvPr>
            <p:ph idx="7" type="title"/>
          </p:nvPr>
        </p:nvSpPr>
        <p:spPr>
          <a:xfrm>
            <a:off x="5750098" y="1337025"/>
            <a:ext cx="26265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762" name="Google Shape;1762;p14"/>
          <p:cNvSpPr txBox="1"/>
          <p:nvPr>
            <p:ph idx="8" type="subTitle"/>
          </p:nvPr>
        </p:nvSpPr>
        <p:spPr>
          <a:xfrm>
            <a:off x="5750100" y="1655580"/>
            <a:ext cx="2626500" cy="611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1763" name="Google Shape;1763;p14"/>
          <p:cNvSpPr txBox="1"/>
          <p:nvPr>
            <p:ph idx="9" type="title"/>
          </p:nvPr>
        </p:nvSpPr>
        <p:spPr>
          <a:xfrm>
            <a:off x="767250" y="1481275"/>
            <a:ext cx="834000" cy="63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764" name="Google Shape;1764;p14"/>
          <p:cNvSpPr txBox="1"/>
          <p:nvPr>
            <p:ph idx="13" type="title"/>
          </p:nvPr>
        </p:nvSpPr>
        <p:spPr>
          <a:xfrm>
            <a:off x="767250" y="3716900"/>
            <a:ext cx="834000" cy="63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765" name="Google Shape;1765;p14"/>
          <p:cNvSpPr txBox="1"/>
          <p:nvPr>
            <p:ph idx="14" type="title"/>
          </p:nvPr>
        </p:nvSpPr>
        <p:spPr>
          <a:xfrm>
            <a:off x="767250" y="2599075"/>
            <a:ext cx="834000" cy="63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766" name="Google Shape;1766;p14"/>
          <p:cNvSpPr txBox="1"/>
          <p:nvPr>
            <p:ph idx="15" type="title"/>
          </p:nvPr>
        </p:nvSpPr>
        <p:spPr>
          <a:xfrm>
            <a:off x="4916088" y="1500063"/>
            <a:ext cx="834000" cy="63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767" name="Google Shape;1767;p14"/>
          <p:cNvSpPr txBox="1"/>
          <p:nvPr>
            <p:ph idx="16" type="title"/>
          </p:nvPr>
        </p:nvSpPr>
        <p:spPr>
          <a:xfrm>
            <a:off x="5750098" y="3553850"/>
            <a:ext cx="26265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768" name="Google Shape;1768;p14"/>
          <p:cNvSpPr txBox="1"/>
          <p:nvPr>
            <p:ph idx="17" type="subTitle"/>
          </p:nvPr>
        </p:nvSpPr>
        <p:spPr>
          <a:xfrm>
            <a:off x="5750100" y="3867500"/>
            <a:ext cx="2626500" cy="611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1769" name="Google Shape;1769;p14"/>
          <p:cNvSpPr txBox="1"/>
          <p:nvPr>
            <p:ph idx="18" type="title"/>
          </p:nvPr>
        </p:nvSpPr>
        <p:spPr>
          <a:xfrm>
            <a:off x="5750237" y="2436032"/>
            <a:ext cx="2626500" cy="527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770" name="Google Shape;1770;p14"/>
          <p:cNvSpPr txBox="1"/>
          <p:nvPr>
            <p:ph idx="19" type="subTitle"/>
          </p:nvPr>
        </p:nvSpPr>
        <p:spPr>
          <a:xfrm>
            <a:off x="5750250" y="2749675"/>
            <a:ext cx="2626500" cy="611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1771" name="Google Shape;1771;p14"/>
          <p:cNvSpPr txBox="1"/>
          <p:nvPr>
            <p:ph idx="20" type="title"/>
          </p:nvPr>
        </p:nvSpPr>
        <p:spPr>
          <a:xfrm>
            <a:off x="4916088" y="3716900"/>
            <a:ext cx="834000" cy="63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772" name="Google Shape;1772;p14"/>
          <p:cNvSpPr txBox="1"/>
          <p:nvPr>
            <p:ph idx="21" type="title"/>
          </p:nvPr>
        </p:nvSpPr>
        <p:spPr>
          <a:xfrm>
            <a:off x="4916088" y="2599075"/>
            <a:ext cx="834000" cy="63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1773" name="Shape 1773"/>
        <p:cNvGrpSpPr/>
        <p:nvPr/>
      </p:nvGrpSpPr>
      <p:grpSpPr>
        <a:xfrm>
          <a:off x="0" y="0"/>
          <a:ext cx="0" cy="0"/>
          <a:chOff x="0" y="0"/>
          <a:chExt cx="0" cy="0"/>
        </a:xfrm>
      </p:grpSpPr>
      <p:grpSp>
        <p:nvGrpSpPr>
          <p:cNvPr id="1774" name="Google Shape;1774;p15"/>
          <p:cNvGrpSpPr/>
          <p:nvPr/>
        </p:nvGrpSpPr>
        <p:grpSpPr>
          <a:xfrm rot="5400000">
            <a:off x="653906" y="1721142"/>
            <a:ext cx="2768461" cy="4076473"/>
            <a:chOff x="2525900" y="1699450"/>
            <a:chExt cx="1076050" cy="1584450"/>
          </a:xfrm>
        </p:grpSpPr>
        <p:sp>
          <p:nvSpPr>
            <p:cNvPr id="1775" name="Google Shape;1775;p15"/>
            <p:cNvSpPr/>
            <p:nvPr/>
          </p:nvSpPr>
          <p:spPr>
            <a:xfrm>
              <a:off x="3569775" y="2193250"/>
              <a:ext cx="31875" cy="43775"/>
            </a:xfrm>
            <a:custGeom>
              <a:rect b="b" l="l" r="r" t="t"/>
              <a:pathLst>
                <a:path extrusionOk="0" h="1751" w="1275">
                  <a:moveTo>
                    <a:pt x="1275" y="1"/>
                  </a:moveTo>
                  <a:lnTo>
                    <a:pt x="1" y="1691"/>
                  </a:lnTo>
                  <a:lnTo>
                    <a:pt x="275" y="1751"/>
                  </a:lnTo>
                  <a:lnTo>
                    <a:pt x="1275" y="441"/>
                  </a:lnTo>
                  <a:lnTo>
                    <a:pt x="127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6" name="Google Shape;1776;p15"/>
            <p:cNvSpPr/>
            <p:nvPr/>
          </p:nvSpPr>
          <p:spPr>
            <a:xfrm>
              <a:off x="3486425" y="2241175"/>
              <a:ext cx="85750" cy="108375"/>
            </a:xfrm>
            <a:custGeom>
              <a:rect b="b" l="l" r="r" t="t"/>
              <a:pathLst>
                <a:path extrusionOk="0" h="4335" w="3430">
                  <a:moveTo>
                    <a:pt x="3156" y="1"/>
                  </a:moveTo>
                  <a:lnTo>
                    <a:pt x="1" y="4168"/>
                  </a:lnTo>
                  <a:cubicBezTo>
                    <a:pt x="84" y="4204"/>
                    <a:pt x="156" y="4263"/>
                    <a:pt x="203" y="4335"/>
                  </a:cubicBezTo>
                  <a:lnTo>
                    <a:pt x="3430" y="72"/>
                  </a:lnTo>
                  <a:lnTo>
                    <a:pt x="31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7" name="Google Shape;1777;p15"/>
            <p:cNvSpPr/>
            <p:nvPr/>
          </p:nvSpPr>
          <p:spPr>
            <a:xfrm>
              <a:off x="3361425" y="1699450"/>
              <a:ext cx="240225" cy="42875"/>
            </a:xfrm>
            <a:custGeom>
              <a:rect b="b" l="l" r="r" t="t"/>
              <a:pathLst>
                <a:path extrusionOk="0" h="1715" w="9609">
                  <a:moveTo>
                    <a:pt x="9609" y="0"/>
                  </a:moveTo>
                  <a:lnTo>
                    <a:pt x="12" y="1429"/>
                  </a:lnTo>
                  <a:cubicBezTo>
                    <a:pt x="60" y="1524"/>
                    <a:pt x="72" y="1584"/>
                    <a:pt x="36" y="1643"/>
                  </a:cubicBezTo>
                  <a:cubicBezTo>
                    <a:pt x="24" y="1667"/>
                    <a:pt x="12" y="1703"/>
                    <a:pt x="0" y="1715"/>
                  </a:cubicBezTo>
                  <a:lnTo>
                    <a:pt x="9609" y="274"/>
                  </a:lnTo>
                  <a:lnTo>
                    <a:pt x="960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8" name="Google Shape;1778;p15"/>
            <p:cNvSpPr/>
            <p:nvPr/>
          </p:nvSpPr>
          <p:spPr>
            <a:xfrm>
              <a:off x="3354575" y="1742600"/>
              <a:ext cx="9250" cy="139925"/>
            </a:xfrm>
            <a:custGeom>
              <a:rect b="b" l="l" r="r" t="t"/>
              <a:pathLst>
                <a:path extrusionOk="0" h="5597" w="370">
                  <a:moveTo>
                    <a:pt x="274" y="1"/>
                  </a:moveTo>
                  <a:cubicBezTo>
                    <a:pt x="231" y="44"/>
                    <a:pt x="175" y="75"/>
                    <a:pt x="116" y="75"/>
                  </a:cubicBezTo>
                  <a:cubicBezTo>
                    <a:pt x="94" y="75"/>
                    <a:pt x="71" y="70"/>
                    <a:pt x="48" y="60"/>
                  </a:cubicBezTo>
                  <a:cubicBezTo>
                    <a:pt x="36" y="60"/>
                    <a:pt x="12" y="48"/>
                    <a:pt x="0" y="48"/>
                  </a:cubicBezTo>
                  <a:lnTo>
                    <a:pt x="108" y="5597"/>
                  </a:lnTo>
                  <a:cubicBezTo>
                    <a:pt x="171" y="5560"/>
                    <a:pt x="242" y="5545"/>
                    <a:pt x="309" y="5545"/>
                  </a:cubicBezTo>
                  <a:cubicBezTo>
                    <a:pt x="330" y="5545"/>
                    <a:pt x="350" y="5546"/>
                    <a:pt x="370" y="5549"/>
                  </a:cubicBez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9" name="Google Shape;1779;p15"/>
            <p:cNvSpPr/>
            <p:nvPr/>
          </p:nvSpPr>
          <p:spPr>
            <a:xfrm>
              <a:off x="3468575" y="1948000"/>
              <a:ext cx="133075" cy="136625"/>
            </a:xfrm>
            <a:custGeom>
              <a:rect b="b" l="l" r="r" t="t"/>
              <a:pathLst>
                <a:path extrusionOk="0" h="5465" w="5323">
                  <a:moveTo>
                    <a:pt x="5323" y="0"/>
                  </a:moveTo>
                  <a:lnTo>
                    <a:pt x="1" y="5298"/>
                  </a:lnTo>
                  <a:cubicBezTo>
                    <a:pt x="72" y="5334"/>
                    <a:pt x="132" y="5370"/>
                    <a:pt x="155" y="5453"/>
                  </a:cubicBezTo>
                  <a:cubicBezTo>
                    <a:pt x="179" y="5453"/>
                    <a:pt x="203" y="5453"/>
                    <a:pt x="215" y="5465"/>
                  </a:cubicBezTo>
                  <a:lnTo>
                    <a:pt x="5323" y="369"/>
                  </a:lnTo>
                  <a:lnTo>
                    <a:pt x="532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0" name="Google Shape;1780;p15"/>
            <p:cNvSpPr/>
            <p:nvPr/>
          </p:nvSpPr>
          <p:spPr>
            <a:xfrm>
              <a:off x="3371850" y="1888750"/>
              <a:ext cx="229800" cy="29200"/>
            </a:xfrm>
            <a:custGeom>
              <a:rect b="b" l="l" r="r" t="t"/>
              <a:pathLst>
                <a:path extrusionOk="0" h="1168" w="9192">
                  <a:moveTo>
                    <a:pt x="12" y="1"/>
                  </a:moveTo>
                  <a:cubicBezTo>
                    <a:pt x="24" y="84"/>
                    <a:pt x="24" y="167"/>
                    <a:pt x="0" y="263"/>
                  </a:cubicBezTo>
                  <a:lnTo>
                    <a:pt x="9192" y="1168"/>
                  </a:lnTo>
                  <a:lnTo>
                    <a:pt x="9192" y="894"/>
                  </a:lnTo>
                  <a:lnTo>
                    <a:pt x="1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1" name="Google Shape;1781;p15"/>
            <p:cNvSpPr/>
            <p:nvPr/>
          </p:nvSpPr>
          <p:spPr>
            <a:xfrm>
              <a:off x="3233425" y="1875350"/>
              <a:ext cx="119375" cy="17900"/>
            </a:xfrm>
            <a:custGeom>
              <a:rect b="b" l="l" r="r" t="t"/>
              <a:pathLst>
                <a:path extrusionOk="0" h="716" w="4775">
                  <a:moveTo>
                    <a:pt x="36" y="1"/>
                  </a:moveTo>
                  <a:cubicBezTo>
                    <a:pt x="36" y="84"/>
                    <a:pt x="24" y="156"/>
                    <a:pt x="13" y="215"/>
                  </a:cubicBezTo>
                  <a:cubicBezTo>
                    <a:pt x="13" y="227"/>
                    <a:pt x="1" y="239"/>
                    <a:pt x="1" y="263"/>
                  </a:cubicBezTo>
                  <a:lnTo>
                    <a:pt x="4727" y="715"/>
                  </a:lnTo>
                  <a:cubicBezTo>
                    <a:pt x="4715" y="656"/>
                    <a:pt x="4727" y="584"/>
                    <a:pt x="4739" y="525"/>
                  </a:cubicBezTo>
                  <a:cubicBezTo>
                    <a:pt x="4763" y="501"/>
                    <a:pt x="4763" y="477"/>
                    <a:pt x="4775" y="465"/>
                  </a:cubicBezTo>
                  <a:lnTo>
                    <a:pt x="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2" name="Google Shape;1782;p15"/>
            <p:cNvSpPr/>
            <p:nvPr/>
          </p:nvSpPr>
          <p:spPr>
            <a:xfrm>
              <a:off x="3357850" y="1901550"/>
              <a:ext cx="10150" cy="91100"/>
            </a:xfrm>
            <a:custGeom>
              <a:rect b="b" l="l" r="r" t="t"/>
              <a:pathLst>
                <a:path extrusionOk="0" h="3644" w="406">
                  <a:moveTo>
                    <a:pt x="0" y="1"/>
                  </a:moveTo>
                  <a:lnTo>
                    <a:pt x="143" y="3620"/>
                  </a:lnTo>
                  <a:cubicBezTo>
                    <a:pt x="175" y="3609"/>
                    <a:pt x="208" y="3604"/>
                    <a:pt x="242" y="3604"/>
                  </a:cubicBezTo>
                  <a:cubicBezTo>
                    <a:pt x="284" y="3604"/>
                    <a:pt x="329" y="3612"/>
                    <a:pt x="381" y="3632"/>
                  </a:cubicBezTo>
                  <a:cubicBezTo>
                    <a:pt x="393" y="3632"/>
                    <a:pt x="393" y="3644"/>
                    <a:pt x="405" y="3644"/>
                  </a:cubicBezTo>
                  <a:lnTo>
                    <a:pt x="274" y="24"/>
                  </a:lnTo>
                  <a:cubicBezTo>
                    <a:pt x="242" y="35"/>
                    <a:pt x="205" y="41"/>
                    <a:pt x="168" y="41"/>
                  </a:cubicBezTo>
                  <a:cubicBezTo>
                    <a:pt x="122" y="41"/>
                    <a:pt x="75" y="32"/>
                    <a:pt x="36" y="13"/>
                  </a:cubicBezTo>
                  <a:cubicBezTo>
                    <a:pt x="24" y="13"/>
                    <a:pt x="24" y="13"/>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3" name="Google Shape;1783;p15"/>
            <p:cNvSpPr/>
            <p:nvPr/>
          </p:nvSpPr>
          <p:spPr>
            <a:xfrm>
              <a:off x="3391475" y="2086400"/>
              <a:ext cx="73250" cy="83675"/>
            </a:xfrm>
            <a:custGeom>
              <a:rect b="b" l="l" r="r" t="t"/>
              <a:pathLst>
                <a:path extrusionOk="0" h="3347" w="2930">
                  <a:moveTo>
                    <a:pt x="2763" y="0"/>
                  </a:moveTo>
                  <a:lnTo>
                    <a:pt x="1" y="3191"/>
                  </a:lnTo>
                  <a:cubicBezTo>
                    <a:pt x="72" y="3227"/>
                    <a:pt x="144" y="3287"/>
                    <a:pt x="203" y="3346"/>
                  </a:cubicBezTo>
                  <a:lnTo>
                    <a:pt x="2930" y="227"/>
                  </a:lnTo>
                  <a:cubicBezTo>
                    <a:pt x="2846" y="191"/>
                    <a:pt x="2763" y="108"/>
                    <a:pt x="276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4" name="Google Shape;1784;p15"/>
            <p:cNvSpPr/>
            <p:nvPr/>
          </p:nvSpPr>
          <p:spPr>
            <a:xfrm>
              <a:off x="3226875" y="1884000"/>
              <a:ext cx="132200" cy="113425"/>
            </a:xfrm>
            <a:custGeom>
              <a:rect b="b" l="l" r="r" t="t"/>
              <a:pathLst>
                <a:path extrusionOk="0" h="4537" w="5288">
                  <a:moveTo>
                    <a:pt x="191" y="0"/>
                  </a:moveTo>
                  <a:cubicBezTo>
                    <a:pt x="155" y="72"/>
                    <a:pt x="84" y="131"/>
                    <a:pt x="1" y="191"/>
                  </a:cubicBezTo>
                  <a:lnTo>
                    <a:pt x="5097" y="4536"/>
                  </a:lnTo>
                  <a:cubicBezTo>
                    <a:pt x="5156" y="4453"/>
                    <a:pt x="5216" y="4394"/>
                    <a:pt x="5287" y="4346"/>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5" name="Google Shape;1785;p15"/>
            <p:cNvSpPr/>
            <p:nvPr/>
          </p:nvSpPr>
          <p:spPr>
            <a:xfrm>
              <a:off x="3370650" y="2004850"/>
              <a:ext cx="95275" cy="79500"/>
            </a:xfrm>
            <a:custGeom>
              <a:rect b="b" l="l" r="r" t="t"/>
              <a:pathLst>
                <a:path extrusionOk="0" h="3180" w="3811">
                  <a:moveTo>
                    <a:pt x="131" y="0"/>
                  </a:moveTo>
                  <a:lnTo>
                    <a:pt x="131" y="24"/>
                  </a:lnTo>
                  <a:cubicBezTo>
                    <a:pt x="96" y="107"/>
                    <a:pt x="60" y="167"/>
                    <a:pt x="0" y="226"/>
                  </a:cubicBezTo>
                  <a:lnTo>
                    <a:pt x="3620" y="3179"/>
                  </a:lnTo>
                  <a:cubicBezTo>
                    <a:pt x="3644" y="3084"/>
                    <a:pt x="3715" y="3024"/>
                    <a:pt x="3810" y="3012"/>
                  </a:cubicBezTo>
                  <a:lnTo>
                    <a:pt x="13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6" name="Google Shape;1786;p15"/>
            <p:cNvSpPr/>
            <p:nvPr/>
          </p:nvSpPr>
          <p:spPr>
            <a:xfrm>
              <a:off x="3470950" y="2084325"/>
              <a:ext cx="130700" cy="76500"/>
            </a:xfrm>
            <a:custGeom>
              <a:rect b="b" l="l" r="r" t="t"/>
              <a:pathLst>
                <a:path extrusionOk="0" h="3060" w="5228">
                  <a:moveTo>
                    <a:pt x="60" y="0"/>
                  </a:moveTo>
                  <a:cubicBezTo>
                    <a:pt x="84" y="36"/>
                    <a:pt x="84" y="95"/>
                    <a:pt x="60" y="155"/>
                  </a:cubicBezTo>
                  <a:cubicBezTo>
                    <a:pt x="48" y="191"/>
                    <a:pt x="37" y="238"/>
                    <a:pt x="1" y="250"/>
                  </a:cubicBezTo>
                  <a:lnTo>
                    <a:pt x="5228" y="3060"/>
                  </a:lnTo>
                  <a:lnTo>
                    <a:pt x="5228" y="2762"/>
                  </a:lnTo>
                  <a:lnTo>
                    <a:pt x="120" y="12"/>
                  </a:lnTo>
                  <a:cubicBezTo>
                    <a:pt x="108" y="0"/>
                    <a:pt x="96" y="0"/>
                    <a:pt x="6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7" name="Google Shape;1787;p15"/>
            <p:cNvSpPr/>
            <p:nvPr/>
          </p:nvSpPr>
          <p:spPr>
            <a:xfrm>
              <a:off x="3403100" y="2193850"/>
              <a:ext cx="198550" cy="56575"/>
            </a:xfrm>
            <a:custGeom>
              <a:rect b="b" l="l" r="r" t="t"/>
              <a:pathLst>
                <a:path extrusionOk="0" h="2263" w="7942">
                  <a:moveTo>
                    <a:pt x="60" y="1"/>
                  </a:moveTo>
                  <a:cubicBezTo>
                    <a:pt x="36" y="96"/>
                    <a:pt x="24" y="167"/>
                    <a:pt x="0" y="263"/>
                  </a:cubicBezTo>
                  <a:lnTo>
                    <a:pt x="6489" y="1894"/>
                  </a:lnTo>
                  <a:lnTo>
                    <a:pt x="6763" y="1965"/>
                  </a:lnTo>
                  <a:lnTo>
                    <a:pt x="7942" y="2263"/>
                  </a:lnTo>
                  <a:lnTo>
                    <a:pt x="7942" y="2001"/>
                  </a:lnTo>
                  <a:lnTo>
                    <a:pt x="6942" y="1751"/>
                  </a:lnTo>
                  <a:lnTo>
                    <a:pt x="6668" y="1667"/>
                  </a:lnTo>
                  <a:lnTo>
                    <a:pt x="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8" name="Google Shape;1788;p15"/>
            <p:cNvSpPr/>
            <p:nvPr/>
          </p:nvSpPr>
          <p:spPr>
            <a:xfrm>
              <a:off x="3388800" y="2213200"/>
              <a:ext cx="90825" cy="135150"/>
            </a:xfrm>
            <a:custGeom>
              <a:rect b="b" l="l" r="r" t="t"/>
              <a:pathLst>
                <a:path extrusionOk="0" h="5406" w="3633">
                  <a:moveTo>
                    <a:pt x="227" y="0"/>
                  </a:moveTo>
                  <a:cubicBezTo>
                    <a:pt x="155" y="60"/>
                    <a:pt x="96" y="108"/>
                    <a:pt x="1" y="155"/>
                  </a:cubicBezTo>
                  <a:lnTo>
                    <a:pt x="3406" y="5406"/>
                  </a:lnTo>
                  <a:cubicBezTo>
                    <a:pt x="3465" y="5346"/>
                    <a:pt x="3549" y="5299"/>
                    <a:pt x="3632" y="5275"/>
                  </a:cubicBez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9" name="Google Shape;1789;p15"/>
            <p:cNvSpPr/>
            <p:nvPr/>
          </p:nvSpPr>
          <p:spPr>
            <a:xfrm>
              <a:off x="3534650" y="2440025"/>
              <a:ext cx="66700" cy="103600"/>
            </a:xfrm>
            <a:custGeom>
              <a:rect b="b" l="l" r="r" t="t"/>
              <a:pathLst>
                <a:path extrusionOk="0" h="4144" w="2668">
                  <a:moveTo>
                    <a:pt x="120" y="0"/>
                  </a:moveTo>
                  <a:lnTo>
                    <a:pt x="1" y="71"/>
                  </a:lnTo>
                  <a:lnTo>
                    <a:pt x="2668" y="4143"/>
                  </a:lnTo>
                  <a:lnTo>
                    <a:pt x="2668" y="3667"/>
                  </a:lnTo>
                  <a:lnTo>
                    <a:pt x="453" y="298"/>
                  </a:lnTo>
                  <a:cubicBezTo>
                    <a:pt x="429" y="304"/>
                    <a:pt x="403" y="307"/>
                    <a:pt x="374" y="307"/>
                  </a:cubicBezTo>
                  <a:cubicBezTo>
                    <a:pt x="346" y="307"/>
                    <a:pt x="316" y="304"/>
                    <a:pt x="286" y="298"/>
                  </a:cubicBezTo>
                  <a:cubicBezTo>
                    <a:pt x="167" y="250"/>
                    <a:pt x="96" y="131"/>
                    <a:pt x="1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0" name="Google Shape;1790;p15"/>
            <p:cNvSpPr/>
            <p:nvPr/>
          </p:nvSpPr>
          <p:spPr>
            <a:xfrm>
              <a:off x="3484950" y="2361725"/>
              <a:ext cx="52100" cy="74450"/>
            </a:xfrm>
            <a:custGeom>
              <a:rect b="b" l="l" r="r" t="t"/>
              <a:pathLst>
                <a:path extrusionOk="0" h="2978" w="2084">
                  <a:moveTo>
                    <a:pt x="239" y="1"/>
                  </a:moveTo>
                  <a:cubicBezTo>
                    <a:pt x="155" y="72"/>
                    <a:pt x="84" y="132"/>
                    <a:pt x="0" y="155"/>
                  </a:cubicBezTo>
                  <a:lnTo>
                    <a:pt x="1858" y="2977"/>
                  </a:lnTo>
                  <a:lnTo>
                    <a:pt x="2084" y="2834"/>
                  </a:ln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1" name="Google Shape;1791;p15"/>
            <p:cNvSpPr/>
            <p:nvPr/>
          </p:nvSpPr>
          <p:spPr>
            <a:xfrm>
              <a:off x="3359925" y="2364100"/>
              <a:ext cx="122675" cy="183700"/>
            </a:xfrm>
            <a:custGeom>
              <a:rect b="b" l="l" r="r" t="t"/>
              <a:pathLst>
                <a:path extrusionOk="0" h="7348" w="4907">
                  <a:moveTo>
                    <a:pt x="4656" y="1"/>
                  </a:moveTo>
                  <a:lnTo>
                    <a:pt x="1" y="7347"/>
                  </a:lnTo>
                  <a:lnTo>
                    <a:pt x="537" y="7002"/>
                  </a:lnTo>
                  <a:lnTo>
                    <a:pt x="4894" y="120"/>
                  </a:lnTo>
                  <a:cubicBezTo>
                    <a:pt x="4906" y="96"/>
                    <a:pt x="4906" y="84"/>
                    <a:pt x="4906" y="72"/>
                  </a:cubicBezTo>
                  <a:cubicBezTo>
                    <a:pt x="4859" y="72"/>
                    <a:pt x="4823" y="72"/>
                    <a:pt x="4775" y="60"/>
                  </a:cubicBezTo>
                  <a:cubicBezTo>
                    <a:pt x="4728" y="37"/>
                    <a:pt x="4704" y="25"/>
                    <a:pt x="465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2" name="Google Shape;1792;p15"/>
            <p:cNvSpPr/>
            <p:nvPr/>
          </p:nvSpPr>
          <p:spPr>
            <a:xfrm>
              <a:off x="3403975" y="2657300"/>
              <a:ext cx="46175" cy="92900"/>
            </a:xfrm>
            <a:custGeom>
              <a:rect b="b" l="l" r="r" t="t"/>
              <a:pathLst>
                <a:path extrusionOk="0" h="3716" w="1847">
                  <a:moveTo>
                    <a:pt x="275" y="1"/>
                  </a:moveTo>
                  <a:lnTo>
                    <a:pt x="1" y="36"/>
                  </a:lnTo>
                  <a:lnTo>
                    <a:pt x="1549" y="3691"/>
                  </a:lnTo>
                  <a:cubicBezTo>
                    <a:pt x="1593" y="3665"/>
                    <a:pt x="1651" y="3651"/>
                    <a:pt x="1708" y="3651"/>
                  </a:cubicBezTo>
                  <a:cubicBezTo>
                    <a:pt x="1727" y="3651"/>
                    <a:pt x="1745" y="3653"/>
                    <a:pt x="1763" y="3656"/>
                  </a:cubicBezTo>
                  <a:cubicBezTo>
                    <a:pt x="1799" y="3668"/>
                    <a:pt x="1834" y="3691"/>
                    <a:pt x="1846" y="3715"/>
                  </a:cubicBezTo>
                  <a:lnTo>
                    <a:pt x="27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3" name="Google Shape;1793;p15"/>
            <p:cNvSpPr/>
            <p:nvPr/>
          </p:nvSpPr>
          <p:spPr>
            <a:xfrm>
              <a:off x="3447750" y="2756725"/>
              <a:ext cx="63125" cy="139325"/>
            </a:xfrm>
            <a:custGeom>
              <a:rect b="b" l="l" r="r" t="t"/>
              <a:pathLst>
                <a:path extrusionOk="0" h="5573" w="2525">
                  <a:moveTo>
                    <a:pt x="214" y="0"/>
                  </a:moveTo>
                  <a:lnTo>
                    <a:pt x="119" y="84"/>
                  </a:lnTo>
                  <a:cubicBezTo>
                    <a:pt x="95" y="107"/>
                    <a:pt x="72" y="131"/>
                    <a:pt x="36" y="143"/>
                  </a:cubicBezTo>
                  <a:lnTo>
                    <a:pt x="0" y="167"/>
                  </a:lnTo>
                  <a:lnTo>
                    <a:pt x="2286" y="5572"/>
                  </a:lnTo>
                  <a:cubicBezTo>
                    <a:pt x="2358" y="5513"/>
                    <a:pt x="2441" y="5477"/>
                    <a:pt x="2524" y="5465"/>
                  </a:cubicBezTo>
                  <a:lnTo>
                    <a:pt x="21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4" name="Google Shape;1794;p15"/>
            <p:cNvSpPr/>
            <p:nvPr/>
          </p:nvSpPr>
          <p:spPr>
            <a:xfrm>
              <a:off x="3360525" y="2551625"/>
              <a:ext cx="47650" cy="100650"/>
            </a:xfrm>
            <a:custGeom>
              <a:rect b="b" l="l" r="r" t="t"/>
              <a:pathLst>
                <a:path extrusionOk="0" h="4026" w="1906">
                  <a:moveTo>
                    <a:pt x="227" y="1"/>
                  </a:moveTo>
                  <a:lnTo>
                    <a:pt x="1" y="144"/>
                  </a:lnTo>
                  <a:lnTo>
                    <a:pt x="1644" y="4025"/>
                  </a:lnTo>
                  <a:lnTo>
                    <a:pt x="1906" y="3989"/>
                  </a:ln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5" name="Google Shape;1795;p15"/>
            <p:cNvSpPr/>
            <p:nvPr/>
          </p:nvSpPr>
          <p:spPr>
            <a:xfrm>
              <a:off x="3125375" y="2390600"/>
              <a:ext cx="476275" cy="313150"/>
            </a:xfrm>
            <a:custGeom>
              <a:rect b="b" l="l" r="r" t="t"/>
              <a:pathLst>
                <a:path extrusionOk="0" h="12526" w="19051">
                  <a:moveTo>
                    <a:pt x="19051" y="1"/>
                  </a:moveTo>
                  <a:lnTo>
                    <a:pt x="16455" y="1691"/>
                  </a:lnTo>
                  <a:lnTo>
                    <a:pt x="16241" y="1834"/>
                  </a:lnTo>
                  <a:lnTo>
                    <a:pt x="9907" y="5942"/>
                  </a:lnTo>
                  <a:lnTo>
                    <a:pt x="9371" y="6287"/>
                  </a:lnTo>
                  <a:lnTo>
                    <a:pt x="1" y="12395"/>
                  </a:lnTo>
                  <a:cubicBezTo>
                    <a:pt x="48" y="12431"/>
                    <a:pt x="72" y="12478"/>
                    <a:pt x="108" y="12526"/>
                  </a:cubicBezTo>
                  <a:lnTo>
                    <a:pt x="358" y="12478"/>
                  </a:lnTo>
                  <a:lnTo>
                    <a:pt x="9407" y="6597"/>
                  </a:lnTo>
                  <a:lnTo>
                    <a:pt x="9633" y="6454"/>
                  </a:lnTo>
                  <a:lnTo>
                    <a:pt x="16384" y="2060"/>
                  </a:lnTo>
                  <a:lnTo>
                    <a:pt x="16503" y="1989"/>
                  </a:lnTo>
                  <a:lnTo>
                    <a:pt x="16503" y="1977"/>
                  </a:lnTo>
                  <a:cubicBezTo>
                    <a:pt x="16533" y="1877"/>
                    <a:pt x="16622" y="1802"/>
                    <a:pt x="16720" y="1802"/>
                  </a:cubicBezTo>
                  <a:cubicBezTo>
                    <a:pt x="16739" y="1802"/>
                    <a:pt x="16758" y="1805"/>
                    <a:pt x="16777" y="1810"/>
                  </a:cubicBezTo>
                  <a:lnTo>
                    <a:pt x="19051" y="322"/>
                  </a:lnTo>
                  <a:lnTo>
                    <a:pt x="190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6" name="Google Shape;1796;p15"/>
            <p:cNvSpPr/>
            <p:nvPr/>
          </p:nvSpPr>
          <p:spPr>
            <a:xfrm>
              <a:off x="3128050" y="2615625"/>
              <a:ext cx="473900" cy="94675"/>
            </a:xfrm>
            <a:custGeom>
              <a:rect b="b" l="l" r="r" t="t"/>
              <a:pathLst>
                <a:path extrusionOk="0" h="3787" w="18956">
                  <a:moveTo>
                    <a:pt x="18956" y="1"/>
                  </a:moveTo>
                  <a:lnTo>
                    <a:pt x="11216" y="1441"/>
                  </a:lnTo>
                  <a:lnTo>
                    <a:pt x="10955" y="1489"/>
                  </a:lnTo>
                  <a:lnTo>
                    <a:pt x="251" y="3477"/>
                  </a:lnTo>
                  <a:lnTo>
                    <a:pt x="1" y="3525"/>
                  </a:lnTo>
                  <a:cubicBezTo>
                    <a:pt x="25" y="3596"/>
                    <a:pt x="37" y="3704"/>
                    <a:pt x="25" y="3787"/>
                  </a:cubicBezTo>
                  <a:lnTo>
                    <a:pt x="11062" y="1739"/>
                  </a:lnTo>
                  <a:lnTo>
                    <a:pt x="11324" y="1691"/>
                  </a:lnTo>
                  <a:lnTo>
                    <a:pt x="18956" y="263"/>
                  </a:lnTo>
                  <a:lnTo>
                    <a:pt x="189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7" name="Google Shape;1797;p15"/>
            <p:cNvSpPr/>
            <p:nvPr/>
          </p:nvSpPr>
          <p:spPr>
            <a:xfrm>
              <a:off x="3117650" y="2716825"/>
              <a:ext cx="74725" cy="262575"/>
            </a:xfrm>
            <a:custGeom>
              <a:rect b="b" l="l" r="r" t="t"/>
              <a:pathLst>
                <a:path extrusionOk="0" h="10503" w="2989">
                  <a:moveTo>
                    <a:pt x="250" y="1"/>
                  </a:moveTo>
                  <a:cubicBezTo>
                    <a:pt x="188" y="32"/>
                    <a:pt x="109" y="63"/>
                    <a:pt x="34" y="63"/>
                  </a:cubicBezTo>
                  <a:cubicBezTo>
                    <a:pt x="23" y="63"/>
                    <a:pt x="11" y="62"/>
                    <a:pt x="0" y="60"/>
                  </a:cubicBezTo>
                  <a:lnTo>
                    <a:pt x="0" y="60"/>
                  </a:lnTo>
                  <a:lnTo>
                    <a:pt x="2739" y="10502"/>
                  </a:lnTo>
                  <a:cubicBezTo>
                    <a:pt x="2810" y="10454"/>
                    <a:pt x="2905" y="10431"/>
                    <a:pt x="2989" y="10419"/>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8" name="Google Shape;1798;p15"/>
            <p:cNvSpPr/>
            <p:nvPr/>
          </p:nvSpPr>
          <p:spPr>
            <a:xfrm>
              <a:off x="3207525" y="2947525"/>
              <a:ext cx="153325" cy="44675"/>
            </a:xfrm>
            <a:custGeom>
              <a:rect b="b" l="l" r="r" t="t"/>
              <a:pathLst>
                <a:path extrusionOk="0" h="1787" w="6133">
                  <a:moveTo>
                    <a:pt x="5859" y="0"/>
                  </a:moveTo>
                  <a:lnTo>
                    <a:pt x="1" y="1524"/>
                  </a:lnTo>
                  <a:cubicBezTo>
                    <a:pt x="48" y="1607"/>
                    <a:pt x="60" y="1691"/>
                    <a:pt x="60" y="1786"/>
                  </a:cubicBezTo>
                  <a:lnTo>
                    <a:pt x="6132" y="191"/>
                  </a:lnTo>
                  <a:lnTo>
                    <a:pt x="585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9" name="Google Shape;1799;p15"/>
            <p:cNvSpPr/>
            <p:nvPr/>
          </p:nvSpPr>
          <p:spPr>
            <a:xfrm>
              <a:off x="3362025" y="2909125"/>
              <a:ext cx="138425" cy="40800"/>
            </a:xfrm>
            <a:custGeom>
              <a:rect b="b" l="l" r="r" t="t"/>
              <a:pathLst>
                <a:path extrusionOk="0" h="1632" w="5537">
                  <a:moveTo>
                    <a:pt x="5465" y="0"/>
                  </a:moveTo>
                  <a:lnTo>
                    <a:pt x="0" y="1429"/>
                  </a:lnTo>
                  <a:lnTo>
                    <a:pt x="286" y="1631"/>
                  </a:lnTo>
                  <a:lnTo>
                    <a:pt x="5489" y="262"/>
                  </a:lnTo>
                  <a:lnTo>
                    <a:pt x="5537" y="238"/>
                  </a:lnTo>
                  <a:cubicBezTo>
                    <a:pt x="5489" y="155"/>
                    <a:pt x="5477" y="84"/>
                    <a:pt x="546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0" name="Google Shape;1800;p15"/>
            <p:cNvSpPr/>
            <p:nvPr/>
          </p:nvSpPr>
          <p:spPr>
            <a:xfrm>
              <a:off x="3281950" y="2758200"/>
              <a:ext cx="167000" cy="126825"/>
            </a:xfrm>
            <a:custGeom>
              <a:rect b="b" l="l" r="r" t="t"/>
              <a:pathLst>
                <a:path extrusionOk="0" h="5073" w="6680">
                  <a:moveTo>
                    <a:pt x="6370" y="1"/>
                  </a:moveTo>
                  <a:lnTo>
                    <a:pt x="2965" y="2608"/>
                  </a:lnTo>
                  <a:cubicBezTo>
                    <a:pt x="2977" y="2656"/>
                    <a:pt x="3001" y="2727"/>
                    <a:pt x="2965" y="2787"/>
                  </a:cubicBezTo>
                  <a:cubicBezTo>
                    <a:pt x="2927" y="2900"/>
                    <a:pt x="2837" y="2968"/>
                    <a:pt x="2737" y="2968"/>
                  </a:cubicBezTo>
                  <a:cubicBezTo>
                    <a:pt x="2710" y="2968"/>
                    <a:pt x="2683" y="2963"/>
                    <a:pt x="2655" y="2954"/>
                  </a:cubicBezTo>
                  <a:cubicBezTo>
                    <a:pt x="2608" y="2942"/>
                    <a:pt x="2584" y="2930"/>
                    <a:pt x="2560" y="2894"/>
                  </a:cubicBezTo>
                  <a:lnTo>
                    <a:pt x="0" y="4859"/>
                  </a:lnTo>
                  <a:cubicBezTo>
                    <a:pt x="72" y="4906"/>
                    <a:pt x="131" y="4978"/>
                    <a:pt x="179" y="5073"/>
                  </a:cubicBezTo>
                  <a:lnTo>
                    <a:pt x="6644" y="132"/>
                  </a:lnTo>
                  <a:lnTo>
                    <a:pt x="6680" y="96"/>
                  </a:lnTo>
                  <a:lnTo>
                    <a:pt x="6680" y="96"/>
                  </a:lnTo>
                  <a:cubicBezTo>
                    <a:pt x="6647" y="116"/>
                    <a:pt x="6618" y="125"/>
                    <a:pt x="6586" y="125"/>
                  </a:cubicBezTo>
                  <a:cubicBezTo>
                    <a:pt x="6561" y="125"/>
                    <a:pt x="6533" y="119"/>
                    <a:pt x="6501" y="108"/>
                  </a:cubicBezTo>
                  <a:cubicBezTo>
                    <a:pt x="6442" y="96"/>
                    <a:pt x="6406" y="48"/>
                    <a:pt x="637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1" name="Google Shape;1801;p15"/>
            <p:cNvSpPr/>
            <p:nvPr/>
          </p:nvSpPr>
          <p:spPr>
            <a:xfrm>
              <a:off x="3450725" y="2635275"/>
              <a:ext cx="150925" cy="123850"/>
            </a:xfrm>
            <a:custGeom>
              <a:rect b="b" l="l" r="r" t="t"/>
              <a:pathLst>
                <a:path extrusionOk="0" h="4954" w="6037">
                  <a:moveTo>
                    <a:pt x="6037" y="1"/>
                  </a:moveTo>
                  <a:lnTo>
                    <a:pt x="0" y="4632"/>
                  </a:lnTo>
                  <a:cubicBezTo>
                    <a:pt x="60" y="4668"/>
                    <a:pt x="72" y="4775"/>
                    <a:pt x="36" y="4870"/>
                  </a:cubicBezTo>
                  <a:lnTo>
                    <a:pt x="0" y="4953"/>
                  </a:lnTo>
                  <a:lnTo>
                    <a:pt x="0" y="4953"/>
                  </a:lnTo>
                  <a:lnTo>
                    <a:pt x="95" y="4882"/>
                  </a:lnTo>
                  <a:lnTo>
                    <a:pt x="6037" y="322"/>
                  </a:lnTo>
                  <a:lnTo>
                    <a:pt x="603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2" name="Google Shape;1802;p15"/>
            <p:cNvSpPr/>
            <p:nvPr/>
          </p:nvSpPr>
          <p:spPr>
            <a:xfrm>
              <a:off x="3516800" y="2698375"/>
              <a:ext cx="84850" cy="197675"/>
            </a:xfrm>
            <a:custGeom>
              <a:rect b="b" l="l" r="r" t="t"/>
              <a:pathLst>
                <a:path extrusionOk="0" h="7907" w="3394">
                  <a:moveTo>
                    <a:pt x="3394" y="1"/>
                  </a:moveTo>
                  <a:lnTo>
                    <a:pt x="0" y="7799"/>
                  </a:lnTo>
                  <a:cubicBezTo>
                    <a:pt x="12" y="7799"/>
                    <a:pt x="48" y="7811"/>
                    <a:pt x="60" y="7811"/>
                  </a:cubicBezTo>
                  <a:cubicBezTo>
                    <a:pt x="119" y="7835"/>
                    <a:pt x="179" y="7883"/>
                    <a:pt x="238" y="7906"/>
                  </a:cubicBezTo>
                  <a:lnTo>
                    <a:pt x="3394" y="667"/>
                  </a:lnTo>
                  <a:lnTo>
                    <a:pt x="33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3" name="Google Shape;1803;p15"/>
            <p:cNvSpPr/>
            <p:nvPr/>
          </p:nvSpPr>
          <p:spPr>
            <a:xfrm>
              <a:off x="3517700" y="2919250"/>
              <a:ext cx="83950" cy="148250"/>
            </a:xfrm>
            <a:custGeom>
              <a:rect b="b" l="l" r="r" t="t"/>
              <a:pathLst>
                <a:path extrusionOk="0" h="5930" w="3358">
                  <a:moveTo>
                    <a:pt x="238" y="0"/>
                  </a:moveTo>
                  <a:cubicBezTo>
                    <a:pt x="155" y="60"/>
                    <a:pt x="83" y="95"/>
                    <a:pt x="0" y="131"/>
                  </a:cubicBezTo>
                  <a:lnTo>
                    <a:pt x="3358" y="5929"/>
                  </a:lnTo>
                  <a:lnTo>
                    <a:pt x="3358" y="5394"/>
                  </a:lnTo>
                  <a:lnTo>
                    <a:pt x="23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4" name="Google Shape;1804;p15"/>
            <p:cNvSpPr/>
            <p:nvPr/>
          </p:nvSpPr>
          <p:spPr>
            <a:xfrm>
              <a:off x="3421550" y="2991875"/>
              <a:ext cx="180100" cy="133375"/>
            </a:xfrm>
            <a:custGeom>
              <a:rect b="b" l="l" r="r" t="t"/>
              <a:pathLst>
                <a:path extrusionOk="0" h="5335" w="7204">
                  <a:moveTo>
                    <a:pt x="250" y="0"/>
                  </a:moveTo>
                  <a:cubicBezTo>
                    <a:pt x="221" y="110"/>
                    <a:pt x="141" y="161"/>
                    <a:pt x="53" y="161"/>
                  </a:cubicBezTo>
                  <a:cubicBezTo>
                    <a:pt x="36" y="161"/>
                    <a:pt x="18" y="159"/>
                    <a:pt x="0" y="155"/>
                  </a:cubicBezTo>
                  <a:lnTo>
                    <a:pt x="0" y="155"/>
                  </a:lnTo>
                  <a:lnTo>
                    <a:pt x="7204" y="5334"/>
                  </a:lnTo>
                  <a:lnTo>
                    <a:pt x="7204" y="5001"/>
                  </a:lnTo>
                  <a:lnTo>
                    <a:pt x="25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5" name="Google Shape;1805;p15"/>
            <p:cNvSpPr/>
            <p:nvPr/>
          </p:nvSpPr>
          <p:spPr>
            <a:xfrm>
              <a:off x="3415600" y="2991275"/>
              <a:ext cx="1500" cy="1500"/>
            </a:xfrm>
            <a:custGeom>
              <a:rect b="b" l="l" r="r" t="t"/>
              <a:pathLst>
                <a:path extrusionOk="0" h="60" w="60">
                  <a:moveTo>
                    <a:pt x="48" y="0"/>
                  </a:moveTo>
                  <a:lnTo>
                    <a:pt x="0" y="12"/>
                  </a:lnTo>
                  <a:lnTo>
                    <a:pt x="60" y="60"/>
                  </a:lnTo>
                  <a:cubicBezTo>
                    <a:pt x="48" y="48"/>
                    <a:pt x="48" y="12"/>
                    <a:pt x="4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6" name="Google Shape;1806;p15"/>
            <p:cNvSpPr/>
            <p:nvPr/>
          </p:nvSpPr>
          <p:spPr>
            <a:xfrm>
              <a:off x="3283125" y="2890950"/>
              <a:ext cx="131900" cy="96475"/>
            </a:xfrm>
            <a:custGeom>
              <a:rect b="b" l="l" r="r" t="t"/>
              <a:pathLst>
                <a:path extrusionOk="0" h="3859" w="5276">
                  <a:moveTo>
                    <a:pt x="132" y="1"/>
                  </a:moveTo>
                  <a:cubicBezTo>
                    <a:pt x="132" y="13"/>
                    <a:pt x="132" y="25"/>
                    <a:pt x="120" y="37"/>
                  </a:cubicBezTo>
                  <a:cubicBezTo>
                    <a:pt x="96" y="108"/>
                    <a:pt x="60" y="168"/>
                    <a:pt x="1" y="227"/>
                  </a:cubicBezTo>
                  <a:lnTo>
                    <a:pt x="2811" y="2251"/>
                  </a:lnTo>
                  <a:lnTo>
                    <a:pt x="3097" y="2454"/>
                  </a:lnTo>
                  <a:lnTo>
                    <a:pt x="5061" y="3859"/>
                  </a:lnTo>
                  <a:lnTo>
                    <a:pt x="5275" y="3680"/>
                  </a:lnTo>
                  <a:lnTo>
                    <a:pt x="3430" y="2346"/>
                  </a:lnTo>
                  <a:lnTo>
                    <a:pt x="3156" y="2168"/>
                  </a:lnTo>
                  <a:lnTo>
                    <a:pt x="13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7" name="Google Shape;1807;p15"/>
            <p:cNvSpPr/>
            <p:nvPr/>
          </p:nvSpPr>
          <p:spPr>
            <a:xfrm>
              <a:off x="3303375" y="2915075"/>
              <a:ext cx="202425" cy="165525"/>
            </a:xfrm>
            <a:custGeom>
              <a:rect b="b" l="l" r="r" t="t"/>
              <a:pathLst>
                <a:path extrusionOk="0" h="6621" w="8097">
                  <a:moveTo>
                    <a:pt x="7883" y="0"/>
                  </a:moveTo>
                  <a:lnTo>
                    <a:pt x="7835" y="24"/>
                  </a:lnTo>
                  <a:lnTo>
                    <a:pt x="4489" y="2739"/>
                  </a:lnTo>
                  <a:lnTo>
                    <a:pt x="4287" y="2917"/>
                  </a:lnTo>
                  <a:lnTo>
                    <a:pt x="1" y="6370"/>
                  </a:lnTo>
                  <a:lnTo>
                    <a:pt x="84" y="6430"/>
                  </a:lnTo>
                  <a:lnTo>
                    <a:pt x="96" y="6442"/>
                  </a:lnTo>
                  <a:lnTo>
                    <a:pt x="120" y="6454"/>
                  </a:lnTo>
                  <a:lnTo>
                    <a:pt x="132" y="6477"/>
                  </a:lnTo>
                  <a:lnTo>
                    <a:pt x="132" y="6489"/>
                  </a:lnTo>
                  <a:lnTo>
                    <a:pt x="132" y="6501"/>
                  </a:lnTo>
                  <a:lnTo>
                    <a:pt x="132" y="6513"/>
                  </a:lnTo>
                  <a:lnTo>
                    <a:pt x="132" y="6549"/>
                  </a:lnTo>
                  <a:lnTo>
                    <a:pt x="143" y="6620"/>
                  </a:lnTo>
                  <a:lnTo>
                    <a:pt x="4525" y="3108"/>
                  </a:lnTo>
                  <a:lnTo>
                    <a:pt x="4549" y="3084"/>
                  </a:lnTo>
                  <a:cubicBezTo>
                    <a:pt x="4537" y="3036"/>
                    <a:pt x="4549" y="3001"/>
                    <a:pt x="4561" y="2965"/>
                  </a:cubicBezTo>
                  <a:cubicBezTo>
                    <a:pt x="4601" y="2865"/>
                    <a:pt x="4700" y="2790"/>
                    <a:pt x="4815" y="2790"/>
                  </a:cubicBezTo>
                  <a:cubicBezTo>
                    <a:pt x="4837" y="2790"/>
                    <a:pt x="4859" y="2793"/>
                    <a:pt x="4882" y="2798"/>
                  </a:cubicBezTo>
                  <a:cubicBezTo>
                    <a:pt x="4882" y="2798"/>
                    <a:pt x="4894" y="2798"/>
                    <a:pt x="4894" y="2810"/>
                  </a:cubicBezTo>
                  <a:lnTo>
                    <a:pt x="8097" y="238"/>
                  </a:lnTo>
                  <a:cubicBezTo>
                    <a:pt x="7990" y="143"/>
                    <a:pt x="7930" y="72"/>
                    <a:pt x="788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8" name="Google Shape;1808;p15"/>
            <p:cNvSpPr/>
            <p:nvPr/>
          </p:nvSpPr>
          <p:spPr>
            <a:xfrm>
              <a:off x="2964350" y="3075800"/>
              <a:ext cx="335475" cy="51225"/>
            </a:xfrm>
            <a:custGeom>
              <a:rect b="b" l="l" r="r" t="t"/>
              <a:pathLst>
                <a:path extrusionOk="0" h="2049" w="13419">
                  <a:moveTo>
                    <a:pt x="13204" y="1"/>
                  </a:moveTo>
                  <a:lnTo>
                    <a:pt x="0" y="1810"/>
                  </a:lnTo>
                  <a:cubicBezTo>
                    <a:pt x="24" y="1870"/>
                    <a:pt x="36" y="1941"/>
                    <a:pt x="60" y="2025"/>
                  </a:cubicBezTo>
                  <a:lnTo>
                    <a:pt x="203" y="2049"/>
                  </a:lnTo>
                  <a:lnTo>
                    <a:pt x="13419" y="239"/>
                  </a:lnTo>
                  <a:lnTo>
                    <a:pt x="13407" y="156"/>
                  </a:lnTo>
                  <a:lnTo>
                    <a:pt x="1320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9" name="Google Shape;1809;p15"/>
            <p:cNvSpPr/>
            <p:nvPr/>
          </p:nvSpPr>
          <p:spPr>
            <a:xfrm>
              <a:off x="3202475" y="2999600"/>
              <a:ext cx="102700" cy="80400"/>
            </a:xfrm>
            <a:custGeom>
              <a:rect b="b" l="l" r="r" t="t"/>
              <a:pathLst>
                <a:path extrusionOk="0" h="3216" w="4108">
                  <a:moveTo>
                    <a:pt x="4061" y="3007"/>
                  </a:moveTo>
                  <a:lnTo>
                    <a:pt x="4108" y="3037"/>
                  </a:lnTo>
                  <a:cubicBezTo>
                    <a:pt x="4092" y="3021"/>
                    <a:pt x="4077" y="3012"/>
                    <a:pt x="4061" y="3007"/>
                  </a:cubicBezTo>
                  <a:close/>
                  <a:moveTo>
                    <a:pt x="179" y="1"/>
                  </a:moveTo>
                  <a:cubicBezTo>
                    <a:pt x="131" y="72"/>
                    <a:pt x="72" y="144"/>
                    <a:pt x="0" y="191"/>
                  </a:cubicBezTo>
                  <a:lnTo>
                    <a:pt x="3679" y="3049"/>
                  </a:lnTo>
                  <a:lnTo>
                    <a:pt x="3882" y="3215"/>
                  </a:lnTo>
                  <a:lnTo>
                    <a:pt x="3882" y="3144"/>
                  </a:lnTo>
                  <a:cubicBezTo>
                    <a:pt x="3870" y="3073"/>
                    <a:pt x="3929" y="3013"/>
                    <a:pt x="4001" y="3001"/>
                  </a:cubicBezTo>
                  <a:cubicBezTo>
                    <a:pt x="4021" y="3001"/>
                    <a:pt x="4041" y="3001"/>
                    <a:pt x="4061" y="3007"/>
                  </a:cubicBezTo>
                  <a:lnTo>
                    <a:pt x="4061" y="3007"/>
                  </a:lnTo>
                  <a:lnTo>
                    <a:pt x="4013" y="2977"/>
                  </a:lnTo>
                  <a:lnTo>
                    <a:pt x="17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0" name="Google Shape;1810;p15"/>
            <p:cNvSpPr/>
            <p:nvPr/>
          </p:nvSpPr>
          <p:spPr>
            <a:xfrm>
              <a:off x="3299500" y="3073725"/>
              <a:ext cx="22050" cy="129200"/>
            </a:xfrm>
            <a:custGeom>
              <a:rect b="b" l="l" r="r" t="t"/>
              <a:pathLst>
                <a:path extrusionOk="0" h="5168" w="882">
                  <a:moveTo>
                    <a:pt x="120" y="0"/>
                  </a:moveTo>
                  <a:cubicBezTo>
                    <a:pt x="48" y="24"/>
                    <a:pt x="1" y="84"/>
                    <a:pt x="1" y="155"/>
                  </a:cubicBezTo>
                  <a:lnTo>
                    <a:pt x="1" y="215"/>
                  </a:lnTo>
                  <a:lnTo>
                    <a:pt x="13" y="286"/>
                  </a:lnTo>
                  <a:lnTo>
                    <a:pt x="608" y="5108"/>
                  </a:lnTo>
                  <a:lnTo>
                    <a:pt x="882" y="5168"/>
                  </a:lnTo>
                  <a:lnTo>
                    <a:pt x="263" y="179"/>
                  </a:lnTo>
                  <a:lnTo>
                    <a:pt x="275" y="155"/>
                  </a:lnTo>
                  <a:lnTo>
                    <a:pt x="275" y="131"/>
                  </a:lnTo>
                  <a:lnTo>
                    <a:pt x="275" y="108"/>
                  </a:lnTo>
                  <a:lnTo>
                    <a:pt x="275" y="96"/>
                  </a:lnTo>
                  <a:lnTo>
                    <a:pt x="275" y="84"/>
                  </a:lnTo>
                  <a:cubicBezTo>
                    <a:pt x="275" y="84"/>
                    <a:pt x="275" y="60"/>
                    <a:pt x="251" y="60"/>
                  </a:cubicBezTo>
                  <a:lnTo>
                    <a:pt x="239" y="48"/>
                  </a:lnTo>
                  <a:lnTo>
                    <a:pt x="227" y="36"/>
                  </a:lnTo>
                  <a:cubicBezTo>
                    <a:pt x="191" y="24"/>
                    <a:pt x="167" y="0"/>
                    <a:pt x="1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1" name="Google Shape;1811;p15"/>
            <p:cNvSpPr/>
            <p:nvPr/>
          </p:nvSpPr>
          <p:spPr>
            <a:xfrm>
              <a:off x="3315575" y="3209450"/>
              <a:ext cx="16100" cy="73850"/>
            </a:xfrm>
            <a:custGeom>
              <a:rect b="b" l="l" r="r" t="t"/>
              <a:pathLst>
                <a:path extrusionOk="0" h="2954" w="644">
                  <a:moveTo>
                    <a:pt x="1" y="1"/>
                  </a:moveTo>
                  <a:lnTo>
                    <a:pt x="370" y="2953"/>
                  </a:lnTo>
                  <a:lnTo>
                    <a:pt x="644" y="2953"/>
                  </a:lnTo>
                  <a:lnTo>
                    <a:pt x="286" y="60"/>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2" name="Google Shape;1812;p15"/>
            <p:cNvSpPr/>
            <p:nvPr/>
          </p:nvSpPr>
          <p:spPr>
            <a:xfrm>
              <a:off x="3552525" y="3258875"/>
              <a:ext cx="3300" cy="2100"/>
            </a:xfrm>
            <a:custGeom>
              <a:rect b="b" l="l" r="r" t="t"/>
              <a:pathLst>
                <a:path extrusionOk="0" h="84" w="132">
                  <a:moveTo>
                    <a:pt x="36" y="0"/>
                  </a:moveTo>
                  <a:cubicBezTo>
                    <a:pt x="12" y="24"/>
                    <a:pt x="0" y="60"/>
                    <a:pt x="0" y="83"/>
                  </a:cubicBezTo>
                  <a:cubicBezTo>
                    <a:pt x="60" y="83"/>
                    <a:pt x="107" y="60"/>
                    <a:pt x="131" y="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3" name="Google Shape;1813;p15"/>
            <p:cNvSpPr/>
            <p:nvPr/>
          </p:nvSpPr>
          <p:spPr>
            <a:xfrm>
              <a:off x="2964650" y="3126400"/>
              <a:ext cx="548300" cy="125650"/>
            </a:xfrm>
            <a:custGeom>
              <a:rect b="b" l="l" r="r" t="t"/>
              <a:pathLst>
                <a:path extrusionOk="0" h="5026" w="21932">
                  <a:moveTo>
                    <a:pt x="48" y="1"/>
                  </a:moveTo>
                  <a:cubicBezTo>
                    <a:pt x="48" y="72"/>
                    <a:pt x="48" y="144"/>
                    <a:pt x="12" y="215"/>
                  </a:cubicBezTo>
                  <a:cubicBezTo>
                    <a:pt x="12" y="239"/>
                    <a:pt x="0" y="251"/>
                    <a:pt x="0" y="251"/>
                  </a:cubicBezTo>
                  <a:lnTo>
                    <a:pt x="14038" y="3323"/>
                  </a:lnTo>
                  <a:lnTo>
                    <a:pt x="14300" y="3382"/>
                  </a:lnTo>
                  <a:lnTo>
                    <a:pt x="21896" y="5025"/>
                  </a:lnTo>
                  <a:cubicBezTo>
                    <a:pt x="21896" y="4942"/>
                    <a:pt x="21908" y="4847"/>
                    <a:pt x="21932" y="4763"/>
                  </a:cubicBezTo>
                  <a:lnTo>
                    <a:pt x="14276" y="3096"/>
                  </a:lnTo>
                  <a:lnTo>
                    <a:pt x="14002" y="3037"/>
                  </a:lnTo>
                  <a:lnTo>
                    <a:pt x="191" y="25"/>
                  </a:ln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4" name="Google Shape;1814;p15"/>
            <p:cNvSpPr/>
            <p:nvPr/>
          </p:nvSpPr>
          <p:spPr>
            <a:xfrm>
              <a:off x="3553400" y="3252025"/>
              <a:ext cx="48250" cy="16400"/>
            </a:xfrm>
            <a:custGeom>
              <a:rect b="b" l="l" r="r" t="t"/>
              <a:pathLst>
                <a:path extrusionOk="0" h="656" w="1930">
                  <a:moveTo>
                    <a:pt x="37" y="0"/>
                  </a:moveTo>
                  <a:cubicBezTo>
                    <a:pt x="37" y="95"/>
                    <a:pt x="25" y="179"/>
                    <a:pt x="1" y="274"/>
                  </a:cubicBezTo>
                  <a:lnTo>
                    <a:pt x="84" y="286"/>
                  </a:lnTo>
                  <a:lnTo>
                    <a:pt x="1930" y="655"/>
                  </a:lnTo>
                  <a:lnTo>
                    <a:pt x="1930" y="381"/>
                  </a:lnTo>
                  <a:lnTo>
                    <a:pt x="3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5" name="Google Shape;1815;p15"/>
            <p:cNvSpPr/>
            <p:nvPr/>
          </p:nvSpPr>
          <p:spPr>
            <a:xfrm>
              <a:off x="3481375" y="3258875"/>
              <a:ext cx="35150" cy="24425"/>
            </a:xfrm>
            <a:custGeom>
              <a:rect b="b" l="l" r="r" t="t"/>
              <a:pathLst>
                <a:path extrusionOk="0" h="977" w="1406">
                  <a:moveTo>
                    <a:pt x="1286" y="0"/>
                  </a:moveTo>
                  <a:lnTo>
                    <a:pt x="1" y="976"/>
                  </a:lnTo>
                  <a:lnTo>
                    <a:pt x="441" y="976"/>
                  </a:lnTo>
                  <a:lnTo>
                    <a:pt x="1405" y="238"/>
                  </a:lnTo>
                  <a:cubicBezTo>
                    <a:pt x="1346" y="167"/>
                    <a:pt x="1310" y="83"/>
                    <a:pt x="128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6" name="Google Shape;1816;p15"/>
            <p:cNvSpPr/>
            <p:nvPr/>
          </p:nvSpPr>
          <p:spPr>
            <a:xfrm>
              <a:off x="3544475" y="3190100"/>
              <a:ext cx="57175" cy="49150"/>
            </a:xfrm>
            <a:custGeom>
              <a:rect b="b" l="l" r="r" t="t"/>
              <a:pathLst>
                <a:path extrusionOk="0" h="1966" w="2287">
                  <a:moveTo>
                    <a:pt x="2287" y="1"/>
                  </a:moveTo>
                  <a:lnTo>
                    <a:pt x="1" y="1763"/>
                  </a:lnTo>
                  <a:cubicBezTo>
                    <a:pt x="72" y="1822"/>
                    <a:pt x="144" y="1882"/>
                    <a:pt x="203" y="1965"/>
                  </a:cubicBezTo>
                  <a:lnTo>
                    <a:pt x="2287" y="334"/>
                  </a:lnTo>
                  <a:lnTo>
                    <a:pt x="228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7" name="Google Shape;1817;p15"/>
            <p:cNvSpPr/>
            <p:nvPr/>
          </p:nvSpPr>
          <p:spPr>
            <a:xfrm>
              <a:off x="2569050" y="3051400"/>
              <a:ext cx="368525" cy="75325"/>
            </a:xfrm>
            <a:custGeom>
              <a:rect b="b" l="l" r="r" t="t"/>
              <a:pathLst>
                <a:path extrusionOk="0" h="3013" w="14741">
                  <a:moveTo>
                    <a:pt x="48" y="0"/>
                  </a:moveTo>
                  <a:cubicBezTo>
                    <a:pt x="48" y="84"/>
                    <a:pt x="37" y="167"/>
                    <a:pt x="1" y="239"/>
                  </a:cubicBezTo>
                  <a:lnTo>
                    <a:pt x="1" y="286"/>
                  </a:lnTo>
                  <a:lnTo>
                    <a:pt x="14681" y="3013"/>
                  </a:lnTo>
                  <a:cubicBezTo>
                    <a:pt x="14681" y="2953"/>
                    <a:pt x="14693" y="2894"/>
                    <a:pt x="14705" y="2834"/>
                  </a:cubicBezTo>
                  <a:cubicBezTo>
                    <a:pt x="14729" y="2798"/>
                    <a:pt x="14729" y="2775"/>
                    <a:pt x="14741" y="2739"/>
                  </a:cubicBezTo>
                  <a:lnTo>
                    <a:pt x="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8" name="Google Shape;1818;p15"/>
            <p:cNvSpPr/>
            <p:nvPr/>
          </p:nvSpPr>
          <p:spPr>
            <a:xfrm>
              <a:off x="2951550" y="3140400"/>
              <a:ext cx="46750" cy="143500"/>
            </a:xfrm>
            <a:custGeom>
              <a:rect b="b" l="l" r="r" t="t"/>
              <a:pathLst>
                <a:path extrusionOk="0" h="5740" w="1870">
                  <a:moveTo>
                    <a:pt x="262" y="0"/>
                  </a:moveTo>
                  <a:cubicBezTo>
                    <a:pt x="179" y="48"/>
                    <a:pt x="96" y="60"/>
                    <a:pt x="0" y="84"/>
                  </a:cubicBezTo>
                  <a:lnTo>
                    <a:pt x="1596" y="5739"/>
                  </a:lnTo>
                  <a:lnTo>
                    <a:pt x="1870" y="5739"/>
                  </a:lnTo>
                  <a:lnTo>
                    <a:pt x="26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9" name="Google Shape;1819;p15"/>
            <p:cNvSpPr/>
            <p:nvPr/>
          </p:nvSpPr>
          <p:spPr>
            <a:xfrm>
              <a:off x="2657175" y="3196350"/>
              <a:ext cx="8050" cy="86950"/>
            </a:xfrm>
            <a:custGeom>
              <a:rect b="b" l="l" r="r" t="t"/>
              <a:pathLst>
                <a:path extrusionOk="0" h="3478" w="322">
                  <a:moveTo>
                    <a:pt x="143" y="1"/>
                  </a:moveTo>
                  <a:cubicBezTo>
                    <a:pt x="95" y="13"/>
                    <a:pt x="60" y="60"/>
                    <a:pt x="60" y="120"/>
                  </a:cubicBezTo>
                  <a:lnTo>
                    <a:pt x="0" y="3477"/>
                  </a:lnTo>
                  <a:lnTo>
                    <a:pt x="274" y="3477"/>
                  </a:lnTo>
                  <a:lnTo>
                    <a:pt x="322" y="227"/>
                  </a:lnTo>
                  <a:lnTo>
                    <a:pt x="14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0" name="Google Shape;1820;p15"/>
            <p:cNvSpPr/>
            <p:nvPr/>
          </p:nvSpPr>
          <p:spPr>
            <a:xfrm>
              <a:off x="2560125" y="3065400"/>
              <a:ext cx="178625" cy="217900"/>
            </a:xfrm>
            <a:custGeom>
              <a:rect b="b" l="l" r="r" t="t"/>
              <a:pathLst>
                <a:path extrusionOk="0" h="8716" w="7145">
                  <a:moveTo>
                    <a:pt x="215" y="0"/>
                  </a:moveTo>
                  <a:cubicBezTo>
                    <a:pt x="155" y="60"/>
                    <a:pt x="72" y="119"/>
                    <a:pt x="1" y="167"/>
                  </a:cubicBezTo>
                  <a:lnTo>
                    <a:pt x="4037" y="5227"/>
                  </a:lnTo>
                  <a:lnTo>
                    <a:pt x="4215" y="5441"/>
                  </a:lnTo>
                  <a:lnTo>
                    <a:pt x="6811" y="8715"/>
                  </a:lnTo>
                  <a:lnTo>
                    <a:pt x="7144" y="8715"/>
                  </a:lnTo>
                  <a:lnTo>
                    <a:pt x="21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1" name="Google Shape;1821;p15"/>
            <p:cNvSpPr/>
            <p:nvPr/>
          </p:nvSpPr>
          <p:spPr>
            <a:xfrm>
              <a:off x="3512025" y="3231250"/>
              <a:ext cx="42000" cy="42050"/>
            </a:xfrm>
            <a:custGeom>
              <a:rect b="b" l="l" r="r" t="t"/>
              <a:pathLst>
                <a:path extrusionOk="0" h="1682" w="1680">
                  <a:moveTo>
                    <a:pt x="834" y="1"/>
                  </a:moveTo>
                  <a:cubicBezTo>
                    <a:pt x="481" y="1"/>
                    <a:pt x="154" y="237"/>
                    <a:pt x="48" y="581"/>
                  </a:cubicBezTo>
                  <a:cubicBezTo>
                    <a:pt x="13" y="676"/>
                    <a:pt x="1" y="760"/>
                    <a:pt x="1" y="843"/>
                  </a:cubicBezTo>
                  <a:cubicBezTo>
                    <a:pt x="13" y="926"/>
                    <a:pt x="25" y="1010"/>
                    <a:pt x="48" y="1105"/>
                  </a:cubicBezTo>
                  <a:cubicBezTo>
                    <a:pt x="72" y="1188"/>
                    <a:pt x="120" y="1272"/>
                    <a:pt x="168" y="1343"/>
                  </a:cubicBezTo>
                  <a:cubicBezTo>
                    <a:pt x="263" y="1474"/>
                    <a:pt x="406" y="1581"/>
                    <a:pt x="584" y="1641"/>
                  </a:cubicBezTo>
                  <a:cubicBezTo>
                    <a:pt x="668" y="1669"/>
                    <a:pt x="754" y="1682"/>
                    <a:pt x="839" y="1682"/>
                  </a:cubicBezTo>
                  <a:cubicBezTo>
                    <a:pt x="1157" y="1682"/>
                    <a:pt x="1467" y="1498"/>
                    <a:pt x="1608" y="1188"/>
                  </a:cubicBezTo>
                  <a:cubicBezTo>
                    <a:pt x="1620" y="1165"/>
                    <a:pt x="1632" y="1129"/>
                    <a:pt x="1632" y="1105"/>
                  </a:cubicBezTo>
                  <a:cubicBezTo>
                    <a:pt x="1668" y="1010"/>
                    <a:pt x="1680" y="926"/>
                    <a:pt x="1680" y="831"/>
                  </a:cubicBezTo>
                  <a:cubicBezTo>
                    <a:pt x="1680" y="641"/>
                    <a:pt x="1608" y="462"/>
                    <a:pt x="1489" y="319"/>
                  </a:cubicBezTo>
                  <a:cubicBezTo>
                    <a:pt x="1430" y="236"/>
                    <a:pt x="1370" y="176"/>
                    <a:pt x="1275" y="129"/>
                  </a:cubicBezTo>
                  <a:lnTo>
                    <a:pt x="1096" y="45"/>
                  </a:lnTo>
                  <a:cubicBezTo>
                    <a:pt x="1009" y="15"/>
                    <a:pt x="921" y="1"/>
                    <a:pt x="83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2" name="Google Shape;1822;p15"/>
            <p:cNvSpPr/>
            <p:nvPr/>
          </p:nvSpPr>
          <p:spPr>
            <a:xfrm>
              <a:off x="3341175" y="2161300"/>
              <a:ext cx="64025" cy="59775"/>
            </a:xfrm>
            <a:custGeom>
              <a:rect b="b" l="l" r="r" t="t"/>
              <a:pathLst>
                <a:path extrusionOk="0" h="2391" w="2561">
                  <a:moveTo>
                    <a:pt x="1350" y="0"/>
                  </a:moveTo>
                  <a:cubicBezTo>
                    <a:pt x="840" y="0"/>
                    <a:pt x="366" y="323"/>
                    <a:pt x="191" y="826"/>
                  </a:cubicBezTo>
                  <a:cubicBezTo>
                    <a:pt x="1" y="1457"/>
                    <a:pt x="346" y="2124"/>
                    <a:pt x="965" y="2338"/>
                  </a:cubicBezTo>
                  <a:cubicBezTo>
                    <a:pt x="1084" y="2374"/>
                    <a:pt x="1204" y="2391"/>
                    <a:pt x="1323" y="2391"/>
                  </a:cubicBezTo>
                  <a:cubicBezTo>
                    <a:pt x="1525" y="2391"/>
                    <a:pt x="1721" y="2341"/>
                    <a:pt x="1894" y="2243"/>
                  </a:cubicBezTo>
                  <a:cubicBezTo>
                    <a:pt x="1965" y="2196"/>
                    <a:pt x="2037" y="2148"/>
                    <a:pt x="2120" y="2100"/>
                  </a:cubicBezTo>
                  <a:cubicBezTo>
                    <a:pt x="2275" y="1957"/>
                    <a:pt x="2418" y="1779"/>
                    <a:pt x="2477" y="1565"/>
                  </a:cubicBezTo>
                  <a:cubicBezTo>
                    <a:pt x="2501" y="1469"/>
                    <a:pt x="2513" y="1386"/>
                    <a:pt x="2537" y="1303"/>
                  </a:cubicBezTo>
                  <a:cubicBezTo>
                    <a:pt x="2561" y="969"/>
                    <a:pt x="2441" y="612"/>
                    <a:pt x="2203" y="374"/>
                  </a:cubicBezTo>
                  <a:cubicBezTo>
                    <a:pt x="2144" y="314"/>
                    <a:pt x="2072" y="255"/>
                    <a:pt x="2001" y="207"/>
                  </a:cubicBezTo>
                  <a:cubicBezTo>
                    <a:pt x="1906" y="148"/>
                    <a:pt x="1799" y="100"/>
                    <a:pt x="1703" y="52"/>
                  </a:cubicBezTo>
                  <a:cubicBezTo>
                    <a:pt x="1586" y="17"/>
                    <a:pt x="1467" y="0"/>
                    <a:pt x="135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3" name="Google Shape;1823;p15"/>
            <p:cNvSpPr/>
            <p:nvPr/>
          </p:nvSpPr>
          <p:spPr>
            <a:xfrm>
              <a:off x="3201575" y="1860600"/>
              <a:ext cx="32475" cy="30475"/>
            </a:xfrm>
            <a:custGeom>
              <a:rect b="b" l="l" r="r" t="t"/>
              <a:pathLst>
                <a:path extrusionOk="0" h="1219" w="1299">
                  <a:moveTo>
                    <a:pt x="690" y="0"/>
                  </a:moveTo>
                  <a:cubicBezTo>
                    <a:pt x="433" y="0"/>
                    <a:pt x="194" y="164"/>
                    <a:pt x="108" y="412"/>
                  </a:cubicBezTo>
                  <a:cubicBezTo>
                    <a:pt x="1" y="746"/>
                    <a:pt x="179" y="1091"/>
                    <a:pt x="501" y="1186"/>
                  </a:cubicBezTo>
                  <a:cubicBezTo>
                    <a:pt x="564" y="1207"/>
                    <a:pt x="630" y="1218"/>
                    <a:pt x="694" y="1218"/>
                  </a:cubicBezTo>
                  <a:cubicBezTo>
                    <a:pt x="809" y="1218"/>
                    <a:pt x="921" y="1184"/>
                    <a:pt x="1013" y="1115"/>
                  </a:cubicBezTo>
                  <a:cubicBezTo>
                    <a:pt x="1108" y="1091"/>
                    <a:pt x="1167" y="1020"/>
                    <a:pt x="1215" y="936"/>
                  </a:cubicBezTo>
                  <a:lnTo>
                    <a:pt x="1251" y="853"/>
                  </a:lnTo>
                  <a:cubicBezTo>
                    <a:pt x="1251" y="829"/>
                    <a:pt x="1275" y="817"/>
                    <a:pt x="1275" y="805"/>
                  </a:cubicBezTo>
                  <a:cubicBezTo>
                    <a:pt x="1298" y="722"/>
                    <a:pt x="1298" y="650"/>
                    <a:pt x="1298" y="579"/>
                  </a:cubicBezTo>
                  <a:cubicBezTo>
                    <a:pt x="1287" y="329"/>
                    <a:pt x="1120" y="103"/>
                    <a:pt x="882" y="31"/>
                  </a:cubicBezTo>
                  <a:cubicBezTo>
                    <a:pt x="818" y="10"/>
                    <a:pt x="753" y="0"/>
                    <a:pt x="6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4" name="Google Shape;1824;p15"/>
            <p:cNvSpPr/>
            <p:nvPr/>
          </p:nvSpPr>
          <p:spPr>
            <a:xfrm>
              <a:off x="3351600" y="1734200"/>
              <a:ext cx="11625" cy="10025"/>
            </a:xfrm>
            <a:custGeom>
              <a:rect b="b" l="l" r="r" t="t"/>
              <a:pathLst>
                <a:path extrusionOk="0" h="401" w="465">
                  <a:moveTo>
                    <a:pt x="223" y="0"/>
                  </a:moveTo>
                  <a:cubicBezTo>
                    <a:pt x="135" y="0"/>
                    <a:pt x="62" y="62"/>
                    <a:pt x="24" y="146"/>
                  </a:cubicBezTo>
                  <a:cubicBezTo>
                    <a:pt x="0" y="230"/>
                    <a:pt x="24" y="337"/>
                    <a:pt x="119" y="384"/>
                  </a:cubicBezTo>
                  <a:cubicBezTo>
                    <a:pt x="131" y="396"/>
                    <a:pt x="155" y="396"/>
                    <a:pt x="167" y="396"/>
                  </a:cubicBezTo>
                  <a:cubicBezTo>
                    <a:pt x="186" y="399"/>
                    <a:pt x="205" y="400"/>
                    <a:pt x="223" y="400"/>
                  </a:cubicBezTo>
                  <a:cubicBezTo>
                    <a:pt x="287" y="400"/>
                    <a:pt x="347" y="383"/>
                    <a:pt x="393" y="337"/>
                  </a:cubicBezTo>
                  <a:cubicBezTo>
                    <a:pt x="405" y="325"/>
                    <a:pt x="429" y="289"/>
                    <a:pt x="429" y="265"/>
                  </a:cubicBezTo>
                  <a:cubicBezTo>
                    <a:pt x="465" y="206"/>
                    <a:pt x="453" y="134"/>
                    <a:pt x="405" y="87"/>
                  </a:cubicBezTo>
                  <a:cubicBezTo>
                    <a:pt x="369" y="51"/>
                    <a:pt x="346" y="27"/>
                    <a:pt x="298" y="15"/>
                  </a:cubicBezTo>
                  <a:cubicBezTo>
                    <a:pt x="272" y="5"/>
                    <a:pt x="247" y="0"/>
                    <a:pt x="22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5" name="Google Shape;1825;p15"/>
            <p:cNvSpPr/>
            <p:nvPr/>
          </p:nvSpPr>
          <p:spPr>
            <a:xfrm>
              <a:off x="2525900" y="3030750"/>
              <a:ext cx="45275" cy="41925"/>
            </a:xfrm>
            <a:custGeom>
              <a:rect b="b" l="l" r="r" t="t"/>
              <a:pathLst>
                <a:path extrusionOk="0" h="1677" w="1811">
                  <a:moveTo>
                    <a:pt x="954" y="0"/>
                  </a:moveTo>
                  <a:cubicBezTo>
                    <a:pt x="592" y="0"/>
                    <a:pt x="261" y="230"/>
                    <a:pt x="155" y="576"/>
                  </a:cubicBezTo>
                  <a:cubicBezTo>
                    <a:pt x="0" y="1005"/>
                    <a:pt x="262" y="1493"/>
                    <a:pt x="691" y="1636"/>
                  </a:cubicBezTo>
                  <a:cubicBezTo>
                    <a:pt x="780" y="1663"/>
                    <a:pt x="870" y="1676"/>
                    <a:pt x="957" y="1676"/>
                  </a:cubicBezTo>
                  <a:cubicBezTo>
                    <a:pt x="1103" y="1676"/>
                    <a:pt x="1243" y="1639"/>
                    <a:pt x="1370" y="1565"/>
                  </a:cubicBezTo>
                  <a:cubicBezTo>
                    <a:pt x="1453" y="1517"/>
                    <a:pt x="1524" y="1457"/>
                    <a:pt x="1584" y="1398"/>
                  </a:cubicBezTo>
                  <a:cubicBezTo>
                    <a:pt x="1644" y="1303"/>
                    <a:pt x="1691" y="1219"/>
                    <a:pt x="1727" y="1112"/>
                  </a:cubicBezTo>
                  <a:cubicBezTo>
                    <a:pt x="1727" y="1112"/>
                    <a:pt x="1727" y="1100"/>
                    <a:pt x="1751" y="1100"/>
                  </a:cubicBezTo>
                  <a:cubicBezTo>
                    <a:pt x="1774" y="1029"/>
                    <a:pt x="1786" y="934"/>
                    <a:pt x="1786" y="862"/>
                  </a:cubicBezTo>
                  <a:cubicBezTo>
                    <a:pt x="1810" y="505"/>
                    <a:pt x="1572" y="160"/>
                    <a:pt x="1215" y="41"/>
                  </a:cubicBezTo>
                  <a:cubicBezTo>
                    <a:pt x="1128" y="13"/>
                    <a:pt x="1040" y="0"/>
                    <a:pt x="95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6" name="Google Shape;1826;p15"/>
            <p:cNvSpPr/>
            <p:nvPr/>
          </p:nvSpPr>
          <p:spPr>
            <a:xfrm>
              <a:off x="2935775" y="3112575"/>
              <a:ext cx="30375" cy="29925"/>
            </a:xfrm>
            <a:custGeom>
              <a:rect b="b" l="l" r="r" t="t"/>
              <a:pathLst>
                <a:path extrusionOk="0" h="1197" w="1215">
                  <a:moveTo>
                    <a:pt x="616" y="0"/>
                  </a:moveTo>
                  <a:cubicBezTo>
                    <a:pt x="393" y="0"/>
                    <a:pt x="187" y="131"/>
                    <a:pt x="84" y="328"/>
                  </a:cubicBezTo>
                  <a:cubicBezTo>
                    <a:pt x="72" y="363"/>
                    <a:pt x="60" y="387"/>
                    <a:pt x="60" y="411"/>
                  </a:cubicBezTo>
                  <a:cubicBezTo>
                    <a:pt x="24" y="459"/>
                    <a:pt x="12" y="518"/>
                    <a:pt x="12" y="578"/>
                  </a:cubicBezTo>
                  <a:cubicBezTo>
                    <a:pt x="0" y="840"/>
                    <a:pt x="155" y="1066"/>
                    <a:pt x="429" y="1161"/>
                  </a:cubicBezTo>
                  <a:cubicBezTo>
                    <a:pt x="500" y="1197"/>
                    <a:pt x="572" y="1197"/>
                    <a:pt x="655" y="1197"/>
                  </a:cubicBezTo>
                  <a:cubicBezTo>
                    <a:pt x="739" y="1197"/>
                    <a:pt x="834" y="1161"/>
                    <a:pt x="905" y="1113"/>
                  </a:cubicBezTo>
                  <a:cubicBezTo>
                    <a:pt x="1024" y="1054"/>
                    <a:pt x="1108" y="959"/>
                    <a:pt x="1167" y="804"/>
                  </a:cubicBezTo>
                  <a:cubicBezTo>
                    <a:pt x="1167" y="792"/>
                    <a:pt x="1191" y="792"/>
                    <a:pt x="1191" y="768"/>
                  </a:cubicBezTo>
                  <a:cubicBezTo>
                    <a:pt x="1215" y="697"/>
                    <a:pt x="1215" y="625"/>
                    <a:pt x="1215" y="554"/>
                  </a:cubicBezTo>
                  <a:cubicBezTo>
                    <a:pt x="1215" y="470"/>
                    <a:pt x="1191" y="399"/>
                    <a:pt x="1155" y="339"/>
                  </a:cubicBezTo>
                  <a:cubicBezTo>
                    <a:pt x="1096" y="197"/>
                    <a:pt x="965" y="78"/>
                    <a:pt x="798" y="30"/>
                  </a:cubicBezTo>
                  <a:cubicBezTo>
                    <a:pt x="737" y="10"/>
                    <a:pt x="676" y="0"/>
                    <a:pt x="6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7" name="Google Shape;1827;p15"/>
            <p:cNvSpPr/>
            <p:nvPr/>
          </p:nvSpPr>
          <p:spPr>
            <a:xfrm>
              <a:off x="3176575" y="2977575"/>
              <a:ext cx="32175" cy="29400"/>
            </a:xfrm>
            <a:custGeom>
              <a:rect b="b" l="l" r="r" t="t"/>
              <a:pathLst>
                <a:path extrusionOk="0" h="1176" w="1287">
                  <a:moveTo>
                    <a:pt x="620" y="1"/>
                  </a:moveTo>
                  <a:cubicBezTo>
                    <a:pt x="524" y="13"/>
                    <a:pt x="441" y="36"/>
                    <a:pt x="370" y="84"/>
                  </a:cubicBezTo>
                  <a:cubicBezTo>
                    <a:pt x="251" y="155"/>
                    <a:pt x="155" y="263"/>
                    <a:pt x="108" y="405"/>
                  </a:cubicBezTo>
                  <a:cubicBezTo>
                    <a:pt x="1" y="715"/>
                    <a:pt x="167" y="1048"/>
                    <a:pt x="477" y="1144"/>
                  </a:cubicBezTo>
                  <a:cubicBezTo>
                    <a:pt x="545" y="1165"/>
                    <a:pt x="613" y="1176"/>
                    <a:pt x="679" y="1176"/>
                  </a:cubicBezTo>
                  <a:cubicBezTo>
                    <a:pt x="797" y="1176"/>
                    <a:pt x="909" y="1141"/>
                    <a:pt x="1001" y="1072"/>
                  </a:cubicBezTo>
                  <a:cubicBezTo>
                    <a:pt x="1108" y="1025"/>
                    <a:pt x="1167" y="953"/>
                    <a:pt x="1215" y="882"/>
                  </a:cubicBezTo>
                  <a:cubicBezTo>
                    <a:pt x="1227" y="846"/>
                    <a:pt x="1239" y="798"/>
                    <a:pt x="1263" y="775"/>
                  </a:cubicBezTo>
                  <a:cubicBezTo>
                    <a:pt x="1274" y="715"/>
                    <a:pt x="1286" y="656"/>
                    <a:pt x="1286" y="584"/>
                  </a:cubicBezTo>
                  <a:cubicBezTo>
                    <a:pt x="1286" y="489"/>
                    <a:pt x="1274" y="405"/>
                    <a:pt x="1227" y="322"/>
                  </a:cubicBezTo>
                  <a:cubicBezTo>
                    <a:pt x="1155" y="191"/>
                    <a:pt x="1036" y="72"/>
                    <a:pt x="870" y="24"/>
                  </a:cubicBezTo>
                  <a:cubicBezTo>
                    <a:pt x="798" y="1"/>
                    <a:pt x="703" y="1"/>
                    <a:pt x="6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8" name="Google Shape;1828;p15"/>
            <p:cNvSpPr/>
            <p:nvPr/>
          </p:nvSpPr>
          <p:spPr>
            <a:xfrm>
              <a:off x="3498925" y="2893500"/>
              <a:ext cx="31300" cy="29750"/>
            </a:xfrm>
            <a:custGeom>
              <a:rect b="b" l="l" r="r" t="t"/>
              <a:pathLst>
                <a:path extrusionOk="0" h="1190" w="1252">
                  <a:moveTo>
                    <a:pt x="613" y="0"/>
                  </a:moveTo>
                  <a:cubicBezTo>
                    <a:pt x="572" y="0"/>
                    <a:pt x="531" y="6"/>
                    <a:pt x="489" y="18"/>
                  </a:cubicBezTo>
                  <a:cubicBezTo>
                    <a:pt x="406" y="30"/>
                    <a:pt x="334" y="78"/>
                    <a:pt x="251" y="113"/>
                  </a:cubicBezTo>
                  <a:cubicBezTo>
                    <a:pt x="132" y="173"/>
                    <a:pt x="61" y="268"/>
                    <a:pt x="37" y="399"/>
                  </a:cubicBezTo>
                  <a:cubicBezTo>
                    <a:pt x="1" y="470"/>
                    <a:pt x="1" y="566"/>
                    <a:pt x="1" y="637"/>
                  </a:cubicBezTo>
                  <a:cubicBezTo>
                    <a:pt x="1" y="732"/>
                    <a:pt x="37" y="804"/>
                    <a:pt x="72" y="875"/>
                  </a:cubicBezTo>
                  <a:cubicBezTo>
                    <a:pt x="120" y="947"/>
                    <a:pt x="180" y="1030"/>
                    <a:pt x="251" y="1066"/>
                  </a:cubicBezTo>
                  <a:cubicBezTo>
                    <a:pt x="299" y="1101"/>
                    <a:pt x="358" y="1125"/>
                    <a:pt x="418" y="1161"/>
                  </a:cubicBezTo>
                  <a:cubicBezTo>
                    <a:pt x="483" y="1181"/>
                    <a:pt x="549" y="1190"/>
                    <a:pt x="612" y="1190"/>
                  </a:cubicBezTo>
                  <a:cubicBezTo>
                    <a:pt x="664" y="1190"/>
                    <a:pt x="715" y="1184"/>
                    <a:pt x="763" y="1173"/>
                  </a:cubicBezTo>
                  <a:cubicBezTo>
                    <a:pt x="846" y="1137"/>
                    <a:pt x="930" y="1101"/>
                    <a:pt x="1001" y="1042"/>
                  </a:cubicBezTo>
                  <a:cubicBezTo>
                    <a:pt x="1073" y="971"/>
                    <a:pt x="1132" y="875"/>
                    <a:pt x="1168" y="768"/>
                  </a:cubicBezTo>
                  <a:cubicBezTo>
                    <a:pt x="1251" y="530"/>
                    <a:pt x="1168" y="268"/>
                    <a:pt x="965" y="113"/>
                  </a:cubicBezTo>
                  <a:cubicBezTo>
                    <a:pt x="906" y="78"/>
                    <a:pt x="846" y="42"/>
                    <a:pt x="787" y="30"/>
                  </a:cubicBezTo>
                  <a:cubicBezTo>
                    <a:pt x="775" y="30"/>
                    <a:pt x="751" y="18"/>
                    <a:pt x="727" y="18"/>
                  </a:cubicBezTo>
                  <a:cubicBezTo>
                    <a:pt x="692" y="6"/>
                    <a:pt x="653" y="0"/>
                    <a:pt x="6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9" name="Google Shape;1829;p15"/>
            <p:cNvSpPr/>
            <p:nvPr/>
          </p:nvSpPr>
          <p:spPr>
            <a:xfrm>
              <a:off x="3351900" y="1991575"/>
              <a:ext cx="23525" cy="21275"/>
            </a:xfrm>
            <a:custGeom>
              <a:rect b="b" l="l" r="r" t="t"/>
              <a:pathLst>
                <a:path extrusionOk="0" h="851" w="941">
                  <a:moveTo>
                    <a:pt x="460" y="0"/>
                  </a:moveTo>
                  <a:cubicBezTo>
                    <a:pt x="430" y="0"/>
                    <a:pt x="400" y="3"/>
                    <a:pt x="369" y="7"/>
                  </a:cubicBezTo>
                  <a:cubicBezTo>
                    <a:pt x="346" y="7"/>
                    <a:pt x="310" y="31"/>
                    <a:pt x="298" y="43"/>
                  </a:cubicBezTo>
                  <a:cubicBezTo>
                    <a:pt x="227" y="91"/>
                    <a:pt x="155" y="150"/>
                    <a:pt x="107" y="233"/>
                  </a:cubicBezTo>
                  <a:cubicBezTo>
                    <a:pt x="96" y="245"/>
                    <a:pt x="96" y="281"/>
                    <a:pt x="72" y="293"/>
                  </a:cubicBezTo>
                  <a:cubicBezTo>
                    <a:pt x="0" y="519"/>
                    <a:pt x="119" y="757"/>
                    <a:pt x="346" y="829"/>
                  </a:cubicBezTo>
                  <a:cubicBezTo>
                    <a:pt x="387" y="844"/>
                    <a:pt x="430" y="850"/>
                    <a:pt x="474" y="850"/>
                  </a:cubicBezTo>
                  <a:cubicBezTo>
                    <a:pt x="570" y="850"/>
                    <a:pt x="669" y="818"/>
                    <a:pt x="750" y="769"/>
                  </a:cubicBezTo>
                  <a:cubicBezTo>
                    <a:pt x="810" y="710"/>
                    <a:pt x="858" y="638"/>
                    <a:pt x="881" y="567"/>
                  </a:cubicBezTo>
                  <a:lnTo>
                    <a:pt x="881" y="543"/>
                  </a:lnTo>
                  <a:cubicBezTo>
                    <a:pt x="941" y="341"/>
                    <a:pt x="834" y="126"/>
                    <a:pt x="643" y="43"/>
                  </a:cubicBezTo>
                  <a:cubicBezTo>
                    <a:pt x="631" y="43"/>
                    <a:pt x="631" y="31"/>
                    <a:pt x="608" y="31"/>
                  </a:cubicBezTo>
                  <a:cubicBezTo>
                    <a:pt x="562" y="8"/>
                    <a:pt x="512" y="0"/>
                    <a:pt x="46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0" name="Google Shape;1830;p15"/>
            <p:cNvSpPr/>
            <p:nvPr/>
          </p:nvSpPr>
          <p:spPr>
            <a:xfrm>
              <a:off x="3264375" y="2877675"/>
              <a:ext cx="22950" cy="21150"/>
            </a:xfrm>
            <a:custGeom>
              <a:rect b="b" l="l" r="r" t="t"/>
              <a:pathLst>
                <a:path extrusionOk="0" h="846" w="918">
                  <a:moveTo>
                    <a:pt x="497" y="0"/>
                  </a:moveTo>
                  <a:cubicBezTo>
                    <a:pt x="318" y="0"/>
                    <a:pt x="142" y="118"/>
                    <a:pt x="84" y="282"/>
                  </a:cubicBezTo>
                  <a:cubicBezTo>
                    <a:pt x="1" y="508"/>
                    <a:pt x="120" y="746"/>
                    <a:pt x="346" y="830"/>
                  </a:cubicBezTo>
                  <a:cubicBezTo>
                    <a:pt x="390" y="840"/>
                    <a:pt x="433" y="845"/>
                    <a:pt x="475" y="845"/>
                  </a:cubicBezTo>
                  <a:cubicBezTo>
                    <a:pt x="580" y="845"/>
                    <a:pt x="678" y="811"/>
                    <a:pt x="763" y="734"/>
                  </a:cubicBezTo>
                  <a:cubicBezTo>
                    <a:pt x="822" y="687"/>
                    <a:pt x="870" y="627"/>
                    <a:pt x="882" y="544"/>
                  </a:cubicBezTo>
                  <a:cubicBezTo>
                    <a:pt x="882" y="547"/>
                    <a:pt x="882" y="549"/>
                    <a:pt x="883" y="549"/>
                  </a:cubicBezTo>
                  <a:cubicBezTo>
                    <a:pt x="884" y="549"/>
                    <a:pt x="889" y="540"/>
                    <a:pt x="906" y="532"/>
                  </a:cubicBezTo>
                  <a:cubicBezTo>
                    <a:pt x="918" y="437"/>
                    <a:pt x="918" y="365"/>
                    <a:pt x="882" y="270"/>
                  </a:cubicBezTo>
                  <a:cubicBezTo>
                    <a:pt x="858" y="187"/>
                    <a:pt x="799" y="127"/>
                    <a:pt x="703" y="68"/>
                  </a:cubicBezTo>
                  <a:lnTo>
                    <a:pt x="620" y="20"/>
                  </a:lnTo>
                  <a:cubicBezTo>
                    <a:pt x="580" y="7"/>
                    <a:pt x="538" y="0"/>
                    <a:pt x="49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1" name="Google Shape;1831;p15"/>
            <p:cNvSpPr/>
            <p:nvPr/>
          </p:nvSpPr>
          <p:spPr>
            <a:xfrm>
              <a:off x="3367975" y="3068275"/>
              <a:ext cx="23825" cy="21175"/>
            </a:xfrm>
            <a:custGeom>
              <a:rect b="b" l="l" r="r" t="t"/>
              <a:pathLst>
                <a:path extrusionOk="0" h="847" w="953">
                  <a:moveTo>
                    <a:pt x="495" y="1"/>
                  </a:moveTo>
                  <a:cubicBezTo>
                    <a:pt x="315" y="1"/>
                    <a:pt x="141" y="113"/>
                    <a:pt x="72" y="290"/>
                  </a:cubicBezTo>
                  <a:cubicBezTo>
                    <a:pt x="0" y="504"/>
                    <a:pt x="119" y="742"/>
                    <a:pt x="346" y="826"/>
                  </a:cubicBezTo>
                  <a:cubicBezTo>
                    <a:pt x="390" y="840"/>
                    <a:pt x="435" y="846"/>
                    <a:pt x="478" y="846"/>
                  </a:cubicBezTo>
                  <a:cubicBezTo>
                    <a:pt x="659" y="846"/>
                    <a:pt x="824" y="734"/>
                    <a:pt x="881" y="552"/>
                  </a:cubicBezTo>
                  <a:cubicBezTo>
                    <a:pt x="953" y="326"/>
                    <a:pt x="834" y="87"/>
                    <a:pt x="607" y="16"/>
                  </a:cubicBezTo>
                  <a:cubicBezTo>
                    <a:pt x="570" y="6"/>
                    <a:pt x="532" y="1"/>
                    <a:pt x="49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2" name="Google Shape;1832;p15"/>
            <p:cNvSpPr/>
            <p:nvPr/>
          </p:nvSpPr>
          <p:spPr>
            <a:xfrm>
              <a:off x="3106025" y="2697300"/>
              <a:ext cx="23250" cy="21150"/>
            </a:xfrm>
            <a:custGeom>
              <a:rect b="b" l="l" r="r" t="t"/>
              <a:pathLst>
                <a:path extrusionOk="0" h="846" w="930">
                  <a:moveTo>
                    <a:pt x="490" y="0"/>
                  </a:moveTo>
                  <a:cubicBezTo>
                    <a:pt x="317" y="0"/>
                    <a:pt x="140" y="117"/>
                    <a:pt x="72" y="282"/>
                  </a:cubicBezTo>
                  <a:cubicBezTo>
                    <a:pt x="1" y="508"/>
                    <a:pt x="120" y="746"/>
                    <a:pt x="346" y="818"/>
                  </a:cubicBezTo>
                  <a:cubicBezTo>
                    <a:pt x="370" y="841"/>
                    <a:pt x="417" y="841"/>
                    <a:pt x="453" y="841"/>
                  </a:cubicBezTo>
                  <a:cubicBezTo>
                    <a:pt x="475" y="844"/>
                    <a:pt x="496" y="845"/>
                    <a:pt x="517" y="845"/>
                  </a:cubicBezTo>
                  <a:cubicBezTo>
                    <a:pt x="590" y="845"/>
                    <a:pt x="660" y="828"/>
                    <a:pt x="715" y="782"/>
                  </a:cubicBezTo>
                  <a:cubicBezTo>
                    <a:pt x="787" y="734"/>
                    <a:pt x="870" y="639"/>
                    <a:pt x="894" y="556"/>
                  </a:cubicBezTo>
                  <a:cubicBezTo>
                    <a:pt x="894" y="544"/>
                    <a:pt x="894" y="520"/>
                    <a:pt x="906" y="508"/>
                  </a:cubicBezTo>
                  <a:cubicBezTo>
                    <a:pt x="929" y="425"/>
                    <a:pt x="929" y="329"/>
                    <a:pt x="882" y="246"/>
                  </a:cubicBezTo>
                  <a:cubicBezTo>
                    <a:pt x="846" y="198"/>
                    <a:pt x="822" y="139"/>
                    <a:pt x="775" y="103"/>
                  </a:cubicBezTo>
                  <a:cubicBezTo>
                    <a:pt x="727" y="67"/>
                    <a:pt x="667" y="32"/>
                    <a:pt x="608" y="20"/>
                  </a:cubicBezTo>
                  <a:cubicBezTo>
                    <a:pt x="570" y="6"/>
                    <a:pt x="530" y="0"/>
                    <a:pt x="4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3" name="Google Shape;1833;p15"/>
            <p:cNvSpPr/>
            <p:nvPr/>
          </p:nvSpPr>
          <p:spPr>
            <a:xfrm>
              <a:off x="3470350" y="2344400"/>
              <a:ext cx="22950" cy="21525"/>
            </a:xfrm>
            <a:custGeom>
              <a:rect b="b" l="l" r="r" t="t"/>
              <a:pathLst>
                <a:path extrusionOk="0" h="861" w="918">
                  <a:moveTo>
                    <a:pt x="467" y="0"/>
                  </a:moveTo>
                  <a:cubicBezTo>
                    <a:pt x="427" y="0"/>
                    <a:pt x="388" y="9"/>
                    <a:pt x="346" y="27"/>
                  </a:cubicBezTo>
                  <a:cubicBezTo>
                    <a:pt x="251" y="51"/>
                    <a:pt x="180" y="98"/>
                    <a:pt x="120" y="170"/>
                  </a:cubicBezTo>
                  <a:cubicBezTo>
                    <a:pt x="84" y="206"/>
                    <a:pt x="72" y="253"/>
                    <a:pt x="61" y="289"/>
                  </a:cubicBezTo>
                  <a:cubicBezTo>
                    <a:pt x="1" y="467"/>
                    <a:pt x="72" y="670"/>
                    <a:pt x="227" y="765"/>
                  </a:cubicBezTo>
                  <a:cubicBezTo>
                    <a:pt x="251" y="801"/>
                    <a:pt x="299" y="813"/>
                    <a:pt x="346" y="825"/>
                  </a:cubicBezTo>
                  <a:cubicBezTo>
                    <a:pt x="406" y="848"/>
                    <a:pt x="442" y="860"/>
                    <a:pt x="489" y="860"/>
                  </a:cubicBezTo>
                  <a:cubicBezTo>
                    <a:pt x="525" y="860"/>
                    <a:pt x="549" y="860"/>
                    <a:pt x="584" y="848"/>
                  </a:cubicBezTo>
                  <a:cubicBezTo>
                    <a:pt x="668" y="825"/>
                    <a:pt x="739" y="765"/>
                    <a:pt x="799" y="706"/>
                  </a:cubicBezTo>
                  <a:cubicBezTo>
                    <a:pt x="834" y="670"/>
                    <a:pt x="858" y="622"/>
                    <a:pt x="882" y="563"/>
                  </a:cubicBezTo>
                  <a:cubicBezTo>
                    <a:pt x="918" y="444"/>
                    <a:pt x="894" y="313"/>
                    <a:pt x="834" y="206"/>
                  </a:cubicBezTo>
                  <a:cubicBezTo>
                    <a:pt x="787" y="134"/>
                    <a:pt x="715" y="75"/>
                    <a:pt x="620" y="39"/>
                  </a:cubicBezTo>
                  <a:cubicBezTo>
                    <a:pt x="608" y="39"/>
                    <a:pt x="608" y="39"/>
                    <a:pt x="596" y="27"/>
                  </a:cubicBezTo>
                  <a:cubicBezTo>
                    <a:pt x="549" y="9"/>
                    <a:pt x="507" y="0"/>
                    <a:pt x="4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4" name="Google Shape;1834;p15"/>
            <p:cNvSpPr/>
            <p:nvPr/>
          </p:nvSpPr>
          <p:spPr>
            <a:xfrm>
              <a:off x="3351300" y="1881200"/>
              <a:ext cx="21150" cy="21400"/>
            </a:xfrm>
            <a:custGeom>
              <a:rect b="b" l="l" r="r" t="t"/>
              <a:pathLst>
                <a:path extrusionOk="0" h="856" w="846">
                  <a:moveTo>
                    <a:pt x="424" y="1"/>
                  </a:moveTo>
                  <a:cubicBezTo>
                    <a:pt x="358" y="1"/>
                    <a:pt x="289" y="14"/>
                    <a:pt x="227" y="41"/>
                  </a:cubicBezTo>
                  <a:cubicBezTo>
                    <a:pt x="143" y="88"/>
                    <a:pt x="72" y="148"/>
                    <a:pt x="24" y="219"/>
                  </a:cubicBezTo>
                  <a:cubicBezTo>
                    <a:pt x="12" y="231"/>
                    <a:pt x="12" y="267"/>
                    <a:pt x="0" y="279"/>
                  </a:cubicBezTo>
                  <a:lnTo>
                    <a:pt x="0" y="481"/>
                  </a:lnTo>
                  <a:cubicBezTo>
                    <a:pt x="12" y="636"/>
                    <a:pt x="120" y="755"/>
                    <a:pt x="262" y="815"/>
                  </a:cubicBezTo>
                  <a:cubicBezTo>
                    <a:pt x="286" y="815"/>
                    <a:pt x="286" y="827"/>
                    <a:pt x="298" y="827"/>
                  </a:cubicBezTo>
                  <a:cubicBezTo>
                    <a:pt x="337" y="846"/>
                    <a:pt x="384" y="855"/>
                    <a:pt x="430" y="855"/>
                  </a:cubicBezTo>
                  <a:cubicBezTo>
                    <a:pt x="467" y="855"/>
                    <a:pt x="504" y="849"/>
                    <a:pt x="536" y="838"/>
                  </a:cubicBezTo>
                  <a:cubicBezTo>
                    <a:pt x="667" y="815"/>
                    <a:pt x="774" y="708"/>
                    <a:pt x="822" y="577"/>
                  </a:cubicBezTo>
                  <a:lnTo>
                    <a:pt x="822" y="565"/>
                  </a:lnTo>
                  <a:cubicBezTo>
                    <a:pt x="846" y="469"/>
                    <a:pt x="846" y="386"/>
                    <a:pt x="822" y="303"/>
                  </a:cubicBezTo>
                  <a:cubicBezTo>
                    <a:pt x="774" y="172"/>
                    <a:pt x="679" y="65"/>
                    <a:pt x="536" y="29"/>
                  </a:cubicBezTo>
                  <a:cubicBezTo>
                    <a:pt x="524" y="29"/>
                    <a:pt x="501" y="29"/>
                    <a:pt x="489" y="5"/>
                  </a:cubicBezTo>
                  <a:cubicBezTo>
                    <a:pt x="468" y="2"/>
                    <a:pt x="446" y="1"/>
                    <a:pt x="42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5" name="Google Shape;1835;p15"/>
            <p:cNvSpPr/>
            <p:nvPr/>
          </p:nvSpPr>
          <p:spPr>
            <a:xfrm>
              <a:off x="3416475" y="2983725"/>
              <a:ext cx="12525" cy="12075"/>
            </a:xfrm>
            <a:custGeom>
              <a:rect b="b" l="l" r="r" t="t"/>
              <a:pathLst>
                <a:path extrusionOk="0" h="483" w="501">
                  <a:moveTo>
                    <a:pt x="264" y="0"/>
                  </a:moveTo>
                  <a:cubicBezTo>
                    <a:pt x="159" y="0"/>
                    <a:pt x="54" y="68"/>
                    <a:pt x="13" y="171"/>
                  </a:cubicBezTo>
                  <a:cubicBezTo>
                    <a:pt x="1" y="207"/>
                    <a:pt x="1" y="255"/>
                    <a:pt x="1" y="290"/>
                  </a:cubicBezTo>
                  <a:cubicBezTo>
                    <a:pt x="1" y="314"/>
                    <a:pt x="13" y="326"/>
                    <a:pt x="13" y="350"/>
                  </a:cubicBezTo>
                  <a:cubicBezTo>
                    <a:pt x="37" y="410"/>
                    <a:pt x="84" y="457"/>
                    <a:pt x="156" y="469"/>
                  </a:cubicBezTo>
                  <a:cubicBezTo>
                    <a:pt x="180" y="469"/>
                    <a:pt x="191" y="469"/>
                    <a:pt x="191" y="481"/>
                  </a:cubicBezTo>
                  <a:cubicBezTo>
                    <a:pt x="201" y="482"/>
                    <a:pt x="210" y="482"/>
                    <a:pt x="219" y="482"/>
                  </a:cubicBezTo>
                  <a:cubicBezTo>
                    <a:pt x="315" y="482"/>
                    <a:pt x="398" y="426"/>
                    <a:pt x="441" y="350"/>
                  </a:cubicBezTo>
                  <a:cubicBezTo>
                    <a:pt x="441" y="326"/>
                    <a:pt x="453" y="326"/>
                    <a:pt x="453" y="314"/>
                  </a:cubicBezTo>
                  <a:cubicBezTo>
                    <a:pt x="501" y="195"/>
                    <a:pt x="441" y="64"/>
                    <a:pt x="322" y="17"/>
                  </a:cubicBezTo>
                  <a:cubicBezTo>
                    <a:pt x="322" y="17"/>
                    <a:pt x="311" y="17"/>
                    <a:pt x="311" y="5"/>
                  </a:cubicBezTo>
                  <a:cubicBezTo>
                    <a:pt x="295" y="2"/>
                    <a:pt x="280" y="0"/>
                    <a:pt x="26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6" name="Google Shape;1836;p15"/>
            <p:cNvSpPr/>
            <p:nvPr/>
          </p:nvSpPr>
          <p:spPr>
            <a:xfrm>
              <a:off x="3439400" y="2748675"/>
              <a:ext cx="13125" cy="12125"/>
            </a:xfrm>
            <a:custGeom>
              <a:rect b="b" l="l" r="r" t="t"/>
              <a:pathLst>
                <a:path extrusionOk="0" h="485" w="525">
                  <a:moveTo>
                    <a:pt x="267" y="0"/>
                  </a:moveTo>
                  <a:cubicBezTo>
                    <a:pt x="219" y="0"/>
                    <a:pt x="170" y="13"/>
                    <a:pt x="132" y="36"/>
                  </a:cubicBezTo>
                  <a:cubicBezTo>
                    <a:pt x="96" y="60"/>
                    <a:pt x="48" y="108"/>
                    <a:pt x="25" y="167"/>
                  </a:cubicBezTo>
                  <a:cubicBezTo>
                    <a:pt x="1" y="239"/>
                    <a:pt x="13" y="310"/>
                    <a:pt x="60" y="370"/>
                  </a:cubicBezTo>
                  <a:cubicBezTo>
                    <a:pt x="96" y="417"/>
                    <a:pt x="132" y="465"/>
                    <a:pt x="191" y="477"/>
                  </a:cubicBezTo>
                  <a:cubicBezTo>
                    <a:pt x="216" y="482"/>
                    <a:pt x="241" y="485"/>
                    <a:pt x="265" y="485"/>
                  </a:cubicBezTo>
                  <a:cubicBezTo>
                    <a:pt x="300" y="485"/>
                    <a:pt x="335" y="479"/>
                    <a:pt x="370" y="465"/>
                  </a:cubicBezTo>
                  <a:cubicBezTo>
                    <a:pt x="406" y="441"/>
                    <a:pt x="429" y="429"/>
                    <a:pt x="453" y="406"/>
                  </a:cubicBezTo>
                  <a:cubicBezTo>
                    <a:pt x="465" y="370"/>
                    <a:pt x="489" y="346"/>
                    <a:pt x="489" y="310"/>
                  </a:cubicBezTo>
                  <a:cubicBezTo>
                    <a:pt x="525" y="227"/>
                    <a:pt x="489" y="132"/>
                    <a:pt x="429" y="72"/>
                  </a:cubicBezTo>
                  <a:cubicBezTo>
                    <a:pt x="406" y="48"/>
                    <a:pt x="370" y="25"/>
                    <a:pt x="346" y="13"/>
                  </a:cubicBezTo>
                  <a:cubicBezTo>
                    <a:pt x="321" y="4"/>
                    <a:pt x="294" y="0"/>
                    <a:pt x="2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7" name="Google Shape;1837;p15"/>
            <p:cNvSpPr/>
            <p:nvPr/>
          </p:nvSpPr>
          <p:spPr>
            <a:xfrm>
              <a:off x="3343850" y="2820000"/>
              <a:ext cx="13125" cy="12425"/>
            </a:xfrm>
            <a:custGeom>
              <a:rect b="b" l="l" r="r" t="t"/>
              <a:pathLst>
                <a:path extrusionOk="0" h="497" w="525">
                  <a:moveTo>
                    <a:pt x="293" y="0"/>
                  </a:moveTo>
                  <a:cubicBezTo>
                    <a:pt x="185" y="0"/>
                    <a:pt x="65" y="60"/>
                    <a:pt x="25" y="172"/>
                  </a:cubicBezTo>
                  <a:cubicBezTo>
                    <a:pt x="1" y="255"/>
                    <a:pt x="25" y="362"/>
                    <a:pt x="84" y="422"/>
                  </a:cubicBezTo>
                  <a:cubicBezTo>
                    <a:pt x="120" y="458"/>
                    <a:pt x="144" y="470"/>
                    <a:pt x="179" y="482"/>
                  </a:cubicBezTo>
                  <a:cubicBezTo>
                    <a:pt x="207" y="491"/>
                    <a:pt x="234" y="496"/>
                    <a:pt x="261" y="496"/>
                  </a:cubicBezTo>
                  <a:cubicBezTo>
                    <a:pt x="361" y="496"/>
                    <a:pt x="451" y="428"/>
                    <a:pt x="489" y="315"/>
                  </a:cubicBezTo>
                  <a:cubicBezTo>
                    <a:pt x="525" y="243"/>
                    <a:pt x="501" y="184"/>
                    <a:pt x="477" y="124"/>
                  </a:cubicBezTo>
                  <a:cubicBezTo>
                    <a:pt x="441" y="77"/>
                    <a:pt x="406" y="41"/>
                    <a:pt x="346" y="5"/>
                  </a:cubicBezTo>
                  <a:cubicBezTo>
                    <a:pt x="329" y="2"/>
                    <a:pt x="311" y="0"/>
                    <a:pt x="29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8" name="Google Shape;1838;p15"/>
            <p:cNvSpPr/>
            <p:nvPr/>
          </p:nvSpPr>
          <p:spPr>
            <a:xfrm>
              <a:off x="3509650" y="2342575"/>
              <a:ext cx="14325" cy="12400"/>
            </a:xfrm>
            <a:custGeom>
              <a:rect b="b" l="l" r="r" t="t"/>
              <a:pathLst>
                <a:path extrusionOk="0" h="496" w="573">
                  <a:moveTo>
                    <a:pt x="307" y="0"/>
                  </a:moveTo>
                  <a:cubicBezTo>
                    <a:pt x="194" y="0"/>
                    <a:pt x="90" y="68"/>
                    <a:pt x="48" y="171"/>
                  </a:cubicBezTo>
                  <a:cubicBezTo>
                    <a:pt x="1" y="302"/>
                    <a:pt x="84" y="445"/>
                    <a:pt x="215" y="481"/>
                  </a:cubicBezTo>
                  <a:cubicBezTo>
                    <a:pt x="243" y="491"/>
                    <a:pt x="270" y="496"/>
                    <a:pt x="297" y="496"/>
                  </a:cubicBezTo>
                  <a:cubicBezTo>
                    <a:pt x="397" y="496"/>
                    <a:pt x="487" y="429"/>
                    <a:pt x="524" y="326"/>
                  </a:cubicBezTo>
                  <a:cubicBezTo>
                    <a:pt x="572" y="183"/>
                    <a:pt x="501" y="52"/>
                    <a:pt x="358" y="5"/>
                  </a:cubicBezTo>
                  <a:cubicBezTo>
                    <a:pt x="341" y="2"/>
                    <a:pt x="324" y="0"/>
                    <a:pt x="30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9" name="Google Shape;1839;p15"/>
            <p:cNvSpPr/>
            <p:nvPr/>
          </p:nvSpPr>
          <p:spPr>
            <a:xfrm>
              <a:off x="3414400" y="2157325"/>
              <a:ext cx="14325" cy="12475"/>
            </a:xfrm>
            <a:custGeom>
              <a:rect b="b" l="l" r="r" t="t"/>
              <a:pathLst>
                <a:path extrusionOk="0" h="499" w="573">
                  <a:moveTo>
                    <a:pt x="296" y="1"/>
                  </a:moveTo>
                  <a:cubicBezTo>
                    <a:pt x="187" y="1"/>
                    <a:pt x="88" y="76"/>
                    <a:pt x="48" y="176"/>
                  </a:cubicBezTo>
                  <a:cubicBezTo>
                    <a:pt x="1" y="307"/>
                    <a:pt x="84" y="438"/>
                    <a:pt x="215" y="485"/>
                  </a:cubicBezTo>
                  <a:cubicBezTo>
                    <a:pt x="240" y="494"/>
                    <a:pt x="266" y="499"/>
                    <a:pt x="290" y="499"/>
                  </a:cubicBezTo>
                  <a:cubicBezTo>
                    <a:pt x="394" y="499"/>
                    <a:pt x="486" y="424"/>
                    <a:pt x="524" y="319"/>
                  </a:cubicBezTo>
                  <a:cubicBezTo>
                    <a:pt x="572" y="188"/>
                    <a:pt x="501" y="57"/>
                    <a:pt x="358" y="9"/>
                  </a:cubicBezTo>
                  <a:cubicBezTo>
                    <a:pt x="337" y="3"/>
                    <a:pt x="316" y="1"/>
                    <a:pt x="29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0" name="Google Shape;1840;p15"/>
            <p:cNvSpPr/>
            <p:nvPr/>
          </p:nvSpPr>
          <p:spPr>
            <a:xfrm>
              <a:off x="3460550" y="2080150"/>
              <a:ext cx="12525" cy="12150"/>
            </a:xfrm>
            <a:custGeom>
              <a:rect b="b" l="l" r="r" t="t"/>
              <a:pathLst>
                <a:path extrusionOk="0" h="486" w="501">
                  <a:moveTo>
                    <a:pt x="226" y="0"/>
                  </a:moveTo>
                  <a:cubicBezTo>
                    <a:pt x="143" y="12"/>
                    <a:pt x="48" y="72"/>
                    <a:pt x="24" y="167"/>
                  </a:cubicBezTo>
                  <a:cubicBezTo>
                    <a:pt x="0" y="191"/>
                    <a:pt x="0" y="215"/>
                    <a:pt x="0" y="250"/>
                  </a:cubicBezTo>
                  <a:cubicBezTo>
                    <a:pt x="0" y="358"/>
                    <a:pt x="60" y="441"/>
                    <a:pt x="167" y="477"/>
                  </a:cubicBezTo>
                  <a:cubicBezTo>
                    <a:pt x="194" y="483"/>
                    <a:pt x="221" y="486"/>
                    <a:pt x="245" y="486"/>
                  </a:cubicBezTo>
                  <a:cubicBezTo>
                    <a:pt x="315" y="486"/>
                    <a:pt x="373" y="461"/>
                    <a:pt x="417" y="417"/>
                  </a:cubicBezTo>
                  <a:cubicBezTo>
                    <a:pt x="453" y="381"/>
                    <a:pt x="464" y="358"/>
                    <a:pt x="476" y="322"/>
                  </a:cubicBezTo>
                  <a:cubicBezTo>
                    <a:pt x="500" y="262"/>
                    <a:pt x="500" y="227"/>
                    <a:pt x="476" y="167"/>
                  </a:cubicBezTo>
                  <a:cubicBezTo>
                    <a:pt x="453" y="84"/>
                    <a:pt x="405" y="36"/>
                    <a:pt x="333" y="12"/>
                  </a:cubicBezTo>
                  <a:cubicBezTo>
                    <a:pt x="298" y="0"/>
                    <a:pt x="262" y="0"/>
                    <a:pt x="22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p15"/>
            <p:cNvSpPr/>
            <p:nvPr/>
          </p:nvSpPr>
          <p:spPr>
            <a:xfrm>
              <a:off x="3537325" y="2434925"/>
              <a:ext cx="13725" cy="12725"/>
            </a:xfrm>
            <a:custGeom>
              <a:rect b="b" l="l" r="r" t="t"/>
              <a:pathLst>
                <a:path extrusionOk="0" h="509" w="549">
                  <a:moveTo>
                    <a:pt x="282" y="0"/>
                  </a:moveTo>
                  <a:cubicBezTo>
                    <a:pt x="163" y="0"/>
                    <a:pt x="58" y="70"/>
                    <a:pt x="25" y="180"/>
                  </a:cubicBezTo>
                  <a:lnTo>
                    <a:pt x="25" y="204"/>
                  </a:lnTo>
                  <a:cubicBezTo>
                    <a:pt x="1" y="323"/>
                    <a:pt x="60" y="454"/>
                    <a:pt x="191" y="502"/>
                  </a:cubicBezTo>
                  <a:cubicBezTo>
                    <a:pt x="213" y="506"/>
                    <a:pt x="235" y="509"/>
                    <a:pt x="257" y="509"/>
                  </a:cubicBezTo>
                  <a:cubicBezTo>
                    <a:pt x="294" y="509"/>
                    <a:pt x="332" y="501"/>
                    <a:pt x="370" y="478"/>
                  </a:cubicBezTo>
                  <a:cubicBezTo>
                    <a:pt x="430" y="454"/>
                    <a:pt x="477" y="406"/>
                    <a:pt x="501" y="335"/>
                  </a:cubicBezTo>
                  <a:cubicBezTo>
                    <a:pt x="549" y="204"/>
                    <a:pt x="477" y="61"/>
                    <a:pt x="346" y="25"/>
                  </a:cubicBezTo>
                  <a:cubicBezTo>
                    <a:pt x="322" y="25"/>
                    <a:pt x="322" y="25"/>
                    <a:pt x="310" y="2"/>
                  </a:cubicBezTo>
                  <a:cubicBezTo>
                    <a:pt x="301" y="1"/>
                    <a:pt x="292" y="0"/>
                    <a:pt x="28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2" name="Google Shape;1842;p15"/>
            <p:cNvSpPr/>
            <p:nvPr/>
          </p:nvSpPr>
          <p:spPr>
            <a:xfrm>
              <a:off x="3328975" y="2549325"/>
              <a:ext cx="14025" cy="12525"/>
            </a:xfrm>
            <a:custGeom>
              <a:rect b="b" l="l" r="r" t="t"/>
              <a:pathLst>
                <a:path extrusionOk="0" h="501" w="561">
                  <a:moveTo>
                    <a:pt x="289" y="0"/>
                  </a:moveTo>
                  <a:cubicBezTo>
                    <a:pt x="180" y="0"/>
                    <a:pt x="78" y="68"/>
                    <a:pt x="48" y="176"/>
                  </a:cubicBezTo>
                  <a:cubicBezTo>
                    <a:pt x="1" y="307"/>
                    <a:pt x="72" y="450"/>
                    <a:pt x="203" y="486"/>
                  </a:cubicBezTo>
                  <a:cubicBezTo>
                    <a:pt x="233" y="496"/>
                    <a:pt x="263" y="501"/>
                    <a:pt x="291" y="501"/>
                  </a:cubicBezTo>
                  <a:cubicBezTo>
                    <a:pt x="397" y="501"/>
                    <a:pt x="487" y="434"/>
                    <a:pt x="524" y="331"/>
                  </a:cubicBezTo>
                  <a:cubicBezTo>
                    <a:pt x="560" y="188"/>
                    <a:pt x="489" y="57"/>
                    <a:pt x="358" y="10"/>
                  </a:cubicBezTo>
                  <a:cubicBezTo>
                    <a:pt x="335" y="3"/>
                    <a:pt x="312" y="0"/>
                    <a:pt x="28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3" name="Google Shape;1843;p15"/>
          <p:cNvGrpSpPr/>
          <p:nvPr/>
        </p:nvGrpSpPr>
        <p:grpSpPr>
          <a:xfrm>
            <a:off x="3138301" y="41"/>
            <a:ext cx="6005949" cy="1460702"/>
            <a:chOff x="3877250" y="939525"/>
            <a:chExt cx="2541125" cy="618025"/>
          </a:xfrm>
        </p:grpSpPr>
        <p:sp>
          <p:nvSpPr>
            <p:cNvPr id="1844" name="Google Shape;1844;p15"/>
            <p:cNvSpPr/>
            <p:nvPr/>
          </p:nvSpPr>
          <p:spPr>
            <a:xfrm>
              <a:off x="4697300" y="939825"/>
              <a:ext cx="57475" cy="13725"/>
            </a:xfrm>
            <a:custGeom>
              <a:rect b="b" l="l" r="r" t="t"/>
              <a:pathLst>
                <a:path extrusionOk="0" h="549" w="2299">
                  <a:moveTo>
                    <a:pt x="1" y="1"/>
                  </a:moveTo>
                  <a:lnTo>
                    <a:pt x="2298" y="548"/>
                  </a:lnTo>
                  <a:lnTo>
                    <a:pt x="2251" y="263"/>
                  </a:lnTo>
                  <a:lnTo>
                    <a:pt x="11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5" name="Google Shape;1845;p15"/>
            <p:cNvSpPr/>
            <p:nvPr/>
          </p:nvSpPr>
          <p:spPr>
            <a:xfrm>
              <a:off x="4760400" y="947875"/>
              <a:ext cx="126525" cy="36025"/>
            </a:xfrm>
            <a:custGeom>
              <a:rect b="b" l="l" r="r" t="t"/>
              <a:pathLst>
                <a:path extrusionOk="0" h="1441" w="5061">
                  <a:moveTo>
                    <a:pt x="1" y="0"/>
                  </a:moveTo>
                  <a:lnTo>
                    <a:pt x="36" y="286"/>
                  </a:lnTo>
                  <a:lnTo>
                    <a:pt x="4977" y="1441"/>
                  </a:lnTo>
                  <a:cubicBezTo>
                    <a:pt x="4977" y="1357"/>
                    <a:pt x="5001" y="1262"/>
                    <a:pt x="5061" y="1191"/>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6" name="Google Shape;1846;p15"/>
            <p:cNvSpPr/>
            <p:nvPr/>
          </p:nvSpPr>
          <p:spPr>
            <a:xfrm>
              <a:off x="3888875" y="939825"/>
              <a:ext cx="51500" cy="75925"/>
            </a:xfrm>
            <a:custGeom>
              <a:rect b="b" l="l" r="r" t="t"/>
              <a:pathLst>
                <a:path extrusionOk="0" h="3037" w="2060">
                  <a:moveTo>
                    <a:pt x="1762" y="1"/>
                  </a:moveTo>
                  <a:lnTo>
                    <a:pt x="0" y="2989"/>
                  </a:lnTo>
                  <a:cubicBezTo>
                    <a:pt x="72" y="2989"/>
                    <a:pt x="155" y="3001"/>
                    <a:pt x="214" y="3037"/>
                  </a:cubicBezTo>
                  <a:lnTo>
                    <a:pt x="310" y="2953"/>
                  </a:lnTo>
                  <a:lnTo>
                    <a:pt x="20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7" name="Google Shape;1847;p15"/>
            <p:cNvSpPr/>
            <p:nvPr/>
          </p:nvSpPr>
          <p:spPr>
            <a:xfrm>
              <a:off x="4222250" y="939825"/>
              <a:ext cx="22050" cy="8950"/>
            </a:xfrm>
            <a:custGeom>
              <a:rect b="b" l="l" r="r" t="t"/>
              <a:pathLst>
                <a:path extrusionOk="0" h="358" w="882">
                  <a:moveTo>
                    <a:pt x="0" y="1"/>
                  </a:moveTo>
                  <a:lnTo>
                    <a:pt x="834" y="358"/>
                  </a:lnTo>
                  <a:cubicBezTo>
                    <a:pt x="822" y="334"/>
                    <a:pt x="822" y="310"/>
                    <a:pt x="822" y="298"/>
                  </a:cubicBezTo>
                  <a:cubicBezTo>
                    <a:pt x="810" y="215"/>
                    <a:pt x="822" y="144"/>
                    <a:pt x="881" y="96"/>
                  </a:cubicBezTo>
                  <a:lnTo>
                    <a:pt x="65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8" name="Google Shape;1848;p15"/>
            <p:cNvSpPr/>
            <p:nvPr/>
          </p:nvSpPr>
          <p:spPr>
            <a:xfrm>
              <a:off x="3894225" y="942800"/>
              <a:ext cx="103300" cy="77725"/>
            </a:xfrm>
            <a:custGeom>
              <a:rect b="b" l="l" r="r" t="t"/>
              <a:pathLst>
                <a:path extrusionOk="0" h="3109" w="4132">
                  <a:moveTo>
                    <a:pt x="3941" y="1"/>
                  </a:moveTo>
                  <a:lnTo>
                    <a:pt x="96" y="2834"/>
                  </a:lnTo>
                  <a:lnTo>
                    <a:pt x="0" y="2918"/>
                  </a:lnTo>
                  <a:cubicBezTo>
                    <a:pt x="72" y="2953"/>
                    <a:pt x="131" y="3013"/>
                    <a:pt x="155" y="3108"/>
                  </a:cubicBezTo>
                  <a:lnTo>
                    <a:pt x="4132" y="155"/>
                  </a:lnTo>
                  <a:cubicBezTo>
                    <a:pt x="4108" y="132"/>
                    <a:pt x="4072" y="84"/>
                    <a:pt x="4049" y="36"/>
                  </a:cubicBezTo>
                  <a:lnTo>
                    <a:pt x="394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9" name="Google Shape;1849;p15"/>
            <p:cNvSpPr/>
            <p:nvPr/>
          </p:nvSpPr>
          <p:spPr>
            <a:xfrm>
              <a:off x="4006450" y="946075"/>
              <a:ext cx="190525" cy="100350"/>
            </a:xfrm>
            <a:custGeom>
              <a:rect b="b" l="l" r="r" t="t"/>
              <a:pathLst>
                <a:path extrusionOk="0" h="4014" w="7621">
                  <a:moveTo>
                    <a:pt x="250" y="1"/>
                  </a:moveTo>
                  <a:cubicBezTo>
                    <a:pt x="191" y="72"/>
                    <a:pt x="107" y="132"/>
                    <a:pt x="0" y="155"/>
                  </a:cubicBezTo>
                  <a:lnTo>
                    <a:pt x="7525" y="4001"/>
                  </a:lnTo>
                  <a:cubicBezTo>
                    <a:pt x="7561" y="4013"/>
                    <a:pt x="7596" y="4013"/>
                    <a:pt x="7620" y="4013"/>
                  </a:cubicBezTo>
                  <a:cubicBezTo>
                    <a:pt x="7608" y="3977"/>
                    <a:pt x="7584" y="3906"/>
                    <a:pt x="7573" y="3846"/>
                  </a:cubicBezTo>
                  <a:cubicBezTo>
                    <a:pt x="7596" y="3799"/>
                    <a:pt x="7596" y="3763"/>
                    <a:pt x="7596" y="3739"/>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0" name="Google Shape;1850;p15"/>
            <p:cNvSpPr/>
            <p:nvPr/>
          </p:nvSpPr>
          <p:spPr>
            <a:xfrm>
              <a:off x="3987100" y="939825"/>
              <a:ext cx="8350" cy="4500"/>
            </a:xfrm>
            <a:custGeom>
              <a:rect b="b" l="l" r="r" t="t"/>
              <a:pathLst>
                <a:path extrusionOk="0" h="180" w="334">
                  <a:moveTo>
                    <a:pt x="0" y="1"/>
                  </a:moveTo>
                  <a:lnTo>
                    <a:pt x="226" y="120"/>
                  </a:lnTo>
                  <a:lnTo>
                    <a:pt x="334" y="179"/>
                  </a:lnTo>
                  <a:cubicBezTo>
                    <a:pt x="310" y="132"/>
                    <a:pt x="298" y="84"/>
                    <a:pt x="298" y="36"/>
                  </a:cubicBez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1" name="Google Shape;1851;p15"/>
            <p:cNvSpPr/>
            <p:nvPr/>
          </p:nvSpPr>
          <p:spPr>
            <a:xfrm>
              <a:off x="4215100" y="1051750"/>
              <a:ext cx="184275" cy="282800"/>
            </a:xfrm>
            <a:custGeom>
              <a:rect b="b" l="l" r="r" t="t"/>
              <a:pathLst>
                <a:path extrusionOk="0" h="11312" w="7371">
                  <a:moveTo>
                    <a:pt x="227" y="0"/>
                  </a:moveTo>
                  <a:cubicBezTo>
                    <a:pt x="167" y="60"/>
                    <a:pt x="96" y="108"/>
                    <a:pt x="0" y="119"/>
                  </a:cubicBezTo>
                  <a:lnTo>
                    <a:pt x="7120" y="11311"/>
                  </a:lnTo>
                  <a:cubicBezTo>
                    <a:pt x="7168" y="11264"/>
                    <a:pt x="7228" y="11216"/>
                    <a:pt x="7287" y="11216"/>
                  </a:cubicBezTo>
                  <a:cubicBezTo>
                    <a:pt x="7311" y="11216"/>
                    <a:pt x="7347" y="11216"/>
                    <a:pt x="7370" y="11240"/>
                  </a:cubicBez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2" name="Google Shape;1852;p15"/>
            <p:cNvSpPr/>
            <p:nvPr/>
          </p:nvSpPr>
          <p:spPr>
            <a:xfrm>
              <a:off x="4399650" y="1275000"/>
              <a:ext cx="125925" cy="62825"/>
            </a:xfrm>
            <a:custGeom>
              <a:rect b="b" l="l" r="r" t="t"/>
              <a:pathLst>
                <a:path extrusionOk="0" h="2513" w="5037">
                  <a:moveTo>
                    <a:pt x="4906" y="0"/>
                  </a:moveTo>
                  <a:lnTo>
                    <a:pt x="0" y="2286"/>
                  </a:lnTo>
                  <a:cubicBezTo>
                    <a:pt x="84" y="2322"/>
                    <a:pt x="119" y="2381"/>
                    <a:pt x="143" y="2465"/>
                  </a:cubicBezTo>
                  <a:lnTo>
                    <a:pt x="143" y="2512"/>
                  </a:lnTo>
                  <a:lnTo>
                    <a:pt x="5037" y="226"/>
                  </a:lnTo>
                  <a:cubicBezTo>
                    <a:pt x="4977" y="155"/>
                    <a:pt x="4918" y="83"/>
                    <a:pt x="490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3" name="Google Shape;1853;p15"/>
            <p:cNvSpPr/>
            <p:nvPr/>
          </p:nvSpPr>
          <p:spPr>
            <a:xfrm>
              <a:off x="4213300" y="950850"/>
              <a:ext cx="37250" cy="77700"/>
            </a:xfrm>
            <a:custGeom>
              <a:rect b="b" l="l" r="r" t="t"/>
              <a:pathLst>
                <a:path extrusionOk="0" h="3108" w="1490">
                  <a:moveTo>
                    <a:pt x="1227" y="0"/>
                  </a:moveTo>
                  <a:lnTo>
                    <a:pt x="1" y="3012"/>
                  </a:lnTo>
                  <a:cubicBezTo>
                    <a:pt x="96" y="3024"/>
                    <a:pt x="168" y="3048"/>
                    <a:pt x="239" y="3108"/>
                  </a:cubicBezTo>
                  <a:lnTo>
                    <a:pt x="1489" y="48"/>
                  </a:lnTo>
                  <a:lnTo>
                    <a:pt x="1489" y="48"/>
                  </a:lnTo>
                  <a:cubicBezTo>
                    <a:pt x="1477" y="60"/>
                    <a:pt x="1442" y="60"/>
                    <a:pt x="1418" y="60"/>
                  </a:cubicBezTo>
                  <a:cubicBezTo>
                    <a:pt x="1406" y="62"/>
                    <a:pt x="1394" y="63"/>
                    <a:pt x="1382" y="63"/>
                  </a:cubicBezTo>
                  <a:cubicBezTo>
                    <a:pt x="1326" y="63"/>
                    <a:pt x="1277" y="40"/>
                    <a:pt x="122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4" name="Google Shape;1854;p15"/>
            <p:cNvSpPr/>
            <p:nvPr/>
          </p:nvSpPr>
          <p:spPr>
            <a:xfrm>
              <a:off x="4248425" y="939825"/>
              <a:ext cx="7475" cy="3600"/>
            </a:xfrm>
            <a:custGeom>
              <a:rect b="b" l="l" r="r" t="t"/>
              <a:pathLst>
                <a:path extrusionOk="0" h="144" w="299">
                  <a:moveTo>
                    <a:pt x="13" y="1"/>
                  </a:moveTo>
                  <a:lnTo>
                    <a:pt x="1" y="24"/>
                  </a:lnTo>
                  <a:cubicBezTo>
                    <a:pt x="84" y="36"/>
                    <a:pt x="156" y="72"/>
                    <a:pt x="203" y="144"/>
                  </a:cubicBezTo>
                  <a:cubicBezTo>
                    <a:pt x="215" y="132"/>
                    <a:pt x="239" y="132"/>
                    <a:pt x="251" y="132"/>
                  </a:cubicBezTo>
                  <a:lnTo>
                    <a:pt x="29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5" name="Google Shape;1855;p15"/>
            <p:cNvSpPr/>
            <p:nvPr/>
          </p:nvSpPr>
          <p:spPr>
            <a:xfrm>
              <a:off x="4253500" y="942650"/>
              <a:ext cx="181900" cy="74600"/>
            </a:xfrm>
            <a:custGeom>
              <a:rect b="b" l="l" r="r" t="t"/>
              <a:pathLst>
                <a:path extrusionOk="0" h="2984" w="7276">
                  <a:moveTo>
                    <a:pt x="84" y="1"/>
                  </a:moveTo>
                  <a:cubicBezTo>
                    <a:pt x="72" y="1"/>
                    <a:pt x="60" y="7"/>
                    <a:pt x="48" y="19"/>
                  </a:cubicBezTo>
                  <a:cubicBezTo>
                    <a:pt x="12" y="19"/>
                    <a:pt x="0" y="19"/>
                    <a:pt x="0" y="31"/>
                  </a:cubicBezTo>
                  <a:cubicBezTo>
                    <a:pt x="12" y="66"/>
                    <a:pt x="36" y="90"/>
                    <a:pt x="36" y="138"/>
                  </a:cubicBezTo>
                  <a:cubicBezTo>
                    <a:pt x="36" y="185"/>
                    <a:pt x="36" y="221"/>
                    <a:pt x="12" y="257"/>
                  </a:cubicBezTo>
                  <a:lnTo>
                    <a:pt x="36" y="257"/>
                  </a:lnTo>
                  <a:lnTo>
                    <a:pt x="7180" y="2983"/>
                  </a:lnTo>
                  <a:cubicBezTo>
                    <a:pt x="7192" y="2888"/>
                    <a:pt x="7216" y="2817"/>
                    <a:pt x="7275" y="2745"/>
                  </a:cubicBezTo>
                  <a:lnTo>
                    <a:pt x="119" y="19"/>
                  </a:lnTo>
                  <a:cubicBezTo>
                    <a:pt x="107" y="7"/>
                    <a:pt x="96" y="1"/>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6" name="Google Shape;1856;p15"/>
            <p:cNvSpPr/>
            <p:nvPr/>
          </p:nvSpPr>
          <p:spPr>
            <a:xfrm>
              <a:off x="4459775" y="1021675"/>
              <a:ext cx="198850" cy="82475"/>
            </a:xfrm>
            <a:custGeom>
              <a:rect b="b" l="l" r="r" t="t"/>
              <a:pathLst>
                <a:path extrusionOk="0" h="3299" w="7954">
                  <a:moveTo>
                    <a:pt x="84" y="1"/>
                  </a:moveTo>
                  <a:cubicBezTo>
                    <a:pt x="72" y="84"/>
                    <a:pt x="36" y="156"/>
                    <a:pt x="0" y="239"/>
                  </a:cubicBezTo>
                  <a:lnTo>
                    <a:pt x="7882" y="3299"/>
                  </a:lnTo>
                  <a:cubicBezTo>
                    <a:pt x="7882" y="3227"/>
                    <a:pt x="7894" y="3156"/>
                    <a:pt x="7954" y="3108"/>
                  </a:cubicBezTo>
                  <a:cubicBezTo>
                    <a:pt x="7954" y="3096"/>
                    <a:pt x="7942" y="3073"/>
                    <a:pt x="7942" y="3049"/>
                  </a:cubicBezTo>
                  <a:lnTo>
                    <a:pt x="8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p15"/>
            <p:cNvSpPr/>
            <p:nvPr/>
          </p:nvSpPr>
          <p:spPr>
            <a:xfrm>
              <a:off x="4418400" y="939825"/>
              <a:ext cx="27100" cy="67300"/>
            </a:xfrm>
            <a:custGeom>
              <a:rect b="b" l="l" r="r" t="t"/>
              <a:pathLst>
                <a:path extrusionOk="0" h="2692" w="1084">
                  <a:moveTo>
                    <a:pt x="0" y="1"/>
                  </a:moveTo>
                  <a:lnTo>
                    <a:pt x="846" y="2691"/>
                  </a:lnTo>
                  <a:cubicBezTo>
                    <a:pt x="917" y="2644"/>
                    <a:pt x="1001" y="2620"/>
                    <a:pt x="1084" y="2596"/>
                  </a:cubicBezTo>
                  <a:lnTo>
                    <a:pt x="26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p15"/>
            <p:cNvSpPr/>
            <p:nvPr/>
          </p:nvSpPr>
          <p:spPr>
            <a:xfrm>
              <a:off x="4448750" y="1033600"/>
              <a:ext cx="82475" cy="232175"/>
            </a:xfrm>
            <a:custGeom>
              <a:rect b="b" l="l" r="r" t="t"/>
              <a:pathLst>
                <a:path extrusionOk="0" h="9287" w="3299">
                  <a:moveTo>
                    <a:pt x="239" y="0"/>
                  </a:moveTo>
                  <a:cubicBezTo>
                    <a:pt x="168" y="12"/>
                    <a:pt x="84" y="36"/>
                    <a:pt x="1" y="60"/>
                  </a:cubicBezTo>
                  <a:lnTo>
                    <a:pt x="3061" y="9287"/>
                  </a:lnTo>
                  <a:cubicBezTo>
                    <a:pt x="3120" y="9239"/>
                    <a:pt x="3192" y="9192"/>
                    <a:pt x="3275" y="9192"/>
                  </a:cubicBezTo>
                  <a:lnTo>
                    <a:pt x="3299" y="9192"/>
                  </a:ln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p15"/>
            <p:cNvSpPr/>
            <p:nvPr/>
          </p:nvSpPr>
          <p:spPr>
            <a:xfrm>
              <a:off x="4530625" y="1282125"/>
              <a:ext cx="42875" cy="110750"/>
            </a:xfrm>
            <a:custGeom>
              <a:rect b="b" l="l" r="r" t="t"/>
              <a:pathLst>
                <a:path extrusionOk="0" h="4430" w="1715">
                  <a:moveTo>
                    <a:pt x="262" y="1"/>
                  </a:moveTo>
                  <a:cubicBezTo>
                    <a:pt x="202" y="25"/>
                    <a:pt x="143" y="60"/>
                    <a:pt x="83" y="60"/>
                  </a:cubicBezTo>
                  <a:lnTo>
                    <a:pt x="0" y="60"/>
                  </a:lnTo>
                  <a:lnTo>
                    <a:pt x="1465" y="4430"/>
                  </a:lnTo>
                  <a:cubicBezTo>
                    <a:pt x="1524" y="4406"/>
                    <a:pt x="1595" y="4370"/>
                    <a:pt x="1667" y="4370"/>
                  </a:cubicBezTo>
                  <a:lnTo>
                    <a:pt x="1715" y="4370"/>
                  </a:lnTo>
                  <a:lnTo>
                    <a:pt x="26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p15"/>
            <p:cNvSpPr/>
            <p:nvPr/>
          </p:nvSpPr>
          <p:spPr>
            <a:xfrm>
              <a:off x="4539550" y="1228550"/>
              <a:ext cx="81275" cy="44675"/>
            </a:xfrm>
            <a:custGeom>
              <a:rect b="b" l="l" r="r" t="t"/>
              <a:pathLst>
                <a:path extrusionOk="0" h="1787" w="3251">
                  <a:moveTo>
                    <a:pt x="3155" y="1"/>
                  </a:moveTo>
                  <a:lnTo>
                    <a:pt x="0" y="1548"/>
                  </a:lnTo>
                  <a:cubicBezTo>
                    <a:pt x="48" y="1584"/>
                    <a:pt x="95" y="1668"/>
                    <a:pt x="95" y="1751"/>
                  </a:cubicBezTo>
                  <a:lnTo>
                    <a:pt x="95" y="1787"/>
                  </a:lnTo>
                  <a:lnTo>
                    <a:pt x="3251" y="239"/>
                  </a:lnTo>
                  <a:cubicBezTo>
                    <a:pt x="3203" y="179"/>
                    <a:pt x="3179" y="96"/>
                    <a:pt x="3155" y="25"/>
                  </a:cubicBezTo>
                  <a:lnTo>
                    <a:pt x="315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1" name="Google Shape;1861;p15"/>
            <p:cNvSpPr/>
            <p:nvPr/>
          </p:nvSpPr>
          <p:spPr>
            <a:xfrm>
              <a:off x="4665450" y="1102950"/>
              <a:ext cx="99750" cy="35750"/>
            </a:xfrm>
            <a:custGeom>
              <a:rect b="b" l="l" r="r" t="t"/>
              <a:pathLst>
                <a:path extrusionOk="0" h="1430" w="3990">
                  <a:moveTo>
                    <a:pt x="132" y="0"/>
                  </a:moveTo>
                  <a:cubicBezTo>
                    <a:pt x="132" y="107"/>
                    <a:pt x="84" y="203"/>
                    <a:pt x="1" y="226"/>
                  </a:cubicBezTo>
                  <a:lnTo>
                    <a:pt x="3906" y="1429"/>
                  </a:lnTo>
                  <a:cubicBezTo>
                    <a:pt x="3930" y="1346"/>
                    <a:pt x="3953" y="1274"/>
                    <a:pt x="3989" y="1179"/>
                  </a:cubicBezTo>
                  <a:lnTo>
                    <a:pt x="13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p15"/>
            <p:cNvSpPr/>
            <p:nvPr/>
          </p:nvSpPr>
          <p:spPr>
            <a:xfrm>
              <a:off x="4576150" y="1236000"/>
              <a:ext cx="52125" cy="157775"/>
            </a:xfrm>
            <a:custGeom>
              <a:rect b="b" l="l" r="r" t="t"/>
              <a:pathLst>
                <a:path extrusionOk="0" h="6311" w="2085">
                  <a:moveTo>
                    <a:pt x="1846" y="0"/>
                  </a:moveTo>
                  <a:lnTo>
                    <a:pt x="1" y="6215"/>
                  </a:lnTo>
                  <a:cubicBezTo>
                    <a:pt x="84" y="6227"/>
                    <a:pt x="167" y="6263"/>
                    <a:pt x="239" y="6311"/>
                  </a:cubicBezTo>
                  <a:lnTo>
                    <a:pt x="2084" y="84"/>
                  </a:lnTo>
                  <a:cubicBezTo>
                    <a:pt x="1989" y="84"/>
                    <a:pt x="1906" y="36"/>
                    <a:pt x="184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3" name="Google Shape;1863;p15"/>
            <p:cNvSpPr/>
            <p:nvPr/>
          </p:nvSpPr>
          <p:spPr>
            <a:xfrm>
              <a:off x="4627050" y="1106525"/>
              <a:ext cx="36050" cy="112225"/>
            </a:xfrm>
            <a:custGeom>
              <a:rect b="b" l="l" r="r" t="t"/>
              <a:pathLst>
                <a:path extrusionOk="0" h="4489" w="1442">
                  <a:moveTo>
                    <a:pt x="1227" y="0"/>
                  </a:moveTo>
                  <a:lnTo>
                    <a:pt x="1" y="4441"/>
                  </a:lnTo>
                  <a:lnTo>
                    <a:pt x="13" y="4441"/>
                  </a:lnTo>
                  <a:cubicBezTo>
                    <a:pt x="35" y="4438"/>
                    <a:pt x="56" y="4437"/>
                    <a:pt x="76" y="4437"/>
                  </a:cubicBezTo>
                  <a:cubicBezTo>
                    <a:pt x="142" y="4437"/>
                    <a:pt x="196" y="4452"/>
                    <a:pt x="251" y="4489"/>
                  </a:cubicBezTo>
                  <a:lnTo>
                    <a:pt x="1441" y="107"/>
                  </a:lnTo>
                  <a:lnTo>
                    <a:pt x="1441" y="107"/>
                  </a:lnTo>
                  <a:cubicBezTo>
                    <a:pt x="1427" y="111"/>
                    <a:pt x="1412" y="113"/>
                    <a:pt x="1397" y="113"/>
                  </a:cubicBezTo>
                  <a:cubicBezTo>
                    <a:pt x="1327" y="113"/>
                    <a:pt x="1257" y="69"/>
                    <a:pt x="122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4" name="Google Shape;1864;p15"/>
            <p:cNvSpPr/>
            <p:nvPr/>
          </p:nvSpPr>
          <p:spPr>
            <a:xfrm>
              <a:off x="4658600" y="939825"/>
              <a:ext cx="18475" cy="159275"/>
            </a:xfrm>
            <a:custGeom>
              <a:rect b="b" l="l" r="r" t="t"/>
              <a:pathLst>
                <a:path extrusionOk="0" h="6371" w="739">
                  <a:moveTo>
                    <a:pt x="477" y="1"/>
                  </a:moveTo>
                  <a:lnTo>
                    <a:pt x="1" y="6311"/>
                  </a:lnTo>
                  <a:cubicBezTo>
                    <a:pt x="1" y="6323"/>
                    <a:pt x="1" y="6347"/>
                    <a:pt x="13" y="6370"/>
                  </a:cubicBezTo>
                  <a:cubicBezTo>
                    <a:pt x="48" y="6335"/>
                    <a:pt x="96" y="6323"/>
                    <a:pt x="156" y="6311"/>
                  </a:cubicBezTo>
                  <a:cubicBezTo>
                    <a:pt x="191" y="6311"/>
                    <a:pt x="227" y="6311"/>
                    <a:pt x="263" y="6323"/>
                  </a:cubicBezTo>
                  <a:lnTo>
                    <a:pt x="7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5" name="Google Shape;1865;p15"/>
            <p:cNvSpPr/>
            <p:nvPr/>
          </p:nvSpPr>
          <p:spPr>
            <a:xfrm>
              <a:off x="4752075" y="939825"/>
              <a:ext cx="37225" cy="176550"/>
            </a:xfrm>
            <a:custGeom>
              <a:rect b="b" l="l" r="r" t="t"/>
              <a:pathLst>
                <a:path extrusionOk="0" h="7062" w="1489">
                  <a:moveTo>
                    <a:pt x="0" y="1"/>
                  </a:moveTo>
                  <a:lnTo>
                    <a:pt x="48" y="263"/>
                  </a:lnTo>
                  <a:lnTo>
                    <a:pt x="96" y="548"/>
                  </a:lnTo>
                  <a:lnTo>
                    <a:pt x="1215" y="7061"/>
                  </a:lnTo>
                  <a:cubicBezTo>
                    <a:pt x="1310" y="7037"/>
                    <a:pt x="1393" y="7025"/>
                    <a:pt x="1489" y="7002"/>
                  </a:cubicBezTo>
                  <a:lnTo>
                    <a:pt x="369" y="608"/>
                  </a:lnTo>
                  <a:lnTo>
                    <a:pt x="334" y="322"/>
                  </a:ln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p15"/>
            <p:cNvSpPr/>
            <p:nvPr/>
          </p:nvSpPr>
          <p:spPr>
            <a:xfrm>
              <a:off x="4804450" y="989825"/>
              <a:ext cx="88725" cy="131000"/>
            </a:xfrm>
            <a:custGeom>
              <a:rect b="b" l="l" r="r" t="t"/>
              <a:pathLst>
                <a:path extrusionOk="0" h="5240" w="3549">
                  <a:moveTo>
                    <a:pt x="3323" y="1"/>
                  </a:moveTo>
                  <a:lnTo>
                    <a:pt x="1" y="5109"/>
                  </a:lnTo>
                  <a:cubicBezTo>
                    <a:pt x="84" y="5144"/>
                    <a:pt x="156" y="5192"/>
                    <a:pt x="227" y="5240"/>
                  </a:cubicBezTo>
                  <a:lnTo>
                    <a:pt x="3549" y="144"/>
                  </a:lnTo>
                  <a:cubicBezTo>
                    <a:pt x="3454" y="120"/>
                    <a:pt x="3382" y="84"/>
                    <a:pt x="332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7" name="Google Shape;1867;p15"/>
            <p:cNvSpPr/>
            <p:nvPr/>
          </p:nvSpPr>
          <p:spPr>
            <a:xfrm>
              <a:off x="4897925" y="939825"/>
              <a:ext cx="29775" cy="37525"/>
            </a:xfrm>
            <a:custGeom>
              <a:rect b="b" l="l" r="r" t="t"/>
              <a:pathLst>
                <a:path extrusionOk="0" h="1501" w="1191">
                  <a:moveTo>
                    <a:pt x="881" y="1"/>
                  </a:moveTo>
                  <a:lnTo>
                    <a:pt x="0" y="1346"/>
                  </a:lnTo>
                  <a:cubicBezTo>
                    <a:pt x="96" y="1382"/>
                    <a:pt x="167" y="1429"/>
                    <a:pt x="227" y="1501"/>
                  </a:cubicBezTo>
                  <a:lnTo>
                    <a:pt x="119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8" name="Google Shape;1868;p15"/>
            <p:cNvSpPr/>
            <p:nvPr/>
          </p:nvSpPr>
          <p:spPr>
            <a:xfrm>
              <a:off x="4904775" y="979125"/>
              <a:ext cx="209875" cy="36925"/>
            </a:xfrm>
            <a:custGeom>
              <a:rect b="b" l="l" r="r" t="t"/>
              <a:pathLst>
                <a:path extrusionOk="0" h="1477" w="8395">
                  <a:moveTo>
                    <a:pt x="0" y="0"/>
                  </a:moveTo>
                  <a:cubicBezTo>
                    <a:pt x="12" y="48"/>
                    <a:pt x="24" y="96"/>
                    <a:pt x="24" y="131"/>
                  </a:cubicBezTo>
                  <a:lnTo>
                    <a:pt x="24" y="250"/>
                  </a:lnTo>
                  <a:lnTo>
                    <a:pt x="8394" y="1477"/>
                  </a:lnTo>
                  <a:lnTo>
                    <a:pt x="7870" y="1131"/>
                  </a:ln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p15"/>
            <p:cNvSpPr/>
            <p:nvPr/>
          </p:nvSpPr>
          <p:spPr>
            <a:xfrm>
              <a:off x="5115500" y="939825"/>
              <a:ext cx="73850" cy="73250"/>
            </a:xfrm>
            <a:custGeom>
              <a:rect b="b" l="l" r="r" t="t"/>
              <a:pathLst>
                <a:path extrusionOk="0" h="2930" w="2954">
                  <a:moveTo>
                    <a:pt x="2608" y="1"/>
                  </a:moveTo>
                  <a:lnTo>
                    <a:pt x="1" y="2775"/>
                  </a:lnTo>
                  <a:lnTo>
                    <a:pt x="227" y="2930"/>
                  </a:lnTo>
                  <a:lnTo>
                    <a:pt x="295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0" name="Google Shape;1870;p15"/>
            <p:cNvSpPr/>
            <p:nvPr/>
          </p:nvSpPr>
          <p:spPr>
            <a:xfrm>
              <a:off x="4996450" y="939825"/>
              <a:ext cx="347975" cy="224175"/>
            </a:xfrm>
            <a:custGeom>
              <a:rect b="b" l="l" r="r" t="t"/>
              <a:pathLst>
                <a:path extrusionOk="0" h="8967" w="13919">
                  <a:moveTo>
                    <a:pt x="0" y="1"/>
                  </a:moveTo>
                  <a:lnTo>
                    <a:pt x="4203" y="2715"/>
                  </a:lnTo>
                  <a:lnTo>
                    <a:pt x="4715" y="3061"/>
                  </a:lnTo>
                  <a:lnTo>
                    <a:pt x="13835" y="8966"/>
                  </a:lnTo>
                  <a:cubicBezTo>
                    <a:pt x="13847" y="8907"/>
                    <a:pt x="13871" y="8871"/>
                    <a:pt x="13919" y="8835"/>
                  </a:cubicBezTo>
                  <a:lnTo>
                    <a:pt x="13776" y="8633"/>
                  </a:lnTo>
                  <a:lnTo>
                    <a:pt x="4977" y="2918"/>
                  </a:lnTo>
                  <a:lnTo>
                    <a:pt x="4751" y="2763"/>
                  </a:lnTo>
                  <a:lnTo>
                    <a:pt x="47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p15"/>
            <p:cNvSpPr/>
            <p:nvPr/>
          </p:nvSpPr>
          <p:spPr>
            <a:xfrm>
              <a:off x="5192300" y="939825"/>
              <a:ext cx="157775" cy="220900"/>
            </a:xfrm>
            <a:custGeom>
              <a:rect b="b" l="l" r="r" t="t"/>
              <a:pathLst>
                <a:path extrusionOk="0" h="8836" w="6311">
                  <a:moveTo>
                    <a:pt x="1" y="1"/>
                  </a:moveTo>
                  <a:lnTo>
                    <a:pt x="5942" y="8633"/>
                  </a:lnTo>
                  <a:lnTo>
                    <a:pt x="6073" y="8835"/>
                  </a:lnTo>
                  <a:cubicBezTo>
                    <a:pt x="6132" y="8764"/>
                    <a:pt x="6216" y="8716"/>
                    <a:pt x="6311" y="8704"/>
                  </a:cubicBez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p15"/>
            <p:cNvSpPr/>
            <p:nvPr/>
          </p:nvSpPr>
          <p:spPr>
            <a:xfrm>
              <a:off x="5357500" y="995500"/>
              <a:ext cx="208675" cy="168500"/>
            </a:xfrm>
            <a:custGeom>
              <a:rect b="b" l="l" r="r" t="t"/>
              <a:pathLst>
                <a:path extrusionOk="0" h="6740" w="8347">
                  <a:moveTo>
                    <a:pt x="8168" y="0"/>
                  </a:moveTo>
                  <a:lnTo>
                    <a:pt x="1" y="6537"/>
                  </a:lnTo>
                  <a:cubicBezTo>
                    <a:pt x="72" y="6584"/>
                    <a:pt x="132" y="6656"/>
                    <a:pt x="155" y="6739"/>
                  </a:cubicBezTo>
                  <a:lnTo>
                    <a:pt x="8347" y="191"/>
                  </a:lnTo>
                  <a:cubicBezTo>
                    <a:pt x="8275" y="131"/>
                    <a:pt x="8216" y="72"/>
                    <a:pt x="8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3" name="Google Shape;1873;p15"/>
            <p:cNvSpPr/>
            <p:nvPr/>
          </p:nvSpPr>
          <p:spPr>
            <a:xfrm>
              <a:off x="5531925" y="939825"/>
              <a:ext cx="36650" cy="39025"/>
            </a:xfrm>
            <a:custGeom>
              <a:rect b="b" l="l" r="r" t="t"/>
              <a:pathLst>
                <a:path extrusionOk="0" h="1561" w="1466">
                  <a:moveTo>
                    <a:pt x="1" y="1"/>
                  </a:moveTo>
                  <a:lnTo>
                    <a:pt x="1251" y="1560"/>
                  </a:lnTo>
                  <a:cubicBezTo>
                    <a:pt x="1298" y="1501"/>
                    <a:pt x="1370" y="1453"/>
                    <a:pt x="1465" y="1406"/>
                  </a:cubicBez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4" name="Google Shape;1874;p15"/>
            <p:cNvSpPr/>
            <p:nvPr/>
          </p:nvSpPr>
          <p:spPr>
            <a:xfrm>
              <a:off x="5412275" y="940125"/>
              <a:ext cx="30075" cy="14900"/>
            </a:xfrm>
            <a:custGeom>
              <a:rect b="b" l="l" r="r" t="t"/>
              <a:pathLst>
                <a:path extrusionOk="0" h="596" w="1203">
                  <a:moveTo>
                    <a:pt x="0" y="1"/>
                  </a:moveTo>
                  <a:lnTo>
                    <a:pt x="1084" y="596"/>
                  </a:lnTo>
                  <a:cubicBezTo>
                    <a:pt x="1108" y="489"/>
                    <a:pt x="1143" y="417"/>
                    <a:pt x="1203" y="358"/>
                  </a:cubicBezTo>
                  <a:lnTo>
                    <a:pt x="5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5" name="Google Shape;1875;p15"/>
            <p:cNvSpPr/>
            <p:nvPr/>
          </p:nvSpPr>
          <p:spPr>
            <a:xfrm>
              <a:off x="5448000" y="940125"/>
              <a:ext cx="7750" cy="6575"/>
            </a:xfrm>
            <a:custGeom>
              <a:rect b="b" l="l" r="r" t="t"/>
              <a:pathLst>
                <a:path extrusionOk="0" h="263" w="310">
                  <a:moveTo>
                    <a:pt x="36" y="1"/>
                  </a:moveTo>
                  <a:lnTo>
                    <a:pt x="0" y="251"/>
                  </a:lnTo>
                  <a:cubicBezTo>
                    <a:pt x="12" y="251"/>
                    <a:pt x="24" y="251"/>
                    <a:pt x="36" y="239"/>
                  </a:cubicBezTo>
                  <a:cubicBezTo>
                    <a:pt x="58" y="235"/>
                    <a:pt x="80" y="234"/>
                    <a:pt x="100" y="234"/>
                  </a:cubicBezTo>
                  <a:cubicBezTo>
                    <a:pt x="157" y="234"/>
                    <a:pt x="207" y="245"/>
                    <a:pt x="250" y="262"/>
                  </a:cubicBez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6" name="Google Shape;1876;p15"/>
            <p:cNvSpPr/>
            <p:nvPr/>
          </p:nvSpPr>
          <p:spPr>
            <a:xfrm>
              <a:off x="5654850" y="939825"/>
              <a:ext cx="128625" cy="201250"/>
            </a:xfrm>
            <a:custGeom>
              <a:rect b="b" l="l" r="r" t="t"/>
              <a:pathLst>
                <a:path extrusionOk="0" h="8050" w="5145">
                  <a:moveTo>
                    <a:pt x="1" y="1"/>
                  </a:moveTo>
                  <a:lnTo>
                    <a:pt x="4978" y="8049"/>
                  </a:lnTo>
                  <a:cubicBezTo>
                    <a:pt x="5025" y="8002"/>
                    <a:pt x="5085" y="7954"/>
                    <a:pt x="5144" y="7906"/>
                  </a:cubicBezTo>
                  <a:lnTo>
                    <a:pt x="5097" y="7775"/>
                  </a:lnTo>
                  <a:lnTo>
                    <a:pt x="29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7" name="Google Shape;1877;p15"/>
            <p:cNvSpPr/>
            <p:nvPr/>
          </p:nvSpPr>
          <p:spPr>
            <a:xfrm>
              <a:off x="5575375" y="939825"/>
              <a:ext cx="14925" cy="36050"/>
            </a:xfrm>
            <a:custGeom>
              <a:rect b="b" l="l" r="r" t="t"/>
              <a:pathLst>
                <a:path extrusionOk="0" h="1442" w="597">
                  <a:moveTo>
                    <a:pt x="346" y="1"/>
                  </a:moveTo>
                  <a:lnTo>
                    <a:pt x="1" y="1370"/>
                  </a:lnTo>
                  <a:cubicBezTo>
                    <a:pt x="96" y="1370"/>
                    <a:pt x="180" y="1394"/>
                    <a:pt x="239" y="1441"/>
                  </a:cubicBezTo>
                  <a:lnTo>
                    <a:pt x="5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8" name="Google Shape;1878;p15"/>
            <p:cNvSpPr/>
            <p:nvPr/>
          </p:nvSpPr>
          <p:spPr>
            <a:xfrm>
              <a:off x="5742075" y="939825"/>
              <a:ext cx="47350" cy="198275"/>
            </a:xfrm>
            <a:custGeom>
              <a:rect b="b" l="l" r="r" t="t"/>
              <a:pathLst>
                <a:path extrusionOk="0" h="7931" w="1894">
                  <a:moveTo>
                    <a:pt x="0" y="1"/>
                  </a:moveTo>
                  <a:lnTo>
                    <a:pt x="1608" y="7775"/>
                  </a:lnTo>
                  <a:lnTo>
                    <a:pt x="1644" y="7930"/>
                  </a:lnTo>
                  <a:cubicBezTo>
                    <a:pt x="1715" y="7894"/>
                    <a:pt x="1775" y="7871"/>
                    <a:pt x="1870" y="7871"/>
                  </a:cubicBezTo>
                  <a:lnTo>
                    <a:pt x="1894" y="7871"/>
                  </a:ln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9" name="Google Shape;1879;p15"/>
            <p:cNvSpPr/>
            <p:nvPr/>
          </p:nvSpPr>
          <p:spPr>
            <a:xfrm>
              <a:off x="5789400" y="1164550"/>
              <a:ext cx="90525" cy="353650"/>
            </a:xfrm>
            <a:custGeom>
              <a:rect b="b" l="l" r="r" t="t"/>
              <a:pathLst>
                <a:path extrusionOk="0" h="14146" w="3621">
                  <a:moveTo>
                    <a:pt x="251" y="1"/>
                  </a:moveTo>
                  <a:cubicBezTo>
                    <a:pt x="215" y="13"/>
                    <a:pt x="155" y="25"/>
                    <a:pt x="96" y="37"/>
                  </a:cubicBezTo>
                  <a:lnTo>
                    <a:pt x="1" y="37"/>
                  </a:lnTo>
                  <a:lnTo>
                    <a:pt x="3370" y="14145"/>
                  </a:lnTo>
                  <a:cubicBezTo>
                    <a:pt x="3441" y="14122"/>
                    <a:pt x="3513" y="14110"/>
                    <a:pt x="3584" y="14086"/>
                  </a:cubicBezTo>
                  <a:lnTo>
                    <a:pt x="3620" y="14086"/>
                  </a:lnTo>
                  <a:lnTo>
                    <a:pt x="2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0" name="Google Shape;1880;p15"/>
            <p:cNvSpPr/>
            <p:nvPr/>
          </p:nvSpPr>
          <p:spPr>
            <a:xfrm>
              <a:off x="6017400" y="939525"/>
              <a:ext cx="8075" cy="4500"/>
            </a:xfrm>
            <a:custGeom>
              <a:rect b="b" l="l" r="r" t="t"/>
              <a:pathLst>
                <a:path extrusionOk="0" h="180" w="323">
                  <a:moveTo>
                    <a:pt x="1" y="1"/>
                  </a:moveTo>
                  <a:lnTo>
                    <a:pt x="108" y="179"/>
                  </a:lnTo>
                  <a:cubicBezTo>
                    <a:pt x="156" y="144"/>
                    <a:pt x="203" y="96"/>
                    <a:pt x="239" y="72"/>
                  </a:cubicBezTo>
                  <a:cubicBezTo>
                    <a:pt x="275" y="48"/>
                    <a:pt x="298" y="36"/>
                    <a:pt x="322" y="25"/>
                  </a:cubicBez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1" name="Google Shape;1881;p15"/>
            <p:cNvSpPr/>
            <p:nvPr/>
          </p:nvSpPr>
          <p:spPr>
            <a:xfrm>
              <a:off x="5798625" y="956500"/>
              <a:ext cx="225350" cy="187850"/>
            </a:xfrm>
            <a:custGeom>
              <a:rect b="b" l="l" r="r" t="t"/>
              <a:pathLst>
                <a:path extrusionOk="0" h="7514" w="9014">
                  <a:moveTo>
                    <a:pt x="8835" y="0"/>
                  </a:moveTo>
                  <a:lnTo>
                    <a:pt x="1" y="7299"/>
                  </a:lnTo>
                  <a:cubicBezTo>
                    <a:pt x="84" y="7370"/>
                    <a:pt x="144" y="7442"/>
                    <a:pt x="167" y="7513"/>
                  </a:cubicBezTo>
                  <a:lnTo>
                    <a:pt x="9014" y="191"/>
                  </a:lnTo>
                  <a:cubicBezTo>
                    <a:pt x="8954" y="167"/>
                    <a:pt x="8895" y="96"/>
                    <a:pt x="8847" y="24"/>
                  </a:cubicBezTo>
                  <a:cubicBezTo>
                    <a:pt x="8847" y="12"/>
                    <a:pt x="8835" y="12"/>
                    <a:pt x="883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2" name="Google Shape;1882;p15"/>
            <p:cNvSpPr/>
            <p:nvPr/>
          </p:nvSpPr>
          <p:spPr>
            <a:xfrm>
              <a:off x="6031700" y="959775"/>
              <a:ext cx="71750" cy="111650"/>
            </a:xfrm>
            <a:custGeom>
              <a:rect b="b" l="l" r="r" t="t"/>
              <a:pathLst>
                <a:path extrusionOk="0" h="4466" w="2870">
                  <a:moveTo>
                    <a:pt x="238" y="0"/>
                  </a:moveTo>
                  <a:cubicBezTo>
                    <a:pt x="226" y="12"/>
                    <a:pt x="191" y="36"/>
                    <a:pt x="155" y="60"/>
                  </a:cubicBezTo>
                  <a:cubicBezTo>
                    <a:pt x="107" y="72"/>
                    <a:pt x="60" y="96"/>
                    <a:pt x="0" y="108"/>
                  </a:cubicBezTo>
                  <a:lnTo>
                    <a:pt x="2691" y="4465"/>
                  </a:lnTo>
                  <a:cubicBezTo>
                    <a:pt x="2739" y="4394"/>
                    <a:pt x="2798" y="4322"/>
                    <a:pt x="2870" y="4263"/>
                  </a:cubicBezTo>
                  <a:lnTo>
                    <a:pt x="23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3" name="Google Shape;1883;p15"/>
            <p:cNvSpPr/>
            <p:nvPr/>
          </p:nvSpPr>
          <p:spPr>
            <a:xfrm>
              <a:off x="6036450" y="939825"/>
              <a:ext cx="12825" cy="7475"/>
            </a:xfrm>
            <a:custGeom>
              <a:rect b="b" l="l" r="r" t="t"/>
              <a:pathLst>
                <a:path extrusionOk="0" h="299" w="513">
                  <a:moveTo>
                    <a:pt x="108" y="1"/>
                  </a:moveTo>
                  <a:lnTo>
                    <a:pt x="1" y="84"/>
                  </a:lnTo>
                  <a:cubicBezTo>
                    <a:pt x="48" y="120"/>
                    <a:pt x="96" y="155"/>
                    <a:pt x="120" y="203"/>
                  </a:cubicBezTo>
                  <a:lnTo>
                    <a:pt x="167" y="298"/>
                  </a:lnTo>
                  <a:lnTo>
                    <a:pt x="51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4" name="Google Shape;1884;p15"/>
            <p:cNvSpPr/>
            <p:nvPr/>
          </p:nvSpPr>
          <p:spPr>
            <a:xfrm>
              <a:off x="5965325" y="1184200"/>
              <a:ext cx="453050" cy="198075"/>
            </a:xfrm>
            <a:custGeom>
              <a:rect b="b" l="l" r="r" t="t"/>
              <a:pathLst>
                <a:path extrusionOk="0" h="7923" w="18122">
                  <a:moveTo>
                    <a:pt x="18121" y="1"/>
                  </a:moveTo>
                  <a:lnTo>
                    <a:pt x="143" y="7633"/>
                  </a:lnTo>
                  <a:lnTo>
                    <a:pt x="0" y="7883"/>
                  </a:lnTo>
                  <a:cubicBezTo>
                    <a:pt x="27" y="7909"/>
                    <a:pt x="67" y="7923"/>
                    <a:pt x="106" y="7923"/>
                  </a:cubicBezTo>
                  <a:cubicBezTo>
                    <a:pt x="118" y="7923"/>
                    <a:pt x="131" y="7921"/>
                    <a:pt x="143" y="7918"/>
                  </a:cubicBezTo>
                  <a:lnTo>
                    <a:pt x="18121" y="286"/>
                  </a:lnTo>
                  <a:lnTo>
                    <a:pt x="1812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5" name="Google Shape;1885;p15"/>
            <p:cNvSpPr/>
            <p:nvPr/>
          </p:nvSpPr>
          <p:spPr>
            <a:xfrm>
              <a:off x="6126650" y="939825"/>
              <a:ext cx="68775" cy="119975"/>
            </a:xfrm>
            <a:custGeom>
              <a:rect b="b" l="l" r="r" t="t"/>
              <a:pathLst>
                <a:path extrusionOk="0" h="4799" w="2751">
                  <a:moveTo>
                    <a:pt x="2465" y="1"/>
                  </a:moveTo>
                  <a:lnTo>
                    <a:pt x="0" y="4739"/>
                  </a:lnTo>
                  <a:cubicBezTo>
                    <a:pt x="84" y="4763"/>
                    <a:pt x="179" y="4775"/>
                    <a:pt x="250" y="4799"/>
                  </a:cubicBezTo>
                  <a:lnTo>
                    <a:pt x="27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6" name="Google Shape;1886;p15"/>
            <p:cNvSpPr/>
            <p:nvPr/>
          </p:nvSpPr>
          <p:spPr>
            <a:xfrm>
              <a:off x="5887625" y="1106525"/>
              <a:ext cx="218800" cy="414050"/>
            </a:xfrm>
            <a:custGeom>
              <a:rect b="b" l="l" r="r" t="t"/>
              <a:pathLst>
                <a:path extrusionOk="0" h="16562" w="8752">
                  <a:moveTo>
                    <a:pt x="8561" y="0"/>
                  </a:moveTo>
                  <a:lnTo>
                    <a:pt x="1" y="16443"/>
                  </a:lnTo>
                  <a:cubicBezTo>
                    <a:pt x="96" y="16466"/>
                    <a:pt x="167" y="16502"/>
                    <a:pt x="227" y="16562"/>
                  </a:cubicBezTo>
                  <a:lnTo>
                    <a:pt x="3132" y="10990"/>
                  </a:lnTo>
                  <a:lnTo>
                    <a:pt x="3263" y="10740"/>
                  </a:lnTo>
                  <a:lnTo>
                    <a:pt x="8752" y="179"/>
                  </a:lnTo>
                  <a:cubicBezTo>
                    <a:pt x="8680" y="131"/>
                    <a:pt x="8621" y="72"/>
                    <a:pt x="856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7" name="Google Shape;1887;p15"/>
            <p:cNvSpPr/>
            <p:nvPr/>
          </p:nvSpPr>
          <p:spPr>
            <a:xfrm>
              <a:off x="4762775" y="1114700"/>
              <a:ext cx="59275" cy="58100"/>
            </a:xfrm>
            <a:custGeom>
              <a:rect b="b" l="l" r="r" t="t"/>
              <a:pathLst>
                <a:path extrusionOk="0" h="2324" w="2371">
                  <a:moveTo>
                    <a:pt x="1166" y="0"/>
                  </a:moveTo>
                  <a:cubicBezTo>
                    <a:pt x="1130" y="0"/>
                    <a:pt x="1095" y="2"/>
                    <a:pt x="1061" y="7"/>
                  </a:cubicBezTo>
                  <a:cubicBezTo>
                    <a:pt x="977" y="18"/>
                    <a:pt x="882" y="42"/>
                    <a:pt x="811" y="66"/>
                  </a:cubicBezTo>
                  <a:cubicBezTo>
                    <a:pt x="477" y="173"/>
                    <a:pt x="227" y="423"/>
                    <a:pt x="96" y="721"/>
                  </a:cubicBezTo>
                  <a:cubicBezTo>
                    <a:pt x="60" y="804"/>
                    <a:pt x="37" y="888"/>
                    <a:pt x="25" y="983"/>
                  </a:cubicBezTo>
                  <a:cubicBezTo>
                    <a:pt x="1" y="1078"/>
                    <a:pt x="1" y="1185"/>
                    <a:pt x="1" y="1292"/>
                  </a:cubicBezTo>
                  <a:cubicBezTo>
                    <a:pt x="78" y="1890"/>
                    <a:pt x="568" y="2324"/>
                    <a:pt x="1144" y="2324"/>
                  </a:cubicBezTo>
                  <a:cubicBezTo>
                    <a:pt x="1187" y="2324"/>
                    <a:pt x="1231" y="2321"/>
                    <a:pt x="1275" y="2316"/>
                  </a:cubicBezTo>
                  <a:cubicBezTo>
                    <a:pt x="1906" y="2245"/>
                    <a:pt x="2370" y="1673"/>
                    <a:pt x="2299" y="1054"/>
                  </a:cubicBezTo>
                  <a:cubicBezTo>
                    <a:pt x="2263" y="721"/>
                    <a:pt x="2108" y="459"/>
                    <a:pt x="1870" y="268"/>
                  </a:cubicBezTo>
                  <a:cubicBezTo>
                    <a:pt x="1787" y="209"/>
                    <a:pt x="1727" y="161"/>
                    <a:pt x="1644" y="126"/>
                  </a:cubicBezTo>
                  <a:cubicBezTo>
                    <a:pt x="1506" y="47"/>
                    <a:pt x="1335" y="0"/>
                    <a:pt x="116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8" name="Google Shape;1888;p15"/>
            <p:cNvSpPr/>
            <p:nvPr/>
          </p:nvSpPr>
          <p:spPr>
            <a:xfrm>
              <a:off x="4558600" y="1391375"/>
              <a:ext cx="30975" cy="29875"/>
            </a:xfrm>
            <a:custGeom>
              <a:rect b="b" l="l" r="r" t="t"/>
              <a:pathLst>
                <a:path extrusionOk="0" h="1195" w="1239">
                  <a:moveTo>
                    <a:pt x="548" y="0"/>
                  </a:moveTo>
                  <a:cubicBezTo>
                    <a:pt x="476" y="12"/>
                    <a:pt x="405" y="36"/>
                    <a:pt x="346" y="60"/>
                  </a:cubicBezTo>
                  <a:cubicBezTo>
                    <a:pt x="131" y="167"/>
                    <a:pt x="0" y="405"/>
                    <a:pt x="12" y="655"/>
                  </a:cubicBezTo>
                  <a:cubicBezTo>
                    <a:pt x="57" y="966"/>
                    <a:pt x="308" y="1195"/>
                    <a:pt x="603" y="1195"/>
                  </a:cubicBezTo>
                  <a:cubicBezTo>
                    <a:pt x="624" y="1195"/>
                    <a:pt x="646" y="1193"/>
                    <a:pt x="667" y="1191"/>
                  </a:cubicBezTo>
                  <a:cubicBezTo>
                    <a:pt x="1000" y="1167"/>
                    <a:pt x="1238" y="870"/>
                    <a:pt x="1203" y="536"/>
                  </a:cubicBezTo>
                  <a:cubicBezTo>
                    <a:pt x="1191" y="346"/>
                    <a:pt x="1084" y="191"/>
                    <a:pt x="941" y="108"/>
                  </a:cubicBezTo>
                  <a:cubicBezTo>
                    <a:pt x="869" y="60"/>
                    <a:pt x="786" y="36"/>
                    <a:pt x="703" y="12"/>
                  </a:cubicBezTo>
                  <a:cubicBezTo>
                    <a:pt x="667" y="0"/>
                    <a:pt x="643" y="0"/>
                    <a:pt x="59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9" name="Google Shape;1889;p15"/>
            <p:cNvSpPr/>
            <p:nvPr/>
          </p:nvSpPr>
          <p:spPr>
            <a:xfrm>
              <a:off x="4196350" y="1025325"/>
              <a:ext cx="30075" cy="30150"/>
            </a:xfrm>
            <a:custGeom>
              <a:rect b="b" l="l" r="r" t="t"/>
              <a:pathLst>
                <a:path extrusionOk="0" h="1206" w="1203">
                  <a:moveTo>
                    <a:pt x="622" y="1"/>
                  </a:moveTo>
                  <a:cubicBezTo>
                    <a:pt x="596" y="1"/>
                    <a:pt x="566" y="4"/>
                    <a:pt x="536" y="10"/>
                  </a:cubicBezTo>
                  <a:cubicBezTo>
                    <a:pt x="238" y="45"/>
                    <a:pt x="24" y="283"/>
                    <a:pt x="0" y="569"/>
                  </a:cubicBezTo>
                  <a:lnTo>
                    <a:pt x="0" y="664"/>
                  </a:lnTo>
                  <a:cubicBezTo>
                    <a:pt x="0" y="724"/>
                    <a:pt x="12" y="772"/>
                    <a:pt x="36" y="831"/>
                  </a:cubicBezTo>
                  <a:cubicBezTo>
                    <a:pt x="123" y="1048"/>
                    <a:pt x="337" y="1205"/>
                    <a:pt x="581" y="1205"/>
                  </a:cubicBezTo>
                  <a:cubicBezTo>
                    <a:pt x="606" y="1205"/>
                    <a:pt x="630" y="1204"/>
                    <a:pt x="655" y="1200"/>
                  </a:cubicBezTo>
                  <a:cubicBezTo>
                    <a:pt x="679" y="1200"/>
                    <a:pt x="727" y="1188"/>
                    <a:pt x="750" y="1188"/>
                  </a:cubicBezTo>
                  <a:cubicBezTo>
                    <a:pt x="846" y="1165"/>
                    <a:pt x="917" y="1117"/>
                    <a:pt x="977" y="1069"/>
                  </a:cubicBezTo>
                  <a:cubicBezTo>
                    <a:pt x="1131" y="938"/>
                    <a:pt x="1203" y="748"/>
                    <a:pt x="1191" y="545"/>
                  </a:cubicBezTo>
                  <a:cubicBezTo>
                    <a:pt x="1167" y="367"/>
                    <a:pt x="1072" y="224"/>
                    <a:pt x="929" y="117"/>
                  </a:cubicBezTo>
                  <a:cubicBezTo>
                    <a:pt x="858" y="69"/>
                    <a:pt x="786" y="33"/>
                    <a:pt x="691" y="10"/>
                  </a:cubicBezTo>
                  <a:cubicBezTo>
                    <a:pt x="673" y="4"/>
                    <a:pt x="649" y="1"/>
                    <a:pt x="62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0" name="Google Shape;1890;p15"/>
            <p:cNvSpPr/>
            <p:nvPr/>
          </p:nvSpPr>
          <p:spPr>
            <a:xfrm>
              <a:off x="4432100" y="1005225"/>
              <a:ext cx="30075" cy="29900"/>
            </a:xfrm>
            <a:custGeom>
              <a:rect b="b" l="l" r="r" t="t"/>
              <a:pathLst>
                <a:path extrusionOk="0" h="1196" w="1203">
                  <a:moveTo>
                    <a:pt x="614" y="0"/>
                  </a:moveTo>
                  <a:cubicBezTo>
                    <a:pt x="592" y="0"/>
                    <a:pt x="570" y="2"/>
                    <a:pt x="548" y="4"/>
                  </a:cubicBezTo>
                  <a:cubicBezTo>
                    <a:pt x="464" y="16"/>
                    <a:pt x="369" y="40"/>
                    <a:pt x="310" y="87"/>
                  </a:cubicBezTo>
                  <a:cubicBezTo>
                    <a:pt x="238" y="135"/>
                    <a:pt x="179" y="195"/>
                    <a:pt x="131" y="254"/>
                  </a:cubicBezTo>
                  <a:cubicBezTo>
                    <a:pt x="83" y="325"/>
                    <a:pt x="48" y="397"/>
                    <a:pt x="24" y="492"/>
                  </a:cubicBezTo>
                  <a:cubicBezTo>
                    <a:pt x="12" y="540"/>
                    <a:pt x="0" y="599"/>
                    <a:pt x="12" y="659"/>
                  </a:cubicBezTo>
                  <a:cubicBezTo>
                    <a:pt x="47" y="961"/>
                    <a:pt x="309" y="1195"/>
                    <a:pt x="631" y="1195"/>
                  </a:cubicBezTo>
                  <a:cubicBezTo>
                    <a:pt x="639" y="1195"/>
                    <a:pt x="647" y="1195"/>
                    <a:pt x="655" y="1195"/>
                  </a:cubicBezTo>
                  <a:lnTo>
                    <a:pt x="667" y="1195"/>
                  </a:lnTo>
                  <a:cubicBezTo>
                    <a:pt x="762" y="1171"/>
                    <a:pt x="834" y="1159"/>
                    <a:pt x="905" y="1111"/>
                  </a:cubicBezTo>
                  <a:cubicBezTo>
                    <a:pt x="1000" y="1076"/>
                    <a:pt x="1072" y="992"/>
                    <a:pt x="1119" y="909"/>
                  </a:cubicBezTo>
                  <a:cubicBezTo>
                    <a:pt x="1155" y="837"/>
                    <a:pt x="1191" y="754"/>
                    <a:pt x="1203" y="671"/>
                  </a:cubicBezTo>
                  <a:lnTo>
                    <a:pt x="1203" y="540"/>
                  </a:lnTo>
                  <a:cubicBezTo>
                    <a:pt x="1180" y="229"/>
                    <a:pt x="920" y="0"/>
                    <a:pt x="61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1" name="Google Shape;1891;p15"/>
            <p:cNvSpPr/>
            <p:nvPr/>
          </p:nvSpPr>
          <p:spPr>
            <a:xfrm>
              <a:off x="4392800" y="1332150"/>
              <a:ext cx="9850" cy="10525"/>
            </a:xfrm>
            <a:custGeom>
              <a:rect b="b" l="l" r="r" t="t"/>
              <a:pathLst>
                <a:path extrusionOk="0" h="421" w="394">
                  <a:moveTo>
                    <a:pt x="179" y="0"/>
                  </a:moveTo>
                  <a:cubicBezTo>
                    <a:pt x="96" y="0"/>
                    <a:pt x="60" y="48"/>
                    <a:pt x="24" y="107"/>
                  </a:cubicBezTo>
                  <a:cubicBezTo>
                    <a:pt x="12" y="131"/>
                    <a:pt x="0" y="179"/>
                    <a:pt x="0" y="238"/>
                  </a:cubicBezTo>
                  <a:cubicBezTo>
                    <a:pt x="11" y="343"/>
                    <a:pt x="77" y="421"/>
                    <a:pt x="175" y="421"/>
                  </a:cubicBezTo>
                  <a:cubicBezTo>
                    <a:pt x="188" y="421"/>
                    <a:pt x="201" y="420"/>
                    <a:pt x="215" y="417"/>
                  </a:cubicBezTo>
                  <a:cubicBezTo>
                    <a:pt x="322" y="405"/>
                    <a:pt x="381" y="333"/>
                    <a:pt x="393" y="238"/>
                  </a:cubicBezTo>
                  <a:lnTo>
                    <a:pt x="393" y="191"/>
                  </a:lnTo>
                  <a:cubicBezTo>
                    <a:pt x="393" y="107"/>
                    <a:pt x="334" y="36"/>
                    <a:pt x="262" y="24"/>
                  </a:cubicBezTo>
                  <a:cubicBezTo>
                    <a:pt x="239" y="0"/>
                    <a:pt x="203" y="0"/>
                    <a:pt x="17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2" name="Google Shape;1892;p15"/>
            <p:cNvSpPr/>
            <p:nvPr/>
          </p:nvSpPr>
          <p:spPr>
            <a:xfrm>
              <a:off x="5860550" y="1516575"/>
              <a:ext cx="42275" cy="40975"/>
            </a:xfrm>
            <a:custGeom>
              <a:rect b="b" l="l" r="r" t="t"/>
              <a:pathLst>
                <a:path extrusionOk="0" h="1639" w="1691">
                  <a:moveTo>
                    <a:pt x="853" y="0"/>
                  </a:moveTo>
                  <a:cubicBezTo>
                    <a:pt x="827" y="0"/>
                    <a:pt x="801" y="2"/>
                    <a:pt x="774" y="5"/>
                  </a:cubicBezTo>
                  <a:lnTo>
                    <a:pt x="762" y="5"/>
                  </a:lnTo>
                  <a:cubicBezTo>
                    <a:pt x="679" y="29"/>
                    <a:pt x="595" y="41"/>
                    <a:pt x="536" y="64"/>
                  </a:cubicBezTo>
                  <a:cubicBezTo>
                    <a:pt x="203" y="207"/>
                    <a:pt x="0" y="541"/>
                    <a:pt x="24" y="898"/>
                  </a:cubicBezTo>
                  <a:cubicBezTo>
                    <a:pt x="69" y="1327"/>
                    <a:pt x="436" y="1639"/>
                    <a:pt x="850" y="1639"/>
                  </a:cubicBezTo>
                  <a:cubicBezTo>
                    <a:pt x="872" y="1639"/>
                    <a:pt x="895" y="1638"/>
                    <a:pt x="917" y="1636"/>
                  </a:cubicBezTo>
                  <a:cubicBezTo>
                    <a:pt x="1369" y="1588"/>
                    <a:pt x="1691" y="1184"/>
                    <a:pt x="1655" y="743"/>
                  </a:cubicBezTo>
                  <a:cubicBezTo>
                    <a:pt x="1619" y="505"/>
                    <a:pt x="1500" y="291"/>
                    <a:pt x="1310" y="160"/>
                  </a:cubicBezTo>
                  <a:cubicBezTo>
                    <a:pt x="1238" y="112"/>
                    <a:pt x="1155" y="64"/>
                    <a:pt x="1084" y="41"/>
                  </a:cubicBezTo>
                  <a:cubicBezTo>
                    <a:pt x="1003" y="14"/>
                    <a:pt x="930" y="0"/>
                    <a:pt x="8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3" name="Google Shape;1893;p15"/>
            <p:cNvSpPr/>
            <p:nvPr/>
          </p:nvSpPr>
          <p:spPr>
            <a:xfrm>
              <a:off x="5775700" y="1136275"/>
              <a:ext cx="29800" cy="28900"/>
            </a:xfrm>
            <a:custGeom>
              <a:rect b="b" l="l" r="r" t="t"/>
              <a:pathLst>
                <a:path extrusionOk="0" h="1156" w="1192">
                  <a:moveTo>
                    <a:pt x="537" y="1"/>
                  </a:moveTo>
                  <a:cubicBezTo>
                    <a:pt x="465" y="1"/>
                    <a:pt x="382" y="25"/>
                    <a:pt x="322" y="60"/>
                  </a:cubicBezTo>
                  <a:cubicBezTo>
                    <a:pt x="263" y="84"/>
                    <a:pt x="203" y="132"/>
                    <a:pt x="168" y="191"/>
                  </a:cubicBezTo>
                  <a:cubicBezTo>
                    <a:pt x="60" y="310"/>
                    <a:pt x="1" y="453"/>
                    <a:pt x="25" y="632"/>
                  </a:cubicBezTo>
                  <a:cubicBezTo>
                    <a:pt x="60" y="918"/>
                    <a:pt x="299" y="1144"/>
                    <a:pt x="560" y="1156"/>
                  </a:cubicBezTo>
                  <a:lnTo>
                    <a:pt x="656" y="1156"/>
                  </a:lnTo>
                  <a:cubicBezTo>
                    <a:pt x="680" y="1156"/>
                    <a:pt x="739" y="1144"/>
                    <a:pt x="799" y="1108"/>
                  </a:cubicBezTo>
                  <a:cubicBezTo>
                    <a:pt x="1025" y="1025"/>
                    <a:pt x="1192" y="787"/>
                    <a:pt x="1156" y="513"/>
                  </a:cubicBezTo>
                  <a:cubicBezTo>
                    <a:pt x="1156" y="441"/>
                    <a:pt x="1132" y="370"/>
                    <a:pt x="1096" y="310"/>
                  </a:cubicBezTo>
                  <a:cubicBezTo>
                    <a:pt x="1061" y="227"/>
                    <a:pt x="1013" y="156"/>
                    <a:pt x="941" y="108"/>
                  </a:cubicBezTo>
                  <a:cubicBezTo>
                    <a:pt x="834" y="36"/>
                    <a:pt x="703" y="1"/>
                    <a:pt x="56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4" name="Google Shape;1894;p15"/>
            <p:cNvSpPr/>
            <p:nvPr/>
          </p:nvSpPr>
          <p:spPr>
            <a:xfrm>
              <a:off x="5559325" y="973750"/>
              <a:ext cx="30375" cy="28950"/>
            </a:xfrm>
            <a:custGeom>
              <a:rect b="b" l="l" r="r" t="t"/>
              <a:pathLst>
                <a:path extrusionOk="0" h="1158" w="1215">
                  <a:moveTo>
                    <a:pt x="679" y="1"/>
                  </a:moveTo>
                  <a:lnTo>
                    <a:pt x="548" y="13"/>
                  </a:lnTo>
                  <a:cubicBezTo>
                    <a:pt x="488" y="13"/>
                    <a:pt x="429" y="25"/>
                    <a:pt x="369" y="49"/>
                  </a:cubicBezTo>
                  <a:cubicBezTo>
                    <a:pt x="286" y="84"/>
                    <a:pt x="214" y="144"/>
                    <a:pt x="155" y="203"/>
                  </a:cubicBezTo>
                  <a:cubicBezTo>
                    <a:pt x="48" y="322"/>
                    <a:pt x="0" y="465"/>
                    <a:pt x="24" y="632"/>
                  </a:cubicBezTo>
                  <a:cubicBezTo>
                    <a:pt x="36" y="727"/>
                    <a:pt x="48" y="799"/>
                    <a:pt x="95" y="858"/>
                  </a:cubicBezTo>
                  <a:cubicBezTo>
                    <a:pt x="143" y="930"/>
                    <a:pt x="202" y="989"/>
                    <a:pt x="274" y="1049"/>
                  </a:cubicBezTo>
                  <a:cubicBezTo>
                    <a:pt x="370" y="1113"/>
                    <a:pt x="485" y="1158"/>
                    <a:pt x="611" y="1158"/>
                  </a:cubicBezTo>
                  <a:cubicBezTo>
                    <a:pt x="626" y="1158"/>
                    <a:pt x="640" y="1157"/>
                    <a:pt x="655" y="1156"/>
                  </a:cubicBezTo>
                  <a:cubicBezTo>
                    <a:pt x="976" y="1120"/>
                    <a:pt x="1214" y="834"/>
                    <a:pt x="1179" y="525"/>
                  </a:cubicBezTo>
                  <a:cubicBezTo>
                    <a:pt x="1167" y="334"/>
                    <a:pt x="1060" y="191"/>
                    <a:pt x="917" y="84"/>
                  </a:cubicBezTo>
                  <a:cubicBezTo>
                    <a:pt x="833" y="37"/>
                    <a:pt x="750" y="1"/>
                    <a:pt x="67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5" name="Google Shape;1895;p15"/>
            <p:cNvSpPr/>
            <p:nvPr/>
          </p:nvSpPr>
          <p:spPr>
            <a:xfrm>
              <a:off x="4618425" y="1217425"/>
              <a:ext cx="22050" cy="20375"/>
            </a:xfrm>
            <a:custGeom>
              <a:rect b="b" l="l" r="r" t="t"/>
              <a:pathLst>
                <a:path extrusionOk="0" h="815" w="882">
                  <a:moveTo>
                    <a:pt x="442" y="1"/>
                  </a:moveTo>
                  <a:cubicBezTo>
                    <a:pt x="422" y="1"/>
                    <a:pt x="402" y="2"/>
                    <a:pt x="381" y="5"/>
                  </a:cubicBezTo>
                  <a:lnTo>
                    <a:pt x="358" y="5"/>
                  </a:lnTo>
                  <a:cubicBezTo>
                    <a:pt x="155" y="41"/>
                    <a:pt x="0" y="219"/>
                    <a:pt x="24" y="422"/>
                  </a:cubicBezTo>
                  <a:lnTo>
                    <a:pt x="24" y="458"/>
                  </a:lnTo>
                  <a:cubicBezTo>
                    <a:pt x="36" y="541"/>
                    <a:pt x="60" y="600"/>
                    <a:pt x="108" y="660"/>
                  </a:cubicBezTo>
                  <a:cubicBezTo>
                    <a:pt x="119" y="684"/>
                    <a:pt x="143" y="708"/>
                    <a:pt x="167" y="720"/>
                  </a:cubicBezTo>
                  <a:cubicBezTo>
                    <a:pt x="227" y="779"/>
                    <a:pt x="322" y="815"/>
                    <a:pt x="405" y="815"/>
                  </a:cubicBezTo>
                  <a:lnTo>
                    <a:pt x="477" y="815"/>
                  </a:lnTo>
                  <a:cubicBezTo>
                    <a:pt x="703" y="803"/>
                    <a:pt x="881" y="589"/>
                    <a:pt x="858" y="362"/>
                  </a:cubicBezTo>
                  <a:cubicBezTo>
                    <a:pt x="834" y="219"/>
                    <a:pt x="750" y="100"/>
                    <a:pt x="643" y="41"/>
                  </a:cubicBezTo>
                  <a:cubicBezTo>
                    <a:pt x="563" y="14"/>
                    <a:pt x="503" y="1"/>
                    <a:pt x="44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6" name="Google Shape;1896;p15"/>
            <p:cNvSpPr/>
            <p:nvPr/>
          </p:nvSpPr>
          <p:spPr>
            <a:xfrm>
              <a:off x="5439650" y="946275"/>
              <a:ext cx="21175" cy="20375"/>
            </a:xfrm>
            <a:custGeom>
              <a:rect b="b" l="l" r="r" t="t"/>
              <a:pathLst>
                <a:path extrusionOk="0" h="815" w="847">
                  <a:moveTo>
                    <a:pt x="430" y="0"/>
                  </a:moveTo>
                  <a:cubicBezTo>
                    <a:pt x="411" y="0"/>
                    <a:pt x="391" y="2"/>
                    <a:pt x="370" y="5"/>
                  </a:cubicBezTo>
                  <a:cubicBezTo>
                    <a:pt x="358" y="5"/>
                    <a:pt x="346" y="5"/>
                    <a:pt x="334" y="16"/>
                  </a:cubicBezTo>
                  <a:cubicBezTo>
                    <a:pt x="239" y="40"/>
                    <a:pt x="179" y="76"/>
                    <a:pt x="120" y="136"/>
                  </a:cubicBezTo>
                  <a:cubicBezTo>
                    <a:pt x="60" y="195"/>
                    <a:pt x="13" y="290"/>
                    <a:pt x="13" y="374"/>
                  </a:cubicBezTo>
                  <a:cubicBezTo>
                    <a:pt x="11" y="372"/>
                    <a:pt x="10" y="371"/>
                    <a:pt x="8" y="371"/>
                  </a:cubicBezTo>
                  <a:cubicBezTo>
                    <a:pt x="1" y="371"/>
                    <a:pt x="1" y="402"/>
                    <a:pt x="1" y="433"/>
                  </a:cubicBezTo>
                  <a:cubicBezTo>
                    <a:pt x="35" y="652"/>
                    <a:pt x="214" y="815"/>
                    <a:pt x="430" y="815"/>
                  </a:cubicBezTo>
                  <a:cubicBezTo>
                    <a:pt x="438" y="815"/>
                    <a:pt x="446" y="815"/>
                    <a:pt x="453" y="814"/>
                  </a:cubicBezTo>
                  <a:cubicBezTo>
                    <a:pt x="667" y="790"/>
                    <a:pt x="846" y="588"/>
                    <a:pt x="822" y="362"/>
                  </a:cubicBezTo>
                  <a:cubicBezTo>
                    <a:pt x="810" y="219"/>
                    <a:pt x="715" y="100"/>
                    <a:pt x="584" y="40"/>
                  </a:cubicBezTo>
                  <a:cubicBezTo>
                    <a:pt x="539" y="14"/>
                    <a:pt x="488" y="0"/>
                    <a:pt x="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7" name="Google Shape;1897;p15"/>
            <p:cNvSpPr/>
            <p:nvPr/>
          </p:nvSpPr>
          <p:spPr>
            <a:xfrm>
              <a:off x="5341125" y="1157350"/>
              <a:ext cx="21450" cy="20100"/>
            </a:xfrm>
            <a:custGeom>
              <a:rect b="b" l="l" r="r" t="t"/>
              <a:pathLst>
                <a:path extrusionOk="0" h="804" w="858">
                  <a:moveTo>
                    <a:pt x="436" y="0"/>
                  </a:moveTo>
                  <a:cubicBezTo>
                    <a:pt x="418" y="0"/>
                    <a:pt x="400" y="1"/>
                    <a:pt x="382" y="3"/>
                  </a:cubicBezTo>
                  <a:lnTo>
                    <a:pt x="346" y="3"/>
                  </a:lnTo>
                  <a:cubicBezTo>
                    <a:pt x="251" y="15"/>
                    <a:pt x="179" y="63"/>
                    <a:pt x="120" y="122"/>
                  </a:cubicBezTo>
                  <a:lnTo>
                    <a:pt x="25" y="253"/>
                  </a:lnTo>
                  <a:cubicBezTo>
                    <a:pt x="13" y="313"/>
                    <a:pt x="1" y="372"/>
                    <a:pt x="13" y="432"/>
                  </a:cubicBezTo>
                  <a:cubicBezTo>
                    <a:pt x="46" y="643"/>
                    <a:pt x="215" y="803"/>
                    <a:pt x="422" y="803"/>
                  </a:cubicBezTo>
                  <a:cubicBezTo>
                    <a:pt x="436" y="803"/>
                    <a:pt x="451" y="802"/>
                    <a:pt x="465" y="801"/>
                  </a:cubicBezTo>
                  <a:cubicBezTo>
                    <a:pt x="679" y="789"/>
                    <a:pt x="858" y="587"/>
                    <a:pt x="834" y="360"/>
                  </a:cubicBezTo>
                  <a:cubicBezTo>
                    <a:pt x="834" y="325"/>
                    <a:pt x="822" y="301"/>
                    <a:pt x="798" y="253"/>
                  </a:cubicBezTo>
                  <a:cubicBezTo>
                    <a:pt x="787" y="182"/>
                    <a:pt x="727" y="110"/>
                    <a:pt x="656" y="63"/>
                  </a:cubicBezTo>
                  <a:cubicBezTo>
                    <a:pt x="596" y="23"/>
                    <a:pt x="521" y="0"/>
                    <a:pt x="43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15"/>
            <p:cNvSpPr/>
            <p:nvPr/>
          </p:nvSpPr>
          <p:spPr>
            <a:xfrm>
              <a:off x="4884825" y="973175"/>
              <a:ext cx="20850" cy="20850"/>
            </a:xfrm>
            <a:custGeom>
              <a:rect b="b" l="l" r="r" t="t"/>
              <a:pathLst>
                <a:path extrusionOk="0" h="834" w="834">
                  <a:moveTo>
                    <a:pt x="381" y="0"/>
                  </a:moveTo>
                  <a:cubicBezTo>
                    <a:pt x="239" y="12"/>
                    <a:pt x="143" y="72"/>
                    <a:pt x="84" y="179"/>
                  </a:cubicBezTo>
                  <a:cubicBezTo>
                    <a:pt x="36" y="250"/>
                    <a:pt x="0" y="345"/>
                    <a:pt x="0" y="429"/>
                  </a:cubicBezTo>
                  <a:lnTo>
                    <a:pt x="0" y="464"/>
                  </a:lnTo>
                  <a:cubicBezTo>
                    <a:pt x="24" y="548"/>
                    <a:pt x="48" y="631"/>
                    <a:pt x="108" y="691"/>
                  </a:cubicBezTo>
                  <a:cubicBezTo>
                    <a:pt x="167" y="762"/>
                    <a:pt x="239" y="810"/>
                    <a:pt x="334" y="822"/>
                  </a:cubicBezTo>
                  <a:cubicBezTo>
                    <a:pt x="381" y="834"/>
                    <a:pt x="417" y="834"/>
                    <a:pt x="465" y="834"/>
                  </a:cubicBezTo>
                  <a:cubicBezTo>
                    <a:pt x="655" y="822"/>
                    <a:pt x="798" y="691"/>
                    <a:pt x="822" y="512"/>
                  </a:cubicBezTo>
                  <a:cubicBezTo>
                    <a:pt x="822" y="464"/>
                    <a:pt x="834" y="417"/>
                    <a:pt x="822" y="369"/>
                  </a:cubicBezTo>
                  <a:cubicBezTo>
                    <a:pt x="822" y="334"/>
                    <a:pt x="810" y="286"/>
                    <a:pt x="798" y="238"/>
                  </a:cubicBezTo>
                  <a:cubicBezTo>
                    <a:pt x="774" y="214"/>
                    <a:pt x="762" y="179"/>
                    <a:pt x="751" y="167"/>
                  </a:cubicBezTo>
                  <a:cubicBezTo>
                    <a:pt x="691" y="95"/>
                    <a:pt x="620" y="48"/>
                    <a:pt x="536" y="12"/>
                  </a:cubicBezTo>
                  <a:cubicBezTo>
                    <a:pt x="501" y="0"/>
                    <a:pt x="441" y="0"/>
                    <a:pt x="38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9" name="Google Shape;1899;p15"/>
            <p:cNvSpPr/>
            <p:nvPr/>
          </p:nvSpPr>
          <p:spPr>
            <a:xfrm>
              <a:off x="3994525" y="940125"/>
              <a:ext cx="20575" cy="10200"/>
            </a:xfrm>
            <a:custGeom>
              <a:rect b="b" l="l" r="r" t="t"/>
              <a:pathLst>
                <a:path extrusionOk="0" h="408" w="823">
                  <a:moveTo>
                    <a:pt x="1" y="1"/>
                  </a:moveTo>
                  <a:lnTo>
                    <a:pt x="1" y="48"/>
                  </a:lnTo>
                  <a:cubicBezTo>
                    <a:pt x="1" y="84"/>
                    <a:pt x="13" y="132"/>
                    <a:pt x="37" y="167"/>
                  </a:cubicBezTo>
                  <a:cubicBezTo>
                    <a:pt x="49" y="203"/>
                    <a:pt x="72" y="251"/>
                    <a:pt x="120" y="286"/>
                  </a:cubicBezTo>
                  <a:cubicBezTo>
                    <a:pt x="205" y="361"/>
                    <a:pt x="310" y="407"/>
                    <a:pt x="417" y="407"/>
                  </a:cubicBezTo>
                  <a:cubicBezTo>
                    <a:pt x="429" y="407"/>
                    <a:pt x="441" y="407"/>
                    <a:pt x="453" y="405"/>
                  </a:cubicBezTo>
                  <a:cubicBezTo>
                    <a:pt x="465" y="405"/>
                    <a:pt x="477" y="405"/>
                    <a:pt x="489" y="382"/>
                  </a:cubicBezTo>
                  <a:cubicBezTo>
                    <a:pt x="596" y="370"/>
                    <a:pt x="691" y="310"/>
                    <a:pt x="751" y="239"/>
                  </a:cubicBezTo>
                  <a:cubicBezTo>
                    <a:pt x="787" y="167"/>
                    <a:pt x="822" y="84"/>
                    <a:pt x="82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0" name="Google Shape;1900;p15"/>
            <p:cNvSpPr/>
            <p:nvPr/>
          </p:nvSpPr>
          <p:spPr>
            <a:xfrm>
              <a:off x="4521100" y="1262650"/>
              <a:ext cx="21150" cy="20400"/>
            </a:xfrm>
            <a:custGeom>
              <a:rect b="b" l="l" r="r" t="t"/>
              <a:pathLst>
                <a:path extrusionOk="0" h="816" w="846">
                  <a:moveTo>
                    <a:pt x="463" y="1"/>
                  </a:moveTo>
                  <a:cubicBezTo>
                    <a:pt x="443" y="1"/>
                    <a:pt x="424" y="2"/>
                    <a:pt x="405" y="6"/>
                  </a:cubicBezTo>
                  <a:lnTo>
                    <a:pt x="381" y="6"/>
                  </a:lnTo>
                  <a:cubicBezTo>
                    <a:pt x="298" y="18"/>
                    <a:pt x="226" y="42"/>
                    <a:pt x="167" y="89"/>
                  </a:cubicBezTo>
                  <a:cubicBezTo>
                    <a:pt x="60" y="173"/>
                    <a:pt x="0" y="315"/>
                    <a:pt x="12" y="446"/>
                  </a:cubicBezTo>
                  <a:cubicBezTo>
                    <a:pt x="12" y="458"/>
                    <a:pt x="12" y="482"/>
                    <a:pt x="24" y="494"/>
                  </a:cubicBezTo>
                  <a:cubicBezTo>
                    <a:pt x="48" y="577"/>
                    <a:pt x="107" y="649"/>
                    <a:pt x="167" y="720"/>
                  </a:cubicBezTo>
                  <a:cubicBezTo>
                    <a:pt x="226" y="780"/>
                    <a:pt x="310" y="804"/>
                    <a:pt x="405" y="816"/>
                  </a:cubicBezTo>
                  <a:lnTo>
                    <a:pt x="476" y="816"/>
                  </a:lnTo>
                  <a:cubicBezTo>
                    <a:pt x="536" y="816"/>
                    <a:pt x="595" y="804"/>
                    <a:pt x="655" y="756"/>
                  </a:cubicBezTo>
                  <a:cubicBezTo>
                    <a:pt x="774" y="685"/>
                    <a:pt x="845" y="554"/>
                    <a:pt x="833" y="399"/>
                  </a:cubicBezTo>
                  <a:lnTo>
                    <a:pt x="833" y="375"/>
                  </a:lnTo>
                  <a:cubicBezTo>
                    <a:pt x="822" y="280"/>
                    <a:pt x="786" y="208"/>
                    <a:pt x="738" y="149"/>
                  </a:cubicBezTo>
                  <a:cubicBezTo>
                    <a:pt x="677" y="57"/>
                    <a:pt x="573" y="1"/>
                    <a:pt x="4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15"/>
            <p:cNvSpPr/>
            <p:nvPr/>
          </p:nvSpPr>
          <p:spPr>
            <a:xfrm>
              <a:off x="3877250" y="1014750"/>
              <a:ext cx="22050" cy="20675"/>
            </a:xfrm>
            <a:custGeom>
              <a:rect b="b" l="l" r="r" t="t"/>
              <a:pathLst>
                <a:path extrusionOk="0" h="827" w="882">
                  <a:moveTo>
                    <a:pt x="491" y="1"/>
                  </a:moveTo>
                  <a:cubicBezTo>
                    <a:pt x="479" y="1"/>
                    <a:pt x="466" y="2"/>
                    <a:pt x="453" y="4"/>
                  </a:cubicBezTo>
                  <a:lnTo>
                    <a:pt x="406" y="4"/>
                  </a:lnTo>
                  <a:cubicBezTo>
                    <a:pt x="179" y="16"/>
                    <a:pt x="1" y="230"/>
                    <a:pt x="37" y="456"/>
                  </a:cubicBezTo>
                  <a:cubicBezTo>
                    <a:pt x="60" y="664"/>
                    <a:pt x="249" y="826"/>
                    <a:pt x="455" y="826"/>
                  </a:cubicBezTo>
                  <a:cubicBezTo>
                    <a:pt x="463" y="826"/>
                    <a:pt x="470" y="826"/>
                    <a:pt x="477" y="826"/>
                  </a:cubicBezTo>
                  <a:cubicBezTo>
                    <a:pt x="703" y="814"/>
                    <a:pt x="882" y="599"/>
                    <a:pt x="858" y="373"/>
                  </a:cubicBezTo>
                  <a:cubicBezTo>
                    <a:pt x="858" y="337"/>
                    <a:pt x="834" y="290"/>
                    <a:pt x="822" y="254"/>
                  </a:cubicBezTo>
                  <a:cubicBezTo>
                    <a:pt x="810" y="159"/>
                    <a:pt x="751" y="99"/>
                    <a:pt x="656" y="52"/>
                  </a:cubicBezTo>
                  <a:cubicBezTo>
                    <a:pt x="607" y="22"/>
                    <a:pt x="550" y="1"/>
                    <a:pt x="49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2" name="Google Shape;1902;p15"/>
            <p:cNvSpPr/>
            <p:nvPr/>
          </p:nvSpPr>
          <p:spPr>
            <a:xfrm>
              <a:off x="6017400" y="939525"/>
              <a:ext cx="25025" cy="23025"/>
            </a:xfrm>
            <a:custGeom>
              <a:rect b="b" l="l" r="r" t="t"/>
              <a:pathLst>
                <a:path extrusionOk="0" h="921" w="1001">
                  <a:moveTo>
                    <a:pt x="370" y="1"/>
                  </a:moveTo>
                  <a:cubicBezTo>
                    <a:pt x="358" y="1"/>
                    <a:pt x="334" y="25"/>
                    <a:pt x="310" y="25"/>
                  </a:cubicBezTo>
                  <a:cubicBezTo>
                    <a:pt x="287" y="36"/>
                    <a:pt x="251" y="48"/>
                    <a:pt x="239" y="72"/>
                  </a:cubicBezTo>
                  <a:cubicBezTo>
                    <a:pt x="191" y="96"/>
                    <a:pt x="156" y="144"/>
                    <a:pt x="120" y="191"/>
                  </a:cubicBezTo>
                  <a:cubicBezTo>
                    <a:pt x="13" y="322"/>
                    <a:pt x="1" y="513"/>
                    <a:pt x="96" y="679"/>
                  </a:cubicBezTo>
                  <a:cubicBezTo>
                    <a:pt x="96" y="691"/>
                    <a:pt x="108" y="691"/>
                    <a:pt x="108" y="703"/>
                  </a:cubicBezTo>
                  <a:cubicBezTo>
                    <a:pt x="144" y="763"/>
                    <a:pt x="203" y="822"/>
                    <a:pt x="263" y="858"/>
                  </a:cubicBezTo>
                  <a:cubicBezTo>
                    <a:pt x="332" y="897"/>
                    <a:pt x="417" y="921"/>
                    <a:pt x="512" y="921"/>
                  </a:cubicBezTo>
                  <a:cubicBezTo>
                    <a:pt x="532" y="921"/>
                    <a:pt x="552" y="920"/>
                    <a:pt x="572" y="918"/>
                  </a:cubicBezTo>
                  <a:cubicBezTo>
                    <a:pt x="632" y="894"/>
                    <a:pt x="691" y="882"/>
                    <a:pt x="727" y="858"/>
                  </a:cubicBezTo>
                  <a:cubicBezTo>
                    <a:pt x="763" y="846"/>
                    <a:pt x="775" y="822"/>
                    <a:pt x="810" y="798"/>
                  </a:cubicBezTo>
                  <a:cubicBezTo>
                    <a:pt x="941" y="679"/>
                    <a:pt x="1001" y="465"/>
                    <a:pt x="929" y="310"/>
                  </a:cubicBezTo>
                  <a:lnTo>
                    <a:pt x="882" y="215"/>
                  </a:lnTo>
                  <a:cubicBezTo>
                    <a:pt x="846" y="167"/>
                    <a:pt x="810" y="120"/>
                    <a:pt x="775" y="96"/>
                  </a:cubicBezTo>
                  <a:cubicBezTo>
                    <a:pt x="727" y="48"/>
                    <a:pt x="668" y="25"/>
                    <a:pt x="59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3" name="Google Shape;1903;p15"/>
            <p:cNvSpPr/>
            <p:nvPr/>
          </p:nvSpPr>
          <p:spPr>
            <a:xfrm>
              <a:off x="4869650" y="949325"/>
              <a:ext cx="12825" cy="12000"/>
            </a:xfrm>
            <a:custGeom>
              <a:rect b="b" l="l" r="r" t="t"/>
              <a:pathLst>
                <a:path extrusionOk="0" h="480" w="513">
                  <a:moveTo>
                    <a:pt x="251" y="1"/>
                  </a:moveTo>
                  <a:cubicBezTo>
                    <a:pt x="243" y="1"/>
                    <a:pt x="235" y="1"/>
                    <a:pt x="226" y="2"/>
                  </a:cubicBezTo>
                  <a:cubicBezTo>
                    <a:pt x="96" y="14"/>
                    <a:pt x="0" y="133"/>
                    <a:pt x="12" y="275"/>
                  </a:cubicBezTo>
                  <a:cubicBezTo>
                    <a:pt x="34" y="398"/>
                    <a:pt x="140" y="479"/>
                    <a:pt x="261" y="479"/>
                  </a:cubicBezTo>
                  <a:cubicBezTo>
                    <a:pt x="269" y="479"/>
                    <a:pt x="278" y="479"/>
                    <a:pt x="286" y="478"/>
                  </a:cubicBezTo>
                  <a:cubicBezTo>
                    <a:pt x="417" y="466"/>
                    <a:pt x="512" y="347"/>
                    <a:pt x="488" y="216"/>
                  </a:cubicBezTo>
                  <a:cubicBezTo>
                    <a:pt x="477" y="82"/>
                    <a:pt x="372" y="1"/>
                    <a:pt x="25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4" name="Google Shape;1904;p15"/>
            <p:cNvSpPr/>
            <p:nvPr/>
          </p:nvSpPr>
          <p:spPr>
            <a:xfrm>
              <a:off x="4743150" y="1107375"/>
              <a:ext cx="12225" cy="12000"/>
            </a:xfrm>
            <a:custGeom>
              <a:rect b="b" l="l" r="r" t="t"/>
              <a:pathLst>
                <a:path extrusionOk="0" h="480" w="489">
                  <a:moveTo>
                    <a:pt x="251" y="1"/>
                  </a:moveTo>
                  <a:cubicBezTo>
                    <a:pt x="243" y="1"/>
                    <a:pt x="235" y="1"/>
                    <a:pt x="226" y="2"/>
                  </a:cubicBezTo>
                  <a:cubicBezTo>
                    <a:pt x="95" y="14"/>
                    <a:pt x="0" y="145"/>
                    <a:pt x="12" y="276"/>
                  </a:cubicBezTo>
                  <a:cubicBezTo>
                    <a:pt x="23" y="388"/>
                    <a:pt x="140" y="479"/>
                    <a:pt x="264" y="479"/>
                  </a:cubicBezTo>
                  <a:cubicBezTo>
                    <a:pt x="271" y="479"/>
                    <a:pt x="278" y="479"/>
                    <a:pt x="286" y="478"/>
                  </a:cubicBezTo>
                  <a:cubicBezTo>
                    <a:pt x="405" y="454"/>
                    <a:pt x="488" y="347"/>
                    <a:pt x="488" y="216"/>
                  </a:cubicBezTo>
                  <a:cubicBezTo>
                    <a:pt x="477" y="82"/>
                    <a:pt x="372" y="1"/>
                    <a:pt x="25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15"/>
            <p:cNvSpPr/>
            <p:nvPr/>
          </p:nvSpPr>
          <p:spPr>
            <a:xfrm>
              <a:off x="4242175" y="940725"/>
              <a:ext cx="12525" cy="11700"/>
            </a:xfrm>
            <a:custGeom>
              <a:rect b="b" l="l" r="r" t="t"/>
              <a:pathLst>
                <a:path extrusionOk="0" h="468" w="501">
                  <a:moveTo>
                    <a:pt x="227" y="0"/>
                  </a:moveTo>
                  <a:cubicBezTo>
                    <a:pt x="168" y="0"/>
                    <a:pt x="120" y="36"/>
                    <a:pt x="84" y="60"/>
                  </a:cubicBezTo>
                  <a:cubicBezTo>
                    <a:pt x="37" y="108"/>
                    <a:pt x="1" y="179"/>
                    <a:pt x="1" y="250"/>
                  </a:cubicBezTo>
                  <a:cubicBezTo>
                    <a:pt x="1" y="274"/>
                    <a:pt x="25" y="298"/>
                    <a:pt x="25" y="310"/>
                  </a:cubicBezTo>
                  <a:cubicBezTo>
                    <a:pt x="37" y="346"/>
                    <a:pt x="49" y="369"/>
                    <a:pt x="84" y="405"/>
                  </a:cubicBezTo>
                  <a:cubicBezTo>
                    <a:pt x="124" y="445"/>
                    <a:pt x="179" y="468"/>
                    <a:pt x="238" y="468"/>
                  </a:cubicBezTo>
                  <a:cubicBezTo>
                    <a:pt x="250" y="468"/>
                    <a:pt x="262" y="467"/>
                    <a:pt x="275" y="465"/>
                  </a:cubicBezTo>
                  <a:cubicBezTo>
                    <a:pt x="310" y="465"/>
                    <a:pt x="322" y="453"/>
                    <a:pt x="346" y="453"/>
                  </a:cubicBezTo>
                  <a:cubicBezTo>
                    <a:pt x="406" y="417"/>
                    <a:pt x="441" y="393"/>
                    <a:pt x="465" y="334"/>
                  </a:cubicBezTo>
                  <a:cubicBezTo>
                    <a:pt x="477" y="286"/>
                    <a:pt x="501" y="250"/>
                    <a:pt x="477" y="215"/>
                  </a:cubicBezTo>
                  <a:cubicBezTo>
                    <a:pt x="477" y="167"/>
                    <a:pt x="465" y="131"/>
                    <a:pt x="453" y="108"/>
                  </a:cubicBezTo>
                  <a:cubicBezTo>
                    <a:pt x="406" y="36"/>
                    <a:pt x="334" y="0"/>
                    <a:pt x="26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15"/>
            <p:cNvSpPr/>
            <p:nvPr/>
          </p:nvSpPr>
          <p:spPr>
            <a:xfrm>
              <a:off x="4657125" y="1097575"/>
              <a:ext cx="11925" cy="11350"/>
            </a:xfrm>
            <a:custGeom>
              <a:rect b="b" l="l" r="r" t="t"/>
              <a:pathLst>
                <a:path extrusionOk="0" h="454" w="477">
                  <a:moveTo>
                    <a:pt x="215" y="1"/>
                  </a:moveTo>
                  <a:cubicBezTo>
                    <a:pt x="155" y="1"/>
                    <a:pt x="107" y="25"/>
                    <a:pt x="72" y="60"/>
                  </a:cubicBezTo>
                  <a:cubicBezTo>
                    <a:pt x="36" y="96"/>
                    <a:pt x="0" y="180"/>
                    <a:pt x="0" y="251"/>
                  </a:cubicBezTo>
                  <a:cubicBezTo>
                    <a:pt x="0" y="275"/>
                    <a:pt x="12" y="322"/>
                    <a:pt x="36" y="334"/>
                  </a:cubicBezTo>
                  <a:cubicBezTo>
                    <a:pt x="72" y="418"/>
                    <a:pt x="167" y="453"/>
                    <a:pt x="250" y="453"/>
                  </a:cubicBezTo>
                  <a:cubicBezTo>
                    <a:pt x="286" y="453"/>
                    <a:pt x="322" y="441"/>
                    <a:pt x="334" y="430"/>
                  </a:cubicBezTo>
                  <a:cubicBezTo>
                    <a:pt x="417" y="418"/>
                    <a:pt x="476" y="322"/>
                    <a:pt x="465" y="215"/>
                  </a:cubicBezTo>
                  <a:cubicBezTo>
                    <a:pt x="453" y="120"/>
                    <a:pt x="393" y="37"/>
                    <a:pt x="322" y="13"/>
                  </a:cubicBezTo>
                  <a:cubicBezTo>
                    <a:pt x="286" y="1"/>
                    <a:pt x="238" y="1"/>
                    <a:pt x="21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p15"/>
            <p:cNvSpPr/>
            <p:nvPr/>
          </p:nvSpPr>
          <p:spPr>
            <a:xfrm>
              <a:off x="5125025" y="1028500"/>
              <a:ext cx="12525" cy="12050"/>
            </a:xfrm>
            <a:custGeom>
              <a:rect b="b" l="l" r="r" t="t"/>
              <a:pathLst>
                <a:path extrusionOk="0" h="482" w="501">
                  <a:moveTo>
                    <a:pt x="239" y="1"/>
                  </a:moveTo>
                  <a:cubicBezTo>
                    <a:pt x="231" y="1"/>
                    <a:pt x="223" y="1"/>
                    <a:pt x="215" y="2"/>
                  </a:cubicBezTo>
                  <a:cubicBezTo>
                    <a:pt x="84" y="26"/>
                    <a:pt x="1" y="145"/>
                    <a:pt x="13" y="276"/>
                  </a:cubicBezTo>
                  <a:cubicBezTo>
                    <a:pt x="23" y="393"/>
                    <a:pt x="120" y="482"/>
                    <a:pt x="234" y="482"/>
                  </a:cubicBezTo>
                  <a:cubicBezTo>
                    <a:pt x="248" y="482"/>
                    <a:pt x="261" y="480"/>
                    <a:pt x="275" y="478"/>
                  </a:cubicBezTo>
                  <a:cubicBezTo>
                    <a:pt x="418" y="466"/>
                    <a:pt x="501" y="347"/>
                    <a:pt x="489" y="216"/>
                  </a:cubicBezTo>
                  <a:cubicBezTo>
                    <a:pt x="455" y="92"/>
                    <a:pt x="369" y="1"/>
                    <a:pt x="23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p15"/>
            <p:cNvSpPr/>
            <p:nvPr/>
          </p:nvSpPr>
          <p:spPr>
            <a:xfrm>
              <a:off x="6093300" y="1058450"/>
              <a:ext cx="60150" cy="57725"/>
            </a:xfrm>
            <a:custGeom>
              <a:rect b="b" l="l" r="r" t="t"/>
              <a:pathLst>
                <a:path extrusionOk="0" h="2309" w="2406">
                  <a:moveTo>
                    <a:pt x="1190" y="0"/>
                  </a:moveTo>
                  <a:cubicBezTo>
                    <a:pt x="1150" y="0"/>
                    <a:pt x="1108" y="6"/>
                    <a:pt x="1061" y="18"/>
                  </a:cubicBezTo>
                  <a:cubicBezTo>
                    <a:pt x="810" y="42"/>
                    <a:pt x="572" y="161"/>
                    <a:pt x="394" y="328"/>
                  </a:cubicBezTo>
                  <a:cubicBezTo>
                    <a:pt x="334" y="387"/>
                    <a:pt x="275" y="459"/>
                    <a:pt x="215" y="530"/>
                  </a:cubicBezTo>
                  <a:cubicBezTo>
                    <a:pt x="84" y="733"/>
                    <a:pt x="1" y="994"/>
                    <a:pt x="37" y="1280"/>
                  </a:cubicBezTo>
                  <a:cubicBezTo>
                    <a:pt x="60" y="1530"/>
                    <a:pt x="168" y="1756"/>
                    <a:pt x="322" y="1923"/>
                  </a:cubicBezTo>
                  <a:cubicBezTo>
                    <a:pt x="382" y="1983"/>
                    <a:pt x="441" y="2030"/>
                    <a:pt x="513" y="2102"/>
                  </a:cubicBezTo>
                  <a:cubicBezTo>
                    <a:pt x="711" y="2237"/>
                    <a:pt x="936" y="2309"/>
                    <a:pt x="1188" y="2309"/>
                  </a:cubicBezTo>
                  <a:cubicBezTo>
                    <a:pt x="1224" y="2309"/>
                    <a:pt x="1261" y="2307"/>
                    <a:pt x="1299" y="2304"/>
                  </a:cubicBezTo>
                  <a:cubicBezTo>
                    <a:pt x="1942" y="2233"/>
                    <a:pt x="2406" y="1661"/>
                    <a:pt x="2323" y="1042"/>
                  </a:cubicBezTo>
                  <a:cubicBezTo>
                    <a:pt x="2287" y="590"/>
                    <a:pt x="1965" y="221"/>
                    <a:pt x="1572" y="78"/>
                  </a:cubicBezTo>
                  <a:cubicBezTo>
                    <a:pt x="1477" y="42"/>
                    <a:pt x="1406" y="30"/>
                    <a:pt x="1311" y="18"/>
                  </a:cubicBezTo>
                  <a:cubicBezTo>
                    <a:pt x="1269" y="6"/>
                    <a:pt x="1230" y="0"/>
                    <a:pt x="11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09" name="Google Shape;1909;p15"/>
          <p:cNvSpPr txBox="1"/>
          <p:nvPr>
            <p:ph type="title"/>
          </p:nvPr>
        </p:nvSpPr>
        <p:spPr>
          <a:xfrm>
            <a:off x="4463450" y="1732314"/>
            <a:ext cx="3812100" cy="73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1910" name="Google Shape;1910;p15"/>
          <p:cNvSpPr txBox="1"/>
          <p:nvPr>
            <p:ph idx="1" type="subTitle"/>
          </p:nvPr>
        </p:nvSpPr>
        <p:spPr>
          <a:xfrm>
            <a:off x="4463450" y="2497400"/>
            <a:ext cx="3812100" cy="1198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a:solidFill>
                  <a:schemeClr val="dk1"/>
                </a:solidFill>
              </a:defRPr>
            </a:lvl1pPr>
            <a:lvl2pPr lvl="1" algn="ctr">
              <a:lnSpc>
                <a:spcPct val="100000"/>
              </a:lnSpc>
              <a:spcBef>
                <a:spcPts val="160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_1">
    <p:spTree>
      <p:nvGrpSpPr>
        <p:cNvPr id="1911" name="Shape 1911"/>
        <p:cNvGrpSpPr/>
        <p:nvPr/>
      </p:nvGrpSpPr>
      <p:grpSpPr>
        <a:xfrm>
          <a:off x="0" y="0"/>
          <a:ext cx="0" cy="0"/>
          <a:chOff x="0" y="0"/>
          <a:chExt cx="0" cy="0"/>
        </a:xfrm>
      </p:grpSpPr>
      <p:grpSp>
        <p:nvGrpSpPr>
          <p:cNvPr id="1912" name="Google Shape;1912;p16"/>
          <p:cNvGrpSpPr/>
          <p:nvPr/>
        </p:nvGrpSpPr>
        <p:grpSpPr>
          <a:xfrm>
            <a:off x="19" y="4103110"/>
            <a:ext cx="4012869" cy="1040432"/>
            <a:chOff x="2582150" y="3714800"/>
            <a:chExt cx="2689050" cy="697200"/>
          </a:xfrm>
        </p:grpSpPr>
        <p:sp>
          <p:nvSpPr>
            <p:cNvPr id="1913" name="Google Shape;1913;p16"/>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p16"/>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p16"/>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p16"/>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7" name="Google Shape;1917;p16"/>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16"/>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9" name="Google Shape;1919;p16"/>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0" name="Google Shape;1920;p16"/>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p16"/>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2" name="Google Shape;1922;p16"/>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p16"/>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4" name="Google Shape;1924;p16"/>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p16"/>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16"/>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p16"/>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p16"/>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p16"/>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p16"/>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p16"/>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p16"/>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3" name="Google Shape;1933;p16"/>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4" name="Google Shape;1934;p16"/>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p16"/>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p16"/>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7" name="Google Shape;1937;p16"/>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8" name="Google Shape;1938;p16"/>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p16"/>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p16"/>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1" name="Google Shape;1941;p16"/>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2" name="Google Shape;1942;p16"/>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3" name="Google Shape;1943;p16"/>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p16"/>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5" name="Google Shape;1945;p16"/>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6" name="Google Shape;1946;p16"/>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7" name="Google Shape;1947;p16"/>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8" name="Google Shape;1948;p16"/>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9" name="Google Shape;1949;p16"/>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p16"/>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1" name="Google Shape;1951;p16"/>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2" name="Google Shape;1952;p16"/>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16"/>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p16"/>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5" name="Google Shape;1955;p16"/>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p16"/>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7" name="Google Shape;1957;p16"/>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8" name="Google Shape;1958;p16"/>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9" name="Google Shape;1959;p16"/>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0" name="Google Shape;1960;p16"/>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1" name="Google Shape;1961;p16"/>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2" name="Google Shape;1962;p16"/>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3" name="Google Shape;1963;p16"/>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4" name="Google Shape;1964;p16"/>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16"/>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p16"/>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7" name="Google Shape;1967;p16"/>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8" name="Google Shape;1968;p16"/>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9" name="Google Shape;1969;p16"/>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0" name="Google Shape;1970;p16"/>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1" name="Google Shape;1971;p16"/>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2" name="Google Shape;1972;p16"/>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73" name="Google Shape;1973;p16"/>
          <p:cNvGrpSpPr/>
          <p:nvPr/>
        </p:nvGrpSpPr>
        <p:grpSpPr>
          <a:xfrm>
            <a:off x="4989532" y="25"/>
            <a:ext cx="4181792" cy="1269197"/>
            <a:chOff x="4846107" y="26"/>
            <a:chExt cx="4325395" cy="1312782"/>
          </a:xfrm>
        </p:grpSpPr>
        <p:sp>
          <p:nvSpPr>
            <p:cNvPr id="1974" name="Google Shape;1974;p16"/>
            <p:cNvSpPr/>
            <p:nvPr/>
          </p:nvSpPr>
          <p:spPr>
            <a:xfrm>
              <a:off x="6903427" y="1643"/>
              <a:ext cx="354163" cy="123640"/>
            </a:xfrm>
            <a:custGeom>
              <a:rect b="b" l="l" r="r" t="t"/>
              <a:pathLst>
                <a:path extrusionOk="0" h="2752" w="7883">
                  <a:moveTo>
                    <a:pt x="7704" y="1"/>
                  </a:moveTo>
                  <a:lnTo>
                    <a:pt x="0" y="2358"/>
                  </a:lnTo>
                  <a:cubicBezTo>
                    <a:pt x="84" y="2465"/>
                    <a:pt x="131" y="2608"/>
                    <a:pt x="131" y="2751"/>
                  </a:cubicBezTo>
                  <a:lnTo>
                    <a:pt x="7847" y="382"/>
                  </a:lnTo>
                  <a:lnTo>
                    <a:pt x="788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5" name="Google Shape;1975;p16"/>
            <p:cNvSpPr/>
            <p:nvPr/>
          </p:nvSpPr>
          <p:spPr>
            <a:xfrm>
              <a:off x="7275202" y="1643"/>
              <a:ext cx="36930" cy="11277"/>
            </a:xfrm>
            <a:custGeom>
              <a:rect b="b" l="l" r="r" t="t"/>
              <a:pathLst>
                <a:path extrusionOk="0" h="251" w="822">
                  <a:moveTo>
                    <a:pt x="24" y="1"/>
                  </a:moveTo>
                  <a:lnTo>
                    <a:pt x="0" y="251"/>
                  </a:lnTo>
                  <a:lnTo>
                    <a:pt x="8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6" name="Google Shape;1976;p16"/>
            <p:cNvSpPr/>
            <p:nvPr/>
          </p:nvSpPr>
          <p:spPr>
            <a:xfrm>
              <a:off x="8882618" y="26"/>
              <a:ext cx="288884" cy="170365"/>
            </a:xfrm>
            <a:custGeom>
              <a:rect b="b" l="l" r="r" t="t"/>
              <a:pathLst>
                <a:path extrusionOk="0" h="3792" w="6430">
                  <a:moveTo>
                    <a:pt x="5620" y="1"/>
                  </a:moveTo>
                  <a:lnTo>
                    <a:pt x="24" y="3370"/>
                  </a:lnTo>
                  <a:cubicBezTo>
                    <a:pt x="48" y="3430"/>
                    <a:pt x="48" y="3490"/>
                    <a:pt x="48" y="3537"/>
                  </a:cubicBezTo>
                  <a:cubicBezTo>
                    <a:pt x="48" y="3620"/>
                    <a:pt x="24" y="3716"/>
                    <a:pt x="1" y="3787"/>
                  </a:cubicBezTo>
                  <a:cubicBezTo>
                    <a:pt x="12" y="3790"/>
                    <a:pt x="25" y="3792"/>
                    <a:pt x="38" y="3792"/>
                  </a:cubicBezTo>
                  <a:cubicBezTo>
                    <a:pt x="76" y="3792"/>
                    <a:pt x="117" y="3778"/>
                    <a:pt x="143" y="3751"/>
                  </a:cubicBezTo>
                  <a:lnTo>
                    <a:pt x="643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p16"/>
            <p:cNvSpPr/>
            <p:nvPr/>
          </p:nvSpPr>
          <p:spPr>
            <a:xfrm>
              <a:off x="8360561" y="191552"/>
              <a:ext cx="471829" cy="839875"/>
            </a:xfrm>
            <a:custGeom>
              <a:rect b="b" l="l" r="r" t="t"/>
              <a:pathLst>
                <a:path extrusionOk="0" h="18694" w="10502">
                  <a:moveTo>
                    <a:pt x="10132" y="0"/>
                  </a:moveTo>
                  <a:lnTo>
                    <a:pt x="0" y="18586"/>
                  </a:lnTo>
                  <a:cubicBezTo>
                    <a:pt x="36" y="18574"/>
                    <a:pt x="95" y="18562"/>
                    <a:pt x="143" y="18562"/>
                  </a:cubicBezTo>
                  <a:cubicBezTo>
                    <a:pt x="250" y="18562"/>
                    <a:pt x="333" y="18622"/>
                    <a:pt x="393" y="18693"/>
                  </a:cubicBezTo>
                  <a:lnTo>
                    <a:pt x="10501" y="179"/>
                  </a:lnTo>
                  <a:cubicBezTo>
                    <a:pt x="10370" y="143"/>
                    <a:pt x="10239" y="84"/>
                    <a:pt x="1013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p16"/>
            <p:cNvSpPr/>
            <p:nvPr/>
          </p:nvSpPr>
          <p:spPr>
            <a:xfrm>
              <a:off x="7991975" y="886940"/>
              <a:ext cx="368630" cy="156258"/>
            </a:xfrm>
            <a:custGeom>
              <a:rect b="b" l="l" r="r" t="t"/>
              <a:pathLst>
                <a:path extrusionOk="0" h="3478" w="8205">
                  <a:moveTo>
                    <a:pt x="191" y="1"/>
                  </a:moveTo>
                  <a:cubicBezTo>
                    <a:pt x="167" y="143"/>
                    <a:pt x="108" y="262"/>
                    <a:pt x="1" y="370"/>
                  </a:cubicBezTo>
                  <a:lnTo>
                    <a:pt x="8002" y="3477"/>
                  </a:lnTo>
                  <a:cubicBezTo>
                    <a:pt x="8002" y="3453"/>
                    <a:pt x="7990" y="3441"/>
                    <a:pt x="7990" y="3406"/>
                  </a:cubicBezTo>
                  <a:cubicBezTo>
                    <a:pt x="8002" y="3263"/>
                    <a:pt x="8097" y="3156"/>
                    <a:pt x="8204" y="3108"/>
                  </a:cubicBezTo>
                  <a:lnTo>
                    <a:pt x="19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9" name="Google Shape;1979;p16"/>
            <p:cNvSpPr/>
            <p:nvPr/>
          </p:nvSpPr>
          <p:spPr>
            <a:xfrm>
              <a:off x="8754754" y="1643"/>
              <a:ext cx="76017" cy="123101"/>
            </a:xfrm>
            <a:custGeom>
              <a:rect b="b" l="l" r="r" t="t"/>
              <a:pathLst>
                <a:path extrusionOk="0" h="2740" w="1692">
                  <a:moveTo>
                    <a:pt x="1" y="1"/>
                  </a:moveTo>
                  <a:lnTo>
                    <a:pt x="1323" y="2739"/>
                  </a:lnTo>
                  <a:cubicBezTo>
                    <a:pt x="1430" y="2644"/>
                    <a:pt x="1561" y="2584"/>
                    <a:pt x="1692" y="2561"/>
                  </a:cubicBezTo>
                  <a:lnTo>
                    <a:pt x="46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0" name="Google Shape;1980;p16"/>
            <p:cNvSpPr/>
            <p:nvPr/>
          </p:nvSpPr>
          <p:spPr>
            <a:xfrm>
              <a:off x="8196845" y="1643"/>
              <a:ext cx="296387" cy="132177"/>
            </a:xfrm>
            <a:custGeom>
              <a:rect b="b" l="l" r="r" t="t"/>
              <a:pathLst>
                <a:path extrusionOk="0" h="2942" w="6597">
                  <a:moveTo>
                    <a:pt x="5620" y="1"/>
                  </a:moveTo>
                  <a:lnTo>
                    <a:pt x="1" y="2572"/>
                  </a:lnTo>
                  <a:cubicBezTo>
                    <a:pt x="96" y="2680"/>
                    <a:pt x="156" y="2799"/>
                    <a:pt x="191" y="2942"/>
                  </a:cubicBezTo>
                  <a:lnTo>
                    <a:pt x="659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1" name="Google Shape;1981;p16"/>
            <p:cNvSpPr/>
            <p:nvPr/>
          </p:nvSpPr>
          <p:spPr>
            <a:xfrm>
              <a:off x="7575812" y="151971"/>
              <a:ext cx="554226" cy="272306"/>
            </a:xfrm>
            <a:custGeom>
              <a:rect b="b" l="l" r="r" t="t"/>
              <a:pathLst>
                <a:path extrusionOk="0" h="6061" w="12336">
                  <a:moveTo>
                    <a:pt x="12181" y="0"/>
                  </a:moveTo>
                  <a:lnTo>
                    <a:pt x="24" y="5668"/>
                  </a:lnTo>
                  <a:cubicBezTo>
                    <a:pt x="24" y="5703"/>
                    <a:pt x="24" y="5727"/>
                    <a:pt x="1" y="5763"/>
                  </a:cubicBezTo>
                  <a:cubicBezTo>
                    <a:pt x="96" y="5834"/>
                    <a:pt x="155" y="5942"/>
                    <a:pt x="155" y="6061"/>
                  </a:cubicBezTo>
                  <a:lnTo>
                    <a:pt x="12335" y="369"/>
                  </a:lnTo>
                  <a:cubicBezTo>
                    <a:pt x="12264" y="262"/>
                    <a:pt x="12204" y="131"/>
                    <a:pt x="1218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2" name="Google Shape;1982;p16"/>
            <p:cNvSpPr/>
            <p:nvPr/>
          </p:nvSpPr>
          <p:spPr>
            <a:xfrm>
              <a:off x="8166878" y="1643"/>
              <a:ext cx="42861" cy="104906"/>
            </a:xfrm>
            <a:custGeom>
              <a:rect b="b" l="l" r="r" t="t"/>
              <a:pathLst>
                <a:path extrusionOk="0" h="2335" w="954">
                  <a:moveTo>
                    <a:pt x="537" y="1"/>
                  </a:moveTo>
                  <a:lnTo>
                    <a:pt x="1" y="2227"/>
                  </a:lnTo>
                  <a:cubicBezTo>
                    <a:pt x="156" y="2227"/>
                    <a:pt x="287" y="2275"/>
                    <a:pt x="406" y="2334"/>
                  </a:cubicBezTo>
                  <a:lnTo>
                    <a:pt x="95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16"/>
            <p:cNvSpPr/>
            <p:nvPr/>
          </p:nvSpPr>
          <p:spPr>
            <a:xfrm>
              <a:off x="7972746" y="182971"/>
              <a:ext cx="191526" cy="675665"/>
            </a:xfrm>
            <a:custGeom>
              <a:rect b="b" l="l" r="r" t="t"/>
              <a:pathLst>
                <a:path extrusionOk="0" h="15039" w="4263">
                  <a:moveTo>
                    <a:pt x="3870" y="1"/>
                  </a:moveTo>
                  <a:lnTo>
                    <a:pt x="0" y="14919"/>
                  </a:lnTo>
                  <a:lnTo>
                    <a:pt x="12" y="14919"/>
                  </a:lnTo>
                  <a:cubicBezTo>
                    <a:pt x="143" y="14919"/>
                    <a:pt x="274" y="14967"/>
                    <a:pt x="381" y="15038"/>
                  </a:cubicBezTo>
                  <a:lnTo>
                    <a:pt x="4262" y="84"/>
                  </a:lnTo>
                  <a:lnTo>
                    <a:pt x="4251" y="84"/>
                  </a:lnTo>
                  <a:cubicBezTo>
                    <a:pt x="4096" y="84"/>
                    <a:pt x="3989" y="60"/>
                    <a:pt x="387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p16"/>
            <p:cNvSpPr/>
            <p:nvPr/>
          </p:nvSpPr>
          <p:spPr>
            <a:xfrm>
              <a:off x="7874849" y="908325"/>
              <a:ext cx="101671" cy="323164"/>
            </a:xfrm>
            <a:custGeom>
              <a:rect b="b" l="l" r="r" t="t"/>
              <a:pathLst>
                <a:path extrusionOk="0" h="7193" w="2263">
                  <a:moveTo>
                    <a:pt x="1846" y="1"/>
                  </a:moveTo>
                  <a:lnTo>
                    <a:pt x="0" y="7109"/>
                  </a:lnTo>
                  <a:lnTo>
                    <a:pt x="72" y="7109"/>
                  </a:lnTo>
                  <a:cubicBezTo>
                    <a:pt x="191" y="7109"/>
                    <a:pt x="310" y="7144"/>
                    <a:pt x="417" y="7192"/>
                  </a:cubicBezTo>
                  <a:lnTo>
                    <a:pt x="2262" y="72"/>
                  </a:lnTo>
                  <a:cubicBezTo>
                    <a:pt x="2227" y="72"/>
                    <a:pt x="2191" y="84"/>
                    <a:pt x="2155" y="84"/>
                  </a:cubicBezTo>
                  <a:cubicBezTo>
                    <a:pt x="2036" y="72"/>
                    <a:pt x="1941" y="48"/>
                    <a:pt x="184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5" name="Google Shape;1985;p16"/>
            <p:cNvSpPr/>
            <p:nvPr/>
          </p:nvSpPr>
          <p:spPr>
            <a:xfrm>
              <a:off x="7710594" y="770308"/>
              <a:ext cx="237577" cy="113487"/>
            </a:xfrm>
            <a:custGeom>
              <a:rect b="b" l="l" r="r" t="t"/>
              <a:pathLst>
                <a:path extrusionOk="0" h="2526" w="5288">
                  <a:moveTo>
                    <a:pt x="108" y="1"/>
                  </a:moveTo>
                  <a:cubicBezTo>
                    <a:pt x="96" y="25"/>
                    <a:pt x="108" y="37"/>
                    <a:pt x="108" y="60"/>
                  </a:cubicBezTo>
                  <a:cubicBezTo>
                    <a:pt x="108" y="203"/>
                    <a:pt x="72" y="322"/>
                    <a:pt x="1" y="406"/>
                  </a:cubicBezTo>
                  <a:lnTo>
                    <a:pt x="5168" y="2525"/>
                  </a:lnTo>
                  <a:lnTo>
                    <a:pt x="5168" y="2477"/>
                  </a:lnTo>
                  <a:cubicBezTo>
                    <a:pt x="5168" y="2346"/>
                    <a:pt x="5216" y="2227"/>
                    <a:pt x="5287" y="2120"/>
                  </a:cubicBezTo>
                  <a:lnTo>
                    <a:pt x="10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6" name="Google Shape;1986;p16"/>
            <p:cNvSpPr/>
            <p:nvPr/>
          </p:nvSpPr>
          <p:spPr>
            <a:xfrm>
              <a:off x="7278931" y="423692"/>
              <a:ext cx="279808" cy="120406"/>
            </a:xfrm>
            <a:custGeom>
              <a:rect b="b" l="l" r="r" t="t"/>
              <a:pathLst>
                <a:path extrusionOk="0" h="2680" w="6228">
                  <a:moveTo>
                    <a:pt x="6001" y="1"/>
                  </a:moveTo>
                  <a:lnTo>
                    <a:pt x="1" y="2287"/>
                  </a:lnTo>
                  <a:cubicBezTo>
                    <a:pt x="60" y="2406"/>
                    <a:pt x="108" y="2537"/>
                    <a:pt x="132" y="2680"/>
                  </a:cubicBezTo>
                  <a:lnTo>
                    <a:pt x="6228" y="358"/>
                  </a:lnTo>
                  <a:cubicBezTo>
                    <a:pt x="6097" y="298"/>
                    <a:pt x="6001" y="155"/>
                    <a:pt x="600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7" name="Google Shape;1987;p16"/>
            <p:cNvSpPr/>
            <p:nvPr/>
          </p:nvSpPr>
          <p:spPr>
            <a:xfrm>
              <a:off x="7689748" y="793311"/>
              <a:ext cx="177643" cy="443524"/>
            </a:xfrm>
            <a:custGeom>
              <a:rect b="b" l="l" r="r" t="t"/>
              <a:pathLst>
                <a:path extrusionOk="0" h="9872" w="3954">
                  <a:moveTo>
                    <a:pt x="370" y="1"/>
                  </a:moveTo>
                  <a:cubicBezTo>
                    <a:pt x="263" y="84"/>
                    <a:pt x="143" y="168"/>
                    <a:pt x="1" y="180"/>
                  </a:cubicBezTo>
                  <a:lnTo>
                    <a:pt x="3584" y="9871"/>
                  </a:lnTo>
                  <a:cubicBezTo>
                    <a:pt x="3692" y="9788"/>
                    <a:pt x="3823" y="9728"/>
                    <a:pt x="3953" y="9704"/>
                  </a:cubicBezTo>
                  <a:lnTo>
                    <a:pt x="37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8" name="Google Shape;1988;p16"/>
            <p:cNvSpPr/>
            <p:nvPr/>
          </p:nvSpPr>
          <p:spPr>
            <a:xfrm>
              <a:off x="7564041" y="431195"/>
              <a:ext cx="124135" cy="315661"/>
            </a:xfrm>
            <a:custGeom>
              <a:rect b="b" l="l" r="r" t="t"/>
              <a:pathLst>
                <a:path extrusionOk="0" h="7026" w="2763">
                  <a:moveTo>
                    <a:pt x="370" y="0"/>
                  </a:moveTo>
                  <a:cubicBezTo>
                    <a:pt x="310" y="143"/>
                    <a:pt x="179" y="215"/>
                    <a:pt x="13" y="215"/>
                  </a:cubicBezTo>
                  <a:lnTo>
                    <a:pt x="1" y="215"/>
                  </a:lnTo>
                  <a:lnTo>
                    <a:pt x="2370" y="7025"/>
                  </a:lnTo>
                  <a:cubicBezTo>
                    <a:pt x="2453" y="6973"/>
                    <a:pt x="2572" y="6939"/>
                    <a:pt x="2688" y="6939"/>
                  </a:cubicBezTo>
                  <a:cubicBezTo>
                    <a:pt x="2705" y="6939"/>
                    <a:pt x="2722" y="6940"/>
                    <a:pt x="2739" y="6942"/>
                  </a:cubicBezTo>
                  <a:cubicBezTo>
                    <a:pt x="2743" y="6938"/>
                    <a:pt x="2747" y="6936"/>
                    <a:pt x="2751" y="6936"/>
                  </a:cubicBezTo>
                  <a:cubicBezTo>
                    <a:pt x="2758" y="6936"/>
                    <a:pt x="2763" y="6942"/>
                    <a:pt x="2763" y="6942"/>
                  </a:cubicBezTo>
                  <a:lnTo>
                    <a:pt x="3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p16"/>
            <p:cNvSpPr/>
            <p:nvPr/>
          </p:nvSpPr>
          <p:spPr>
            <a:xfrm>
              <a:off x="7500379" y="1643"/>
              <a:ext cx="77096" cy="409245"/>
            </a:xfrm>
            <a:custGeom>
              <a:rect b="b" l="l" r="r" t="t"/>
              <a:pathLst>
                <a:path extrusionOk="0" h="9109" w="1716">
                  <a:moveTo>
                    <a:pt x="1" y="1"/>
                  </a:moveTo>
                  <a:lnTo>
                    <a:pt x="1310" y="9049"/>
                  </a:lnTo>
                  <a:cubicBezTo>
                    <a:pt x="1358" y="9026"/>
                    <a:pt x="1418" y="9014"/>
                    <a:pt x="1477" y="9014"/>
                  </a:cubicBezTo>
                  <a:cubicBezTo>
                    <a:pt x="1549" y="9014"/>
                    <a:pt x="1644" y="9049"/>
                    <a:pt x="1703" y="9109"/>
                  </a:cubicBezTo>
                  <a:cubicBezTo>
                    <a:pt x="1715" y="9073"/>
                    <a:pt x="1715" y="9049"/>
                    <a:pt x="1715" y="9014"/>
                  </a:cubicBezTo>
                  <a:lnTo>
                    <a:pt x="1715" y="9002"/>
                  </a:lnTo>
                  <a:lnTo>
                    <a:pt x="41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0" name="Google Shape;1990;p16"/>
            <p:cNvSpPr/>
            <p:nvPr/>
          </p:nvSpPr>
          <p:spPr>
            <a:xfrm>
              <a:off x="7207811" y="1643"/>
              <a:ext cx="68514" cy="481488"/>
            </a:xfrm>
            <a:custGeom>
              <a:rect b="b" l="l" r="r" t="t"/>
              <a:pathLst>
                <a:path extrusionOk="0" h="10717" w="1525">
                  <a:moveTo>
                    <a:pt x="1107" y="1"/>
                  </a:moveTo>
                  <a:lnTo>
                    <a:pt x="1072" y="382"/>
                  </a:lnTo>
                  <a:lnTo>
                    <a:pt x="0" y="10657"/>
                  </a:lnTo>
                  <a:lnTo>
                    <a:pt x="12" y="10657"/>
                  </a:lnTo>
                  <a:cubicBezTo>
                    <a:pt x="143" y="10657"/>
                    <a:pt x="274" y="10681"/>
                    <a:pt x="393" y="10716"/>
                  </a:cubicBezTo>
                  <a:lnTo>
                    <a:pt x="1500" y="251"/>
                  </a:lnTo>
                  <a:lnTo>
                    <a:pt x="152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1" name="Google Shape;1991;p16"/>
            <p:cNvSpPr/>
            <p:nvPr/>
          </p:nvSpPr>
          <p:spPr>
            <a:xfrm>
              <a:off x="6888466" y="143390"/>
              <a:ext cx="276574" cy="358477"/>
            </a:xfrm>
            <a:custGeom>
              <a:rect b="b" l="l" r="r" t="t"/>
              <a:pathLst>
                <a:path extrusionOk="0" h="7979" w="6156">
                  <a:moveTo>
                    <a:pt x="333" y="1"/>
                  </a:moveTo>
                  <a:cubicBezTo>
                    <a:pt x="238" y="120"/>
                    <a:pt x="143" y="191"/>
                    <a:pt x="0" y="239"/>
                  </a:cubicBezTo>
                  <a:lnTo>
                    <a:pt x="5822" y="7978"/>
                  </a:lnTo>
                  <a:cubicBezTo>
                    <a:pt x="5929" y="7883"/>
                    <a:pt x="6037" y="7811"/>
                    <a:pt x="6156" y="7740"/>
                  </a:cubicBez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2" name="Google Shape;1992;p16"/>
            <p:cNvSpPr/>
            <p:nvPr/>
          </p:nvSpPr>
          <p:spPr>
            <a:xfrm>
              <a:off x="6775024" y="1643"/>
              <a:ext cx="94752" cy="108096"/>
            </a:xfrm>
            <a:custGeom>
              <a:rect b="b" l="l" r="r" t="t"/>
              <a:pathLst>
                <a:path extrusionOk="0" h="2406" w="2109">
                  <a:moveTo>
                    <a:pt x="1" y="1"/>
                  </a:moveTo>
                  <a:lnTo>
                    <a:pt x="1787" y="2406"/>
                  </a:lnTo>
                  <a:cubicBezTo>
                    <a:pt x="1858" y="2287"/>
                    <a:pt x="1977" y="2203"/>
                    <a:pt x="2108" y="2156"/>
                  </a:cubicBezTo>
                  <a:lnTo>
                    <a:pt x="50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3" name="Google Shape;1993;p16"/>
            <p:cNvSpPr/>
            <p:nvPr/>
          </p:nvSpPr>
          <p:spPr>
            <a:xfrm>
              <a:off x="6261009" y="116119"/>
              <a:ext cx="591650" cy="145565"/>
            </a:xfrm>
            <a:custGeom>
              <a:rect b="b" l="l" r="r" t="t"/>
              <a:pathLst>
                <a:path extrusionOk="0" h="3240" w="13169">
                  <a:moveTo>
                    <a:pt x="13097" y="1"/>
                  </a:moveTo>
                  <a:lnTo>
                    <a:pt x="786" y="2644"/>
                  </a:lnTo>
                  <a:lnTo>
                    <a:pt x="0" y="3239"/>
                  </a:lnTo>
                  <a:lnTo>
                    <a:pt x="13133" y="394"/>
                  </a:lnTo>
                  <a:cubicBezTo>
                    <a:pt x="13121" y="334"/>
                    <a:pt x="13109" y="274"/>
                    <a:pt x="13121" y="203"/>
                  </a:cubicBezTo>
                  <a:cubicBezTo>
                    <a:pt x="13121" y="132"/>
                    <a:pt x="13133" y="60"/>
                    <a:pt x="13168"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4" name="Google Shape;1994;p16"/>
            <p:cNvSpPr/>
            <p:nvPr/>
          </p:nvSpPr>
          <p:spPr>
            <a:xfrm>
              <a:off x="5973203" y="1643"/>
              <a:ext cx="50319" cy="38054"/>
            </a:xfrm>
            <a:custGeom>
              <a:rect b="b" l="l" r="r" t="t"/>
              <a:pathLst>
                <a:path extrusionOk="0" h="847" w="1120">
                  <a:moveTo>
                    <a:pt x="0" y="1"/>
                  </a:moveTo>
                  <a:lnTo>
                    <a:pt x="905" y="846"/>
                  </a:lnTo>
                  <a:lnTo>
                    <a:pt x="1120" y="489"/>
                  </a:lnTo>
                  <a:lnTo>
                    <a:pt x="5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16"/>
            <p:cNvSpPr/>
            <p:nvPr/>
          </p:nvSpPr>
          <p:spPr>
            <a:xfrm>
              <a:off x="6027745" y="36417"/>
              <a:ext cx="228995" cy="216685"/>
            </a:xfrm>
            <a:custGeom>
              <a:rect b="b" l="l" r="r" t="t"/>
              <a:pathLst>
                <a:path extrusionOk="0" h="4823" w="5097">
                  <a:moveTo>
                    <a:pt x="215" y="1"/>
                  </a:moveTo>
                  <a:lnTo>
                    <a:pt x="1" y="358"/>
                  </a:lnTo>
                  <a:lnTo>
                    <a:pt x="4763" y="4823"/>
                  </a:lnTo>
                  <a:lnTo>
                    <a:pt x="5097" y="4561"/>
                  </a:ln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6" name="Google Shape;1996;p16"/>
            <p:cNvSpPr/>
            <p:nvPr/>
          </p:nvSpPr>
          <p:spPr>
            <a:xfrm>
              <a:off x="5634045" y="1643"/>
              <a:ext cx="973624" cy="724860"/>
            </a:xfrm>
            <a:custGeom>
              <a:rect b="b" l="l" r="r" t="t"/>
              <a:pathLst>
                <a:path extrusionOk="0" h="16134" w="21671">
                  <a:moveTo>
                    <a:pt x="20992" y="1"/>
                  </a:moveTo>
                  <a:lnTo>
                    <a:pt x="13860" y="5335"/>
                  </a:lnTo>
                  <a:lnTo>
                    <a:pt x="13538" y="5597"/>
                  </a:lnTo>
                  <a:lnTo>
                    <a:pt x="203" y="15586"/>
                  </a:lnTo>
                  <a:lnTo>
                    <a:pt x="1" y="15919"/>
                  </a:lnTo>
                  <a:cubicBezTo>
                    <a:pt x="60" y="15979"/>
                    <a:pt x="120" y="16062"/>
                    <a:pt x="156" y="16134"/>
                  </a:cubicBezTo>
                  <a:lnTo>
                    <a:pt x="13979" y="5787"/>
                  </a:lnTo>
                  <a:lnTo>
                    <a:pt x="14765" y="5192"/>
                  </a:lnTo>
                  <a:lnTo>
                    <a:pt x="2167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p16"/>
            <p:cNvSpPr/>
            <p:nvPr/>
          </p:nvSpPr>
          <p:spPr>
            <a:xfrm>
              <a:off x="5616389" y="1643"/>
              <a:ext cx="441368" cy="715246"/>
            </a:xfrm>
            <a:custGeom>
              <a:rect b="b" l="l" r="r" t="t"/>
              <a:pathLst>
                <a:path extrusionOk="0" h="15920" w="9824">
                  <a:moveTo>
                    <a:pt x="9347" y="1"/>
                  </a:moveTo>
                  <a:lnTo>
                    <a:pt x="9050" y="489"/>
                  </a:lnTo>
                  <a:lnTo>
                    <a:pt x="8835" y="846"/>
                  </a:lnTo>
                  <a:lnTo>
                    <a:pt x="1" y="15741"/>
                  </a:lnTo>
                  <a:cubicBezTo>
                    <a:pt x="144" y="15765"/>
                    <a:pt x="263" y="15824"/>
                    <a:pt x="370" y="15919"/>
                  </a:cubicBezTo>
                  <a:lnTo>
                    <a:pt x="572" y="15586"/>
                  </a:lnTo>
                  <a:lnTo>
                    <a:pt x="9145" y="1132"/>
                  </a:lnTo>
                  <a:lnTo>
                    <a:pt x="9359" y="775"/>
                  </a:lnTo>
                  <a:lnTo>
                    <a:pt x="982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8" name="Google Shape;1998;p16"/>
            <p:cNvSpPr/>
            <p:nvPr/>
          </p:nvSpPr>
          <p:spPr>
            <a:xfrm>
              <a:off x="4969702" y="287292"/>
              <a:ext cx="625346" cy="441907"/>
            </a:xfrm>
            <a:custGeom>
              <a:rect b="b" l="l" r="r" t="t"/>
              <a:pathLst>
                <a:path extrusionOk="0" h="9836" w="13919">
                  <a:moveTo>
                    <a:pt x="250" y="1"/>
                  </a:moveTo>
                  <a:cubicBezTo>
                    <a:pt x="191" y="120"/>
                    <a:pt x="107" y="239"/>
                    <a:pt x="0" y="310"/>
                  </a:cubicBezTo>
                  <a:lnTo>
                    <a:pt x="13693" y="9835"/>
                  </a:lnTo>
                  <a:cubicBezTo>
                    <a:pt x="13740" y="9716"/>
                    <a:pt x="13812" y="9597"/>
                    <a:pt x="13919" y="9502"/>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9" name="Google Shape;1999;p16"/>
            <p:cNvSpPr/>
            <p:nvPr/>
          </p:nvSpPr>
          <p:spPr>
            <a:xfrm>
              <a:off x="4959549" y="1643"/>
              <a:ext cx="181372" cy="238610"/>
            </a:xfrm>
            <a:custGeom>
              <a:rect b="b" l="l" r="r" t="t"/>
              <a:pathLst>
                <a:path extrusionOk="0" h="5311" w="4037">
                  <a:moveTo>
                    <a:pt x="3536" y="1"/>
                  </a:moveTo>
                  <a:lnTo>
                    <a:pt x="0" y="5085"/>
                  </a:lnTo>
                  <a:cubicBezTo>
                    <a:pt x="131" y="5132"/>
                    <a:pt x="250" y="5204"/>
                    <a:pt x="345" y="5311"/>
                  </a:cubicBezTo>
                  <a:lnTo>
                    <a:pt x="40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p16"/>
            <p:cNvSpPr/>
            <p:nvPr/>
          </p:nvSpPr>
          <p:spPr>
            <a:xfrm>
              <a:off x="5312589" y="2183"/>
              <a:ext cx="238610" cy="146598"/>
            </a:xfrm>
            <a:custGeom>
              <a:rect b="b" l="l" r="r" t="t"/>
              <a:pathLst>
                <a:path extrusionOk="0" h="3263" w="5311">
                  <a:moveTo>
                    <a:pt x="4560" y="1"/>
                  </a:moveTo>
                  <a:lnTo>
                    <a:pt x="0" y="2906"/>
                  </a:lnTo>
                  <a:cubicBezTo>
                    <a:pt x="107" y="2989"/>
                    <a:pt x="179" y="3120"/>
                    <a:pt x="215" y="3263"/>
                  </a:cubicBezTo>
                  <a:lnTo>
                    <a:pt x="4417" y="560"/>
                  </a:lnTo>
                  <a:cubicBezTo>
                    <a:pt x="4406" y="524"/>
                    <a:pt x="4394" y="465"/>
                    <a:pt x="4394" y="405"/>
                  </a:cubicBezTo>
                  <a:cubicBezTo>
                    <a:pt x="4394" y="205"/>
                    <a:pt x="4550" y="46"/>
                    <a:pt x="4736" y="46"/>
                  </a:cubicBezTo>
                  <a:cubicBezTo>
                    <a:pt x="4749" y="46"/>
                    <a:pt x="4762" y="47"/>
                    <a:pt x="4775" y="48"/>
                  </a:cubicBezTo>
                  <a:cubicBezTo>
                    <a:pt x="4894" y="48"/>
                    <a:pt x="4989" y="108"/>
                    <a:pt x="5048" y="179"/>
                  </a:cubicBezTo>
                  <a:lnTo>
                    <a:pt x="5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p16"/>
            <p:cNvSpPr/>
            <p:nvPr/>
          </p:nvSpPr>
          <p:spPr>
            <a:xfrm>
              <a:off x="5243580" y="1643"/>
              <a:ext cx="53509" cy="125752"/>
            </a:xfrm>
            <a:custGeom>
              <a:rect b="b" l="l" r="r" t="t"/>
              <a:pathLst>
                <a:path extrusionOk="0" h="2799" w="1191">
                  <a:moveTo>
                    <a:pt x="0" y="1"/>
                  </a:moveTo>
                  <a:lnTo>
                    <a:pt x="798" y="2799"/>
                  </a:lnTo>
                  <a:cubicBezTo>
                    <a:pt x="881" y="2751"/>
                    <a:pt x="1000" y="2727"/>
                    <a:pt x="1120" y="2727"/>
                  </a:cubicBezTo>
                  <a:cubicBezTo>
                    <a:pt x="1155" y="2727"/>
                    <a:pt x="1167" y="2727"/>
                    <a:pt x="1191" y="2739"/>
                  </a:cubicBezTo>
                  <a:lnTo>
                    <a:pt x="44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p16"/>
            <p:cNvSpPr/>
            <p:nvPr/>
          </p:nvSpPr>
          <p:spPr>
            <a:xfrm>
              <a:off x="4846107" y="1643"/>
              <a:ext cx="92056" cy="233803"/>
            </a:xfrm>
            <a:custGeom>
              <a:rect b="b" l="l" r="r" t="t"/>
              <a:pathLst>
                <a:path extrusionOk="0" h="5204" w="2049">
                  <a:moveTo>
                    <a:pt x="1" y="1"/>
                  </a:moveTo>
                  <a:lnTo>
                    <a:pt x="1656" y="5204"/>
                  </a:lnTo>
                  <a:cubicBezTo>
                    <a:pt x="1787" y="5132"/>
                    <a:pt x="1894" y="5073"/>
                    <a:pt x="2049" y="5061"/>
                  </a:cubicBezTo>
                  <a:lnTo>
                    <a:pt x="43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p16"/>
            <p:cNvSpPr/>
            <p:nvPr/>
          </p:nvSpPr>
          <p:spPr>
            <a:xfrm>
              <a:off x="7120606" y="480346"/>
              <a:ext cx="166951" cy="165423"/>
            </a:xfrm>
            <a:custGeom>
              <a:rect b="b" l="l" r="r" t="t"/>
              <a:pathLst>
                <a:path extrusionOk="0" h="3682" w="3716">
                  <a:moveTo>
                    <a:pt x="1866" y="1"/>
                  </a:moveTo>
                  <a:cubicBezTo>
                    <a:pt x="1554" y="1"/>
                    <a:pt x="1245" y="84"/>
                    <a:pt x="989" y="240"/>
                  </a:cubicBezTo>
                  <a:cubicBezTo>
                    <a:pt x="870" y="311"/>
                    <a:pt x="739" y="383"/>
                    <a:pt x="655" y="478"/>
                  </a:cubicBezTo>
                  <a:cubicBezTo>
                    <a:pt x="298" y="799"/>
                    <a:pt x="60" y="1252"/>
                    <a:pt x="48" y="1776"/>
                  </a:cubicBezTo>
                  <a:cubicBezTo>
                    <a:pt x="0" y="2788"/>
                    <a:pt x="810" y="3633"/>
                    <a:pt x="1810" y="3681"/>
                  </a:cubicBezTo>
                  <a:cubicBezTo>
                    <a:pt x="1832" y="3682"/>
                    <a:pt x="1854" y="3682"/>
                    <a:pt x="1875" y="3682"/>
                  </a:cubicBezTo>
                  <a:cubicBezTo>
                    <a:pt x="2859" y="3682"/>
                    <a:pt x="3680" y="2897"/>
                    <a:pt x="3715" y="1907"/>
                  </a:cubicBezTo>
                  <a:cubicBezTo>
                    <a:pt x="3715" y="1728"/>
                    <a:pt x="3703" y="1561"/>
                    <a:pt x="3679" y="1395"/>
                  </a:cubicBezTo>
                  <a:cubicBezTo>
                    <a:pt x="3644" y="1264"/>
                    <a:pt x="3596" y="1133"/>
                    <a:pt x="3548" y="1014"/>
                  </a:cubicBezTo>
                  <a:cubicBezTo>
                    <a:pt x="3286" y="549"/>
                    <a:pt x="2858" y="192"/>
                    <a:pt x="2334" y="61"/>
                  </a:cubicBezTo>
                  <a:cubicBezTo>
                    <a:pt x="2215" y="26"/>
                    <a:pt x="2084" y="2"/>
                    <a:pt x="1953" y="2"/>
                  </a:cubicBezTo>
                  <a:lnTo>
                    <a:pt x="1929" y="2"/>
                  </a:lnTo>
                  <a:cubicBezTo>
                    <a:pt x="1908" y="1"/>
                    <a:pt x="1887" y="1"/>
                    <a:pt x="186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4" name="Google Shape;2004;p16"/>
            <p:cNvSpPr/>
            <p:nvPr/>
          </p:nvSpPr>
          <p:spPr>
            <a:xfrm>
              <a:off x="7833651" y="1227131"/>
              <a:ext cx="86710" cy="85677"/>
            </a:xfrm>
            <a:custGeom>
              <a:rect b="b" l="l" r="r" t="t"/>
              <a:pathLst>
                <a:path extrusionOk="0" h="1907" w="1930">
                  <a:moveTo>
                    <a:pt x="989" y="1"/>
                  </a:moveTo>
                  <a:cubicBezTo>
                    <a:pt x="965" y="1"/>
                    <a:pt x="941" y="1"/>
                    <a:pt x="917" y="13"/>
                  </a:cubicBezTo>
                  <a:cubicBezTo>
                    <a:pt x="858" y="13"/>
                    <a:pt x="810" y="37"/>
                    <a:pt x="750" y="37"/>
                  </a:cubicBezTo>
                  <a:cubicBezTo>
                    <a:pt x="620" y="60"/>
                    <a:pt x="489" y="120"/>
                    <a:pt x="381" y="191"/>
                  </a:cubicBezTo>
                  <a:cubicBezTo>
                    <a:pt x="155" y="358"/>
                    <a:pt x="12" y="608"/>
                    <a:pt x="12" y="930"/>
                  </a:cubicBezTo>
                  <a:cubicBezTo>
                    <a:pt x="0" y="1442"/>
                    <a:pt x="393" y="1894"/>
                    <a:pt x="929" y="1906"/>
                  </a:cubicBezTo>
                  <a:cubicBezTo>
                    <a:pt x="937" y="1906"/>
                    <a:pt x="945" y="1906"/>
                    <a:pt x="952" y="1906"/>
                  </a:cubicBezTo>
                  <a:cubicBezTo>
                    <a:pt x="1466" y="1906"/>
                    <a:pt x="1882" y="1517"/>
                    <a:pt x="1917" y="989"/>
                  </a:cubicBezTo>
                  <a:cubicBezTo>
                    <a:pt x="1929" y="584"/>
                    <a:pt x="1691" y="227"/>
                    <a:pt x="1334" y="72"/>
                  </a:cubicBezTo>
                  <a:cubicBezTo>
                    <a:pt x="1227" y="37"/>
                    <a:pt x="1108" y="1"/>
                    <a:pt x="98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5" name="Google Shape;2005;p16"/>
            <p:cNvSpPr/>
            <p:nvPr/>
          </p:nvSpPr>
          <p:spPr>
            <a:xfrm>
              <a:off x="8798109" y="115040"/>
              <a:ext cx="86710" cy="85722"/>
            </a:xfrm>
            <a:custGeom>
              <a:rect b="b" l="l" r="r" t="t"/>
              <a:pathLst>
                <a:path extrusionOk="0" h="1908" w="1930">
                  <a:moveTo>
                    <a:pt x="1000" y="1"/>
                  </a:moveTo>
                  <a:cubicBezTo>
                    <a:pt x="917" y="1"/>
                    <a:pt x="822" y="25"/>
                    <a:pt x="750" y="37"/>
                  </a:cubicBezTo>
                  <a:cubicBezTo>
                    <a:pt x="619" y="60"/>
                    <a:pt x="477" y="120"/>
                    <a:pt x="381" y="215"/>
                  </a:cubicBezTo>
                  <a:cubicBezTo>
                    <a:pt x="167" y="382"/>
                    <a:pt x="36" y="632"/>
                    <a:pt x="24" y="930"/>
                  </a:cubicBezTo>
                  <a:cubicBezTo>
                    <a:pt x="0" y="1239"/>
                    <a:pt x="155" y="1537"/>
                    <a:pt x="393" y="1715"/>
                  </a:cubicBezTo>
                  <a:cubicBezTo>
                    <a:pt x="500" y="1811"/>
                    <a:pt x="631" y="1870"/>
                    <a:pt x="762" y="1894"/>
                  </a:cubicBezTo>
                  <a:cubicBezTo>
                    <a:pt x="822" y="1906"/>
                    <a:pt x="870" y="1906"/>
                    <a:pt x="929" y="1906"/>
                  </a:cubicBezTo>
                  <a:cubicBezTo>
                    <a:pt x="946" y="1907"/>
                    <a:pt x="962" y="1907"/>
                    <a:pt x="979" y="1907"/>
                  </a:cubicBezTo>
                  <a:cubicBezTo>
                    <a:pt x="1386" y="1907"/>
                    <a:pt x="1732" y="1629"/>
                    <a:pt x="1870" y="1251"/>
                  </a:cubicBezTo>
                  <a:cubicBezTo>
                    <a:pt x="1893" y="1168"/>
                    <a:pt x="1905" y="1096"/>
                    <a:pt x="1905" y="1001"/>
                  </a:cubicBezTo>
                  <a:cubicBezTo>
                    <a:pt x="1929" y="930"/>
                    <a:pt x="1905" y="870"/>
                    <a:pt x="1905" y="810"/>
                  </a:cubicBezTo>
                  <a:cubicBezTo>
                    <a:pt x="1834" y="358"/>
                    <a:pt x="1477" y="25"/>
                    <a:pt x="100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6" name="Google Shape;2006;p16"/>
            <p:cNvSpPr/>
            <p:nvPr/>
          </p:nvSpPr>
          <p:spPr>
            <a:xfrm>
              <a:off x="8121951" y="101158"/>
              <a:ext cx="86171" cy="85632"/>
            </a:xfrm>
            <a:custGeom>
              <a:rect b="b" l="l" r="r" t="t"/>
              <a:pathLst>
                <a:path extrusionOk="0" h="1906" w="1918">
                  <a:moveTo>
                    <a:pt x="967" y="0"/>
                  </a:moveTo>
                  <a:cubicBezTo>
                    <a:pt x="453" y="0"/>
                    <a:pt x="24" y="401"/>
                    <a:pt x="1" y="929"/>
                  </a:cubicBezTo>
                  <a:cubicBezTo>
                    <a:pt x="1" y="1000"/>
                    <a:pt x="1" y="1060"/>
                    <a:pt x="25" y="1131"/>
                  </a:cubicBezTo>
                  <a:cubicBezTo>
                    <a:pt x="48" y="1262"/>
                    <a:pt x="108" y="1393"/>
                    <a:pt x="179" y="1500"/>
                  </a:cubicBezTo>
                  <a:cubicBezTo>
                    <a:pt x="275" y="1631"/>
                    <a:pt x="394" y="1739"/>
                    <a:pt x="549" y="1822"/>
                  </a:cubicBezTo>
                  <a:cubicBezTo>
                    <a:pt x="668" y="1881"/>
                    <a:pt x="787" y="1905"/>
                    <a:pt x="930" y="1905"/>
                  </a:cubicBezTo>
                  <a:lnTo>
                    <a:pt x="941" y="1905"/>
                  </a:lnTo>
                  <a:cubicBezTo>
                    <a:pt x="1465" y="1893"/>
                    <a:pt x="1882" y="1489"/>
                    <a:pt x="1918" y="988"/>
                  </a:cubicBezTo>
                  <a:cubicBezTo>
                    <a:pt x="1918" y="893"/>
                    <a:pt x="1894" y="798"/>
                    <a:pt x="1882" y="715"/>
                  </a:cubicBezTo>
                  <a:cubicBezTo>
                    <a:pt x="1858" y="584"/>
                    <a:pt x="1775" y="465"/>
                    <a:pt x="1703" y="346"/>
                  </a:cubicBezTo>
                  <a:cubicBezTo>
                    <a:pt x="1632" y="238"/>
                    <a:pt x="1525" y="167"/>
                    <a:pt x="1406" y="107"/>
                  </a:cubicBezTo>
                  <a:cubicBezTo>
                    <a:pt x="1287" y="48"/>
                    <a:pt x="1156" y="0"/>
                    <a:pt x="1001" y="0"/>
                  </a:cubicBezTo>
                  <a:lnTo>
                    <a:pt x="989" y="0"/>
                  </a:lnTo>
                  <a:cubicBezTo>
                    <a:pt x="982" y="0"/>
                    <a:pt x="974" y="0"/>
                    <a:pt x="9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7" name="Google Shape;2007;p16"/>
            <p:cNvSpPr/>
            <p:nvPr/>
          </p:nvSpPr>
          <p:spPr>
            <a:xfrm>
              <a:off x="8352519" y="1025496"/>
              <a:ext cx="30012" cy="28394"/>
            </a:xfrm>
            <a:custGeom>
              <a:rect b="b" l="l" r="r" t="t"/>
              <a:pathLst>
                <a:path extrusionOk="0" h="632" w="668">
                  <a:moveTo>
                    <a:pt x="322" y="0"/>
                  </a:moveTo>
                  <a:cubicBezTo>
                    <a:pt x="274" y="0"/>
                    <a:pt x="215" y="12"/>
                    <a:pt x="191" y="24"/>
                  </a:cubicBezTo>
                  <a:cubicBezTo>
                    <a:pt x="72" y="72"/>
                    <a:pt x="0" y="179"/>
                    <a:pt x="0" y="310"/>
                  </a:cubicBezTo>
                  <a:cubicBezTo>
                    <a:pt x="0" y="334"/>
                    <a:pt x="0" y="369"/>
                    <a:pt x="12" y="381"/>
                  </a:cubicBezTo>
                  <a:cubicBezTo>
                    <a:pt x="36" y="536"/>
                    <a:pt x="155" y="631"/>
                    <a:pt x="322" y="631"/>
                  </a:cubicBezTo>
                  <a:cubicBezTo>
                    <a:pt x="501" y="631"/>
                    <a:pt x="655" y="500"/>
                    <a:pt x="667" y="322"/>
                  </a:cubicBezTo>
                  <a:cubicBezTo>
                    <a:pt x="667" y="250"/>
                    <a:pt x="655" y="179"/>
                    <a:pt x="608" y="131"/>
                  </a:cubicBezTo>
                  <a:cubicBezTo>
                    <a:pt x="512" y="60"/>
                    <a:pt x="429" y="0"/>
                    <a:pt x="32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8" name="Google Shape;2008;p16"/>
            <p:cNvSpPr/>
            <p:nvPr/>
          </p:nvSpPr>
          <p:spPr>
            <a:xfrm>
              <a:off x="4902311" y="228437"/>
              <a:ext cx="84014" cy="83026"/>
            </a:xfrm>
            <a:custGeom>
              <a:rect b="b" l="l" r="r" t="t"/>
              <a:pathLst>
                <a:path extrusionOk="0" h="1848" w="1870">
                  <a:moveTo>
                    <a:pt x="976" y="1"/>
                  </a:moveTo>
                  <a:cubicBezTo>
                    <a:pt x="917" y="1"/>
                    <a:pt x="857" y="1"/>
                    <a:pt x="798" y="13"/>
                  </a:cubicBezTo>
                  <a:cubicBezTo>
                    <a:pt x="667" y="25"/>
                    <a:pt x="536" y="84"/>
                    <a:pt x="417" y="156"/>
                  </a:cubicBezTo>
                  <a:cubicBezTo>
                    <a:pt x="179" y="322"/>
                    <a:pt x="24" y="596"/>
                    <a:pt x="24" y="894"/>
                  </a:cubicBezTo>
                  <a:cubicBezTo>
                    <a:pt x="0" y="1394"/>
                    <a:pt x="417" y="1823"/>
                    <a:pt x="917" y="1846"/>
                  </a:cubicBezTo>
                  <a:cubicBezTo>
                    <a:pt x="930" y="1847"/>
                    <a:pt x="943" y="1847"/>
                    <a:pt x="955" y="1847"/>
                  </a:cubicBezTo>
                  <a:cubicBezTo>
                    <a:pt x="1166" y="1847"/>
                    <a:pt x="1355" y="1756"/>
                    <a:pt x="1512" y="1644"/>
                  </a:cubicBezTo>
                  <a:cubicBezTo>
                    <a:pt x="1619" y="1549"/>
                    <a:pt x="1703" y="1442"/>
                    <a:pt x="1762" y="1323"/>
                  </a:cubicBezTo>
                  <a:cubicBezTo>
                    <a:pt x="1822" y="1203"/>
                    <a:pt x="1858" y="1084"/>
                    <a:pt x="1858" y="953"/>
                  </a:cubicBezTo>
                  <a:cubicBezTo>
                    <a:pt x="1869" y="680"/>
                    <a:pt x="1762" y="441"/>
                    <a:pt x="1607" y="275"/>
                  </a:cubicBezTo>
                  <a:cubicBezTo>
                    <a:pt x="1512" y="180"/>
                    <a:pt x="1393" y="96"/>
                    <a:pt x="1262" y="60"/>
                  </a:cubicBezTo>
                  <a:cubicBezTo>
                    <a:pt x="1167" y="25"/>
                    <a:pt x="1060" y="13"/>
                    <a:pt x="9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9" name="Google Shape;2009;p16"/>
            <p:cNvSpPr/>
            <p:nvPr/>
          </p:nvSpPr>
          <p:spPr>
            <a:xfrm>
              <a:off x="7656052" y="742947"/>
              <a:ext cx="59439" cy="58451"/>
            </a:xfrm>
            <a:custGeom>
              <a:rect b="b" l="l" r="r" t="t"/>
              <a:pathLst>
                <a:path extrusionOk="0" h="1301" w="1323">
                  <a:moveTo>
                    <a:pt x="662" y="1"/>
                  </a:moveTo>
                  <a:cubicBezTo>
                    <a:pt x="543" y="1"/>
                    <a:pt x="419" y="45"/>
                    <a:pt x="334" y="98"/>
                  </a:cubicBezTo>
                  <a:cubicBezTo>
                    <a:pt x="155" y="193"/>
                    <a:pt x="36" y="408"/>
                    <a:pt x="12" y="634"/>
                  </a:cubicBezTo>
                  <a:cubicBezTo>
                    <a:pt x="1" y="991"/>
                    <a:pt x="286" y="1301"/>
                    <a:pt x="643" y="1301"/>
                  </a:cubicBezTo>
                  <a:cubicBezTo>
                    <a:pt x="679" y="1301"/>
                    <a:pt x="715" y="1301"/>
                    <a:pt x="751" y="1289"/>
                  </a:cubicBezTo>
                  <a:cubicBezTo>
                    <a:pt x="893" y="1265"/>
                    <a:pt x="1013" y="1205"/>
                    <a:pt x="1120" y="1110"/>
                  </a:cubicBezTo>
                  <a:cubicBezTo>
                    <a:pt x="1167" y="1086"/>
                    <a:pt x="1179" y="1050"/>
                    <a:pt x="1215" y="1015"/>
                  </a:cubicBezTo>
                  <a:cubicBezTo>
                    <a:pt x="1286" y="908"/>
                    <a:pt x="1310" y="789"/>
                    <a:pt x="1322" y="669"/>
                  </a:cubicBezTo>
                  <a:lnTo>
                    <a:pt x="1322" y="634"/>
                  </a:lnTo>
                  <a:cubicBezTo>
                    <a:pt x="1322" y="300"/>
                    <a:pt x="1060" y="38"/>
                    <a:pt x="727" y="3"/>
                  </a:cubicBezTo>
                  <a:lnTo>
                    <a:pt x="703" y="3"/>
                  </a:lnTo>
                  <a:cubicBezTo>
                    <a:pt x="689" y="1"/>
                    <a:pt x="676" y="1"/>
                    <a:pt x="66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0" name="Google Shape;2010;p16"/>
            <p:cNvSpPr/>
            <p:nvPr/>
          </p:nvSpPr>
          <p:spPr>
            <a:xfrm>
              <a:off x="5263349" y="123082"/>
              <a:ext cx="58900" cy="58900"/>
            </a:xfrm>
            <a:custGeom>
              <a:rect b="b" l="l" r="r" t="t"/>
              <a:pathLst>
                <a:path extrusionOk="0" h="1311" w="1311">
                  <a:moveTo>
                    <a:pt x="668" y="0"/>
                  </a:moveTo>
                  <a:cubicBezTo>
                    <a:pt x="560" y="24"/>
                    <a:pt x="441" y="48"/>
                    <a:pt x="358" y="96"/>
                  </a:cubicBezTo>
                  <a:cubicBezTo>
                    <a:pt x="156" y="203"/>
                    <a:pt x="25" y="405"/>
                    <a:pt x="13" y="643"/>
                  </a:cubicBezTo>
                  <a:cubicBezTo>
                    <a:pt x="1" y="1001"/>
                    <a:pt x="275" y="1310"/>
                    <a:pt x="632" y="1310"/>
                  </a:cubicBezTo>
                  <a:cubicBezTo>
                    <a:pt x="989" y="1310"/>
                    <a:pt x="1287" y="1036"/>
                    <a:pt x="1311" y="691"/>
                  </a:cubicBezTo>
                  <a:cubicBezTo>
                    <a:pt x="1311" y="643"/>
                    <a:pt x="1311" y="584"/>
                    <a:pt x="1287" y="536"/>
                  </a:cubicBezTo>
                  <a:cubicBezTo>
                    <a:pt x="1263" y="405"/>
                    <a:pt x="1191" y="274"/>
                    <a:pt x="1084" y="179"/>
                  </a:cubicBezTo>
                  <a:cubicBezTo>
                    <a:pt x="989" y="96"/>
                    <a:pt x="870" y="36"/>
                    <a:pt x="739" y="24"/>
                  </a:cubicBezTo>
                  <a:cubicBezTo>
                    <a:pt x="715" y="24"/>
                    <a:pt x="691" y="0"/>
                    <a:pt x="66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p16"/>
            <p:cNvSpPr/>
            <p:nvPr/>
          </p:nvSpPr>
          <p:spPr>
            <a:xfrm>
              <a:off x="5583232" y="708218"/>
              <a:ext cx="58900" cy="58945"/>
            </a:xfrm>
            <a:custGeom>
              <a:rect b="b" l="l" r="r" t="t"/>
              <a:pathLst>
                <a:path extrusionOk="0" h="1312" w="1311">
                  <a:moveTo>
                    <a:pt x="649" y="0"/>
                  </a:moveTo>
                  <a:cubicBezTo>
                    <a:pt x="502" y="0"/>
                    <a:pt x="383" y="57"/>
                    <a:pt x="275" y="133"/>
                  </a:cubicBezTo>
                  <a:cubicBezTo>
                    <a:pt x="167" y="228"/>
                    <a:pt x="72" y="347"/>
                    <a:pt x="48" y="478"/>
                  </a:cubicBezTo>
                  <a:cubicBezTo>
                    <a:pt x="37" y="526"/>
                    <a:pt x="25" y="585"/>
                    <a:pt x="25" y="645"/>
                  </a:cubicBezTo>
                  <a:cubicBezTo>
                    <a:pt x="1" y="1002"/>
                    <a:pt x="287" y="1312"/>
                    <a:pt x="644" y="1312"/>
                  </a:cubicBezTo>
                  <a:cubicBezTo>
                    <a:pt x="1001" y="1312"/>
                    <a:pt x="1299" y="1026"/>
                    <a:pt x="1310" y="692"/>
                  </a:cubicBezTo>
                  <a:cubicBezTo>
                    <a:pt x="1310" y="585"/>
                    <a:pt x="1299" y="490"/>
                    <a:pt x="1263" y="407"/>
                  </a:cubicBezTo>
                  <a:cubicBezTo>
                    <a:pt x="1239" y="335"/>
                    <a:pt x="1180" y="252"/>
                    <a:pt x="1120" y="192"/>
                  </a:cubicBezTo>
                  <a:cubicBezTo>
                    <a:pt x="1013" y="97"/>
                    <a:pt x="882" y="38"/>
                    <a:pt x="751" y="14"/>
                  </a:cubicBezTo>
                  <a:cubicBezTo>
                    <a:pt x="739" y="14"/>
                    <a:pt x="703" y="14"/>
                    <a:pt x="691" y="2"/>
                  </a:cubicBezTo>
                  <a:cubicBezTo>
                    <a:pt x="677" y="1"/>
                    <a:pt x="663" y="0"/>
                    <a:pt x="64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2" name="Google Shape;2012;p16"/>
            <p:cNvSpPr/>
            <p:nvPr/>
          </p:nvSpPr>
          <p:spPr>
            <a:xfrm>
              <a:off x="6850457" y="96351"/>
              <a:ext cx="58900" cy="58316"/>
            </a:xfrm>
            <a:custGeom>
              <a:rect b="b" l="l" r="r" t="t"/>
              <a:pathLst>
                <a:path extrusionOk="0" h="1298" w="1311">
                  <a:moveTo>
                    <a:pt x="691" y="0"/>
                  </a:moveTo>
                  <a:cubicBezTo>
                    <a:pt x="596" y="0"/>
                    <a:pt x="525" y="24"/>
                    <a:pt x="429" y="36"/>
                  </a:cubicBezTo>
                  <a:cubicBezTo>
                    <a:pt x="298" y="83"/>
                    <a:pt x="191" y="167"/>
                    <a:pt x="108" y="286"/>
                  </a:cubicBezTo>
                  <a:cubicBezTo>
                    <a:pt x="72" y="333"/>
                    <a:pt x="60" y="381"/>
                    <a:pt x="48" y="417"/>
                  </a:cubicBezTo>
                  <a:cubicBezTo>
                    <a:pt x="13" y="476"/>
                    <a:pt x="1" y="560"/>
                    <a:pt x="1" y="631"/>
                  </a:cubicBezTo>
                  <a:cubicBezTo>
                    <a:pt x="1" y="703"/>
                    <a:pt x="1" y="762"/>
                    <a:pt x="13" y="822"/>
                  </a:cubicBezTo>
                  <a:cubicBezTo>
                    <a:pt x="96" y="1095"/>
                    <a:pt x="334" y="1298"/>
                    <a:pt x="632" y="1298"/>
                  </a:cubicBezTo>
                  <a:cubicBezTo>
                    <a:pt x="703" y="1298"/>
                    <a:pt x="775" y="1286"/>
                    <a:pt x="834" y="1274"/>
                  </a:cubicBezTo>
                  <a:cubicBezTo>
                    <a:pt x="965" y="1238"/>
                    <a:pt x="1084" y="1167"/>
                    <a:pt x="1179" y="1048"/>
                  </a:cubicBezTo>
                  <a:cubicBezTo>
                    <a:pt x="1251" y="941"/>
                    <a:pt x="1298" y="822"/>
                    <a:pt x="1310" y="691"/>
                  </a:cubicBezTo>
                  <a:lnTo>
                    <a:pt x="1310" y="643"/>
                  </a:lnTo>
                  <a:cubicBezTo>
                    <a:pt x="1310" y="500"/>
                    <a:pt x="1263" y="357"/>
                    <a:pt x="1179" y="262"/>
                  </a:cubicBezTo>
                  <a:cubicBezTo>
                    <a:pt x="1060" y="107"/>
                    <a:pt x="882" y="24"/>
                    <a:pt x="69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p16"/>
            <p:cNvSpPr/>
            <p:nvPr/>
          </p:nvSpPr>
          <p:spPr>
            <a:xfrm>
              <a:off x="7942241" y="853244"/>
              <a:ext cx="59933" cy="58900"/>
            </a:xfrm>
            <a:custGeom>
              <a:rect b="b" l="l" r="r" t="t"/>
              <a:pathLst>
                <a:path extrusionOk="0" h="1311" w="1334">
                  <a:moveTo>
                    <a:pt x="655" y="0"/>
                  </a:moveTo>
                  <a:cubicBezTo>
                    <a:pt x="441" y="0"/>
                    <a:pt x="238" y="108"/>
                    <a:pt x="119" y="286"/>
                  </a:cubicBezTo>
                  <a:cubicBezTo>
                    <a:pt x="48" y="393"/>
                    <a:pt x="0" y="512"/>
                    <a:pt x="0" y="643"/>
                  </a:cubicBezTo>
                  <a:lnTo>
                    <a:pt x="0" y="691"/>
                  </a:lnTo>
                  <a:cubicBezTo>
                    <a:pt x="0" y="929"/>
                    <a:pt x="143" y="1132"/>
                    <a:pt x="334" y="1239"/>
                  </a:cubicBezTo>
                  <a:cubicBezTo>
                    <a:pt x="417" y="1286"/>
                    <a:pt x="524" y="1310"/>
                    <a:pt x="631" y="1310"/>
                  </a:cubicBezTo>
                  <a:cubicBezTo>
                    <a:pt x="655" y="1310"/>
                    <a:pt x="703" y="1310"/>
                    <a:pt x="739" y="1298"/>
                  </a:cubicBezTo>
                  <a:cubicBezTo>
                    <a:pt x="870" y="1286"/>
                    <a:pt x="1000" y="1203"/>
                    <a:pt x="1108" y="1120"/>
                  </a:cubicBezTo>
                  <a:cubicBezTo>
                    <a:pt x="1215" y="1024"/>
                    <a:pt x="1274" y="893"/>
                    <a:pt x="1298" y="751"/>
                  </a:cubicBezTo>
                  <a:cubicBezTo>
                    <a:pt x="1310" y="715"/>
                    <a:pt x="1310" y="703"/>
                    <a:pt x="1310" y="679"/>
                  </a:cubicBezTo>
                  <a:cubicBezTo>
                    <a:pt x="1334" y="453"/>
                    <a:pt x="1227" y="239"/>
                    <a:pt x="1048" y="119"/>
                  </a:cubicBezTo>
                  <a:cubicBezTo>
                    <a:pt x="941" y="48"/>
                    <a:pt x="822" y="0"/>
                    <a:pt x="67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p16"/>
            <p:cNvSpPr/>
            <p:nvPr/>
          </p:nvSpPr>
          <p:spPr>
            <a:xfrm>
              <a:off x="5509416" y="2722"/>
              <a:ext cx="33201" cy="34280"/>
            </a:xfrm>
            <a:custGeom>
              <a:rect b="b" l="l" r="r" t="t"/>
              <a:pathLst>
                <a:path extrusionOk="0" h="763" w="739">
                  <a:moveTo>
                    <a:pt x="382" y="1"/>
                  </a:moveTo>
                  <a:cubicBezTo>
                    <a:pt x="179" y="24"/>
                    <a:pt x="13" y="167"/>
                    <a:pt x="1" y="382"/>
                  </a:cubicBezTo>
                  <a:cubicBezTo>
                    <a:pt x="1" y="441"/>
                    <a:pt x="13" y="501"/>
                    <a:pt x="25" y="536"/>
                  </a:cubicBezTo>
                  <a:cubicBezTo>
                    <a:pt x="84" y="679"/>
                    <a:pt x="203" y="763"/>
                    <a:pt x="358" y="763"/>
                  </a:cubicBezTo>
                  <a:cubicBezTo>
                    <a:pt x="560" y="763"/>
                    <a:pt x="739" y="596"/>
                    <a:pt x="739" y="405"/>
                  </a:cubicBezTo>
                  <a:cubicBezTo>
                    <a:pt x="739" y="298"/>
                    <a:pt x="715" y="215"/>
                    <a:pt x="656" y="143"/>
                  </a:cubicBezTo>
                  <a:cubicBezTo>
                    <a:pt x="596" y="60"/>
                    <a:pt x="489" y="1"/>
                    <a:pt x="38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5" name="Google Shape;2015;p16"/>
            <p:cNvSpPr/>
            <p:nvPr/>
          </p:nvSpPr>
          <p:spPr>
            <a:xfrm>
              <a:off x="6911963" y="26264"/>
              <a:ext cx="33741" cy="33741"/>
            </a:xfrm>
            <a:custGeom>
              <a:rect b="b" l="l" r="r" t="t"/>
              <a:pathLst>
                <a:path extrusionOk="0" h="751" w="751">
                  <a:moveTo>
                    <a:pt x="394" y="0"/>
                  </a:moveTo>
                  <a:cubicBezTo>
                    <a:pt x="180" y="0"/>
                    <a:pt x="1" y="155"/>
                    <a:pt x="1" y="358"/>
                  </a:cubicBezTo>
                  <a:cubicBezTo>
                    <a:pt x="1" y="572"/>
                    <a:pt x="156" y="727"/>
                    <a:pt x="358" y="750"/>
                  </a:cubicBezTo>
                  <a:cubicBezTo>
                    <a:pt x="572" y="750"/>
                    <a:pt x="751" y="596"/>
                    <a:pt x="751" y="393"/>
                  </a:cubicBezTo>
                  <a:cubicBezTo>
                    <a:pt x="751" y="179"/>
                    <a:pt x="596" y="0"/>
                    <a:pt x="39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6" name="Google Shape;2016;p16"/>
            <p:cNvSpPr/>
            <p:nvPr/>
          </p:nvSpPr>
          <p:spPr>
            <a:xfrm>
              <a:off x="7304090" y="451503"/>
              <a:ext cx="33201" cy="33741"/>
            </a:xfrm>
            <a:custGeom>
              <a:rect b="b" l="l" r="r" t="t"/>
              <a:pathLst>
                <a:path extrusionOk="0" h="751" w="739">
                  <a:moveTo>
                    <a:pt x="358" y="0"/>
                  </a:moveTo>
                  <a:cubicBezTo>
                    <a:pt x="165" y="0"/>
                    <a:pt x="0" y="141"/>
                    <a:pt x="0" y="358"/>
                  </a:cubicBezTo>
                  <a:cubicBezTo>
                    <a:pt x="0" y="572"/>
                    <a:pt x="143" y="751"/>
                    <a:pt x="357" y="751"/>
                  </a:cubicBezTo>
                  <a:cubicBezTo>
                    <a:pt x="560" y="751"/>
                    <a:pt x="738" y="584"/>
                    <a:pt x="738" y="394"/>
                  </a:cubicBezTo>
                  <a:cubicBezTo>
                    <a:pt x="738" y="179"/>
                    <a:pt x="596" y="1"/>
                    <a:pt x="381" y="1"/>
                  </a:cubicBezTo>
                  <a:cubicBezTo>
                    <a:pt x="373" y="0"/>
                    <a:pt x="366" y="0"/>
                    <a:pt x="35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7" name="Google Shape;2017;p16"/>
            <p:cNvSpPr/>
            <p:nvPr/>
          </p:nvSpPr>
          <p:spPr>
            <a:xfrm>
              <a:off x="7549080" y="406575"/>
              <a:ext cx="33741" cy="34280"/>
            </a:xfrm>
            <a:custGeom>
              <a:rect b="b" l="l" r="r" t="t"/>
              <a:pathLst>
                <a:path extrusionOk="0" h="763" w="751">
                  <a:moveTo>
                    <a:pt x="393" y="1"/>
                  </a:moveTo>
                  <a:cubicBezTo>
                    <a:pt x="334" y="1"/>
                    <a:pt x="274" y="25"/>
                    <a:pt x="226" y="36"/>
                  </a:cubicBezTo>
                  <a:cubicBezTo>
                    <a:pt x="96" y="96"/>
                    <a:pt x="0" y="215"/>
                    <a:pt x="0" y="358"/>
                  </a:cubicBezTo>
                  <a:lnTo>
                    <a:pt x="0" y="382"/>
                  </a:lnTo>
                  <a:cubicBezTo>
                    <a:pt x="0" y="536"/>
                    <a:pt x="96" y="679"/>
                    <a:pt x="226" y="739"/>
                  </a:cubicBezTo>
                  <a:cubicBezTo>
                    <a:pt x="274" y="751"/>
                    <a:pt x="298" y="763"/>
                    <a:pt x="346" y="763"/>
                  </a:cubicBezTo>
                  <a:lnTo>
                    <a:pt x="357" y="763"/>
                  </a:lnTo>
                  <a:cubicBezTo>
                    <a:pt x="512" y="763"/>
                    <a:pt x="643" y="679"/>
                    <a:pt x="703" y="560"/>
                  </a:cubicBezTo>
                  <a:cubicBezTo>
                    <a:pt x="738" y="513"/>
                    <a:pt x="750" y="453"/>
                    <a:pt x="750" y="406"/>
                  </a:cubicBezTo>
                  <a:cubicBezTo>
                    <a:pt x="750" y="286"/>
                    <a:pt x="703" y="167"/>
                    <a:pt x="619" y="96"/>
                  </a:cubicBezTo>
                  <a:cubicBezTo>
                    <a:pt x="560" y="48"/>
                    <a:pt x="477" y="1"/>
                    <a:pt x="39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8" name="Google Shape;2018;p16"/>
            <p:cNvSpPr/>
            <p:nvPr/>
          </p:nvSpPr>
          <p:spPr>
            <a:xfrm>
              <a:off x="6200536" y="299064"/>
              <a:ext cx="34280" cy="33785"/>
            </a:xfrm>
            <a:custGeom>
              <a:rect b="b" l="l" r="r" t="t"/>
              <a:pathLst>
                <a:path extrusionOk="0" h="752" w="763">
                  <a:moveTo>
                    <a:pt x="394" y="1"/>
                  </a:moveTo>
                  <a:cubicBezTo>
                    <a:pt x="179" y="1"/>
                    <a:pt x="1" y="155"/>
                    <a:pt x="1" y="358"/>
                  </a:cubicBezTo>
                  <a:cubicBezTo>
                    <a:pt x="1" y="560"/>
                    <a:pt x="155" y="751"/>
                    <a:pt x="358" y="751"/>
                  </a:cubicBezTo>
                  <a:cubicBezTo>
                    <a:pt x="365" y="751"/>
                    <a:pt x="371" y="751"/>
                    <a:pt x="378" y="751"/>
                  </a:cubicBezTo>
                  <a:cubicBezTo>
                    <a:pt x="573" y="751"/>
                    <a:pt x="751" y="589"/>
                    <a:pt x="751" y="393"/>
                  </a:cubicBezTo>
                  <a:cubicBezTo>
                    <a:pt x="763" y="179"/>
                    <a:pt x="596" y="1"/>
                    <a:pt x="39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19" name="Google Shape;2019;p16"/>
          <p:cNvSpPr txBox="1"/>
          <p:nvPr>
            <p:ph type="title"/>
          </p:nvPr>
        </p:nvSpPr>
        <p:spPr>
          <a:xfrm>
            <a:off x="675038" y="1123975"/>
            <a:ext cx="4741200" cy="1623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500"/>
              <a:buNone/>
              <a:defRPr/>
            </a:lvl1pPr>
            <a:lvl2pPr lvl="1" algn="r">
              <a:lnSpc>
                <a:spcPct val="100000"/>
              </a:lnSpc>
              <a:spcBef>
                <a:spcPts val="0"/>
              </a:spcBef>
              <a:spcAft>
                <a:spcPts val="0"/>
              </a:spcAft>
              <a:buSzPts val="3500"/>
              <a:buNone/>
              <a:defRPr/>
            </a:lvl2pPr>
            <a:lvl3pPr lvl="2" algn="r">
              <a:lnSpc>
                <a:spcPct val="100000"/>
              </a:lnSpc>
              <a:spcBef>
                <a:spcPts val="0"/>
              </a:spcBef>
              <a:spcAft>
                <a:spcPts val="0"/>
              </a:spcAft>
              <a:buSzPts val="3500"/>
              <a:buNone/>
              <a:defRPr/>
            </a:lvl3pPr>
            <a:lvl4pPr lvl="3" algn="r">
              <a:lnSpc>
                <a:spcPct val="100000"/>
              </a:lnSpc>
              <a:spcBef>
                <a:spcPts val="0"/>
              </a:spcBef>
              <a:spcAft>
                <a:spcPts val="0"/>
              </a:spcAft>
              <a:buSzPts val="3500"/>
              <a:buNone/>
              <a:defRPr/>
            </a:lvl4pPr>
            <a:lvl5pPr lvl="4" algn="r">
              <a:lnSpc>
                <a:spcPct val="100000"/>
              </a:lnSpc>
              <a:spcBef>
                <a:spcPts val="0"/>
              </a:spcBef>
              <a:spcAft>
                <a:spcPts val="0"/>
              </a:spcAft>
              <a:buSzPts val="3500"/>
              <a:buNone/>
              <a:defRPr/>
            </a:lvl5pPr>
            <a:lvl6pPr lvl="5" algn="r">
              <a:lnSpc>
                <a:spcPct val="100000"/>
              </a:lnSpc>
              <a:spcBef>
                <a:spcPts val="0"/>
              </a:spcBef>
              <a:spcAft>
                <a:spcPts val="0"/>
              </a:spcAft>
              <a:buSzPts val="3500"/>
              <a:buNone/>
              <a:defRPr/>
            </a:lvl6pPr>
            <a:lvl7pPr lvl="6" algn="r">
              <a:lnSpc>
                <a:spcPct val="100000"/>
              </a:lnSpc>
              <a:spcBef>
                <a:spcPts val="0"/>
              </a:spcBef>
              <a:spcAft>
                <a:spcPts val="0"/>
              </a:spcAft>
              <a:buSzPts val="3500"/>
              <a:buNone/>
              <a:defRPr/>
            </a:lvl7pPr>
            <a:lvl8pPr lvl="7" algn="r">
              <a:lnSpc>
                <a:spcPct val="100000"/>
              </a:lnSpc>
              <a:spcBef>
                <a:spcPts val="0"/>
              </a:spcBef>
              <a:spcAft>
                <a:spcPts val="0"/>
              </a:spcAft>
              <a:buSzPts val="3500"/>
              <a:buNone/>
              <a:defRPr/>
            </a:lvl8pPr>
            <a:lvl9pPr lvl="8" algn="r">
              <a:lnSpc>
                <a:spcPct val="100000"/>
              </a:lnSpc>
              <a:spcBef>
                <a:spcPts val="0"/>
              </a:spcBef>
              <a:spcAft>
                <a:spcPts val="0"/>
              </a:spcAft>
              <a:buSzPts val="3500"/>
              <a:buNone/>
              <a:defRPr/>
            </a:lvl9pPr>
          </a:lstStyle>
          <a:p/>
        </p:txBody>
      </p:sp>
      <p:sp>
        <p:nvSpPr>
          <p:cNvPr id="2020" name="Google Shape;2020;p16"/>
          <p:cNvSpPr txBox="1"/>
          <p:nvPr>
            <p:ph idx="1" type="subTitle"/>
          </p:nvPr>
        </p:nvSpPr>
        <p:spPr>
          <a:xfrm>
            <a:off x="675038" y="3058975"/>
            <a:ext cx="4741200" cy="100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a:solidFill>
                  <a:schemeClr val="dk1"/>
                </a:solidFill>
              </a:defRPr>
            </a:lvl1pPr>
            <a:lvl2pPr lvl="1" algn="r">
              <a:lnSpc>
                <a:spcPct val="100000"/>
              </a:lnSpc>
              <a:spcBef>
                <a:spcPts val="0"/>
              </a:spcBef>
              <a:spcAft>
                <a:spcPts val="0"/>
              </a:spcAft>
              <a:buSzPts val="1600"/>
              <a:buNone/>
              <a:defRPr/>
            </a:lvl2pPr>
            <a:lvl3pPr lvl="2" algn="r">
              <a:lnSpc>
                <a:spcPct val="100000"/>
              </a:lnSpc>
              <a:spcBef>
                <a:spcPts val="1600"/>
              </a:spcBef>
              <a:spcAft>
                <a:spcPts val="0"/>
              </a:spcAft>
              <a:buSzPts val="1600"/>
              <a:buNone/>
              <a:defRPr/>
            </a:lvl3pPr>
            <a:lvl4pPr lvl="3" algn="r">
              <a:lnSpc>
                <a:spcPct val="100000"/>
              </a:lnSpc>
              <a:spcBef>
                <a:spcPts val="1600"/>
              </a:spcBef>
              <a:spcAft>
                <a:spcPts val="0"/>
              </a:spcAft>
              <a:buSzPts val="1600"/>
              <a:buNone/>
              <a:defRPr/>
            </a:lvl4pPr>
            <a:lvl5pPr lvl="4" algn="r">
              <a:lnSpc>
                <a:spcPct val="100000"/>
              </a:lnSpc>
              <a:spcBef>
                <a:spcPts val="1600"/>
              </a:spcBef>
              <a:spcAft>
                <a:spcPts val="0"/>
              </a:spcAft>
              <a:buSzPts val="1600"/>
              <a:buNone/>
              <a:defRPr/>
            </a:lvl5pPr>
            <a:lvl6pPr lvl="5" algn="r">
              <a:lnSpc>
                <a:spcPct val="100000"/>
              </a:lnSpc>
              <a:spcBef>
                <a:spcPts val="1600"/>
              </a:spcBef>
              <a:spcAft>
                <a:spcPts val="0"/>
              </a:spcAft>
              <a:buSzPts val="1600"/>
              <a:buNone/>
              <a:defRPr/>
            </a:lvl6pPr>
            <a:lvl7pPr lvl="6" algn="r">
              <a:lnSpc>
                <a:spcPct val="100000"/>
              </a:lnSpc>
              <a:spcBef>
                <a:spcPts val="1600"/>
              </a:spcBef>
              <a:spcAft>
                <a:spcPts val="0"/>
              </a:spcAft>
              <a:buSzPts val="1600"/>
              <a:buNone/>
              <a:defRPr/>
            </a:lvl7pPr>
            <a:lvl8pPr lvl="7" algn="r">
              <a:lnSpc>
                <a:spcPct val="100000"/>
              </a:lnSpc>
              <a:spcBef>
                <a:spcPts val="1600"/>
              </a:spcBef>
              <a:spcAft>
                <a:spcPts val="0"/>
              </a:spcAft>
              <a:buSzPts val="1600"/>
              <a:buNone/>
              <a:defRPr/>
            </a:lvl8pPr>
            <a:lvl9pPr lvl="8" algn="r">
              <a:lnSpc>
                <a:spcPct val="100000"/>
              </a:lnSpc>
              <a:spcBef>
                <a:spcPts val="1600"/>
              </a:spcBef>
              <a:spcAft>
                <a:spcPts val="1600"/>
              </a:spcAft>
              <a:buSzPts val="16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021" name="Shape 2021"/>
        <p:cNvGrpSpPr/>
        <p:nvPr/>
      </p:nvGrpSpPr>
      <p:grpSpPr>
        <a:xfrm>
          <a:off x="0" y="0"/>
          <a:ext cx="0" cy="0"/>
          <a:chOff x="0" y="0"/>
          <a:chExt cx="0" cy="0"/>
        </a:xfrm>
      </p:grpSpPr>
      <p:grpSp>
        <p:nvGrpSpPr>
          <p:cNvPr id="2022" name="Google Shape;2022;p17"/>
          <p:cNvGrpSpPr/>
          <p:nvPr/>
        </p:nvGrpSpPr>
        <p:grpSpPr>
          <a:xfrm rot="-5400000">
            <a:off x="60712" y="3221715"/>
            <a:ext cx="1807469" cy="1928995"/>
            <a:chOff x="4060900" y="1586625"/>
            <a:chExt cx="982000" cy="1048025"/>
          </a:xfrm>
        </p:grpSpPr>
        <p:sp>
          <p:nvSpPr>
            <p:cNvPr id="2023" name="Google Shape;2023;p17"/>
            <p:cNvSpPr/>
            <p:nvPr/>
          </p:nvSpPr>
          <p:spPr>
            <a:xfrm>
              <a:off x="4535675" y="1586625"/>
              <a:ext cx="155700" cy="223875"/>
            </a:xfrm>
            <a:custGeom>
              <a:rect b="b" l="l" r="r" t="t"/>
              <a:pathLst>
                <a:path extrusionOk="0" h="8955" w="6228">
                  <a:moveTo>
                    <a:pt x="0" y="1"/>
                  </a:moveTo>
                  <a:lnTo>
                    <a:pt x="5918" y="8859"/>
                  </a:lnTo>
                  <a:lnTo>
                    <a:pt x="6037" y="8954"/>
                  </a:lnTo>
                  <a:cubicBezTo>
                    <a:pt x="6096" y="8907"/>
                    <a:pt x="6156" y="8871"/>
                    <a:pt x="6227" y="8847"/>
                  </a:cubicBezTo>
                  <a:lnTo>
                    <a:pt x="3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4" name="Google Shape;2024;p17"/>
            <p:cNvSpPr/>
            <p:nvPr/>
          </p:nvSpPr>
          <p:spPr>
            <a:xfrm>
              <a:off x="4392200" y="1586625"/>
              <a:ext cx="25025" cy="13125"/>
            </a:xfrm>
            <a:custGeom>
              <a:rect b="b" l="l" r="r" t="t"/>
              <a:pathLst>
                <a:path extrusionOk="0" h="525" w="1001">
                  <a:moveTo>
                    <a:pt x="525" y="1"/>
                  </a:moveTo>
                  <a:lnTo>
                    <a:pt x="1" y="358"/>
                  </a:lnTo>
                  <a:lnTo>
                    <a:pt x="239" y="525"/>
                  </a:lnTo>
                  <a:lnTo>
                    <a:pt x="100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5" name="Google Shape;2025;p17"/>
            <p:cNvSpPr/>
            <p:nvPr/>
          </p:nvSpPr>
          <p:spPr>
            <a:xfrm>
              <a:off x="4244875" y="1599725"/>
              <a:ext cx="147950" cy="103625"/>
            </a:xfrm>
            <a:custGeom>
              <a:rect b="b" l="l" r="r" t="t"/>
              <a:pathLst>
                <a:path extrusionOk="0" h="4145" w="5918">
                  <a:moveTo>
                    <a:pt x="5679" y="1"/>
                  </a:moveTo>
                  <a:lnTo>
                    <a:pt x="0" y="3918"/>
                  </a:lnTo>
                  <a:cubicBezTo>
                    <a:pt x="60" y="3977"/>
                    <a:pt x="119" y="4049"/>
                    <a:pt x="155" y="4144"/>
                  </a:cubicBezTo>
                  <a:lnTo>
                    <a:pt x="5917" y="179"/>
                  </a:lnTo>
                  <a:lnTo>
                    <a:pt x="567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6" name="Google Shape;2026;p17"/>
            <p:cNvSpPr/>
            <p:nvPr/>
          </p:nvSpPr>
          <p:spPr>
            <a:xfrm>
              <a:off x="4368975" y="1586625"/>
              <a:ext cx="317625" cy="228925"/>
            </a:xfrm>
            <a:custGeom>
              <a:rect b="b" l="l" r="r" t="t"/>
              <a:pathLst>
                <a:path extrusionOk="0" h="9157" w="12705">
                  <a:moveTo>
                    <a:pt x="1" y="1"/>
                  </a:moveTo>
                  <a:lnTo>
                    <a:pt x="715" y="525"/>
                  </a:lnTo>
                  <a:lnTo>
                    <a:pt x="930" y="691"/>
                  </a:lnTo>
                  <a:lnTo>
                    <a:pt x="12538" y="9157"/>
                  </a:lnTo>
                  <a:cubicBezTo>
                    <a:pt x="12538" y="9145"/>
                    <a:pt x="12550" y="9145"/>
                    <a:pt x="12550" y="9133"/>
                  </a:cubicBezTo>
                  <a:cubicBezTo>
                    <a:pt x="12598" y="9050"/>
                    <a:pt x="12645" y="8990"/>
                    <a:pt x="12705" y="8954"/>
                  </a:cubicBezTo>
                  <a:lnTo>
                    <a:pt x="12586" y="8859"/>
                  </a:lnTo>
                  <a:lnTo>
                    <a:pt x="1168" y="525"/>
                  </a:lnTo>
                  <a:lnTo>
                    <a:pt x="930" y="358"/>
                  </a:lnTo>
                  <a:lnTo>
                    <a:pt x="44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7" name="Google Shape;2027;p17"/>
            <p:cNvSpPr/>
            <p:nvPr/>
          </p:nvSpPr>
          <p:spPr>
            <a:xfrm>
              <a:off x="4224025" y="1586625"/>
              <a:ext cx="14025" cy="106900"/>
            </a:xfrm>
            <a:custGeom>
              <a:rect b="b" l="l" r="r" t="t"/>
              <a:pathLst>
                <a:path extrusionOk="0" h="4276" w="561">
                  <a:moveTo>
                    <a:pt x="1" y="1"/>
                  </a:moveTo>
                  <a:lnTo>
                    <a:pt x="286" y="4275"/>
                  </a:lnTo>
                  <a:cubicBezTo>
                    <a:pt x="334" y="4269"/>
                    <a:pt x="379" y="4266"/>
                    <a:pt x="423" y="4266"/>
                  </a:cubicBezTo>
                  <a:cubicBezTo>
                    <a:pt x="468" y="4266"/>
                    <a:pt x="513" y="4269"/>
                    <a:pt x="560" y="4275"/>
                  </a:cubicBez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8" name="Google Shape;2028;p17"/>
            <p:cNvSpPr/>
            <p:nvPr/>
          </p:nvSpPr>
          <p:spPr>
            <a:xfrm>
              <a:off x="4149025" y="1586625"/>
              <a:ext cx="80975" cy="110475"/>
            </a:xfrm>
            <a:custGeom>
              <a:rect b="b" l="l" r="r" t="t"/>
              <a:pathLst>
                <a:path extrusionOk="0" h="4419" w="3239">
                  <a:moveTo>
                    <a:pt x="0" y="1"/>
                  </a:moveTo>
                  <a:lnTo>
                    <a:pt x="3001" y="4418"/>
                  </a:lnTo>
                  <a:cubicBezTo>
                    <a:pt x="3084" y="4370"/>
                    <a:pt x="3155" y="4323"/>
                    <a:pt x="3239" y="4287"/>
                  </a:cubicBezTo>
                  <a:lnTo>
                    <a:pt x="3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9" name="Google Shape;2029;p17"/>
            <p:cNvSpPr/>
            <p:nvPr/>
          </p:nvSpPr>
          <p:spPr>
            <a:xfrm>
              <a:off x="4705925" y="1827450"/>
              <a:ext cx="298275" cy="234875"/>
            </a:xfrm>
            <a:custGeom>
              <a:rect b="b" l="l" r="r" t="t"/>
              <a:pathLst>
                <a:path extrusionOk="0" h="9395" w="11931">
                  <a:moveTo>
                    <a:pt x="144" y="0"/>
                  </a:moveTo>
                  <a:lnTo>
                    <a:pt x="108" y="95"/>
                  </a:lnTo>
                  <a:cubicBezTo>
                    <a:pt x="96" y="131"/>
                    <a:pt x="48" y="191"/>
                    <a:pt x="1" y="226"/>
                  </a:cubicBezTo>
                  <a:lnTo>
                    <a:pt x="11776" y="9394"/>
                  </a:lnTo>
                  <a:cubicBezTo>
                    <a:pt x="11776" y="9394"/>
                    <a:pt x="11776" y="9382"/>
                    <a:pt x="11788" y="9382"/>
                  </a:cubicBezTo>
                  <a:cubicBezTo>
                    <a:pt x="11836" y="9299"/>
                    <a:pt x="11871" y="9239"/>
                    <a:pt x="11931" y="9180"/>
                  </a:cubicBezTo>
                  <a:lnTo>
                    <a:pt x="14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0" name="Google Shape;2030;p17"/>
            <p:cNvSpPr/>
            <p:nvPr/>
          </p:nvSpPr>
          <p:spPr>
            <a:xfrm>
              <a:off x="4240700" y="1717600"/>
              <a:ext cx="163125" cy="235475"/>
            </a:xfrm>
            <a:custGeom>
              <a:rect b="b" l="l" r="r" t="t"/>
              <a:pathLst>
                <a:path extrusionOk="0" h="9419" w="6525">
                  <a:moveTo>
                    <a:pt x="215" y="1"/>
                  </a:moveTo>
                  <a:cubicBezTo>
                    <a:pt x="155" y="84"/>
                    <a:pt x="84" y="120"/>
                    <a:pt x="0" y="167"/>
                  </a:cubicBezTo>
                  <a:lnTo>
                    <a:pt x="6287" y="9418"/>
                  </a:lnTo>
                  <a:cubicBezTo>
                    <a:pt x="6299" y="9407"/>
                    <a:pt x="6334" y="9383"/>
                    <a:pt x="6358" y="9371"/>
                  </a:cubicBezTo>
                  <a:cubicBezTo>
                    <a:pt x="6418" y="9323"/>
                    <a:pt x="6465" y="9311"/>
                    <a:pt x="6525" y="9287"/>
                  </a:cubicBez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p17"/>
            <p:cNvSpPr/>
            <p:nvPr/>
          </p:nvSpPr>
          <p:spPr>
            <a:xfrm>
              <a:off x="4165400" y="1884000"/>
              <a:ext cx="124725" cy="117300"/>
            </a:xfrm>
            <a:custGeom>
              <a:rect b="b" l="l" r="r" t="t"/>
              <a:pathLst>
                <a:path extrusionOk="0" h="4692" w="4989">
                  <a:moveTo>
                    <a:pt x="191" y="0"/>
                  </a:moveTo>
                  <a:cubicBezTo>
                    <a:pt x="143" y="72"/>
                    <a:pt x="72" y="131"/>
                    <a:pt x="0" y="179"/>
                  </a:cubicBezTo>
                  <a:lnTo>
                    <a:pt x="4822" y="4691"/>
                  </a:lnTo>
                  <a:cubicBezTo>
                    <a:pt x="4822" y="4679"/>
                    <a:pt x="4834" y="4656"/>
                    <a:pt x="4834" y="4656"/>
                  </a:cubicBezTo>
                  <a:cubicBezTo>
                    <a:pt x="4882" y="4584"/>
                    <a:pt x="4917" y="4536"/>
                    <a:pt x="4989" y="4501"/>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2" name="Google Shape;2032;p17"/>
            <p:cNvSpPr/>
            <p:nvPr/>
          </p:nvSpPr>
          <p:spPr>
            <a:xfrm>
              <a:off x="4415725" y="1825350"/>
              <a:ext cx="268800" cy="134875"/>
            </a:xfrm>
            <a:custGeom>
              <a:rect b="b" l="l" r="r" t="t"/>
              <a:pathLst>
                <a:path extrusionOk="0" h="5395" w="10752">
                  <a:moveTo>
                    <a:pt x="10633" y="1"/>
                  </a:moveTo>
                  <a:lnTo>
                    <a:pt x="0" y="5144"/>
                  </a:lnTo>
                  <a:cubicBezTo>
                    <a:pt x="12" y="5156"/>
                    <a:pt x="12" y="5180"/>
                    <a:pt x="36" y="5180"/>
                  </a:cubicBezTo>
                  <a:cubicBezTo>
                    <a:pt x="72" y="5251"/>
                    <a:pt x="107" y="5323"/>
                    <a:pt x="107" y="5394"/>
                  </a:cubicBezTo>
                  <a:lnTo>
                    <a:pt x="10752" y="239"/>
                  </a:lnTo>
                  <a:cubicBezTo>
                    <a:pt x="10680" y="155"/>
                    <a:pt x="10656" y="84"/>
                    <a:pt x="1063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p17"/>
            <p:cNvSpPr/>
            <p:nvPr/>
          </p:nvSpPr>
          <p:spPr>
            <a:xfrm>
              <a:off x="4410950" y="1967925"/>
              <a:ext cx="78325" cy="111950"/>
            </a:xfrm>
            <a:custGeom>
              <a:rect b="b" l="l" r="r" t="t"/>
              <a:pathLst>
                <a:path extrusionOk="0" h="4478" w="3133">
                  <a:moveTo>
                    <a:pt x="203" y="1"/>
                  </a:moveTo>
                  <a:cubicBezTo>
                    <a:pt x="179" y="48"/>
                    <a:pt x="132" y="96"/>
                    <a:pt x="72" y="144"/>
                  </a:cubicBezTo>
                  <a:cubicBezTo>
                    <a:pt x="36" y="156"/>
                    <a:pt x="25" y="167"/>
                    <a:pt x="1" y="179"/>
                  </a:cubicBezTo>
                  <a:lnTo>
                    <a:pt x="2870" y="4477"/>
                  </a:lnTo>
                  <a:cubicBezTo>
                    <a:pt x="2965" y="4442"/>
                    <a:pt x="3049" y="4418"/>
                    <a:pt x="3132" y="4394"/>
                  </a:cubicBez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4" name="Google Shape;2034;p17"/>
            <p:cNvSpPr/>
            <p:nvPr/>
          </p:nvSpPr>
          <p:spPr>
            <a:xfrm>
              <a:off x="4061200" y="212390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5" name="Google Shape;2035;p17"/>
            <p:cNvSpPr/>
            <p:nvPr/>
          </p:nvSpPr>
          <p:spPr>
            <a:xfrm>
              <a:off x="4060900" y="2121825"/>
              <a:ext cx="25" cy="25"/>
            </a:xfrm>
            <a:custGeom>
              <a:rect b="b" l="l" r="r" t="t"/>
              <a:pathLst>
                <a:path extrusionOk="0" h="1" w="1">
                  <a:moveTo>
                    <a:pt x="1" y="0"/>
                  </a:move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6" name="Google Shape;2036;p17"/>
            <p:cNvSpPr/>
            <p:nvPr/>
          </p:nvSpPr>
          <p:spPr>
            <a:xfrm>
              <a:off x="4060900" y="212300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7" name="Google Shape;2037;p17"/>
            <p:cNvSpPr/>
            <p:nvPr/>
          </p:nvSpPr>
          <p:spPr>
            <a:xfrm>
              <a:off x="4313325" y="1964350"/>
              <a:ext cx="84550" cy="44675"/>
            </a:xfrm>
            <a:custGeom>
              <a:rect b="b" l="l" r="r" t="t"/>
              <a:pathLst>
                <a:path extrusionOk="0" h="1787" w="3382">
                  <a:moveTo>
                    <a:pt x="3263" y="1"/>
                  </a:moveTo>
                  <a:lnTo>
                    <a:pt x="0" y="1513"/>
                  </a:lnTo>
                  <a:cubicBezTo>
                    <a:pt x="48" y="1608"/>
                    <a:pt x="60" y="1703"/>
                    <a:pt x="48" y="1787"/>
                  </a:cubicBezTo>
                  <a:lnTo>
                    <a:pt x="3382" y="227"/>
                  </a:lnTo>
                  <a:cubicBezTo>
                    <a:pt x="3358" y="191"/>
                    <a:pt x="3334" y="179"/>
                    <a:pt x="3322" y="144"/>
                  </a:cubicBezTo>
                  <a:cubicBezTo>
                    <a:pt x="3287" y="108"/>
                    <a:pt x="3263" y="49"/>
                    <a:pt x="326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8" name="Google Shape;2038;p17"/>
            <p:cNvSpPr/>
            <p:nvPr/>
          </p:nvSpPr>
          <p:spPr>
            <a:xfrm>
              <a:off x="4068650" y="2015250"/>
              <a:ext cx="221775" cy="104225"/>
            </a:xfrm>
            <a:custGeom>
              <a:rect b="b" l="l" r="r" t="t"/>
              <a:pathLst>
                <a:path extrusionOk="0" h="4169" w="8871">
                  <a:moveTo>
                    <a:pt x="8692" y="1"/>
                  </a:moveTo>
                  <a:lnTo>
                    <a:pt x="48" y="4049"/>
                  </a:lnTo>
                  <a:lnTo>
                    <a:pt x="1" y="4168"/>
                  </a:lnTo>
                  <a:lnTo>
                    <a:pt x="1" y="4168"/>
                  </a:lnTo>
                  <a:lnTo>
                    <a:pt x="477" y="4144"/>
                  </a:lnTo>
                  <a:lnTo>
                    <a:pt x="8871" y="215"/>
                  </a:lnTo>
                  <a:cubicBezTo>
                    <a:pt x="8787" y="156"/>
                    <a:pt x="8740" y="84"/>
                    <a:pt x="8692"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9" name="Google Shape;2039;p17"/>
            <p:cNvSpPr/>
            <p:nvPr/>
          </p:nvSpPr>
          <p:spPr>
            <a:xfrm>
              <a:off x="4060900" y="2122125"/>
              <a:ext cx="25" cy="900"/>
            </a:xfrm>
            <a:custGeom>
              <a:rect b="b" l="l" r="r" t="t"/>
              <a:pathLst>
                <a:path extrusionOk="0" h="36" w="1">
                  <a:moveTo>
                    <a:pt x="1" y="36"/>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0" name="Google Shape;2040;p17"/>
            <p:cNvSpPr/>
            <p:nvPr/>
          </p:nvSpPr>
          <p:spPr>
            <a:xfrm>
              <a:off x="4060900" y="212330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1" name="Google Shape;2041;p17"/>
            <p:cNvSpPr/>
            <p:nvPr/>
          </p:nvSpPr>
          <p:spPr>
            <a:xfrm>
              <a:off x="4060900" y="2123000"/>
              <a:ext cx="25" cy="25"/>
            </a:xfrm>
            <a:custGeom>
              <a:rect b="b" l="l" r="r" t="t"/>
              <a:pathLst>
                <a:path extrusionOk="0" h="1" w="1">
                  <a:moveTo>
                    <a:pt x="1" y="1"/>
                  </a:moveTo>
                  <a:lnTo>
                    <a:pt x="1" y="1"/>
                  </a:ln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2" name="Google Shape;2042;p17"/>
            <p:cNvSpPr/>
            <p:nvPr/>
          </p:nvSpPr>
          <p:spPr>
            <a:xfrm>
              <a:off x="4060900" y="1888450"/>
              <a:ext cx="92900" cy="233400"/>
            </a:xfrm>
            <a:custGeom>
              <a:rect b="b" l="l" r="r" t="t"/>
              <a:pathLst>
                <a:path extrusionOk="0" h="9336" w="3716">
                  <a:moveTo>
                    <a:pt x="3466" y="1"/>
                  </a:moveTo>
                  <a:lnTo>
                    <a:pt x="22" y="9278"/>
                  </a:lnTo>
                  <a:lnTo>
                    <a:pt x="37" y="9264"/>
                  </a:lnTo>
                  <a:lnTo>
                    <a:pt x="108" y="9264"/>
                  </a:lnTo>
                  <a:lnTo>
                    <a:pt x="322" y="9240"/>
                  </a:lnTo>
                  <a:lnTo>
                    <a:pt x="370" y="9121"/>
                  </a:lnTo>
                  <a:lnTo>
                    <a:pt x="3716" y="108"/>
                  </a:lnTo>
                  <a:cubicBezTo>
                    <a:pt x="3644" y="84"/>
                    <a:pt x="3549" y="60"/>
                    <a:pt x="3478" y="13"/>
                  </a:cubicBezTo>
                  <a:cubicBezTo>
                    <a:pt x="3478" y="13"/>
                    <a:pt x="3466" y="13"/>
                    <a:pt x="3466" y="1"/>
                  </a:cubicBezTo>
                  <a:close/>
                  <a:moveTo>
                    <a:pt x="22" y="9278"/>
                  </a:moveTo>
                  <a:lnTo>
                    <a:pt x="13" y="9288"/>
                  </a:lnTo>
                  <a:lnTo>
                    <a:pt x="13" y="9300"/>
                  </a:lnTo>
                  <a:cubicBezTo>
                    <a:pt x="13" y="9300"/>
                    <a:pt x="1" y="9323"/>
                    <a:pt x="1" y="9335"/>
                  </a:cubicBezTo>
                  <a:lnTo>
                    <a:pt x="22" y="9278"/>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3" name="Google Shape;2043;p17"/>
            <p:cNvSpPr/>
            <p:nvPr/>
          </p:nvSpPr>
          <p:spPr>
            <a:xfrm>
              <a:off x="4060900" y="2123600"/>
              <a:ext cx="325" cy="325"/>
            </a:xfrm>
            <a:custGeom>
              <a:rect b="b" l="l" r="r" t="t"/>
              <a:pathLst>
                <a:path extrusionOk="0" h="13" w="13">
                  <a:moveTo>
                    <a:pt x="1" y="1"/>
                  </a:moveTo>
                  <a:cubicBezTo>
                    <a:pt x="1" y="13"/>
                    <a:pt x="1" y="13"/>
                    <a:pt x="1" y="1"/>
                  </a:cubicBezTo>
                  <a:cubicBezTo>
                    <a:pt x="13" y="13"/>
                    <a:pt x="13" y="13"/>
                    <a:pt x="1" y="1"/>
                  </a:cubicBezTo>
                  <a:cubicBezTo>
                    <a:pt x="1" y="13"/>
                    <a:pt x="1" y="13"/>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4" name="Google Shape;2044;p17"/>
            <p:cNvSpPr/>
            <p:nvPr/>
          </p:nvSpPr>
          <p:spPr>
            <a:xfrm>
              <a:off x="4061200" y="2124500"/>
              <a:ext cx="217925" cy="393825"/>
            </a:xfrm>
            <a:custGeom>
              <a:rect b="b" l="l" r="r" t="t"/>
              <a:pathLst>
                <a:path extrusionOk="0" h="15753" w="8717">
                  <a:moveTo>
                    <a:pt x="1" y="0"/>
                  </a:moveTo>
                  <a:cubicBezTo>
                    <a:pt x="3" y="8"/>
                    <a:pt x="7" y="15"/>
                    <a:pt x="13" y="22"/>
                  </a:cubicBezTo>
                  <a:lnTo>
                    <a:pt x="13" y="22"/>
                  </a:lnTo>
                  <a:lnTo>
                    <a:pt x="1" y="0"/>
                  </a:lnTo>
                  <a:close/>
                  <a:moveTo>
                    <a:pt x="13" y="22"/>
                  </a:moveTo>
                  <a:lnTo>
                    <a:pt x="8478" y="15752"/>
                  </a:lnTo>
                  <a:cubicBezTo>
                    <a:pt x="8561" y="15717"/>
                    <a:pt x="8633" y="15669"/>
                    <a:pt x="8716" y="15633"/>
                  </a:cubicBezTo>
                  <a:lnTo>
                    <a:pt x="322" y="60"/>
                  </a:lnTo>
                  <a:lnTo>
                    <a:pt x="120" y="72"/>
                  </a:lnTo>
                  <a:cubicBezTo>
                    <a:pt x="73" y="72"/>
                    <a:pt x="33" y="49"/>
                    <a:pt x="13" y="2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5" name="Google Shape;2045;p17"/>
            <p:cNvSpPr/>
            <p:nvPr/>
          </p:nvSpPr>
          <p:spPr>
            <a:xfrm>
              <a:off x="4060900" y="2121825"/>
              <a:ext cx="25" cy="25"/>
            </a:xfrm>
            <a:custGeom>
              <a:rect b="b" l="l" r="r" t="t"/>
              <a:pathLst>
                <a:path extrusionOk="0" h="1" w="1">
                  <a:moveTo>
                    <a:pt x="1" y="0"/>
                  </a:moveTo>
                  <a:lnTo>
                    <a:pt x="1" y="0"/>
                  </a:ln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6" name="Google Shape;2046;p17"/>
            <p:cNvSpPr/>
            <p:nvPr/>
          </p:nvSpPr>
          <p:spPr>
            <a:xfrm>
              <a:off x="4060900" y="2123000"/>
              <a:ext cx="25" cy="325"/>
            </a:xfrm>
            <a:custGeom>
              <a:rect b="b" l="l" r="r" t="t"/>
              <a:pathLst>
                <a:path extrusionOk="0" h="13" w="1">
                  <a:moveTo>
                    <a:pt x="1" y="1"/>
                  </a:moveTo>
                  <a:lnTo>
                    <a:pt x="1" y="1"/>
                  </a:lnTo>
                  <a:cubicBezTo>
                    <a:pt x="1" y="13"/>
                    <a:pt x="1" y="13"/>
                    <a:pt x="1" y="1"/>
                  </a:cubicBezTo>
                  <a:cubicBezTo>
                    <a:pt x="1" y="13"/>
                    <a:pt x="1" y="13"/>
                    <a:pt x="1" y="1"/>
                  </a:cubicBezTo>
                  <a:cubicBezTo>
                    <a:pt x="1" y="13"/>
                    <a:pt x="1" y="13"/>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7" name="Google Shape;2047;p17"/>
            <p:cNvSpPr/>
            <p:nvPr/>
          </p:nvSpPr>
          <p:spPr>
            <a:xfrm>
              <a:off x="4062400" y="2119775"/>
              <a:ext cx="325" cy="275"/>
            </a:xfrm>
            <a:custGeom>
              <a:rect b="b" l="l" r="r" t="t"/>
              <a:pathLst>
                <a:path extrusionOk="0" h="11" w="13">
                  <a:moveTo>
                    <a:pt x="12" y="0"/>
                  </a:moveTo>
                  <a:cubicBezTo>
                    <a:pt x="11" y="0"/>
                    <a:pt x="8" y="11"/>
                    <a:pt x="1" y="11"/>
                  </a:cubicBezTo>
                  <a:lnTo>
                    <a:pt x="12" y="11"/>
                  </a:lnTo>
                  <a:cubicBezTo>
                    <a:pt x="12" y="3"/>
                    <a:pt x="12" y="0"/>
                    <a:pt x="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8" name="Google Shape;2048;p17"/>
            <p:cNvSpPr/>
            <p:nvPr/>
          </p:nvSpPr>
          <p:spPr>
            <a:xfrm>
              <a:off x="4061200" y="2120625"/>
              <a:ext cx="25" cy="325"/>
            </a:xfrm>
            <a:custGeom>
              <a:rect b="b" l="l" r="r" t="t"/>
              <a:pathLst>
                <a:path extrusionOk="0" h="13" w="1">
                  <a:moveTo>
                    <a:pt x="1" y="13"/>
                  </a:moveTo>
                  <a:cubicBezTo>
                    <a:pt x="1" y="13"/>
                    <a:pt x="1" y="1"/>
                    <a:pt x="1" y="13"/>
                  </a:cubicBezTo>
                  <a:cubicBezTo>
                    <a:pt x="1" y="1"/>
                    <a:pt x="1" y="13"/>
                    <a:pt x="1"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9" name="Google Shape;2049;p17"/>
            <p:cNvSpPr/>
            <p:nvPr/>
          </p:nvSpPr>
          <p:spPr>
            <a:xfrm>
              <a:off x="4062400" y="2120025"/>
              <a:ext cx="25" cy="25"/>
            </a:xfrm>
            <a:custGeom>
              <a:rect b="b" l="l" r="r" t="t"/>
              <a:pathLst>
                <a:path extrusionOk="0" h="1" w="1">
                  <a:moveTo>
                    <a:pt x="1" y="1"/>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0" name="Google Shape;2050;p17"/>
            <p:cNvSpPr/>
            <p:nvPr/>
          </p:nvSpPr>
          <p:spPr>
            <a:xfrm>
              <a:off x="4063000" y="21194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1" name="Google Shape;2051;p17"/>
            <p:cNvSpPr/>
            <p:nvPr/>
          </p:nvSpPr>
          <p:spPr>
            <a:xfrm>
              <a:off x="4348750" y="2085200"/>
              <a:ext cx="488175" cy="446225"/>
            </a:xfrm>
            <a:custGeom>
              <a:rect b="b" l="l" r="r" t="t"/>
              <a:pathLst>
                <a:path extrusionOk="0" h="17849" w="19527">
                  <a:moveTo>
                    <a:pt x="19515" y="1"/>
                  </a:moveTo>
                  <a:lnTo>
                    <a:pt x="19217" y="25"/>
                  </a:lnTo>
                  <a:lnTo>
                    <a:pt x="0" y="17658"/>
                  </a:lnTo>
                  <a:cubicBezTo>
                    <a:pt x="60" y="17717"/>
                    <a:pt x="119" y="17777"/>
                    <a:pt x="179" y="17848"/>
                  </a:cubicBezTo>
                  <a:lnTo>
                    <a:pt x="19479" y="144"/>
                  </a:lnTo>
                  <a:cubicBezTo>
                    <a:pt x="19527" y="108"/>
                    <a:pt x="19527" y="48"/>
                    <a:pt x="1951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2" name="Google Shape;2052;p17"/>
            <p:cNvSpPr/>
            <p:nvPr/>
          </p:nvSpPr>
          <p:spPr>
            <a:xfrm>
              <a:off x="4521375" y="2069725"/>
              <a:ext cx="477175" cy="31875"/>
            </a:xfrm>
            <a:custGeom>
              <a:rect b="b" l="l" r="r" t="t"/>
              <a:pathLst>
                <a:path extrusionOk="0" h="1275" w="19087">
                  <a:moveTo>
                    <a:pt x="19063" y="1"/>
                  </a:moveTo>
                  <a:lnTo>
                    <a:pt x="1" y="1013"/>
                  </a:lnTo>
                  <a:cubicBezTo>
                    <a:pt x="37" y="1096"/>
                    <a:pt x="60" y="1191"/>
                    <a:pt x="72" y="1275"/>
                  </a:cubicBezTo>
                  <a:lnTo>
                    <a:pt x="12324" y="620"/>
                  </a:lnTo>
                  <a:lnTo>
                    <a:pt x="12622" y="608"/>
                  </a:lnTo>
                  <a:lnTo>
                    <a:pt x="19087" y="263"/>
                  </a:lnTo>
                  <a:cubicBezTo>
                    <a:pt x="19063" y="179"/>
                    <a:pt x="19063" y="84"/>
                    <a:pt x="1906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3" name="Google Shape;2053;p17"/>
            <p:cNvSpPr/>
            <p:nvPr/>
          </p:nvSpPr>
          <p:spPr>
            <a:xfrm>
              <a:off x="4060900" y="2098000"/>
              <a:ext cx="405150" cy="28075"/>
            </a:xfrm>
            <a:custGeom>
              <a:rect b="b" l="l" r="r" t="t"/>
              <a:pathLst>
                <a:path extrusionOk="0" h="1123" w="16206">
                  <a:moveTo>
                    <a:pt x="16205" y="1"/>
                  </a:moveTo>
                  <a:lnTo>
                    <a:pt x="799" y="810"/>
                  </a:lnTo>
                  <a:lnTo>
                    <a:pt x="322" y="846"/>
                  </a:lnTo>
                  <a:lnTo>
                    <a:pt x="120" y="858"/>
                  </a:lnTo>
                  <a:lnTo>
                    <a:pt x="72" y="858"/>
                  </a:lnTo>
                  <a:cubicBezTo>
                    <a:pt x="61" y="858"/>
                    <a:pt x="61" y="858"/>
                    <a:pt x="37" y="882"/>
                  </a:cubicBezTo>
                  <a:lnTo>
                    <a:pt x="13" y="906"/>
                  </a:lnTo>
                  <a:lnTo>
                    <a:pt x="13" y="918"/>
                  </a:lnTo>
                  <a:cubicBezTo>
                    <a:pt x="13" y="941"/>
                    <a:pt x="1" y="941"/>
                    <a:pt x="1" y="953"/>
                  </a:cubicBezTo>
                  <a:lnTo>
                    <a:pt x="1" y="977"/>
                  </a:lnTo>
                  <a:lnTo>
                    <a:pt x="1" y="1001"/>
                  </a:lnTo>
                  <a:lnTo>
                    <a:pt x="1" y="1013"/>
                  </a:lnTo>
                  <a:lnTo>
                    <a:pt x="1" y="1025"/>
                  </a:lnTo>
                  <a:cubicBezTo>
                    <a:pt x="22" y="1087"/>
                    <a:pt x="70" y="1122"/>
                    <a:pt x="113" y="1122"/>
                  </a:cubicBezTo>
                  <a:cubicBezTo>
                    <a:pt x="120" y="1122"/>
                    <a:pt x="126" y="1121"/>
                    <a:pt x="132" y="1120"/>
                  </a:cubicBezTo>
                  <a:lnTo>
                    <a:pt x="334" y="1096"/>
                  </a:lnTo>
                  <a:lnTo>
                    <a:pt x="16146" y="263"/>
                  </a:lnTo>
                  <a:cubicBezTo>
                    <a:pt x="16146" y="179"/>
                    <a:pt x="16170" y="84"/>
                    <a:pt x="1620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4" name="Google Shape;2054;p17"/>
            <p:cNvSpPr/>
            <p:nvPr/>
          </p:nvSpPr>
          <p:spPr>
            <a:xfrm>
              <a:off x="4238325" y="2509150"/>
              <a:ext cx="136050" cy="125500"/>
            </a:xfrm>
            <a:custGeom>
              <a:rect b="b" l="l" r="r" t="t"/>
              <a:pathLst>
                <a:path extrusionOk="0" h="5020" w="5442">
                  <a:moveTo>
                    <a:pt x="2687" y="1"/>
                  </a:moveTo>
                  <a:cubicBezTo>
                    <a:pt x="2496" y="1"/>
                    <a:pt x="2302" y="23"/>
                    <a:pt x="2108" y="69"/>
                  </a:cubicBezTo>
                  <a:cubicBezTo>
                    <a:pt x="1953" y="116"/>
                    <a:pt x="1786" y="164"/>
                    <a:pt x="1631" y="235"/>
                  </a:cubicBezTo>
                  <a:cubicBezTo>
                    <a:pt x="1560" y="283"/>
                    <a:pt x="1476" y="307"/>
                    <a:pt x="1393" y="354"/>
                  </a:cubicBezTo>
                  <a:cubicBezTo>
                    <a:pt x="488" y="902"/>
                    <a:pt x="0" y="1998"/>
                    <a:pt x="250" y="3093"/>
                  </a:cubicBezTo>
                  <a:cubicBezTo>
                    <a:pt x="535" y="4252"/>
                    <a:pt x="1557" y="5020"/>
                    <a:pt x="2687" y="5020"/>
                  </a:cubicBezTo>
                  <a:cubicBezTo>
                    <a:pt x="2881" y="5020"/>
                    <a:pt x="3077" y="4997"/>
                    <a:pt x="3274" y="4950"/>
                  </a:cubicBezTo>
                  <a:cubicBezTo>
                    <a:pt x="4620" y="4629"/>
                    <a:pt x="5441" y="3271"/>
                    <a:pt x="5132" y="1938"/>
                  </a:cubicBezTo>
                  <a:cubicBezTo>
                    <a:pt x="5048" y="1533"/>
                    <a:pt x="4846" y="1188"/>
                    <a:pt x="4596" y="890"/>
                  </a:cubicBezTo>
                  <a:cubicBezTo>
                    <a:pt x="4548" y="819"/>
                    <a:pt x="4489" y="759"/>
                    <a:pt x="4417" y="700"/>
                  </a:cubicBezTo>
                  <a:cubicBezTo>
                    <a:pt x="3957" y="258"/>
                    <a:pt x="3340" y="1"/>
                    <a:pt x="26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5" name="Google Shape;2055;p17"/>
            <p:cNvSpPr/>
            <p:nvPr/>
          </p:nvSpPr>
          <p:spPr>
            <a:xfrm>
              <a:off x="4463650" y="2077450"/>
              <a:ext cx="61025" cy="59300"/>
            </a:xfrm>
            <a:custGeom>
              <a:rect b="b" l="l" r="r" t="t"/>
              <a:pathLst>
                <a:path extrusionOk="0" h="2372" w="2441">
                  <a:moveTo>
                    <a:pt x="1220" y="0"/>
                  </a:moveTo>
                  <a:cubicBezTo>
                    <a:pt x="1158" y="0"/>
                    <a:pt x="1097" y="5"/>
                    <a:pt x="1036" y="13"/>
                  </a:cubicBezTo>
                  <a:cubicBezTo>
                    <a:pt x="941" y="37"/>
                    <a:pt x="857" y="61"/>
                    <a:pt x="762" y="96"/>
                  </a:cubicBezTo>
                  <a:cubicBezTo>
                    <a:pt x="524" y="180"/>
                    <a:pt x="334" y="358"/>
                    <a:pt x="203" y="585"/>
                  </a:cubicBezTo>
                  <a:cubicBezTo>
                    <a:pt x="155" y="656"/>
                    <a:pt x="119" y="751"/>
                    <a:pt x="95" y="823"/>
                  </a:cubicBezTo>
                  <a:cubicBezTo>
                    <a:pt x="60" y="906"/>
                    <a:pt x="48" y="1001"/>
                    <a:pt x="36" y="1085"/>
                  </a:cubicBezTo>
                  <a:cubicBezTo>
                    <a:pt x="0" y="1537"/>
                    <a:pt x="214" y="1966"/>
                    <a:pt x="619" y="2204"/>
                  </a:cubicBezTo>
                  <a:cubicBezTo>
                    <a:pt x="809" y="2317"/>
                    <a:pt x="1018" y="2371"/>
                    <a:pt x="1224" y="2371"/>
                  </a:cubicBezTo>
                  <a:cubicBezTo>
                    <a:pt x="1627" y="2371"/>
                    <a:pt x="2022" y="2165"/>
                    <a:pt x="2250" y="1787"/>
                  </a:cubicBezTo>
                  <a:cubicBezTo>
                    <a:pt x="2405" y="1537"/>
                    <a:pt x="2441" y="1239"/>
                    <a:pt x="2405" y="966"/>
                  </a:cubicBezTo>
                  <a:cubicBezTo>
                    <a:pt x="2381" y="882"/>
                    <a:pt x="2358" y="787"/>
                    <a:pt x="2322" y="704"/>
                  </a:cubicBezTo>
                  <a:cubicBezTo>
                    <a:pt x="2203" y="489"/>
                    <a:pt x="2048" y="299"/>
                    <a:pt x="1822" y="168"/>
                  </a:cubicBezTo>
                  <a:cubicBezTo>
                    <a:pt x="1630" y="49"/>
                    <a:pt x="1424" y="0"/>
                    <a:pt x="122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6" name="Google Shape;2056;p17"/>
            <p:cNvSpPr/>
            <p:nvPr/>
          </p:nvSpPr>
          <p:spPr>
            <a:xfrm>
              <a:off x="4997625" y="2051475"/>
              <a:ext cx="45275" cy="42075"/>
            </a:xfrm>
            <a:custGeom>
              <a:rect b="b" l="l" r="r" t="t"/>
              <a:pathLst>
                <a:path extrusionOk="0" h="1683" w="1811">
                  <a:moveTo>
                    <a:pt x="852" y="1"/>
                  </a:moveTo>
                  <a:cubicBezTo>
                    <a:pt x="643" y="1"/>
                    <a:pt x="440" y="79"/>
                    <a:pt x="287" y="219"/>
                  </a:cubicBezTo>
                  <a:cubicBezTo>
                    <a:pt x="227" y="278"/>
                    <a:pt x="180" y="338"/>
                    <a:pt x="132" y="421"/>
                  </a:cubicBezTo>
                  <a:cubicBezTo>
                    <a:pt x="120" y="421"/>
                    <a:pt x="120" y="433"/>
                    <a:pt x="120" y="433"/>
                  </a:cubicBezTo>
                  <a:cubicBezTo>
                    <a:pt x="60" y="516"/>
                    <a:pt x="37" y="624"/>
                    <a:pt x="13" y="731"/>
                  </a:cubicBezTo>
                  <a:cubicBezTo>
                    <a:pt x="1" y="814"/>
                    <a:pt x="13" y="909"/>
                    <a:pt x="25" y="993"/>
                  </a:cubicBezTo>
                  <a:cubicBezTo>
                    <a:pt x="72" y="1219"/>
                    <a:pt x="203" y="1433"/>
                    <a:pt x="430" y="1564"/>
                  </a:cubicBezTo>
                  <a:cubicBezTo>
                    <a:pt x="566" y="1644"/>
                    <a:pt x="716" y="1683"/>
                    <a:pt x="864" y="1683"/>
                  </a:cubicBezTo>
                  <a:cubicBezTo>
                    <a:pt x="1154" y="1683"/>
                    <a:pt x="1435" y="1535"/>
                    <a:pt x="1584" y="1266"/>
                  </a:cubicBezTo>
                  <a:cubicBezTo>
                    <a:pt x="1811" y="874"/>
                    <a:pt x="1680" y="362"/>
                    <a:pt x="1287" y="123"/>
                  </a:cubicBezTo>
                  <a:cubicBezTo>
                    <a:pt x="1149" y="40"/>
                    <a:pt x="999" y="1"/>
                    <a:pt x="85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7" name="Google Shape;2057;p17"/>
            <p:cNvSpPr/>
            <p:nvPr/>
          </p:nvSpPr>
          <p:spPr>
            <a:xfrm>
              <a:off x="4680925" y="1807100"/>
              <a:ext cx="31875" cy="29875"/>
            </a:xfrm>
            <a:custGeom>
              <a:rect b="b" l="l" r="r" t="t"/>
              <a:pathLst>
                <a:path extrusionOk="0" h="1195" w="1275">
                  <a:moveTo>
                    <a:pt x="613" y="1"/>
                  </a:moveTo>
                  <a:cubicBezTo>
                    <a:pt x="553" y="1"/>
                    <a:pt x="494" y="10"/>
                    <a:pt x="441" y="28"/>
                  </a:cubicBezTo>
                  <a:cubicBezTo>
                    <a:pt x="358" y="40"/>
                    <a:pt x="298" y="88"/>
                    <a:pt x="239" y="135"/>
                  </a:cubicBezTo>
                  <a:cubicBezTo>
                    <a:pt x="179" y="171"/>
                    <a:pt x="120" y="231"/>
                    <a:pt x="96" y="314"/>
                  </a:cubicBezTo>
                  <a:cubicBezTo>
                    <a:pt x="96" y="326"/>
                    <a:pt x="84" y="326"/>
                    <a:pt x="84" y="338"/>
                  </a:cubicBezTo>
                  <a:cubicBezTo>
                    <a:pt x="25" y="469"/>
                    <a:pt x="1" y="612"/>
                    <a:pt x="36" y="743"/>
                  </a:cubicBezTo>
                  <a:cubicBezTo>
                    <a:pt x="48" y="826"/>
                    <a:pt x="96" y="909"/>
                    <a:pt x="155" y="981"/>
                  </a:cubicBezTo>
                  <a:cubicBezTo>
                    <a:pt x="203" y="1040"/>
                    <a:pt x="263" y="1076"/>
                    <a:pt x="322" y="1112"/>
                  </a:cubicBezTo>
                  <a:cubicBezTo>
                    <a:pt x="423" y="1167"/>
                    <a:pt x="530" y="1195"/>
                    <a:pt x="634" y="1195"/>
                  </a:cubicBezTo>
                  <a:cubicBezTo>
                    <a:pt x="775" y="1195"/>
                    <a:pt x="910" y="1143"/>
                    <a:pt x="1013" y="1040"/>
                  </a:cubicBezTo>
                  <a:cubicBezTo>
                    <a:pt x="1060" y="993"/>
                    <a:pt x="1096" y="945"/>
                    <a:pt x="1120" y="909"/>
                  </a:cubicBezTo>
                  <a:lnTo>
                    <a:pt x="1168" y="814"/>
                  </a:lnTo>
                  <a:cubicBezTo>
                    <a:pt x="1275" y="540"/>
                    <a:pt x="1168" y="231"/>
                    <a:pt x="917" y="88"/>
                  </a:cubicBezTo>
                  <a:cubicBezTo>
                    <a:pt x="820" y="28"/>
                    <a:pt x="714" y="1"/>
                    <a:pt x="61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8" name="Google Shape;2058;p17"/>
            <p:cNvSpPr/>
            <p:nvPr/>
          </p:nvSpPr>
          <p:spPr>
            <a:xfrm>
              <a:off x="4217475" y="1692975"/>
              <a:ext cx="32775" cy="29775"/>
            </a:xfrm>
            <a:custGeom>
              <a:rect b="b" l="l" r="r" t="t"/>
              <a:pathLst>
                <a:path extrusionOk="0" h="1191" w="1311">
                  <a:moveTo>
                    <a:pt x="667" y="0"/>
                  </a:moveTo>
                  <a:cubicBezTo>
                    <a:pt x="623" y="0"/>
                    <a:pt x="578" y="3"/>
                    <a:pt x="536" y="9"/>
                  </a:cubicBezTo>
                  <a:cubicBezTo>
                    <a:pt x="525" y="9"/>
                    <a:pt x="501" y="21"/>
                    <a:pt x="489" y="21"/>
                  </a:cubicBezTo>
                  <a:cubicBezTo>
                    <a:pt x="405" y="57"/>
                    <a:pt x="322" y="93"/>
                    <a:pt x="263" y="152"/>
                  </a:cubicBezTo>
                  <a:cubicBezTo>
                    <a:pt x="227" y="200"/>
                    <a:pt x="191" y="236"/>
                    <a:pt x="167" y="295"/>
                  </a:cubicBezTo>
                  <a:cubicBezTo>
                    <a:pt x="1" y="569"/>
                    <a:pt x="84" y="950"/>
                    <a:pt x="370" y="1105"/>
                  </a:cubicBezTo>
                  <a:cubicBezTo>
                    <a:pt x="468" y="1164"/>
                    <a:pt x="570" y="1190"/>
                    <a:pt x="672" y="1190"/>
                  </a:cubicBezTo>
                  <a:cubicBezTo>
                    <a:pt x="754" y="1190"/>
                    <a:pt x="837" y="1173"/>
                    <a:pt x="917" y="1140"/>
                  </a:cubicBezTo>
                  <a:cubicBezTo>
                    <a:pt x="1013" y="1105"/>
                    <a:pt x="1084" y="1045"/>
                    <a:pt x="1144" y="986"/>
                  </a:cubicBezTo>
                  <a:cubicBezTo>
                    <a:pt x="1156" y="962"/>
                    <a:pt x="1191" y="926"/>
                    <a:pt x="1203" y="902"/>
                  </a:cubicBezTo>
                  <a:cubicBezTo>
                    <a:pt x="1298" y="736"/>
                    <a:pt x="1310" y="557"/>
                    <a:pt x="1251" y="390"/>
                  </a:cubicBezTo>
                  <a:cubicBezTo>
                    <a:pt x="1215" y="307"/>
                    <a:pt x="1179" y="236"/>
                    <a:pt x="1096" y="176"/>
                  </a:cubicBezTo>
                  <a:cubicBezTo>
                    <a:pt x="1072" y="140"/>
                    <a:pt x="1025" y="116"/>
                    <a:pt x="977" y="81"/>
                  </a:cubicBezTo>
                  <a:cubicBezTo>
                    <a:pt x="917" y="57"/>
                    <a:pt x="858" y="21"/>
                    <a:pt x="798" y="9"/>
                  </a:cubicBezTo>
                  <a:cubicBezTo>
                    <a:pt x="757" y="3"/>
                    <a:pt x="712" y="0"/>
                    <a:pt x="6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9" name="Google Shape;2059;p17"/>
            <p:cNvSpPr/>
            <p:nvPr/>
          </p:nvSpPr>
          <p:spPr>
            <a:xfrm>
              <a:off x="4181750" y="2480200"/>
              <a:ext cx="48250" cy="41975"/>
            </a:xfrm>
            <a:custGeom>
              <a:rect b="b" l="l" r="r" t="t"/>
              <a:pathLst>
                <a:path extrusionOk="0" h="1679" w="1930">
                  <a:moveTo>
                    <a:pt x="951" y="1"/>
                  </a:moveTo>
                  <a:cubicBezTo>
                    <a:pt x="664" y="1"/>
                    <a:pt x="389" y="149"/>
                    <a:pt x="239" y="417"/>
                  </a:cubicBezTo>
                  <a:cubicBezTo>
                    <a:pt x="1" y="810"/>
                    <a:pt x="132" y="1334"/>
                    <a:pt x="537" y="1560"/>
                  </a:cubicBezTo>
                  <a:cubicBezTo>
                    <a:pt x="673" y="1640"/>
                    <a:pt x="822" y="1679"/>
                    <a:pt x="968" y="1679"/>
                  </a:cubicBezTo>
                  <a:cubicBezTo>
                    <a:pt x="1254" y="1679"/>
                    <a:pt x="1530" y="1531"/>
                    <a:pt x="1680" y="1262"/>
                  </a:cubicBezTo>
                  <a:cubicBezTo>
                    <a:pt x="1930" y="870"/>
                    <a:pt x="1799" y="358"/>
                    <a:pt x="1382" y="119"/>
                  </a:cubicBezTo>
                  <a:cubicBezTo>
                    <a:pt x="1246" y="39"/>
                    <a:pt x="1097" y="1"/>
                    <a:pt x="95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0" name="Google Shape;2060;p17"/>
            <p:cNvSpPr/>
            <p:nvPr/>
          </p:nvSpPr>
          <p:spPr>
            <a:xfrm>
              <a:off x="4137400" y="1857875"/>
              <a:ext cx="38125" cy="33450"/>
            </a:xfrm>
            <a:custGeom>
              <a:rect b="b" l="l" r="r" t="t"/>
              <a:pathLst>
                <a:path extrusionOk="0" h="1338" w="1525">
                  <a:moveTo>
                    <a:pt x="772" y="1"/>
                  </a:moveTo>
                  <a:cubicBezTo>
                    <a:pt x="539" y="1"/>
                    <a:pt x="311" y="123"/>
                    <a:pt x="191" y="331"/>
                  </a:cubicBezTo>
                  <a:cubicBezTo>
                    <a:pt x="1" y="640"/>
                    <a:pt x="120" y="1045"/>
                    <a:pt x="418" y="1236"/>
                  </a:cubicBezTo>
                  <a:cubicBezTo>
                    <a:pt x="418" y="1236"/>
                    <a:pt x="430" y="1236"/>
                    <a:pt x="430" y="1260"/>
                  </a:cubicBezTo>
                  <a:cubicBezTo>
                    <a:pt x="489" y="1283"/>
                    <a:pt x="584" y="1319"/>
                    <a:pt x="656" y="1331"/>
                  </a:cubicBezTo>
                  <a:cubicBezTo>
                    <a:pt x="685" y="1335"/>
                    <a:pt x="714" y="1337"/>
                    <a:pt x="743" y="1337"/>
                  </a:cubicBezTo>
                  <a:cubicBezTo>
                    <a:pt x="879" y="1337"/>
                    <a:pt x="1012" y="1293"/>
                    <a:pt x="1120" y="1224"/>
                  </a:cubicBezTo>
                  <a:cubicBezTo>
                    <a:pt x="1192" y="1176"/>
                    <a:pt x="1251" y="1117"/>
                    <a:pt x="1311" y="1045"/>
                  </a:cubicBezTo>
                  <a:cubicBezTo>
                    <a:pt x="1322" y="1033"/>
                    <a:pt x="1322" y="1021"/>
                    <a:pt x="1346" y="998"/>
                  </a:cubicBezTo>
                  <a:cubicBezTo>
                    <a:pt x="1525" y="688"/>
                    <a:pt x="1418" y="271"/>
                    <a:pt x="1108" y="93"/>
                  </a:cubicBezTo>
                  <a:cubicBezTo>
                    <a:pt x="1003" y="30"/>
                    <a:pt x="887" y="1"/>
                    <a:pt x="77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1" name="Google Shape;2061;p17"/>
            <p:cNvSpPr/>
            <p:nvPr/>
          </p:nvSpPr>
          <p:spPr>
            <a:xfrm>
              <a:off x="4394275" y="1948925"/>
              <a:ext cx="24450" cy="24450"/>
            </a:xfrm>
            <a:custGeom>
              <a:rect b="b" l="l" r="r" t="t"/>
              <a:pathLst>
                <a:path extrusionOk="0" h="978" w="978">
                  <a:moveTo>
                    <a:pt x="494" y="1"/>
                  </a:moveTo>
                  <a:cubicBezTo>
                    <a:pt x="461" y="1"/>
                    <a:pt x="427" y="4"/>
                    <a:pt x="394" y="11"/>
                  </a:cubicBezTo>
                  <a:cubicBezTo>
                    <a:pt x="334" y="23"/>
                    <a:pt x="275" y="34"/>
                    <a:pt x="239" y="82"/>
                  </a:cubicBezTo>
                  <a:cubicBezTo>
                    <a:pt x="203" y="94"/>
                    <a:pt x="191" y="130"/>
                    <a:pt x="156" y="142"/>
                  </a:cubicBezTo>
                  <a:cubicBezTo>
                    <a:pt x="37" y="261"/>
                    <a:pt x="1" y="427"/>
                    <a:pt x="37" y="594"/>
                  </a:cubicBezTo>
                  <a:cubicBezTo>
                    <a:pt x="61" y="642"/>
                    <a:pt x="72" y="689"/>
                    <a:pt x="96" y="737"/>
                  </a:cubicBezTo>
                  <a:cubicBezTo>
                    <a:pt x="120" y="796"/>
                    <a:pt x="132" y="832"/>
                    <a:pt x="156" y="844"/>
                  </a:cubicBezTo>
                  <a:cubicBezTo>
                    <a:pt x="247" y="928"/>
                    <a:pt x="363" y="978"/>
                    <a:pt x="481" y="978"/>
                  </a:cubicBezTo>
                  <a:cubicBezTo>
                    <a:pt x="548" y="978"/>
                    <a:pt x="615" y="962"/>
                    <a:pt x="680" y="927"/>
                  </a:cubicBezTo>
                  <a:cubicBezTo>
                    <a:pt x="715" y="916"/>
                    <a:pt x="739" y="904"/>
                    <a:pt x="751" y="892"/>
                  </a:cubicBezTo>
                  <a:cubicBezTo>
                    <a:pt x="799" y="856"/>
                    <a:pt x="846" y="808"/>
                    <a:pt x="894" y="749"/>
                  </a:cubicBezTo>
                  <a:cubicBezTo>
                    <a:pt x="953" y="666"/>
                    <a:pt x="977" y="558"/>
                    <a:pt x="965" y="439"/>
                  </a:cubicBezTo>
                  <a:cubicBezTo>
                    <a:pt x="965" y="368"/>
                    <a:pt x="930" y="296"/>
                    <a:pt x="894" y="213"/>
                  </a:cubicBezTo>
                  <a:cubicBezTo>
                    <a:pt x="894" y="201"/>
                    <a:pt x="870" y="201"/>
                    <a:pt x="870" y="189"/>
                  </a:cubicBezTo>
                  <a:cubicBezTo>
                    <a:pt x="773" y="63"/>
                    <a:pt x="637" y="1"/>
                    <a:pt x="49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2" name="Google Shape;2062;p17"/>
            <p:cNvSpPr/>
            <p:nvPr/>
          </p:nvSpPr>
          <p:spPr>
            <a:xfrm>
              <a:off x="4283550" y="1992300"/>
              <a:ext cx="31000" cy="30675"/>
            </a:xfrm>
            <a:custGeom>
              <a:rect b="b" l="l" r="r" t="t"/>
              <a:pathLst>
                <a:path extrusionOk="0" h="1227" w="1240">
                  <a:moveTo>
                    <a:pt x="633" y="0"/>
                  </a:moveTo>
                  <a:cubicBezTo>
                    <a:pt x="500" y="0"/>
                    <a:pt x="370" y="46"/>
                    <a:pt x="263" y="133"/>
                  </a:cubicBezTo>
                  <a:cubicBezTo>
                    <a:pt x="191" y="193"/>
                    <a:pt x="156" y="252"/>
                    <a:pt x="108" y="324"/>
                  </a:cubicBezTo>
                  <a:cubicBezTo>
                    <a:pt x="108" y="347"/>
                    <a:pt x="96" y="359"/>
                    <a:pt x="96" y="359"/>
                  </a:cubicBezTo>
                  <a:cubicBezTo>
                    <a:pt x="1" y="538"/>
                    <a:pt x="1" y="740"/>
                    <a:pt x="96" y="907"/>
                  </a:cubicBezTo>
                  <a:cubicBezTo>
                    <a:pt x="144" y="978"/>
                    <a:pt x="203" y="1062"/>
                    <a:pt x="275" y="1109"/>
                  </a:cubicBezTo>
                  <a:cubicBezTo>
                    <a:pt x="287" y="1133"/>
                    <a:pt x="299" y="1133"/>
                    <a:pt x="322" y="1145"/>
                  </a:cubicBezTo>
                  <a:cubicBezTo>
                    <a:pt x="421" y="1200"/>
                    <a:pt x="527" y="1227"/>
                    <a:pt x="631" y="1227"/>
                  </a:cubicBezTo>
                  <a:cubicBezTo>
                    <a:pt x="842" y="1227"/>
                    <a:pt x="1044" y="1118"/>
                    <a:pt x="1156" y="919"/>
                  </a:cubicBezTo>
                  <a:cubicBezTo>
                    <a:pt x="1191" y="835"/>
                    <a:pt x="1227" y="740"/>
                    <a:pt x="1239" y="657"/>
                  </a:cubicBezTo>
                  <a:cubicBezTo>
                    <a:pt x="1239" y="562"/>
                    <a:pt x="1227" y="478"/>
                    <a:pt x="1191" y="383"/>
                  </a:cubicBezTo>
                  <a:cubicBezTo>
                    <a:pt x="1156" y="264"/>
                    <a:pt x="1061" y="157"/>
                    <a:pt x="941" y="85"/>
                  </a:cubicBezTo>
                  <a:cubicBezTo>
                    <a:pt x="842" y="28"/>
                    <a:pt x="737" y="0"/>
                    <a:pt x="63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63" name="Google Shape;2063;p17"/>
          <p:cNvGrpSpPr/>
          <p:nvPr/>
        </p:nvGrpSpPr>
        <p:grpSpPr>
          <a:xfrm flipH="1" rot="5400000">
            <a:off x="7221312" y="3170518"/>
            <a:ext cx="1807469" cy="1928995"/>
            <a:chOff x="4060900" y="1586625"/>
            <a:chExt cx="982000" cy="1048025"/>
          </a:xfrm>
        </p:grpSpPr>
        <p:sp>
          <p:nvSpPr>
            <p:cNvPr id="2064" name="Google Shape;2064;p17"/>
            <p:cNvSpPr/>
            <p:nvPr/>
          </p:nvSpPr>
          <p:spPr>
            <a:xfrm>
              <a:off x="4535675" y="1586625"/>
              <a:ext cx="155700" cy="223875"/>
            </a:xfrm>
            <a:custGeom>
              <a:rect b="b" l="l" r="r" t="t"/>
              <a:pathLst>
                <a:path extrusionOk="0" h="8955" w="6228">
                  <a:moveTo>
                    <a:pt x="0" y="1"/>
                  </a:moveTo>
                  <a:lnTo>
                    <a:pt x="5918" y="8859"/>
                  </a:lnTo>
                  <a:lnTo>
                    <a:pt x="6037" y="8954"/>
                  </a:lnTo>
                  <a:cubicBezTo>
                    <a:pt x="6096" y="8907"/>
                    <a:pt x="6156" y="8871"/>
                    <a:pt x="6227" y="8847"/>
                  </a:cubicBezTo>
                  <a:lnTo>
                    <a:pt x="3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5" name="Google Shape;2065;p17"/>
            <p:cNvSpPr/>
            <p:nvPr/>
          </p:nvSpPr>
          <p:spPr>
            <a:xfrm>
              <a:off x="4392200" y="1586625"/>
              <a:ext cx="25025" cy="13125"/>
            </a:xfrm>
            <a:custGeom>
              <a:rect b="b" l="l" r="r" t="t"/>
              <a:pathLst>
                <a:path extrusionOk="0" h="525" w="1001">
                  <a:moveTo>
                    <a:pt x="525" y="1"/>
                  </a:moveTo>
                  <a:lnTo>
                    <a:pt x="1" y="358"/>
                  </a:lnTo>
                  <a:lnTo>
                    <a:pt x="239" y="525"/>
                  </a:lnTo>
                  <a:lnTo>
                    <a:pt x="100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6" name="Google Shape;2066;p17"/>
            <p:cNvSpPr/>
            <p:nvPr/>
          </p:nvSpPr>
          <p:spPr>
            <a:xfrm>
              <a:off x="4244875" y="1599725"/>
              <a:ext cx="147950" cy="103625"/>
            </a:xfrm>
            <a:custGeom>
              <a:rect b="b" l="l" r="r" t="t"/>
              <a:pathLst>
                <a:path extrusionOk="0" h="4145" w="5918">
                  <a:moveTo>
                    <a:pt x="5679" y="1"/>
                  </a:moveTo>
                  <a:lnTo>
                    <a:pt x="0" y="3918"/>
                  </a:lnTo>
                  <a:cubicBezTo>
                    <a:pt x="60" y="3977"/>
                    <a:pt x="119" y="4049"/>
                    <a:pt x="155" y="4144"/>
                  </a:cubicBezTo>
                  <a:lnTo>
                    <a:pt x="5917" y="179"/>
                  </a:lnTo>
                  <a:lnTo>
                    <a:pt x="567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7" name="Google Shape;2067;p17"/>
            <p:cNvSpPr/>
            <p:nvPr/>
          </p:nvSpPr>
          <p:spPr>
            <a:xfrm>
              <a:off x="4368975" y="1586625"/>
              <a:ext cx="317625" cy="228925"/>
            </a:xfrm>
            <a:custGeom>
              <a:rect b="b" l="l" r="r" t="t"/>
              <a:pathLst>
                <a:path extrusionOk="0" h="9157" w="12705">
                  <a:moveTo>
                    <a:pt x="1" y="1"/>
                  </a:moveTo>
                  <a:lnTo>
                    <a:pt x="715" y="525"/>
                  </a:lnTo>
                  <a:lnTo>
                    <a:pt x="930" y="691"/>
                  </a:lnTo>
                  <a:lnTo>
                    <a:pt x="12538" y="9157"/>
                  </a:lnTo>
                  <a:cubicBezTo>
                    <a:pt x="12538" y="9145"/>
                    <a:pt x="12550" y="9145"/>
                    <a:pt x="12550" y="9133"/>
                  </a:cubicBezTo>
                  <a:cubicBezTo>
                    <a:pt x="12598" y="9050"/>
                    <a:pt x="12645" y="8990"/>
                    <a:pt x="12705" y="8954"/>
                  </a:cubicBezTo>
                  <a:lnTo>
                    <a:pt x="12586" y="8859"/>
                  </a:lnTo>
                  <a:lnTo>
                    <a:pt x="1168" y="525"/>
                  </a:lnTo>
                  <a:lnTo>
                    <a:pt x="930" y="358"/>
                  </a:lnTo>
                  <a:lnTo>
                    <a:pt x="44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8" name="Google Shape;2068;p17"/>
            <p:cNvSpPr/>
            <p:nvPr/>
          </p:nvSpPr>
          <p:spPr>
            <a:xfrm>
              <a:off x="4224025" y="1586625"/>
              <a:ext cx="14025" cy="106900"/>
            </a:xfrm>
            <a:custGeom>
              <a:rect b="b" l="l" r="r" t="t"/>
              <a:pathLst>
                <a:path extrusionOk="0" h="4276" w="561">
                  <a:moveTo>
                    <a:pt x="1" y="1"/>
                  </a:moveTo>
                  <a:lnTo>
                    <a:pt x="286" y="4275"/>
                  </a:lnTo>
                  <a:cubicBezTo>
                    <a:pt x="334" y="4269"/>
                    <a:pt x="379" y="4266"/>
                    <a:pt x="423" y="4266"/>
                  </a:cubicBezTo>
                  <a:cubicBezTo>
                    <a:pt x="468" y="4266"/>
                    <a:pt x="513" y="4269"/>
                    <a:pt x="560" y="4275"/>
                  </a:cubicBez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9" name="Google Shape;2069;p17"/>
            <p:cNvSpPr/>
            <p:nvPr/>
          </p:nvSpPr>
          <p:spPr>
            <a:xfrm>
              <a:off x="4149025" y="1586625"/>
              <a:ext cx="80975" cy="110475"/>
            </a:xfrm>
            <a:custGeom>
              <a:rect b="b" l="l" r="r" t="t"/>
              <a:pathLst>
                <a:path extrusionOk="0" h="4419" w="3239">
                  <a:moveTo>
                    <a:pt x="0" y="1"/>
                  </a:moveTo>
                  <a:lnTo>
                    <a:pt x="3001" y="4418"/>
                  </a:lnTo>
                  <a:cubicBezTo>
                    <a:pt x="3084" y="4370"/>
                    <a:pt x="3155" y="4323"/>
                    <a:pt x="3239" y="4287"/>
                  </a:cubicBezTo>
                  <a:lnTo>
                    <a:pt x="3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0" name="Google Shape;2070;p17"/>
            <p:cNvSpPr/>
            <p:nvPr/>
          </p:nvSpPr>
          <p:spPr>
            <a:xfrm>
              <a:off x="4705925" y="1827450"/>
              <a:ext cx="298275" cy="234875"/>
            </a:xfrm>
            <a:custGeom>
              <a:rect b="b" l="l" r="r" t="t"/>
              <a:pathLst>
                <a:path extrusionOk="0" h="9395" w="11931">
                  <a:moveTo>
                    <a:pt x="144" y="0"/>
                  </a:moveTo>
                  <a:lnTo>
                    <a:pt x="108" y="95"/>
                  </a:lnTo>
                  <a:cubicBezTo>
                    <a:pt x="96" y="131"/>
                    <a:pt x="48" y="191"/>
                    <a:pt x="1" y="226"/>
                  </a:cubicBezTo>
                  <a:lnTo>
                    <a:pt x="11776" y="9394"/>
                  </a:lnTo>
                  <a:cubicBezTo>
                    <a:pt x="11776" y="9394"/>
                    <a:pt x="11776" y="9382"/>
                    <a:pt x="11788" y="9382"/>
                  </a:cubicBezTo>
                  <a:cubicBezTo>
                    <a:pt x="11836" y="9299"/>
                    <a:pt x="11871" y="9239"/>
                    <a:pt x="11931" y="9180"/>
                  </a:cubicBezTo>
                  <a:lnTo>
                    <a:pt x="14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1" name="Google Shape;2071;p17"/>
            <p:cNvSpPr/>
            <p:nvPr/>
          </p:nvSpPr>
          <p:spPr>
            <a:xfrm>
              <a:off x="4240700" y="1717600"/>
              <a:ext cx="163125" cy="235475"/>
            </a:xfrm>
            <a:custGeom>
              <a:rect b="b" l="l" r="r" t="t"/>
              <a:pathLst>
                <a:path extrusionOk="0" h="9419" w="6525">
                  <a:moveTo>
                    <a:pt x="215" y="1"/>
                  </a:moveTo>
                  <a:cubicBezTo>
                    <a:pt x="155" y="84"/>
                    <a:pt x="84" y="120"/>
                    <a:pt x="0" y="167"/>
                  </a:cubicBezTo>
                  <a:lnTo>
                    <a:pt x="6287" y="9418"/>
                  </a:lnTo>
                  <a:cubicBezTo>
                    <a:pt x="6299" y="9407"/>
                    <a:pt x="6334" y="9383"/>
                    <a:pt x="6358" y="9371"/>
                  </a:cubicBezTo>
                  <a:cubicBezTo>
                    <a:pt x="6418" y="9323"/>
                    <a:pt x="6465" y="9311"/>
                    <a:pt x="6525" y="9287"/>
                  </a:cubicBez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2" name="Google Shape;2072;p17"/>
            <p:cNvSpPr/>
            <p:nvPr/>
          </p:nvSpPr>
          <p:spPr>
            <a:xfrm>
              <a:off x="4165400" y="1884000"/>
              <a:ext cx="124725" cy="117300"/>
            </a:xfrm>
            <a:custGeom>
              <a:rect b="b" l="l" r="r" t="t"/>
              <a:pathLst>
                <a:path extrusionOk="0" h="4692" w="4989">
                  <a:moveTo>
                    <a:pt x="191" y="0"/>
                  </a:moveTo>
                  <a:cubicBezTo>
                    <a:pt x="143" y="72"/>
                    <a:pt x="72" y="131"/>
                    <a:pt x="0" y="179"/>
                  </a:cubicBezTo>
                  <a:lnTo>
                    <a:pt x="4822" y="4691"/>
                  </a:lnTo>
                  <a:cubicBezTo>
                    <a:pt x="4822" y="4679"/>
                    <a:pt x="4834" y="4656"/>
                    <a:pt x="4834" y="4656"/>
                  </a:cubicBezTo>
                  <a:cubicBezTo>
                    <a:pt x="4882" y="4584"/>
                    <a:pt x="4917" y="4536"/>
                    <a:pt x="4989" y="4501"/>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3" name="Google Shape;2073;p17"/>
            <p:cNvSpPr/>
            <p:nvPr/>
          </p:nvSpPr>
          <p:spPr>
            <a:xfrm>
              <a:off x="4415725" y="1825350"/>
              <a:ext cx="268800" cy="134875"/>
            </a:xfrm>
            <a:custGeom>
              <a:rect b="b" l="l" r="r" t="t"/>
              <a:pathLst>
                <a:path extrusionOk="0" h="5395" w="10752">
                  <a:moveTo>
                    <a:pt x="10633" y="1"/>
                  </a:moveTo>
                  <a:lnTo>
                    <a:pt x="0" y="5144"/>
                  </a:lnTo>
                  <a:cubicBezTo>
                    <a:pt x="12" y="5156"/>
                    <a:pt x="12" y="5180"/>
                    <a:pt x="36" y="5180"/>
                  </a:cubicBezTo>
                  <a:cubicBezTo>
                    <a:pt x="72" y="5251"/>
                    <a:pt x="107" y="5323"/>
                    <a:pt x="107" y="5394"/>
                  </a:cubicBezTo>
                  <a:lnTo>
                    <a:pt x="10752" y="239"/>
                  </a:lnTo>
                  <a:cubicBezTo>
                    <a:pt x="10680" y="155"/>
                    <a:pt x="10656" y="84"/>
                    <a:pt x="1063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4" name="Google Shape;2074;p17"/>
            <p:cNvSpPr/>
            <p:nvPr/>
          </p:nvSpPr>
          <p:spPr>
            <a:xfrm>
              <a:off x="4410950" y="1967925"/>
              <a:ext cx="78325" cy="111950"/>
            </a:xfrm>
            <a:custGeom>
              <a:rect b="b" l="l" r="r" t="t"/>
              <a:pathLst>
                <a:path extrusionOk="0" h="4478" w="3133">
                  <a:moveTo>
                    <a:pt x="203" y="1"/>
                  </a:moveTo>
                  <a:cubicBezTo>
                    <a:pt x="179" y="48"/>
                    <a:pt x="132" y="96"/>
                    <a:pt x="72" y="144"/>
                  </a:cubicBezTo>
                  <a:cubicBezTo>
                    <a:pt x="36" y="156"/>
                    <a:pt x="25" y="167"/>
                    <a:pt x="1" y="179"/>
                  </a:cubicBezTo>
                  <a:lnTo>
                    <a:pt x="2870" y="4477"/>
                  </a:lnTo>
                  <a:cubicBezTo>
                    <a:pt x="2965" y="4442"/>
                    <a:pt x="3049" y="4418"/>
                    <a:pt x="3132" y="4394"/>
                  </a:cubicBez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5" name="Google Shape;2075;p17"/>
            <p:cNvSpPr/>
            <p:nvPr/>
          </p:nvSpPr>
          <p:spPr>
            <a:xfrm>
              <a:off x="4061200" y="212390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6" name="Google Shape;2076;p17"/>
            <p:cNvSpPr/>
            <p:nvPr/>
          </p:nvSpPr>
          <p:spPr>
            <a:xfrm>
              <a:off x="4060900" y="2121825"/>
              <a:ext cx="25" cy="25"/>
            </a:xfrm>
            <a:custGeom>
              <a:rect b="b" l="l" r="r" t="t"/>
              <a:pathLst>
                <a:path extrusionOk="0" h="1" w="1">
                  <a:moveTo>
                    <a:pt x="1" y="0"/>
                  </a:move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7" name="Google Shape;2077;p17"/>
            <p:cNvSpPr/>
            <p:nvPr/>
          </p:nvSpPr>
          <p:spPr>
            <a:xfrm>
              <a:off x="4060900" y="212300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8" name="Google Shape;2078;p17"/>
            <p:cNvSpPr/>
            <p:nvPr/>
          </p:nvSpPr>
          <p:spPr>
            <a:xfrm>
              <a:off x="4313325" y="1964350"/>
              <a:ext cx="84550" cy="44675"/>
            </a:xfrm>
            <a:custGeom>
              <a:rect b="b" l="l" r="r" t="t"/>
              <a:pathLst>
                <a:path extrusionOk="0" h="1787" w="3382">
                  <a:moveTo>
                    <a:pt x="3263" y="1"/>
                  </a:moveTo>
                  <a:lnTo>
                    <a:pt x="0" y="1513"/>
                  </a:lnTo>
                  <a:cubicBezTo>
                    <a:pt x="48" y="1608"/>
                    <a:pt x="60" y="1703"/>
                    <a:pt x="48" y="1787"/>
                  </a:cubicBezTo>
                  <a:lnTo>
                    <a:pt x="3382" y="227"/>
                  </a:lnTo>
                  <a:cubicBezTo>
                    <a:pt x="3358" y="191"/>
                    <a:pt x="3334" y="179"/>
                    <a:pt x="3322" y="144"/>
                  </a:cubicBezTo>
                  <a:cubicBezTo>
                    <a:pt x="3287" y="108"/>
                    <a:pt x="3263" y="49"/>
                    <a:pt x="326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9" name="Google Shape;2079;p17"/>
            <p:cNvSpPr/>
            <p:nvPr/>
          </p:nvSpPr>
          <p:spPr>
            <a:xfrm>
              <a:off x="4068650" y="2015250"/>
              <a:ext cx="221775" cy="104225"/>
            </a:xfrm>
            <a:custGeom>
              <a:rect b="b" l="l" r="r" t="t"/>
              <a:pathLst>
                <a:path extrusionOk="0" h="4169" w="8871">
                  <a:moveTo>
                    <a:pt x="8692" y="1"/>
                  </a:moveTo>
                  <a:lnTo>
                    <a:pt x="48" y="4049"/>
                  </a:lnTo>
                  <a:lnTo>
                    <a:pt x="1" y="4168"/>
                  </a:lnTo>
                  <a:lnTo>
                    <a:pt x="1" y="4168"/>
                  </a:lnTo>
                  <a:lnTo>
                    <a:pt x="477" y="4144"/>
                  </a:lnTo>
                  <a:lnTo>
                    <a:pt x="8871" y="215"/>
                  </a:lnTo>
                  <a:cubicBezTo>
                    <a:pt x="8787" y="156"/>
                    <a:pt x="8740" y="84"/>
                    <a:pt x="8692"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0" name="Google Shape;2080;p17"/>
            <p:cNvSpPr/>
            <p:nvPr/>
          </p:nvSpPr>
          <p:spPr>
            <a:xfrm>
              <a:off x="4060900" y="2122125"/>
              <a:ext cx="25" cy="900"/>
            </a:xfrm>
            <a:custGeom>
              <a:rect b="b" l="l" r="r" t="t"/>
              <a:pathLst>
                <a:path extrusionOk="0" h="36" w="1">
                  <a:moveTo>
                    <a:pt x="1" y="36"/>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1" name="Google Shape;2081;p17"/>
            <p:cNvSpPr/>
            <p:nvPr/>
          </p:nvSpPr>
          <p:spPr>
            <a:xfrm>
              <a:off x="4060900" y="212330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2" name="Google Shape;2082;p17"/>
            <p:cNvSpPr/>
            <p:nvPr/>
          </p:nvSpPr>
          <p:spPr>
            <a:xfrm>
              <a:off x="4060900" y="2123000"/>
              <a:ext cx="25" cy="25"/>
            </a:xfrm>
            <a:custGeom>
              <a:rect b="b" l="l" r="r" t="t"/>
              <a:pathLst>
                <a:path extrusionOk="0" h="1" w="1">
                  <a:moveTo>
                    <a:pt x="1" y="1"/>
                  </a:moveTo>
                  <a:lnTo>
                    <a:pt x="1" y="1"/>
                  </a:ln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3" name="Google Shape;2083;p17"/>
            <p:cNvSpPr/>
            <p:nvPr/>
          </p:nvSpPr>
          <p:spPr>
            <a:xfrm>
              <a:off x="4060900" y="1888450"/>
              <a:ext cx="92900" cy="233400"/>
            </a:xfrm>
            <a:custGeom>
              <a:rect b="b" l="l" r="r" t="t"/>
              <a:pathLst>
                <a:path extrusionOk="0" h="9336" w="3716">
                  <a:moveTo>
                    <a:pt x="3466" y="1"/>
                  </a:moveTo>
                  <a:lnTo>
                    <a:pt x="22" y="9278"/>
                  </a:lnTo>
                  <a:lnTo>
                    <a:pt x="37" y="9264"/>
                  </a:lnTo>
                  <a:lnTo>
                    <a:pt x="108" y="9264"/>
                  </a:lnTo>
                  <a:lnTo>
                    <a:pt x="322" y="9240"/>
                  </a:lnTo>
                  <a:lnTo>
                    <a:pt x="370" y="9121"/>
                  </a:lnTo>
                  <a:lnTo>
                    <a:pt x="3716" y="108"/>
                  </a:lnTo>
                  <a:cubicBezTo>
                    <a:pt x="3644" y="84"/>
                    <a:pt x="3549" y="60"/>
                    <a:pt x="3478" y="13"/>
                  </a:cubicBezTo>
                  <a:cubicBezTo>
                    <a:pt x="3478" y="13"/>
                    <a:pt x="3466" y="13"/>
                    <a:pt x="3466" y="1"/>
                  </a:cubicBezTo>
                  <a:close/>
                  <a:moveTo>
                    <a:pt x="22" y="9278"/>
                  </a:moveTo>
                  <a:lnTo>
                    <a:pt x="13" y="9288"/>
                  </a:lnTo>
                  <a:lnTo>
                    <a:pt x="13" y="9300"/>
                  </a:lnTo>
                  <a:cubicBezTo>
                    <a:pt x="13" y="9300"/>
                    <a:pt x="1" y="9323"/>
                    <a:pt x="1" y="9335"/>
                  </a:cubicBezTo>
                  <a:lnTo>
                    <a:pt x="22" y="9278"/>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4" name="Google Shape;2084;p17"/>
            <p:cNvSpPr/>
            <p:nvPr/>
          </p:nvSpPr>
          <p:spPr>
            <a:xfrm>
              <a:off x="4060900" y="2123600"/>
              <a:ext cx="325" cy="325"/>
            </a:xfrm>
            <a:custGeom>
              <a:rect b="b" l="l" r="r" t="t"/>
              <a:pathLst>
                <a:path extrusionOk="0" h="13" w="13">
                  <a:moveTo>
                    <a:pt x="1" y="1"/>
                  </a:moveTo>
                  <a:cubicBezTo>
                    <a:pt x="1" y="13"/>
                    <a:pt x="1" y="13"/>
                    <a:pt x="1" y="1"/>
                  </a:cubicBezTo>
                  <a:cubicBezTo>
                    <a:pt x="13" y="13"/>
                    <a:pt x="13" y="13"/>
                    <a:pt x="1" y="1"/>
                  </a:cubicBezTo>
                  <a:cubicBezTo>
                    <a:pt x="1" y="13"/>
                    <a:pt x="1" y="13"/>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5" name="Google Shape;2085;p17"/>
            <p:cNvSpPr/>
            <p:nvPr/>
          </p:nvSpPr>
          <p:spPr>
            <a:xfrm>
              <a:off x="4061200" y="2124500"/>
              <a:ext cx="217925" cy="393825"/>
            </a:xfrm>
            <a:custGeom>
              <a:rect b="b" l="l" r="r" t="t"/>
              <a:pathLst>
                <a:path extrusionOk="0" h="15753" w="8717">
                  <a:moveTo>
                    <a:pt x="1" y="0"/>
                  </a:moveTo>
                  <a:cubicBezTo>
                    <a:pt x="3" y="8"/>
                    <a:pt x="7" y="15"/>
                    <a:pt x="13" y="22"/>
                  </a:cubicBezTo>
                  <a:lnTo>
                    <a:pt x="13" y="22"/>
                  </a:lnTo>
                  <a:lnTo>
                    <a:pt x="1" y="0"/>
                  </a:lnTo>
                  <a:close/>
                  <a:moveTo>
                    <a:pt x="13" y="22"/>
                  </a:moveTo>
                  <a:lnTo>
                    <a:pt x="8478" y="15752"/>
                  </a:lnTo>
                  <a:cubicBezTo>
                    <a:pt x="8561" y="15717"/>
                    <a:pt x="8633" y="15669"/>
                    <a:pt x="8716" y="15633"/>
                  </a:cubicBezTo>
                  <a:lnTo>
                    <a:pt x="322" y="60"/>
                  </a:lnTo>
                  <a:lnTo>
                    <a:pt x="120" y="72"/>
                  </a:lnTo>
                  <a:cubicBezTo>
                    <a:pt x="73" y="72"/>
                    <a:pt x="33" y="49"/>
                    <a:pt x="13" y="2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6" name="Google Shape;2086;p17"/>
            <p:cNvSpPr/>
            <p:nvPr/>
          </p:nvSpPr>
          <p:spPr>
            <a:xfrm>
              <a:off x="4060900" y="2121825"/>
              <a:ext cx="25" cy="25"/>
            </a:xfrm>
            <a:custGeom>
              <a:rect b="b" l="l" r="r" t="t"/>
              <a:pathLst>
                <a:path extrusionOk="0" h="1" w="1">
                  <a:moveTo>
                    <a:pt x="1" y="0"/>
                  </a:moveTo>
                  <a:lnTo>
                    <a:pt x="1" y="0"/>
                  </a:ln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7" name="Google Shape;2087;p17"/>
            <p:cNvSpPr/>
            <p:nvPr/>
          </p:nvSpPr>
          <p:spPr>
            <a:xfrm>
              <a:off x="4060900" y="2123000"/>
              <a:ext cx="25" cy="325"/>
            </a:xfrm>
            <a:custGeom>
              <a:rect b="b" l="l" r="r" t="t"/>
              <a:pathLst>
                <a:path extrusionOk="0" h="13" w="1">
                  <a:moveTo>
                    <a:pt x="1" y="1"/>
                  </a:moveTo>
                  <a:lnTo>
                    <a:pt x="1" y="1"/>
                  </a:lnTo>
                  <a:cubicBezTo>
                    <a:pt x="1" y="13"/>
                    <a:pt x="1" y="13"/>
                    <a:pt x="1" y="1"/>
                  </a:cubicBezTo>
                  <a:cubicBezTo>
                    <a:pt x="1" y="13"/>
                    <a:pt x="1" y="13"/>
                    <a:pt x="1" y="1"/>
                  </a:cubicBezTo>
                  <a:cubicBezTo>
                    <a:pt x="1" y="13"/>
                    <a:pt x="1" y="13"/>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8" name="Google Shape;2088;p17"/>
            <p:cNvSpPr/>
            <p:nvPr/>
          </p:nvSpPr>
          <p:spPr>
            <a:xfrm>
              <a:off x="4062400" y="2119775"/>
              <a:ext cx="325" cy="275"/>
            </a:xfrm>
            <a:custGeom>
              <a:rect b="b" l="l" r="r" t="t"/>
              <a:pathLst>
                <a:path extrusionOk="0" h="11" w="13">
                  <a:moveTo>
                    <a:pt x="12" y="0"/>
                  </a:moveTo>
                  <a:cubicBezTo>
                    <a:pt x="11" y="0"/>
                    <a:pt x="8" y="11"/>
                    <a:pt x="1" y="11"/>
                  </a:cubicBezTo>
                  <a:lnTo>
                    <a:pt x="12" y="11"/>
                  </a:lnTo>
                  <a:cubicBezTo>
                    <a:pt x="12" y="3"/>
                    <a:pt x="12" y="0"/>
                    <a:pt x="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9" name="Google Shape;2089;p17"/>
            <p:cNvSpPr/>
            <p:nvPr/>
          </p:nvSpPr>
          <p:spPr>
            <a:xfrm>
              <a:off x="4061200" y="2120625"/>
              <a:ext cx="25" cy="325"/>
            </a:xfrm>
            <a:custGeom>
              <a:rect b="b" l="l" r="r" t="t"/>
              <a:pathLst>
                <a:path extrusionOk="0" h="13" w="1">
                  <a:moveTo>
                    <a:pt x="1" y="13"/>
                  </a:moveTo>
                  <a:cubicBezTo>
                    <a:pt x="1" y="13"/>
                    <a:pt x="1" y="1"/>
                    <a:pt x="1" y="13"/>
                  </a:cubicBezTo>
                  <a:cubicBezTo>
                    <a:pt x="1" y="1"/>
                    <a:pt x="1" y="13"/>
                    <a:pt x="1"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0" name="Google Shape;2090;p17"/>
            <p:cNvSpPr/>
            <p:nvPr/>
          </p:nvSpPr>
          <p:spPr>
            <a:xfrm>
              <a:off x="4062400" y="2120025"/>
              <a:ext cx="25" cy="25"/>
            </a:xfrm>
            <a:custGeom>
              <a:rect b="b" l="l" r="r" t="t"/>
              <a:pathLst>
                <a:path extrusionOk="0" h="1" w="1">
                  <a:moveTo>
                    <a:pt x="1" y="1"/>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1" name="Google Shape;2091;p17"/>
            <p:cNvSpPr/>
            <p:nvPr/>
          </p:nvSpPr>
          <p:spPr>
            <a:xfrm>
              <a:off x="4063000" y="21194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2" name="Google Shape;2092;p17"/>
            <p:cNvSpPr/>
            <p:nvPr/>
          </p:nvSpPr>
          <p:spPr>
            <a:xfrm>
              <a:off x="4348750" y="2085200"/>
              <a:ext cx="488175" cy="446225"/>
            </a:xfrm>
            <a:custGeom>
              <a:rect b="b" l="l" r="r" t="t"/>
              <a:pathLst>
                <a:path extrusionOk="0" h="17849" w="19527">
                  <a:moveTo>
                    <a:pt x="19515" y="1"/>
                  </a:moveTo>
                  <a:lnTo>
                    <a:pt x="19217" y="25"/>
                  </a:lnTo>
                  <a:lnTo>
                    <a:pt x="0" y="17658"/>
                  </a:lnTo>
                  <a:cubicBezTo>
                    <a:pt x="60" y="17717"/>
                    <a:pt x="119" y="17777"/>
                    <a:pt x="179" y="17848"/>
                  </a:cubicBezTo>
                  <a:lnTo>
                    <a:pt x="19479" y="144"/>
                  </a:lnTo>
                  <a:cubicBezTo>
                    <a:pt x="19527" y="108"/>
                    <a:pt x="19527" y="48"/>
                    <a:pt x="1951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3" name="Google Shape;2093;p17"/>
            <p:cNvSpPr/>
            <p:nvPr/>
          </p:nvSpPr>
          <p:spPr>
            <a:xfrm>
              <a:off x="4521375" y="2069725"/>
              <a:ext cx="477175" cy="31875"/>
            </a:xfrm>
            <a:custGeom>
              <a:rect b="b" l="l" r="r" t="t"/>
              <a:pathLst>
                <a:path extrusionOk="0" h="1275" w="19087">
                  <a:moveTo>
                    <a:pt x="19063" y="1"/>
                  </a:moveTo>
                  <a:lnTo>
                    <a:pt x="1" y="1013"/>
                  </a:lnTo>
                  <a:cubicBezTo>
                    <a:pt x="37" y="1096"/>
                    <a:pt x="60" y="1191"/>
                    <a:pt x="72" y="1275"/>
                  </a:cubicBezTo>
                  <a:lnTo>
                    <a:pt x="12324" y="620"/>
                  </a:lnTo>
                  <a:lnTo>
                    <a:pt x="12622" y="608"/>
                  </a:lnTo>
                  <a:lnTo>
                    <a:pt x="19087" y="263"/>
                  </a:lnTo>
                  <a:cubicBezTo>
                    <a:pt x="19063" y="179"/>
                    <a:pt x="19063" y="84"/>
                    <a:pt x="1906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4" name="Google Shape;2094;p17"/>
            <p:cNvSpPr/>
            <p:nvPr/>
          </p:nvSpPr>
          <p:spPr>
            <a:xfrm>
              <a:off x="4060900" y="2098000"/>
              <a:ext cx="405150" cy="28075"/>
            </a:xfrm>
            <a:custGeom>
              <a:rect b="b" l="l" r="r" t="t"/>
              <a:pathLst>
                <a:path extrusionOk="0" h="1123" w="16206">
                  <a:moveTo>
                    <a:pt x="16205" y="1"/>
                  </a:moveTo>
                  <a:lnTo>
                    <a:pt x="799" y="810"/>
                  </a:lnTo>
                  <a:lnTo>
                    <a:pt x="322" y="846"/>
                  </a:lnTo>
                  <a:lnTo>
                    <a:pt x="120" y="858"/>
                  </a:lnTo>
                  <a:lnTo>
                    <a:pt x="72" y="858"/>
                  </a:lnTo>
                  <a:cubicBezTo>
                    <a:pt x="61" y="858"/>
                    <a:pt x="61" y="858"/>
                    <a:pt x="37" y="882"/>
                  </a:cubicBezTo>
                  <a:lnTo>
                    <a:pt x="13" y="906"/>
                  </a:lnTo>
                  <a:lnTo>
                    <a:pt x="13" y="918"/>
                  </a:lnTo>
                  <a:cubicBezTo>
                    <a:pt x="13" y="941"/>
                    <a:pt x="1" y="941"/>
                    <a:pt x="1" y="953"/>
                  </a:cubicBezTo>
                  <a:lnTo>
                    <a:pt x="1" y="977"/>
                  </a:lnTo>
                  <a:lnTo>
                    <a:pt x="1" y="1001"/>
                  </a:lnTo>
                  <a:lnTo>
                    <a:pt x="1" y="1013"/>
                  </a:lnTo>
                  <a:lnTo>
                    <a:pt x="1" y="1025"/>
                  </a:lnTo>
                  <a:cubicBezTo>
                    <a:pt x="22" y="1087"/>
                    <a:pt x="70" y="1122"/>
                    <a:pt x="113" y="1122"/>
                  </a:cubicBezTo>
                  <a:cubicBezTo>
                    <a:pt x="120" y="1122"/>
                    <a:pt x="126" y="1121"/>
                    <a:pt x="132" y="1120"/>
                  </a:cubicBezTo>
                  <a:lnTo>
                    <a:pt x="334" y="1096"/>
                  </a:lnTo>
                  <a:lnTo>
                    <a:pt x="16146" y="263"/>
                  </a:lnTo>
                  <a:cubicBezTo>
                    <a:pt x="16146" y="179"/>
                    <a:pt x="16170" y="84"/>
                    <a:pt x="1620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5" name="Google Shape;2095;p17"/>
            <p:cNvSpPr/>
            <p:nvPr/>
          </p:nvSpPr>
          <p:spPr>
            <a:xfrm>
              <a:off x="4238325" y="2509150"/>
              <a:ext cx="136050" cy="125500"/>
            </a:xfrm>
            <a:custGeom>
              <a:rect b="b" l="l" r="r" t="t"/>
              <a:pathLst>
                <a:path extrusionOk="0" h="5020" w="5442">
                  <a:moveTo>
                    <a:pt x="2687" y="1"/>
                  </a:moveTo>
                  <a:cubicBezTo>
                    <a:pt x="2496" y="1"/>
                    <a:pt x="2302" y="23"/>
                    <a:pt x="2108" y="69"/>
                  </a:cubicBezTo>
                  <a:cubicBezTo>
                    <a:pt x="1953" y="116"/>
                    <a:pt x="1786" y="164"/>
                    <a:pt x="1631" y="235"/>
                  </a:cubicBezTo>
                  <a:cubicBezTo>
                    <a:pt x="1560" y="283"/>
                    <a:pt x="1476" y="307"/>
                    <a:pt x="1393" y="354"/>
                  </a:cubicBezTo>
                  <a:cubicBezTo>
                    <a:pt x="488" y="902"/>
                    <a:pt x="0" y="1998"/>
                    <a:pt x="250" y="3093"/>
                  </a:cubicBezTo>
                  <a:cubicBezTo>
                    <a:pt x="535" y="4252"/>
                    <a:pt x="1557" y="5020"/>
                    <a:pt x="2687" y="5020"/>
                  </a:cubicBezTo>
                  <a:cubicBezTo>
                    <a:pt x="2881" y="5020"/>
                    <a:pt x="3077" y="4997"/>
                    <a:pt x="3274" y="4950"/>
                  </a:cubicBezTo>
                  <a:cubicBezTo>
                    <a:pt x="4620" y="4629"/>
                    <a:pt x="5441" y="3271"/>
                    <a:pt x="5132" y="1938"/>
                  </a:cubicBezTo>
                  <a:cubicBezTo>
                    <a:pt x="5048" y="1533"/>
                    <a:pt x="4846" y="1188"/>
                    <a:pt x="4596" y="890"/>
                  </a:cubicBezTo>
                  <a:cubicBezTo>
                    <a:pt x="4548" y="819"/>
                    <a:pt x="4489" y="759"/>
                    <a:pt x="4417" y="700"/>
                  </a:cubicBezTo>
                  <a:cubicBezTo>
                    <a:pt x="3957" y="258"/>
                    <a:pt x="3340" y="1"/>
                    <a:pt x="26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6" name="Google Shape;2096;p17"/>
            <p:cNvSpPr/>
            <p:nvPr/>
          </p:nvSpPr>
          <p:spPr>
            <a:xfrm>
              <a:off x="4463650" y="2077450"/>
              <a:ext cx="61025" cy="59300"/>
            </a:xfrm>
            <a:custGeom>
              <a:rect b="b" l="l" r="r" t="t"/>
              <a:pathLst>
                <a:path extrusionOk="0" h="2372" w="2441">
                  <a:moveTo>
                    <a:pt x="1220" y="0"/>
                  </a:moveTo>
                  <a:cubicBezTo>
                    <a:pt x="1158" y="0"/>
                    <a:pt x="1097" y="5"/>
                    <a:pt x="1036" y="13"/>
                  </a:cubicBezTo>
                  <a:cubicBezTo>
                    <a:pt x="941" y="37"/>
                    <a:pt x="857" y="61"/>
                    <a:pt x="762" y="96"/>
                  </a:cubicBezTo>
                  <a:cubicBezTo>
                    <a:pt x="524" y="180"/>
                    <a:pt x="334" y="358"/>
                    <a:pt x="203" y="585"/>
                  </a:cubicBezTo>
                  <a:cubicBezTo>
                    <a:pt x="155" y="656"/>
                    <a:pt x="119" y="751"/>
                    <a:pt x="95" y="823"/>
                  </a:cubicBezTo>
                  <a:cubicBezTo>
                    <a:pt x="60" y="906"/>
                    <a:pt x="48" y="1001"/>
                    <a:pt x="36" y="1085"/>
                  </a:cubicBezTo>
                  <a:cubicBezTo>
                    <a:pt x="0" y="1537"/>
                    <a:pt x="214" y="1966"/>
                    <a:pt x="619" y="2204"/>
                  </a:cubicBezTo>
                  <a:cubicBezTo>
                    <a:pt x="809" y="2317"/>
                    <a:pt x="1018" y="2371"/>
                    <a:pt x="1224" y="2371"/>
                  </a:cubicBezTo>
                  <a:cubicBezTo>
                    <a:pt x="1627" y="2371"/>
                    <a:pt x="2022" y="2165"/>
                    <a:pt x="2250" y="1787"/>
                  </a:cubicBezTo>
                  <a:cubicBezTo>
                    <a:pt x="2405" y="1537"/>
                    <a:pt x="2441" y="1239"/>
                    <a:pt x="2405" y="966"/>
                  </a:cubicBezTo>
                  <a:cubicBezTo>
                    <a:pt x="2381" y="882"/>
                    <a:pt x="2358" y="787"/>
                    <a:pt x="2322" y="704"/>
                  </a:cubicBezTo>
                  <a:cubicBezTo>
                    <a:pt x="2203" y="489"/>
                    <a:pt x="2048" y="299"/>
                    <a:pt x="1822" y="168"/>
                  </a:cubicBezTo>
                  <a:cubicBezTo>
                    <a:pt x="1630" y="49"/>
                    <a:pt x="1424" y="0"/>
                    <a:pt x="122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7" name="Google Shape;2097;p17"/>
            <p:cNvSpPr/>
            <p:nvPr/>
          </p:nvSpPr>
          <p:spPr>
            <a:xfrm>
              <a:off x="4997625" y="2051475"/>
              <a:ext cx="45275" cy="42075"/>
            </a:xfrm>
            <a:custGeom>
              <a:rect b="b" l="l" r="r" t="t"/>
              <a:pathLst>
                <a:path extrusionOk="0" h="1683" w="1811">
                  <a:moveTo>
                    <a:pt x="852" y="1"/>
                  </a:moveTo>
                  <a:cubicBezTo>
                    <a:pt x="643" y="1"/>
                    <a:pt x="440" y="79"/>
                    <a:pt x="287" y="219"/>
                  </a:cubicBezTo>
                  <a:cubicBezTo>
                    <a:pt x="227" y="278"/>
                    <a:pt x="180" y="338"/>
                    <a:pt x="132" y="421"/>
                  </a:cubicBezTo>
                  <a:cubicBezTo>
                    <a:pt x="120" y="421"/>
                    <a:pt x="120" y="433"/>
                    <a:pt x="120" y="433"/>
                  </a:cubicBezTo>
                  <a:cubicBezTo>
                    <a:pt x="60" y="516"/>
                    <a:pt x="37" y="624"/>
                    <a:pt x="13" y="731"/>
                  </a:cubicBezTo>
                  <a:cubicBezTo>
                    <a:pt x="1" y="814"/>
                    <a:pt x="13" y="909"/>
                    <a:pt x="25" y="993"/>
                  </a:cubicBezTo>
                  <a:cubicBezTo>
                    <a:pt x="72" y="1219"/>
                    <a:pt x="203" y="1433"/>
                    <a:pt x="430" y="1564"/>
                  </a:cubicBezTo>
                  <a:cubicBezTo>
                    <a:pt x="566" y="1644"/>
                    <a:pt x="716" y="1683"/>
                    <a:pt x="864" y="1683"/>
                  </a:cubicBezTo>
                  <a:cubicBezTo>
                    <a:pt x="1154" y="1683"/>
                    <a:pt x="1435" y="1535"/>
                    <a:pt x="1584" y="1266"/>
                  </a:cubicBezTo>
                  <a:cubicBezTo>
                    <a:pt x="1811" y="874"/>
                    <a:pt x="1680" y="362"/>
                    <a:pt x="1287" y="123"/>
                  </a:cubicBezTo>
                  <a:cubicBezTo>
                    <a:pt x="1149" y="40"/>
                    <a:pt x="999" y="1"/>
                    <a:pt x="85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8" name="Google Shape;2098;p17"/>
            <p:cNvSpPr/>
            <p:nvPr/>
          </p:nvSpPr>
          <p:spPr>
            <a:xfrm>
              <a:off x="4680925" y="1807100"/>
              <a:ext cx="31875" cy="29875"/>
            </a:xfrm>
            <a:custGeom>
              <a:rect b="b" l="l" r="r" t="t"/>
              <a:pathLst>
                <a:path extrusionOk="0" h="1195" w="1275">
                  <a:moveTo>
                    <a:pt x="613" y="1"/>
                  </a:moveTo>
                  <a:cubicBezTo>
                    <a:pt x="553" y="1"/>
                    <a:pt x="494" y="10"/>
                    <a:pt x="441" y="28"/>
                  </a:cubicBezTo>
                  <a:cubicBezTo>
                    <a:pt x="358" y="40"/>
                    <a:pt x="298" y="88"/>
                    <a:pt x="239" y="135"/>
                  </a:cubicBezTo>
                  <a:cubicBezTo>
                    <a:pt x="179" y="171"/>
                    <a:pt x="120" y="231"/>
                    <a:pt x="96" y="314"/>
                  </a:cubicBezTo>
                  <a:cubicBezTo>
                    <a:pt x="96" y="326"/>
                    <a:pt x="84" y="326"/>
                    <a:pt x="84" y="338"/>
                  </a:cubicBezTo>
                  <a:cubicBezTo>
                    <a:pt x="25" y="469"/>
                    <a:pt x="1" y="612"/>
                    <a:pt x="36" y="743"/>
                  </a:cubicBezTo>
                  <a:cubicBezTo>
                    <a:pt x="48" y="826"/>
                    <a:pt x="96" y="909"/>
                    <a:pt x="155" y="981"/>
                  </a:cubicBezTo>
                  <a:cubicBezTo>
                    <a:pt x="203" y="1040"/>
                    <a:pt x="263" y="1076"/>
                    <a:pt x="322" y="1112"/>
                  </a:cubicBezTo>
                  <a:cubicBezTo>
                    <a:pt x="423" y="1167"/>
                    <a:pt x="530" y="1195"/>
                    <a:pt x="634" y="1195"/>
                  </a:cubicBezTo>
                  <a:cubicBezTo>
                    <a:pt x="775" y="1195"/>
                    <a:pt x="910" y="1143"/>
                    <a:pt x="1013" y="1040"/>
                  </a:cubicBezTo>
                  <a:cubicBezTo>
                    <a:pt x="1060" y="993"/>
                    <a:pt x="1096" y="945"/>
                    <a:pt x="1120" y="909"/>
                  </a:cubicBezTo>
                  <a:lnTo>
                    <a:pt x="1168" y="814"/>
                  </a:lnTo>
                  <a:cubicBezTo>
                    <a:pt x="1275" y="540"/>
                    <a:pt x="1168" y="231"/>
                    <a:pt x="917" y="88"/>
                  </a:cubicBezTo>
                  <a:cubicBezTo>
                    <a:pt x="820" y="28"/>
                    <a:pt x="714" y="1"/>
                    <a:pt x="61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9" name="Google Shape;2099;p17"/>
            <p:cNvSpPr/>
            <p:nvPr/>
          </p:nvSpPr>
          <p:spPr>
            <a:xfrm>
              <a:off x="4217475" y="1692975"/>
              <a:ext cx="32775" cy="29775"/>
            </a:xfrm>
            <a:custGeom>
              <a:rect b="b" l="l" r="r" t="t"/>
              <a:pathLst>
                <a:path extrusionOk="0" h="1191" w="1311">
                  <a:moveTo>
                    <a:pt x="667" y="0"/>
                  </a:moveTo>
                  <a:cubicBezTo>
                    <a:pt x="623" y="0"/>
                    <a:pt x="578" y="3"/>
                    <a:pt x="536" y="9"/>
                  </a:cubicBezTo>
                  <a:cubicBezTo>
                    <a:pt x="525" y="9"/>
                    <a:pt x="501" y="21"/>
                    <a:pt x="489" y="21"/>
                  </a:cubicBezTo>
                  <a:cubicBezTo>
                    <a:pt x="405" y="57"/>
                    <a:pt x="322" y="93"/>
                    <a:pt x="263" y="152"/>
                  </a:cubicBezTo>
                  <a:cubicBezTo>
                    <a:pt x="227" y="200"/>
                    <a:pt x="191" y="236"/>
                    <a:pt x="167" y="295"/>
                  </a:cubicBezTo>
                  <a:cubicBezTo>
                    <a:pt x="1" y="569"/>
                    <a:pt x="84" y="950"/>
                    <a:pt x="370" y="1105"/>
                  </a:cubicBezTo>
                  <a:cubicBezTo>
                    <a:pt x="468" y="1164"/>
                    <a:pt x="570" y="1190"/>
                    <a:pt x="672" y="1190"/>
                  </a:cubicBezTo>
                  <a:cubicBezTo>
                    <a:pt x="754" y="1190"/>
                    <a:pt x="837" y="1173"/>
                    <a:pt x="917" y="1140"/>
                  </a:cubicBezTo>
                  <a:cubicBezTo>
                    <a:pt x="1013" y="1105"/>
                    <a:pt x="1084" y="1045"/>
                    <a:pt x="1144" y="986"/>
                  </a:cubicBezTo>
                  <a:cubicBezTo>
                    <a:pt x="1156" y="962"/>
                    <a:pt x="1191" y="926"/>
                    <a:pt x="1203" y="902"/>
                  </a:cubicBezTo>
                  <a:cubicBezTo>
                    <a:pt x="1298" y="736"/>
                    <a:pt x="1310" y="557"/>
                    <a:pt x="1251" y="390"/>
                  </a:cubicBezTo>
                  <a:cubicBezTo>
                    <a:pt x="1215" y="307"/>
                    <a:pt x="1179" y="236"/>
                    <a:pt x="1096" y="176"/>
                  </a:cubicBezTo>
                  <a:cubicBezTo>
                    <a:pt x="1072" y="140"/>
                    <a:pt x="1025" y="116"/>
                    <a:pt x="977" y="81"/>
                  </a:cubicBezTo>
                  <a:cubicBezTo>
                    <a:pt x="917" y="57"/>
                    <a:pt x="858" y="21"/>
                    <a:pt x="798" y="9"/>
                  </a:cubicBezTo>
                  <a:cubicBezTo>
                    <a:pt x="757" y="3"/>
                    <a:pt x="712" y="0"/>
                    <a:pt x="6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0" name="Google Shape;2100;p17"/>
            <p:cNvSpPr/>
            <p:nvPr/>
          </p:nvSpPr>
          <p:spPr>
            <a:xfrm>
              <a:off x="4181750" y="2480200"/>
              <a:ext cx="48250" cy="41975"/>
            </a:xfrm>
            <a:custGeom>
              <a:rect b="b" l="l" r="r" t="t"/>
              <a:pathLst>
                <a:path extrusionOk="0" h="1679" w="1930">
                  <a:moveTo>
                    <a:pt x="951" y="1"/>
                  </a:moveTo>
                  <a:cubicBezTo>
                    <a:pt x="664" y="1"/>
                    <a:pt x="389" y="149"/>
                    <a:pt x="239" y="417"/>
                  </a:cubicBezTo>
                  <a:cubicBezTo>
                    <a:pt x="1" y="810"/>
                    <a:pt x="132" y="1334"/>
                    <a:pt x="537" y="1560"/>
                  </a:cubicBezTo>
                  <a:cubicBezTo>
                    <a:pt x="673" y="1640"/>
                    <a:pt x="822" y="1679"/>
                    <a:pt x="968" y="1679"/>
                  </a:cubicBezTo>
                  <a:cubicBezTo>
                    <a:pt x="1254" y="1679"/>
                    <a:pt x="1530" y="1531"/>
                    <a:pt x="1680" y="1262"/>
                  </a:cubicBezTo>
                  <a:cubicBezTo>
                    <a:pt x="1930" y="870"/>
                    <a:pt x="1799" y="358"/>
                    <a:pt x="1382" y="119"/>
                  </a:cubicBezTo>
                  <a:cubicBezTo>
                    <a:pt x="1246" y="39"/>
                    <a:pt x="1097" y="1"/>
                    <a:pt x="95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1" name="Google Shape;2101;p17"/>
            <p:cNvSpPr/>
            <p:nvPr/>
          </p:nvSpPr>
          <p:spPr>
            <a:xfrm>
              <a:off x="4137400" y="1857875"/>
              <a:ext cx="38125" cy="33450"/>
            </a:xfrm>
            <a:custGeom>
              <a:rect b="b" l="l" r="r" t="t"/>
              <a:pathLst>
                <a:path extrusionOk="0" h="1338" w="1525">
                  <a:moveTo>
                    <a:pt x="772" y="1"/>
                  </a:moveTo>
                  <a:cubicBezTo>
                    <a:pt x="539" y="1"/>
                    <a:pt x="311" y="123"/>
                    <a:pt x="191" y="331"/>
                  </a:cubicBezTo>
                  <a:cubicBezTo>
                    <a:pt x="1" y="640"/>
                    <a:pt x="120" y="1045"/>
                    <a:pt x="418" y="1236"/>
                  </a:cubicBezTo>
                  <a:cubicBezTo>
                    <a:pt x="418" y="1236"/>
                    <a:pt x="430" y="1236"/>
                    <a:pt x="430" y="1260"/>
                  </a:cubicBezTo>
                  <a:cubicBezTo>
                    <a:pt x="489" y="1283"/>
                    <a:pt x="584" y="1319"/>
                    <a:pt x="656" y="1331"/>
                  </a:cubicBezTo>
                  <a:cubicBezTo>
                    <a:pt x="685" y="1335"/>
                    <a:pt x="714" y="1337"/>
                    <a:pt x="743" y="1337"/>
                  </a:cubicBezTo>
                  <a:cubicBezTo>
                    <a:pt x="879" y="1337"/>
                    <a:pt x="1012" y="1293"/>
                    <a:pt x="1120" y="1224"/>
                  </a:cubicBezTo>
                  <a:cubicBezTo>
                    <a:pt x="1192" y="1176"/>
                    <a:pt x="1251" y="1117"/>
                    <a:pt x="1311" y="1045"/>
                  </a:cubicBezTo>
                  <a:cubicBezTo>
                    <a:pt x="1322" y="1033"/>
                    <a:pt x="1322" y="1021"/>
                    <a:pt x="1346" y="998"/>
                  </a:cubicBezTo>
                  <a:cubicBezTo>
                    <a:pt x="1525" y="688"/>
                    <a:pt x="1418" y="271"/>
                    <a:pt x="1108" y="93"/>
                  </a:cubicBezTo>
                  <a:cubicBezTo>
                    <a:pt x="1003" y="30"/>
                    <a:pt x="887" y="1"/>
                    <a:pt x="77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2" name="Google Shape;2102;p17"/>
            <p:cNvSpPr/>
            <p:nvPr/>
          </p:nvSpPr>
          <p:spPr>
            <a:xfrm>
              <a:off x="4394275" y="1948925"/>
              <a:ext cx="24450" cy="24450"/>
            </a:xfrm>
            <a:custGeom>
              <a:rect b="b" l="l" r="r" t="t"/>
              <a:pathLst>
                <a:path extrusionOk="0" h="978" w="978">
                  <a:moveTo>
                    <a:pt x="494" y="1"/>
                  </a:moveTo>
                  <a:cubicBezTo>
                    <a:pt x="461" y="1"/>
                    <a:pt x="427" y="4"/>
                    <a:pt x="394" y="11"/>
                  </a:cubicBezTo>
                  <a:cubicBezTo>
                    <a:pt x="334" y="23"/>
                    <a:pt x="275" y="34"/>
                    <a:pt x="239" y="82"/>
                  </a:cubicBezTo>
                  <a:cubicBezTo>
                    <a:pt x="203" y="94"/>
                    <a:pt x="191" y="130"/>
                    <a:pt x="156" y="142"/>
                  </a:cubicBezTo>
                  <a:cubicBezTo>
                    <a:pt x="37" y="261"/>
                    <a:pt x="1" y="427"/>
                    <a:pt x="37" y="594"/>
                  </a:cubicBezTo>
                  <a:cubicBezTo>
                    <a:pt x="61" y="642"/>
                    <a:pt x="72" y="689"/>
                    <a:pt x="96" y="737"/>
                  </a:cubicBezTo>
                  <a:cubicBezTo>
                    <a:pt x="120" y="796"/>
                    <a:pt x="132" y="832"/>
                    <a:pt x="156" y="844"/>
                  </a:cubicBezTo>
                  <a:cubicBezTo>
                    <a:pt x="247" y="928"/>
                    <a:pt x="363" y="978"/>
                    <a:pt x="481" y="978"/>
                  </a:cubicBezTo>
                  <a:cubicBezTo>
                    <a:pt x="548" y="978"/>
                    <a:pt x="615" y="962"/>
                    <a:pt x="680" y="927"/>
                  </a:cubicBezTo>
                  <a:cubicBezTo>
                    <a:pt x="715" y="916"/>
                    <a:pt x="739" y="904"/>
                    <a:pt x="751" y="892"/>
                  </a:cubicBezTo>
                  <a:cubicBezTo>
                    <a:pt x="799" y="856"/>
                    <a:pt x="846" y="808"/>
                    <a:pt x="894" y="749"/>
                  </a:cubicBezTo>
                  <a:cubicBezTo>
                    <a:pt x="953" y="666"/>
                    <a:pt x="977" y="558"/>
                    <a:pt x="965" y="439"/>
                  </a:cubicBezTo>
                  <a:cubicBezTo>
                    <a:pt x="965" y="368"/>
                    <a:pt x="930" y="296"/>
                    <a:pt x="894" y="213"/>
                  </a:cubicBezTo>
                  <a:cubicBezTo>
                    <a:pt x="894" y="201"/>
                    <a:pt x="870" y="201"/>
                    <a:pt x="870" y="189"/>
                  </a:cubicBezTo>
                  <a:cubicBezTo>
                    <a:pt x="773" y="63"/>
                    <a:pt x="637" y="1"/>
                    <a:pt x="49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3" name="Google Shape;2103;p17"/>
            <p:cNvSpPr/>
            <p:nvPr/>
          </p:nvSpPr>
          <p:spPr>
            <a:xfrm>
              <a:off x="4283550" y="1992300"/>
              <a:ext cx="31000" cy="30675"/>
            </a:xfrm>
            <a:custGeom>
              <a:rect b="b" l="l" r="r" t="t"/>
              <a:pathLst>
                <a:path extrusionOk="0" h="1227" w="1240">
                  <a:moveTo>
                    <a:pt x="633" y="0"/>
                  </a:moveTo>
                  <a:cubicBezTo>
                    <a:pt x="500" y="0"/>
                    <a:pt x="370" y="46"/>
                    <a:pt x="263" y="133"/>
                  </a:cubicBezTo>
                  <a:cubicBezTo>
                    <a:pt x="191" y="193"/>
                    <a:pt x="156" y="252"/>
                    <a:pt x="108" y="324"/>
                  </a:cubicBezTo>
                  <a:cubicBezTo>
                    <a:pt x="108" y="347"/>
                    <a:pt x="96" y="359"/>
                    <a:pt x="96" y="359"/>
                  </a:cubicBezTo>
                  <a:cubicBezTo>
                    <a:pt x="1" y="538"/>
                    <a:pt x="1" y="740"/>
                    <a:pt x="96" y="907"/>
                  </a:cubicBezTo>
                  <a:cubicBezTo>
                    <a:pt x="144" y="978"/>
                    <a:pt x="203" y="1062"/>
                    <a:pt x="275" y="1109"/>
                  </a:cubicBezTo>
                  <a:cubicBezTo>
                    <a:pt x="287" y="1133"/>
                    <a:pt x="299" y="1133"/>
                    <a:pt x="322" y="1145"/>
                  </a:cubicBezTo>
                  <a:cubicBezTo>
                    <a:pt x="421" y="1200"/>
                    <a:pt x="527" y="1227"/>
                    <a:pt x="631" y="1227"/>
                  </a:cubicBezTo>
                  <a:cubicBezTo>
                    <a:pt x="842" y="1227"/>
                    <a:pt x="1044" y="1118"/>
                    <a:pt x="1156" y="919"/>
                  </a:cubicBezTo>
                  <a:cubicBezTo>
                    <a:pt x="1191" y="835"/>
                    <a:pt x="1227" y="740"/>
                    <a:pt x="1239" y="657"/>
                  </a:cubicBezTo>
                  <a:cubicBezTo>
                    <a:pt x="1239" y="562"/>
                    <a:pt x="1227" y="478"/>
                    <a:pt x="1191" y="383"/>
                  </a:cubicBezTo>
                  <a:cubicBezTo>
                    <a:pt x="1156" y="264"/>
                    <a:pt x="1061" y="157"/>
                    <a:pt x="941" y="85"/>
                  </a:cubicBezTo>
                  <a:cubicBezTo>
                    <a:pt x="842" y="28"/>
                    <a:pt x="737" y="0"/>
                    <a:pt x="63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04" name="Google Shape;2104;p17"/>
          <p:cNvSpPr/>
          <p:nvPr/>
        </p:nvSpPr>
        <p:spPr>
          <a:xfrm>
            <a:off x="0" y="4845825"/>
            <a:ext cx="9144000" cy="2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5" name="Google Shape;2105;p17"/>
          <p:cNvSpPr txBox="1"/>
          <p:nvPr>
            <p:ph type="title"/>
          </p:nvPr>
        </p:nvSpPr>
        <p:spPr>
          <a:xfrm>
            <a:off x="2036875" y="3100300"/>
            <a:ext cx="5070300" cy="531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106" name="Google Shape;2106;p17"/>
          <p:cNvSpPr txBox="1"/>
          <p:nvPr>
            <p:ph idx="1" type="subTitle"/>
          </p:nvPr>
        </p:nvSpPr>
        <p:spPr>
          <a:xfrm>
            <a:off x="1055075" y="1511325"/>
            <a:ext cx="7033800" cy="1478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3000">
                <a:solidFill>
                  <a:schemeClr val="dk1"/>
                </a:solidFill>
              </a:defRPr>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grpSp>
        <p:nvGrpSpPr>
          <p:cNvPr id="2107" name="Google Shape;2107;p17"/>
          <p:cNvGrpSpPr/>
          <p:nvPr/>
        </p:nvGrpSpPr>
        <p:grpSpPr>
          <a:xfrm flipH="1" rot="10800000">
            <a:off x="175" y="-155"/>
            <a:ext cx="4162380" cy="1079126"/>
            <a:chOff x="2582150" y="3714800"/>
            <a:chExt cx="2689050" cy="697200"/>
          </a:xfrm>
        </p:grpSpPr>
        <p:sp>
          <p:nvSpPr>
            <p:cNvPr id="2108" name="Google Shape;2108;p17"/>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9" name="Google Shape;2109;p17"/>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0" name="Google Shape;2110;p17"/>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1" name="Google Shape;2111;p17"/>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2" name="Google Shape;2112;p17"/>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3" name="Google Shape;2113;p17"/>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4" name="Google Shape;2114;p17"/>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5" name="Google Shape;2115;p17"/>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6" name="Google Shape;2116;p17"/>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7" name="Google Shape;2117;p17"/>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8" name="Google Shape;2118;p17"/>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9" name="Google Shape;2119;p17"/>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0" name="Google Shape;2120;p17"/>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1" name="Google Shape;2121;p17"/>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2" name="Google Shape;2122;p17"/>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3" name="Google Shape;2123;p17"/>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4" name="Google Shape;2124;p17"/>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5" name="Google Shape;2125;p17"/>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6" name="Google Shape;2126;p17"/>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7" name="Google Shape;2127;p17"/>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8" name="Google Shape;2128;p17"/>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9" name="Google Shape;2129;p17"/>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p17"/>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1" name="Google Shape;2131;p17"/>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2" name="Google Shape;2132;p17"/>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3" name="Google Shape;2133;p17"/>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4" name="Google Shape;2134;p17"/>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5" name="Google Shape;2135;p17"/>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6" name="Google Shape;2136;p17"/>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7" name="Google Shape;2137;p17"/>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8" name="Google Shape;2138;p17"/>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9" name="Google Shape;2139;p17"/>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0" name="Google Shape;2140;p17"/>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1" name="Google Shape;2141;p17"/>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2" name="Google Shape;2142;p17"/>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3" name="Google Shape;2143;p17"/>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4" name="Google Shape;2144;p17"/>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5" name="Google Shape;2145;p17"/>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6" name="Google Shape;2146;p17"/>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7" name="Google Shape;2147;p17"/>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8" name="Google Shape;2148;p17"/>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9" name="Google Shape;2149;p17"/>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0" name="Google Shape;2150;p17"/>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1" name="Google Shape;2151;p17"/>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2" name="Google Shape;2152;p17"/>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3" name="Google Shape;2153;p17"/>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4" name="Google Shape;2154;p17"/>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5" name="Google Shape;2155;p17"/>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6" name="Google Shape;2156;p17"/>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7" name="Google Shape;2157;p17"/>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8" name="Google Shape;2158;p17"/>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9" name="Google Shape;2159;p17"/>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0" name="Google Shape;2160;p17"/>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1" name="Google Shape;2161;p17"/>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2" name="Google Shape;2162;p17"/>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3" name="Google Shape;2163;p17"/>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4" name="Google Shape;2164;p17"/>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5" name="Google Shape;2165;p17"/>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6" name="Google Shape;2166;p17"/>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7" name="Google Shape;2167;p17"/>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68" name="Google Shape;2168;p17"/>
          <p:cNvGrpSpPr/>
          <p:nvPr/>
        </p:nvGrpSpPr>
        <p:grpSpPr>
          <a:xfrm rot="10800000">
            <a:off x="4981625" y="-155"/>
            <a:ext cx="4162380" cy="1079126"/>
            <a:chOff x="2582150" y="3714800"/>
            <a:chExt cx="2689050" cy="697200"/>
          </a:xfrm>
        </p:grpSpPr>
        <p:sp>
          <p:nvSpPr>
            <p:cNvPr id="2169" name="Google Shape;2169;p17"/>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0" name="Google Shape;2170;p17"/>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1" name="Google Shape;2171;p17"/>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2" name="Google Shape;2172;p17"/>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3" name="Google Shape;2173;p17"/>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4" name="Google Shape;2174;p17"/>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5" name="Google Shape;2175;p17"/>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6" name="Google Shape;2176;p17"/>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7" name="Google Shape;2177;p17"/>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8" name="Google Shape;2178;p17"/>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9" name="Google Shape;2179;p17"/>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0" name="Google Shape;2180;p17"/>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1" name="Google Shape;2181;p17"/>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2" name="Google Shape;2182;p17"/>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3" name="Google Shape;2183;p17"/>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4" name="Google Shape;2184;p17"/>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5" name="Google Shape;2185;p17"/>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6" name="Google Shape;2186;p17"/>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7" name="Google Shape;2187;p17"/>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8" name="Google Shape;2188;p17"/>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9" name="Google Shape;2189;p17"/>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0" name="Google Shape;2190;p17"/>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1" name="Google Shape;2191;p17"/>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2" name="Google Shape;2192;p17"/>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3" name="Google Shape;2193;p17"/>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4" name="Google Shape;2194;p17"/>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5" name="Google Shape;2195;p17"/>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6" name="Google Shape;2196;p17"/>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7" name="Google Shape;2197;p17"/>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8" name="Google Shape;2198;p17"/>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9" name="Google Shape;2199;p17"/>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0" name="Google Shape;2200;p17"/>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1" name="Google Shape;2201;p17"/>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2" name="Google Shape;2202;p17"/>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3" name="Google Shape;2203;p17"/>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4" name="Google Shape;2204;p17"/>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5" name="Google Shape;2205;p17"/>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6" name="Google Shape;2206;p17"/>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7" name="Google Shape;2207;p17"/>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8" name="Google Shape;2208;p17"/>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9" name="Google Shape;2209;p17"/>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0" name="Google Shape;2210;p17"/>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1" name="Google Shape;2211;p17"/>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2" name="Google Shape;2212;p17"/>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3" name="Google Shape;2213;p17"/>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4" name="Google Shape;2214;p17"/>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5" name="Google Shape;2215;p17"/>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6" name="Google Shape;2216;p17"/>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7" name="Google Shape;2217;p17"/>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8" name="Google Shape;2218;p17"/>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9" name="Google Shape;2219;p17"/>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0" name="Google Shape;2220;p17"/>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1" name="Google Shape;2221;p17"/>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2" name="Google Shape;2222;p17"/>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3" name="Google Shape;2223;p17"/>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4" name="Google Shape;2224;p17"/>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5" name="Google Shape;2225;p17"/>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6" name="Google Shape;2226;p17"/>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7" name="Google Shape;2227;p17"/>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8" name="Google Shape;2228;p17"/>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2229" name="Shape 2229"/>
        <p:cNvGrpSpPr/>
        <p:nvPr/>
      </p:nvGrpSpPr>
      <p:grpSpPr>
        <a:xfrm>
          <a:off x="0" y="0"/>
          <a:ext cx="0" cy="0"/>
          <a:chOff x="0" y="0"/>
          <a:chExt cx="0" cy="0"/>
        </a:xfrm>
      </p:grpSpPr>
      <p:grpSp>
        <p:nvGrpSpPr>
          <p:cNvPr id="2230" name="Google Shape;2230;p18"/>
          <p:cNvGrpSpPr/>
          <p:nvPr/>
        </p:nvGrpSpPr>
        <p:grpSpPr>
          <a:xfrm flipH="1">
            <a:off x="-167" y="3797070"/>
            <a:ext cx="3253203" cy="1346446"/>
            <a:chOff x="4145150" y="2643900"/>
            <a:chExt cx="1914550" cy="792400"/>
          </a:xfrm>
        </p:grpSpPr>
        <p:sp>
          <p:nvSpPr>
            <p:cNvPr id="2231" name="Google Shape;2231;p18"/>
            <p:cNvSpPr/>
            <p:nvPr/>
          </p:nvSpPr>
          <p:spPr>
            <a:xfrm>
              <a:off x="5202425" y="3311250"/>
              <a:ext cx="149150" cy="50325"/>
            </a:xfrm>
            <a:custGeom>
              <a:rect b="b" l="l" r="r" t="t"/>
              <a:pathLst>
                <a:path extrusionOk="0" h="2013" w="5966">
                  <a:moveTo>
                    <a:pt x="0" y="1"/>
                  </a:moveTo>
                  <a:lnTo>
                    <a:pt x="36" y="334"/>
                  </a:lnTo>
                  <a:lnTo>
                    <a:pt x="5870" y="2013"/>
                  </a:lnTo>
                  <a:cubicBezTo>
                    <a:pt x="5858" y="1894"/>
                    <a:pt x="5906" y="1786"/>
                    <a:pt x="5965" y="1715"/>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2" name="Google Shape;2232;p18"/>
            <p:cNvSpPr/>
            <p:nvPr/>
          </p:nvSpPr>
          <p:spPr>
            <a:xfrm>
              <a:off x="5104200" y="3285350"/>
              <a:ext cx="91100" cy="31575"/>
            </a:xfrm>
            <a:custGeom>
              <a:rect b="b" l="l" r="r" t="t"/>
              <a:pathLst>
                <a:path extrusionOk="0" h="1263" w="3644">
                  <a:moveTo>
                    <a:pt x="310" y="1"/>
                  </a:moveTo>
                  <a:lnTo>
                    <a:pt x="12" y="132"/>
                  </a:lnTo>
                  <a:lnTo>
                    <a:pt x="0" y="215"/>
                  </a:lnTo>
                  <a:lnTo>
                    <a:pt x="3644" y="1263"/>
                  </a:lnTo>
                  <a:lnTo>
                    <a:pt x="3596" y="929"/>
                  </a:ln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3" name="Google Shape;2233;p18"/>
            <p:cNvSpPr/>
            <p:nvPr/>
          </p:nvSpPr>
          <p:spPr>
            <a:xfrm>
              <a:off x="5098850" y="3282675"/>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4" name="Google Shape;2234;p18"/>
            <p:cNvSpPr/>
            <p:nvPr/>
          </p:nvSpPr>
          <p:spPr>
            <a:xfrm>
              <a:off x="5097050" y="32847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5" name="Google Shape;2235;p18"/>
            <p:cNvSpPr/>
            <p:nvPr/>
          </p:nvSpPr>
          <p:spPr>
            <a:xfrm>
              <a:off x="5317625" y="3080875"/>
              <a:ext cx="235450" cy="109550"/>
            </a:xfrm>
            <a:custGeom>
              <a:rect b="b" l="l" r="r" t="t"/>
              <a:pathLst>
                <a:path extrusionOk="0" h="4382" w="9418">
                  <a:moveTo>
                    <a:pt x="9335" y="0"/>
                  </a:moveTo>
                  <a:lnTo>
                    <a:pt x="0" y="4167"/>
                  </a:lnTo>
                  <a:lnTo>
                    <a:pt x="286" y="4382"/>
                  </a:lnTo>
                  <a:lnTo>
                    <a:pt x="9382" y="322"/>
                  </a:lnTo>
                  <a:lnTo>
                    <a:pt x="9418" y="262"/>
                  </a:lnTo>
                  <a:cubicBezTo>
                    <a:pt x="9358" y="179"/>
                    <a:pt x="9335" y="95"/>
                    <a:pt x="933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6" name="Google Shape;2236;p18"/>
            <p:cNvSpPr/>
            <p:nvPr/>
          </p:nvSpPr>
          <p:spPr>
            <a:xfrm>
              <a:off x="5193500" y="3188625"/>
              <a:ext cx="122950" cy="59850"/>
            </a:xfrm>
            <a:custGeom>
              <a:rect b="b" l="l" r="r" t="t"/>
              <a:pathLst>
                <a:path extrusionOk="0" h="2394" w="4918">
                  <a:moveTo>
                    <a:pt x="4644" y="0"/>
                  </a:moveTo>
                  <a:lnTo>
                    <a:pt x="0" y="2060"/>
                  </a:lnTo>
                  <a:lnTo>
                    <a:pt x="36" y="2393"/>
                  </a:lnTo>
                  <a:lnTo>
                    <a:pt x="4918" y="203"/>
                  </a:lnTo>
                  <a:lnTo>
                    <a:pt x="464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7" name="Google Shape;2237;p18"/>
            <p:cNvSpPr/>
            <p:nvPr/>
          </p:nvSpPr>
          <p:spPr>
            <a:xfrm>
              <a:off x="5097050" y="3284450"/>
              <a:ext cx="25" cy="1225"/>
            </a:xfrm>
            <a:custGeom>
              <a:rect b="b" l="l" r="r" t="t"/>
              <a:pathLst>
                <a:path extrusionOk="0" h="49" w="1">
                  <a:moveTo>
                    <a:pt x="1" y="13"/>
                  </a:moveTo>
                  <a:lnTo>
                    <a:pt x="1" y="13"/>
                  </a:lnTo>
                  <a:lnTo>
                    <a:pt x="1" y="49"/>
                  </a:lnTo>
                  <a:lnTo>
                    <a:pt x="1" y="13"/>
                  </a:lnTo>
                  <a:cubicBezTo>
                    <a:pt x="1" y="1"/>
                    <a:pt x="1" y="13"/>
                    <a:pt x="1"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8" name="Google Shape;2238;p18"/>
            <p:cNvSpPr/>
            <p:nvPr/>
          </p:nvSpPr>
          <p:spPr>
            <a:xfrm>
              <a:off x="5098550" y="3243975"/>
              <a:ext cx="88425" cy="44675"/>
            </a:xfrm>
            <a:custGeom>
              <a:rect b="b" l="l" r="r" t="t"/>
              <a:pathLst>
                <a:path extrusionOk="0" h="1787" w="3537">
                  <a:moveTo>
                    <a:pt x="33" y="1539"/>
                  </a:moveTo>
                  <a:lnTo>
                    <a:pt x="33" y="1539"/>
                  </a:lnTo>
                  <a:cubicBezTo>
                    <a:pt x="21" y="1541"/>
                    <a:pt x="10" y="1544"/>
                    <a:pt x="0" y="1549"/>
                  </a:cubicBezTo>
                  <a:lnTo>
                    <a:pt x="12" y="1549"/>
                  </a:lnTo>
                  <a:lnTo>
                    <a:pt x="33" y="1539"/>
                  </a:lnTo>
                  <a:close/>
                  <a:moveTo>
                    <a:pt x="3501" y="1"/>
                  </a:moveTo>
                  <a:lnTo>
                    <a:pt x="33" y="1539"/>
                  </a:lnTo>
                  <a:lnTo>
                    <a:pt x="33" y="1539"/>
                  </a:lnTo>
                  <a:cubicBezTo>
                    <a:pt x="51" y="1537"/>
                    <a:pt x="69" y="1537"/>
                    <a:pt x="84" y="1537"/>
                  </a:cubicBezTo>
                  <a:cubicBezTo>
                    <a:pt x="191" y="1537"/>
                    <a:pt x="250" y="1608"/>
                    <a:pt x="238" y="1691"/>
                  </a:cubicBezTo>
                  <a:lnTo>
                    <a:pt x="226" y="1787"/>
                  </a:lnTo>
                  <a:lnTo>
                    <a:pt x="536" y="1656"/>
                  </a:lnTo>
                  <a:lnTo>
                    <a:pt x="3536" y="310"/>
                  </a:lnTo>
                  <a:lnTo>
                    <a:pt x="350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9" name="Google Shape;2239;p18"/>
            <p:cNvSpPr/>
            <p:nvPr/>
          </p:nvSpPr>
          <p:spPr>
            <a:xfrm>
              <a:off x="5098250" y="3282675"/>
              <a:ext cx="625" cy="325"/>
            </a:xfrm>
            <a:custGeom>
              <a:rect b="b" l="l" r="r" t="t"/>
              <a:pathLst>
                <a:path extrusionOk="0" h="13" w="25">
                  <a:moveTo>
                    <a:pt x="24" y="1"/>
                  </a:moveTo>
                  <a:cubicBezTo>
                    <a:pt x="12" y="1"/>
                    <a:pt x="12" y="12"/>
                    <a:pt x="0" y="12"/>
                  </a:cubicBezTo>
                  <a:cubicBezTo>
                    <a:pt x="12" y="12"/>
                    <a:pt x="24" y="1"/>
                    <a:pt x="2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0" name="Google Shape;2240;p18"/>
            <p:cNvSpPr/>
            <p:nvPr/>
          </p:nvSpPr>
          <p:spPr>
            <a:xfrm>
              <a:off x="5097650" y="3283275"/>
              <a:ext cx="625" cy="625"/>
            </a:xfrm>
            <a:custGeom>
              <a:rect b="b" l="l" r="r" t="t"/>
              <a:pathLst>
                <a:path extrusionOk="0" h="25" w="25">
                  <a:moveTo>
                    <a:pt x="0" y="0"/>
                  </a:moveTo>
                  <a:lnTo>
                    <a:pt x="0" y="0"/>
                  </a:lnTo>
                  <a:cubicBezTo>
                    <a:pt x="0" y="0"/>
                    <a:pt x="0" y="24"/>
                    <a:pt x="0" y="0"/>
                  </a:cubicBezTo>
                  <a:cubicBezTo>
                    <a:pt x="0" y="0"/>
                    <a:pt x="24" y="0"/>
                    <a:pt x="0" y="0"/>
                  </a:cubicBezTo>
                  <a:cubicBezTo>
                    <a:pt x="24" y="0"/>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1" name="Google Shape;2241;p18"/>
            <p:cNvSpPr/>
            <p:nvPr/>
          </p:nvSpPr>
          <p:spPr>
            <a:xfrm>
              <a:off x="4158250" y="3228800"/>
              <a:ext cx="79800" cy="113125"/>
            </a:xfrm>
            <a:custGeom>
              <a:rect b="b" l="l" r="r" t="t"/>
              <a:pathLst>
                <a:path extrusionOk="0" h="4525" w="3192">
                  <a:moveTo>
                    <a:pt x="2917" y="1"/>
                  </a:moveTo>
                  <a:lnTo>
                    <a:pt x="0" y="4442"/>
                  </a:lnTo>
                  <a:cubicBezTo>
                    <a:pt x="96" y="4442"/>
                    <a:pt x="179" y="4477"/>
                    <a:pt x="238" y="4525"/>
                  </a:cubicBezTo>
                  <a:lnTo>
                    <a:pt x="393" y="4430"/>
                  </a:lnTo>
                  <a:lnTo>
                    <a:pt x="3191" y="143"/>
                  </a:lnTo>
                  <a:lnTo>
                    <a:pt x="291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2" name="Google Shape;2242;p18"/>
            <p:cNvSpPr/>
            <p:nvPr/>
          </p:nvSpPr>
          <p:spPr>
            <a:xfrm>
              <a:off x="4308850" y="3190700"/>
              <a:ext cx="106000" cy="64325"/>
            </a:xfrm>
            <a:custGeom>
              <a:rect b="b" l="l" r="r" t="t"/>
              <a:pathLst>
                <a:path extrusionOk="0" h="2573" w="4240">
                  <a:moveTo>
                    <a:pt x="4192" y="1"/>
                  </a:moveTo>
                  <a:cubicBezTo>
                    <a:pt x="4168" y="1"/>
                    <a:pt x="4168" y="1"/>
                    <a:pt x="4156" y="12"/>
                  </a:cubicBezTo>
                  <a:cubicBezTo>
                    <a:pt x="4168" y="12"/>
                    <a:pt x="4168" y="1"/>
                    <a:pt x="4192" y="1"/>
                  </a:cubicBezTo>
                  <a:close/>
                  <a:moveTo>
                    <a:pt x="4156" y="12"/>
                  </a:moveTo>
                  <a:lnTo>
                    <a:pt x="1" y="2310"/>
                  </a:lnTo>
                  <a:cubicBezTo>
                    <a:pt x="72" y="2382"/>
                    <a:pt x="144" y="2477"/>
                    <a:pt x="156" y="2572"/>
                  </a:cubicBezTo>
                  <a:lnTo>
                    <a:pt x="4240" y="310"/>
                  </a:lnTo>
                  <a:lnTo>
                    <a:pt x="4168" y="286"/>
                  </a:lnTo>
                  <a:cubicBezTo>
                    <a:pt x="4097" y="239"/>
                    <a:pt x="4061" y="155"/>
                    <a:pt x="4097" y="72"/>
                  </a:cubicBezTo>
                  <a:cubicBezTo>
                    <a:pt x="4109" y="48"/>
                    <a:pt x="4132" y="36"/>
                    <a:pt x="4156"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3" name="Google Shape;2243;p18"/>
            <p:cNvSpPr/>
            <p:nvPr/>
          </p:nvSpPr>
          <p:spPr>
            <a:xfrm>
              <a:off x="4410075" y="3190700"/>
              <a:ext cx="176525" cy="91100"/>
            </a:xfrm>
            <a:custGeom>
              <a:rect b="b" l="l" r="r" t="t"/>
              <a:pathLst>
                <a:path extrusionOk="0" h="3644" w="7061">
                  <a:moveTo>
                    <a:pt x="119" y="1"/>
                  </a:moveTo>
                  <a:cubicBezTo>
                    <a:pt x="107" y="1"/>
                    <a:pt x="107" y="1"/>
                    <a:pt x="95" y="12"/>
                  </a:cubicBezTo>
                  <a:cubicBezTo>
                    <a:pt x="95" y="36"/>
                    <a:pt x="60" y="48"/>
                    <a:pt x="48" y="72"/>
                  </a:cubicBezTo>
                  <a:cubicBezTo>
                    <a:pt x="0" y="155"/>
                    <a:pt x="48" y="239"/>
                    <a:pt x="119" y="286"/>
                  </a:cubicBezTo>
                  <a:lnTo>
                    <a:pt x="191" y="310"/>
                  </a:lnTo>
                  <a:lnTo>
                    <a:pt x="6977" y="3644"/>
                  </a:lnTo>
                  <a:cubicBezTo>
                    <a:pt x="6965" y="3620"/>
                    <a:pt x="6965" y="3608"/>
                    <a:pt x="6965" y="3572"/>
                  </a:cubicBezTo>
                  <a:cubicBezTo>
                    <a:pt x="6965" y="3489"/>
                    <a:pt x="7001" y="3394"/>
                    <a:pt x="7060" y="3346"/>
                  </a:cubicBezTo>
                  <a:lnTo>
                    <a:pt x="250" y="12"/>
                  </a:lnTo>
                  <a:cubicBezTo>
                    <a:pt x="238" y="12"/>
                    <a:pt x="238" y="12"/>
                    <a:pt x="22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4" name="Google Shape;2244;p18"/>
            <p:cNvSpPr/>
            <p:nvPr/>
          </p:nvSpPr>
          <p:spPr>
            <a:xfrm>
              <a:off x="4164500" y="3260350"/>
              <a:ext cx="127725" cy="87525"/>
            </a:xfrm>
            <a:custGeom>
              <a:rect b="b" l="l" r="r" t="t"/>
              <a:pathLst>
                <a:path extrusionOk="0" h="3501" w="5109">
                  <a:moveTo>
                    <a:pt x="4882" y="1"/>
                  </a:moveTo>
                  <a:lnTo>
                    <a:pt x="131" y="3168"/>
                  </a:lnTo>
                  <a:lnTo>
                    <a:pt x="0" y="3263"/>
                  </a:lnTo>
                  <a:cubicBezTo>
                    <a:pt x="96" y="3322"/>
                    <a:pt x="155" y="3394"/>
                    <a:pt x="191" y="3501"/>
                  </a:cubicBezTo>
                  <a:lnTo>
                    <a:pt x="5108" y="203"/>
                  </a:lnTo>
                  <a:cubicBezTo>
                    <a:pt x="5061" y="167"/>
                    <a:pt x="5037" y="120"/>
                    <a:pt x="5013" y="60"/>
                  </a:cubicBezTo>
                  <a:lnTo>
                    <a:pt x="488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5" name="Google Shape;2245;p18"/>
            <p:cNvSpPr/>
            <p:nvPr/>
          </p:nvSpPr>
          <p:spPr>
            <a:xfrm>
              <a:off x="4228800" y="3220775"/>
              <a:ext cx="61325" cy="41400"/>
            </a:xfrm>
            <a:custGeom>
              <a:rect b="b" l="l" r="r" t="t"/>
              <a:pathLst>
                <a:path extrusionOk="0" h="1656" w="2453">
                  <a:moveTo>
                    <a:pt x="203" y="0"/>
                  </a:moveTo>
                  <a:cubicBezTo>
                    <a:pt x="167" y="0"/>
                    <a:pt x="143" y="0"/>
                    <a:pt x="107" y="24"/>
                  </a:cubicBezTo>
                  <a:cubicBezTo>
                    <a:pt x="83" y="36"/>
                    <a:pt x="72" y="48"/>
                    <a:pt x="48" y="83"/>
                  </a:cubicBezTo>
                  <a:cubicBezTo>
                    <a:pt x="0" y="155"/>
                    <a:pt x="36" y="238"/>
                    <a:pt x="107" y="286"/>
                  </a:cubicBezTo>
                  <a:lnTo>
                    <a:pt x="119" y="298"/>
                  </a:lnTo>
                  <a:lnTo>
                    <a:pt x="393" y="452"/>
                  </a:lnTo>
                  <a:lnTo>
                    <a:pt x="2310" y="1584"/>
                  </a:lnTo>
                  <a:lnTo>
                    <a:pt x="2453" y="1655"/>
                  </a:lnTo>
                  <a:cubicBezTo>
                    <a:pt x="2429" y="1607"/>
                    <a:pt x="2417" y="1572"/>
                    <a:pt x="2417" y="1512"/>
                  </a:cubicBezTo>
                  <a:cubicBezTo>
                    <a:pt x="2417" y="1429"/>
                    <a:pt x="2417" y="1357"/>
                    <a:pt x="2453" y="1298"/>
                  </a:cubicBezTo>
                  <a:lnTo>
                    <a:pt x="619" y="238"/>
                  </a:lnTo>
                  <a:cubicBezTo>
                    <a:pt x="584" y="333"/>
                    <a:pt x="500" y="393"/>
                    <a:pt x="405" y="393"/>
                  </a:cubicBezTo>
                  <a:cubicBezTo>
                    <a:pt x="398" y="394"/>
                    <a:pt x="392" y="394"/>
                    <a:pt x="385" y="394"/>
                  </a:cubicBezTo>
                  <a:cubicBezTo>
                    <a:pt x="262" y="394"/>
                    <a:pt x="155" y="290"/>
                    <a:pt x="155" y="155"/>
                  </a:cubicBezTo>
                  <a:cubicBezTo>
                    <a:pt x="155" y="95"/>
                    <a:pt x="167" y="48"/>
                    <a:pt x="20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6" name="Google Shape;2246;p18"/>
            <p:cNvSpPr/>
            <p:nvPr/>
          </p:nvSpPr>
          <p:spPr>
            <a:xfrm>
              <a:off x="4302900" y="3265125"/>
              <a:ext cx="222375" cy="130500"/>
            </a:xfrm>
            <a:custGeom>
              <a:rect b="b" l="l" r="r" t="t"/>
              <a:pathLst>
                <a:path extrusionOk="0" h="5220" w="8895">
                  <a:moveTo>
                    <a:pt x="322" y="0"/>
                  </a:moveTo>
                  <a:cubicBezTo>
                    <a:pt x="239" y="95"/>
                    <a:pt x="144" y="167"/>
                    <a:pt x="1" y="179"/>
                  </a:cubicBezTo>
                  <a:lnTo>
                    <a:pt x="8776" y="5191"/>
                  </a:lnTo>
                  <a:cubicBezTo>
                    <a:pt x="8793" y="5209"/>
                    <a:pt x="8823" y="5220"/>
                    <a:pt x="8857" y="5220"/>
                  </a:cubicBezTo>
                  <a:cubicBezTo>
                    <a:pt x="8869" y="5220"/>
                    <a:pt x="8882" y="5218"/>
                    <a:pt x="8895" y="5215"/>
                  </a:cubicBezTo>
                  <a:cubicBezTo>
                    <a:pt x="8871" y="5155"/>
                    <a:pt x="8859" y="5096"/>
                    <a:pt x="8847" y="5013"/>
                  </a:cubicBezTo>
                  <a:lnTo>
                    <a:pt x="8847" y="4882"/>
                  </a:lnTo>
                  <a:lnTo>
                    <a:pt x="32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7" name="Google Shape;2247;p18"/>
            <p:cNvSpPr/>
            <p:nvPr/>
          </p:nvSpPr>
          <p:spPr>
            <a:xfrm>
              <a:off x="4545500" y="3403525"/>
              <a:ext cx="25325" cy="32475"/>
            </a:xfrm>
            <a:custGeom>
              <a:rect b="b" l="l" r="r" t="t"/>
              <a:pathLst>
                <a:path extrusionOk="0" h="1299" w="1013">
                  <a:moveTo>
                    <a:pt x="286" y="0"/>
                  </a:moveTo>
                  <a:cubicBezTo>
                    <a:pt x="215" y="60"/>
                    <a:pt x="108" y="108"/>
                    <a:pt x="0" y="131"/>
                  </a:cubicBezTo>
                  <a:lnTo>
                    <a:pt x="655" y="1298"/>
                  </a:lnTo>
                  <a:lnTo>
                    <a:pt x="1012" y="1298"/>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8" name="Google Shape;2248;p18"/>
            <p:cNvSpPr/>
            <p:nvPr/>
          </p:nvSpPr>
          <p:spPr>
            <a:xfrm>
              <a:off x="4592225" y="3007050"/>
              <a:ext cx="130100" cy="268800"/>
            </a:xfrm>
            <a:custGeom>
              <a:rect b="b" l="l" r="r" t="t"/>
              <a:pathLst>
                <a:path extrusionOk="0" h="10752" w="5204">
                  <a:moveTo>
                    <a:pt x="4918" y="0"/>
                  </a:moveTo>
                  <a:lnTo>
                    <a:pt x="1" y="10621"/>
                  </a:lnTo>
                  <a:cubicBezTo>
                    <a:pt x="84" y="10621"/>
                    <a:pt x="179" y="10680"/>
                    <a:pt x="215" y="10752"/>
                  </a:cubicBezTo>
                  <a:cubicBezTo>
                    <a:pt x="239" y="10740"/>
                    <a:pt x="251" y="10740"/>
                    <a:pt x="263" y="10740"/>
                  </a:cubicBezTo>
                  <a:lnTo>
                    <a:pt x="5204" y="119"/>
                  </a:lnTo>
                  <a:cubicBezTo>
                    <a:pt x="5097" y="96"/>
                    <a:pt x="5001" y="60"/>
                    <a:pt x="491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9" name="Google Shape;2249;p18"/>
            <p:cNvSpPr/>
            <p:nvPr/>
          </p:nvSpPr>
          <p:spPr>
            <a:xfrm>
              <a:off x="4545500" y="3284450"/>
              <a:ext cx="48550" cy="91125"/>
            </a:xfrm>
            <a:custGeom>
              <a:rect b="b" l="l" r="r" t="t"/>
              <a:pathLst>
                <a:path extrusionOk="0" h="3645" w="1942">
                  <a:moveTo>
                    <a:pt x="1620" y="1"/>
                  </a:moveTo>
                  <a:lnTo>
                    <a:pt x="0" y="3513"/>
                  </a:lnTo>
                  <a:cubicBezTo>
                    <a:pt x="108" y="3549"/>
                    <a:pt x="191" y="3585"/>
                    <a:pt x="286" y="3644"/>
                  </a:cubicBezTo>
                  <a:lnTo>
                    <a:pt x="1941" y="72"/>
                  </a:lnTo>
                  <a:cubicBezTo>
                    <a:pt x="1905" y="72"/>
                    <a:pt x="1882" y="96"/>
                    <a:pt x="1846" y="96"/>
                  </a:cubicBezTo>
                  <a:cubicBezTo>
                    <a:pt x="1837" y="97"/>
                    <a:pt x="1829" y="98"/>
                    <a:pt x="1820" y="98"/>
                  </a:cubicBezTo>
                  <a:cubicBezTo>
                    <a:pt x="1748" y="98"/>
                    <a:pt x="1684" y="54"/>
                    <a:pt x="162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0" name="Google Shape;2250;p18"/>
            <p:cNvSpPr/>
            <p:nvPr/>
          </p:nvSpPr>
          <p:spPr>
            <a:xfrm>
              <a:off x="4597575" y="3275225"/>
              <a:ext cx="212850" cy="99450"/>
            </a:xfrm>
            <a:custGeom>
              <a:rect b="b" l="l" r="r" t="t"/>
              <a:pathLst>
                <a:path extrusionOk="0" h="3978" w="8514">
                  <a:moveTo>
                    <a:pt x="49" y="1"/>
                  </a:moveTo>
                  <a:cubicBezTo>
                    <a:pt x="37" y="1"/>
                    <a:pt x="25" y="13"/>
                    <a:pt x="1" y="13"/>
                  </a:cubicBezTo>
                  <a:cubicBezTo>
                    <a:pt x="25" y="49"/>
                    <a:pt x="37" y="84"/>
                    <a:pt x="37" y="132"/>
                  </a:cubicBezTo>
                  <a:cubicBezTo>
                    <a:pt x="37" y="191"/>
                    <a:pt x="25" y="239"/>
                    <a:pt x="1" y="275"/>
                  </a:cubicBezTo>
                  <a:lnTo>
                    <a:pt x="25" y="275"/>
                  </a:lnTo>
                  <a:lnTo>
                    <a:pt x="8383" y="3978"/>
                  </a:lnTo>
                  <a:cubicBezTo>
                    <a:pt x="8419" y="3870"/>
                    <a:pt x="8454" y="3775"/>
                    <a:pt x="8514" y="3692"/>
                  </a:cubicBezTo>
                  <a:lnTo>
                    <a:pt x="144" y="13"/>
                  </a:lnTo>
                  <a:cubicBezTo>
                    <a:pt x="108" y="1"/>
                    <a:pt x="84" y="1"/>
                    <a:pt x="4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1" name="Google Shape;2251;p18"/>
            <p:cNvSpPr/>
            <p:nvPr/>
          </p:nvSpPr>
          <p:spPr>
            <a:xfrm>
              <a:off x="4838700" y="3381500"/>
              <a:ext cx="124725" cy="54200"/>
            </a:xfrm>
            <a:custGeom>
              <a:rect b="b" l="l" r="r" t="t"/>
              <a:pathLst>
                <a:path extrusionOk="0" h="2168" w="4989">
                  <a:moveTo>
                    <a:pt x="119" y="0"/>
                  </a:moveTo>
                  <a:cubicBezTo>
                    <a:pt x="107" y="108"/>
                    <a:pt x="60" y="191"/>
                    <a:pt x="0" y="286"/>
                  </a:cubicBezTo>
                  <a:lnTo>
                    <a:pt x="4227" y="2167"/>
                  </a:lnTo>
                  <a:lnTo>
                    <a:pt x="4989" y="2167"/>
                  </a:lnTo>
                  <a:lnTo>
                    <a:pt x="11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2" name="Google Shape;2252;p18"/>
            <p:cNvSpPr/>
            <p:nvPr/>
          </p:nvSpPr>
          <p:spPr>
            <a:xfrm>
              <a:off x="4723500" y="3007350"/>
              <a:ext cx="99725" cy="355725"/>
            </a:xfrm>
            <a:custGeom>
              <a:rect b="b" l="l" r="r" t="t"/>
              <a:pathLst>
                <a:path extrusionOk="0" h="14229" w="3989">
                  <a:moveTo>
                    <a:pt x="274" y="0"/>
                  </a:moveTo>
                  <a:cubicBezTo>
                    <a:pt x="227" y="72"/>
                    <a:pt x="119" y="107"/>
                    <a:pt x="0" y="107"/>
                  </a:cubicBezTo>
                  <a:lnTo>
                    <a:pt x="3691" y="14228"/>
                  </a:lnTo>
                  <a:cubicBezTo>
                    <a:pt x="3775" y="14181"/>
                    <a:pt x="3882" y="14157"/>
                    <a:pt x="3989" y="14133"/>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3" name="Google Shape;2253;p18"/>
            <p:cNvSpPr/>
            <p:nvPr/>
          </p:nvSpPr>
          <p:spPr>
            <a:xfrm>
              <a:off x="4825300" y="3394600"/>
              <a:ext cx="18475" cy="41100"/>
            </a:xfrm>
            <a:custGeom>
              <a:rect b="b" l="l" r="r" t="t"/>
              <a:pathLst>
                <a:path extrusionOk="0" h="1644" w="739">
                  <a:moveTo>
                    <a:pt x="274" y="0"/>
                  </a:moveTo>
                  <a:cubicBezTo>
                    <a:pt x="203" y="48"/>
                    <a:pt x="107" y="72"/>
                    <a:pt x="0" y="72"/>
                  </a:cubicBezTo>
                  <a:lnTo>
                    <a:pt x="417" y="1643"/>
                  </a:lnTo>
                  <a:lnTo>
                    <a:pt x="738" y="1643"/>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4" name="Google Shape;2254;p18"/>
            <p:cNvSpPr/>
            <p:nvPr/>
          </p:nvSpPr>
          <p:spPr>
            <a:xfrm>
              <a:off x="5078300" y="3281775"/>
              <a:ext cx="26825" cy="153325"/>
            </a:xfrm>
            <a:custGeom>
              <a:rect b="b" l="l" r="r" t="t"/>
              <a:pathLst>
                <a:path extrusionOk="0" h="6133" w="1073">
                  <a:moveTo>
                    <a:pt x="929" y="1"/>
                  </a:moveTo>
                  <a:cubicBezTo>
                    <a:pt x="894" y="1"/>
                    <a:pt x="870" y="1"/>
                    <a:pt x="834" y="13"/>
                  </a:cubicBezTo>
                  <a:cubicBezTo>
                    <a:pt x="822" y="13"/>
                    <a:pt x="822" y="37"/>
                    <a:pt x="810" y="37"/>
                  </a:cubicBezTo>
                  <a:lnTo>
                    <a:pt x="786" y="48"/>
                  </a:lnTo>
                  <a:lnTo>
                    <a:pt x="786" y="60"/>
                  </a:lnTo>
                  <a:cubicBezTo>
                    <a:pt x="786" y="60"/>
                    <a:pt x="786" y="84"/>
                    <a:pt x="774" y="84"/>
                  </a:cubicBezTo>
                  <a:lnTo>
                    <a:pt x="774" y="96"/>
                  </a:lnTo>
                  <a:cubicBezTo>
                    <a:pt x="774" y="108"/>
                    <a:pt x="774" y="108"/>
                    <a:pt x="763" y="120"/>
                  </a:cubicBezTo>
                  <a:lnTo>
                    <a:pt x="1" y="6133"/>
                  </a:lnTo>
                  <a:lnTo>
                    <a:pt x="322" y="6133"/>
                  </a:lnTo>
                  <a:lnTo>
                    <a:pt x="1036" y="358"/>
                  </a:lnTo>
                  <a:lnTo>
                    <a:pt x="1048" y="275"/>
                  </a:lnTo>
                  <a:lnTo>
                    <a:pt x="1060" y="179"/>
                  </a:lnTo>
                  <a:cubicBezTo>
                    <a:pt x="1072" y="96"/>
                    <a:pt x="1013" y="13"/>
                    <a:pt x="92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5" name="Google Shape;2255;p18"/>
            <p:cNvSpPr/>
            <p:nvPr/>
          </p:nvSpPr>
          <p:spPr>
            <a:xfrm>
              <a:off x="5165975" y="3082950"/>
              <a:ext cx="51650" cy="352750"/>
            </a:xfrm>
            <a:custGeom>
              <a:rect b="b" l="l" r="r" t="t"/>
              <a:pathLst>
                <a:path extrusionOk="0" h="14110" w="2066">
                  <a:moveTo>
                    <a:pt x="6" y="0"/>
                  </a:moveTo>
                  <a:cubicBezTo>
                    <a:pt x="0" y="28"/>
                    <a:pt x="5" y="56"/>
                    <a:pt x="16" y="81"/>
                  </a:cubicBezTo>
                  <a:lnTo>
                    <a:pt x="16" y="81"/>
                  </a:lnTo>
                  <a:lnTo>
                    <a:pt x="6" y="0"/>
                  </a:lnTo>
                  <a:close/>
                  <a:moveTo>
                    <a:pt x="16" y="81"/>
                  </a:moveTo>
                  <a:lnTo>
                    <a:pt x="792" y="6430"/>
                  </a:lnTo>
                  <a:lnTo>
                    <a:pt x="839" y="6739"/>
                  </a:lnTo>
                  <a:lnTo>
                    <a:pt x="1125" y="9025"/>
                  </a:lnTo>
                  <a:lnTo>
                    <a:pt x="1173" y="9359"/>
                  </a:lnTo>
                  <a:lnTo>
                    <a:pt x="1756" y="14109"/>
                  </a:lnTo>
                  <a:lnTo>
                    <a:pt x="2066" y="14109"/>
                  </a:lnTo>
                  <a:lnTo>
                    <a:pt x="1482" y="9442"/>
                  </a:lnTo>
                  <a:lnTo>
                    <a:pt x="1435" y="9121"/>
                  </a:lnTo>
                  <a:lnTo>
                    <a:pt x="1125" y="6608"/>
                  </a:lnTo>
                  <a:lnTo>
                    <a:pt x="1077" y="6287"/>
                  </a:lnTo>
                  <a:lnTo>
                    <a:pt x="351" y="358"/>
                  </a:lnTo>
                  <a:lnTo>
                    <a:pt x="65" y="143"/>
                  </a:lnTo>
                  <a:cubicBezTo>
                    <a:pt x="46" y="131"/>
                    <a:pt x="28" y="108"/>
                    <a:pt x="16" y="8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6" name="Google Shape;2256;p18"/>
            <p:cNvSpPr/>
            <p:nvPr/>
          </p:nvSpPr>
          <p:spPr>
            <a:xfrm>
              <a:off x="5303025" y="3368700"/>
              <a:ext cx="54800" cy="67000"/>
            </a:xfrm>
            <a:custGeom>
              <a:rect b="b" l="l" r="r" t="t"/>
              <a:pathLst>
                <a:path extrusionOk="0" h="2680" w="2192">
                  <a:moveTo>
                    <a:pt x="1941" y="0"/>
                  </a:moveTo>
                  <a:lnTo>
                    <a:pt x="1" y="2679"/>
                  </a:lnTo>
                  <a:lnTo>
                    <a:pt x="382" y="2679"/>
                  </a:lnTo>
                  <a:lnTo>
                    <a:pt x="2192" y="179"/>
                  </a:lnTo>
                  <a:cubicBezTo>
                    <a:pt x="2084" y="143"/>
                    <a:pt x="2001" y="84"/>
                    <a:pt x="194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7" name="Google Shape;2257;p18"/>
            <p:cNvSpPr/>
            <p:nvPr/>
          </p:nvSpPr>
          <p:spPr>
            <a:xfrm>
              <a:off x="5430125" y="3087425"/>
              <a:ext cx="129500" cy="180700"/>
            </a:xfrm>
            <a:custGeom>
              <a:rect b="b" l="l" r="r" t="t"/>
              <a:pathLst>
                <a:path extrusionOk="0" h="7228" w="5180">
                  <a:moveTo>
                    <a:pt x="4918" y="0"/>
                  </a:moveTo>
                  <a:lnTo>
                    <a:pt x="4882" y="60"/>
                  </a:lnTo>
                  <a:lnTo>
                    <a:pt x="156" y="6644"/>
                  </a:lnTo>
                  <a:cubicBezTo>
                    <a:pt x="203" y="6691"/>
                    <a:pt x="239" y="6751"/>
                    <a:pt x="251" y="6834"/>
                  </a:cubicBezTo>
                  <a:cubicBezTo>
                    <a:pt x="251" y="6989"/>
                    <a:pt x="144" y="7120"/>
                    <a:pt x="1" y="7132"/>
                  </a:cubicBezTo>
                  <a:lnTo>
                    <a:pt x="132" y="7227"/>
                  </a:lnTo>
                  <a:lnTo>
                    <a:pt x="5180" y="179"/>
                  </a:lnTo>
                  <a:cubicBezTo>
                    <a:pt x="5061" y="143"/>
                    <a:pt x="4978" y="83"/>
                    <a:pt x="491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8" name="Google Shape;2258;p18"/>
            <p:cNvSpPr/>
            <p:nvPr/>
          </p:nvSpPr>
          <p:spPr>
            <a:xfrm>
              <a:off x="5365250" y="3269875"/>
              <a:ext cx="63425" cy="84550"/>
            </a:xfrm>
            <a:custGeom>
              <a:rect b="b" l="l" r="r" t="t"/>
              <a:pathLst>
                <a:path extrusionOk="0" h="3382" w="2537">
                  <a:moveTo>
                    <a:pt x="2274" y="1"/>
                  </a:moveTo>
                  <a:lnTo>
                    <a:pt x="0" y="3191"/>
                  </a:lnTo>
                  <a:cubicBezTo>
                    <a:pt x="107" y="3215"/>
                    <a:pt x="179" y="3299"/>
                    <a:pt x="238" y="3382"/>
                  </a:cubicBezTo>
                  <a:lnTo>
                    <a:pt x="2536" y="179"/>
                  </a:lnTo>
                  <a:lnTo>
                    <a:pt x="2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9" name="Google Shape;2259;p18"/>
            <p:cNvSpPr/>
            <p:nvPr/>
          </p:nvSpPr>
          <p:spPr>
            <a:xfrm>
              <a:off x="5372675" y="3356800"/>
              <a:ext cx="248275" cy="56575"/>
            </a:xfrm>
            <a:custGeom>
              <a:rect b="b" l="l" r="r" t="t"/>
              <a:pathLst>
                <a:path extrusionOk="0" h="2263" w="9931">
                  <a:moveTo>
                    <a:pt x="1" y="0"/>
                  </a:moveTo>
                  <a:cubicBezTo>
                    <a:pt x="13" y="36"/>
                    <a:pt x="37" y="95"/>
                    <a:pt x="37" y="155"/>
                  </a:cubicBezTo>
                  <a:cubicBezTo>
                    <a:pt x="37" y="203"/>
                    <a:pt x="37" y="262"/>
                    <a:pt x="13" y="310"/>
                  </a:cubicBezTo>
                  <a:lnTo>
                    <a:pt x="9931" y="2262"/>
                  </a:lnTo>
                  <a:lnTo>
                    <a:pt x="9335" y="1822"/>
                  </a:lnTo>
                  <a:lnTo>
                    <a:pt x="6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0" name="Google Shape;2260;p18"/>
            <p:cNvSpPr/>
            <p:nvPr/>
          </p:nvSpPr>
          <p:spPr>
            <a:xfrm>
              <a:off x="5718250" y="3230300"/>
              <a:ext cx="86350" cy="88125"/>
            </a:xfrm>
            <a:custGeom>
              <a:rect b="b" l="l" r="r" t="t"/>
              <a:pathLst>
                <a:path extrusionOk="0" h="3525" w="3454">
                  <a:moveTo>
                    <a:pt x="3370" y="0"/>
                  </a:moveTo>
                  <a:lnTo>
                    <a:pt x="1" y="3250"/>
                  </a:lnTo>
                  <a:lnTo>
                    <a:pt x="168" y="3524"/>
                  </a:lnTo>
                  <a:lnTo>
                    <a:pt x="3454" y="333"/>
                  </a:lnTo>
                  <a:cubicBezTo>
                    <a:pt x="3382" y="298"/>
                    <a:pt x="3335" y="214"/>
                    <a:pt x="3335" y="131"/>
                  </a:cubicBezTo>
                  <a:cubicBezTo>
                    <a:pt x="3335" y="83"/>
                    <a:pt x="3335" y="36"/>
                    <a:pt x="3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1" name="Google Shape;2261;p18"/>
            <p:cNvSpPr/>
            <p:nvPr/>
          </p:nvSpPr>
          <p:spPr>
            <a:xfrm>
              <a:off x="5808450" y="3104675"/>
              <a:ext cx="128625" cy="124150"/>
            </a:xfrm>
            <a:custGeom>
              <a:rect b="b" l="l" r="r" t="t"/>
              <a:pathLst>
                <a:path extrusionOk="0" h="4966" w="5145">
                  <a:moveTo>
                    <a:pt x="4930" y="1"/>
                  </a:moveTo>
                  <a:lnTo>
                    <a:pt x="1" y="4787"/>
                  </a:lnTo>
                  <a:lnTo>
                    <a:pt x="120" y="4870"/>
                  </a:lnTo>
                  <a:cubicBezTo>
                    <a:pt x="167" y="4882"/>
                    <a:pt x="191" y="4906"/>
                    <a:pt x="227" y="4930"/>
                  </a:cubicBezTo>
                  <a:lnTo>
                    <a:pt x="263" y="4966"/>
                  </a:lnTo>
                  <a:lnTo>
                    <a:pt x="5144" y="227"/>
                  </a:lnTo>
                  <a:cubicBezTo>
                    <a:pt x="5061" y="167"/>
                    <a:pt x="4989" y="96"/>
                    <a:pt x="493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2" name="Google Shape;2262;p18"/>
            <p:cNvSpPr/>
            <p:nvPr/>
          </p:nvSpPr>
          <p:spPr>
            <a:xfrm>
              <a:off x="5622425" y="3317200"/>
              <a:ext cx="94375" cy="92000"/>
            </a:xfrm>
            <a:custGeom>
              <a:rect b="b" l="l" r="r" t="t"/>
              <a:pathLst>
                <a:path extrusionOk="0" h="3680" w="3775">
                  <a:moveTo>
                    <a:pt x="3596" y="1"/>
                  </a:moveTo>
                  <a:lnTo>
                    <a:pt x="0" y="3501"/>
                  </a:lnTo>
                  <a:lnTo>
                    <a:pt x="250" y="3680"/>
                  </a:lnTo>
                  <a:lnTo>
                    <a:pt x="3774" y="275"/>
                  </a:lnTo>
                  <a:lnTo>
                    <a:pt x="35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3" name="Google Shape;2263;p18"/>
            <p:cNvSpPr/>
            <p:nvPr/>
          </p:nvSpPr>
          <p:spPr>
            <a:xfrm>
              <a:off x="5166700" y="3082050"/>
              <a:ext cx="498600" cy="354250"/>
            </a:xfrm>
            <a:custGeom>
              <a:rect b="b" l="l" r="r" t="t"/>
              <a:pathLst>
                <a:path extrusionOk="0" h="14170" w="19944">
                  <a:moveTo>
                    <a:pt x="298" y="1"/>
                  </a:moveTo>
                  <a:cubicBezTo>
                    <a:pt x="239" y="48"/>
                    <a:pt x="155" y="60"/>
                    <a:pt x="72" y="60"/>
                  </a:cubicBezTo>
                  <a:cubicBezTo>
                    <a:pt x="36" y="48"/>
                    <a:pt x="25" y="48"/>
                    <a:pt x="1" y="48"/>
                  </a:cubicBezTo>
                  <a:cubicBezTo>
                    <a:pt x="1" y="108"/>
                    <a:pt x="13" y="156"/>
                    <a:pt x="60" y="191"/>
                  </a:cubicBezTo>
                  <a:lnTo>
                    <a:pt x="334" y="406"/>
                  </a:lnTo>
                  <a:lnTo>
                    <a:pt x="5716" y="4275"/>
                  </a:lnTo>
                  <a:lnTo>
                    <a:pt x="5990" y="4477"/>
                  </a:lnTo>
                  <a:lnTo>
                    <a:pt x="10216" y="7537"/>
                  </a:lnTo>
                  <a:lnTo>
                    <a:pt x="10478" y="7716"/>
                  </a:lnTo>
                  <a:lnTo>
                    <a:pt x="17574" y="12836"/>
                  </a:lnTo>
                  <a:lnTo>
                    <a:pt x="18170" y="13264"/>
                  </a:lnTo>
                  <a:lnTo>
                    <a:pt x="19420" y="14169"/>
                  </a:lnTo>
                  <a:lnTo>
                    <a:pt x="19944" y="14169"/>
                  </a:lnTo>
                  <a:lnTo>
                    <a:pt x="18479" y="13110"/>
                  </a:lnTo>
                  <a:lnTo>
                    <a:pt x="18229" y="12931"/>
                  </a:lnTo>
                  <a:lnTo>
                    <a:pt x="10657" y="7466"/>
                  </a:lnTo>
                  <a:lnTo>
                    <a:pt x="10514" y="7383"/>
                  </a:lnTo>
                  <a:lnTo>
                    <a:pt x="10502" y="7383"/>
                  </a:lnTo>
                  <a:cubicBezTo>
                    <a:pt x="10495" y="7383"/>
                    <a:pt x="10487" y="7384"/>
                    <a:pt x="10480" y="7384"/>
                  </a:cubicBezTo>
                  <a:cubicBezTo>
                    <a:pt x="10347" y="7384"/>
                    <a:pt x="10238" y="7281"/>
                    <a:pt x="10204" y="7156"/>
                  </a:cubicBezTo>
                  <a:lnTo>
                    <a:pt x="7240" y="5013"/>
                  </a:lnTo>
                  <a:cubicBezTo>
                    <a:pt x="7216" y="5025"/>
                    <a:pt x="7180" y="5025"/>
                    <a:pt x="7156" y="5025"/>
                  </a:cubicBezTo>
                  <a:cubicBezTo>
                    <a:pt x="7143" y="5027"/>
                    <a:pt x="7130" y="5028"/>
                    <a:pt x="7117" y="5028"/>
                  </a:cubicBezTo>
                  <a:cubicBezTo>
                    <a:pt x="6978" y="5028"/>
                    <a:pt x="6859" y="4916"/>
                    <a:pt x="6859" y="4763"/>
                  </a:cubicBezTo>
                  <a:lnTo>
                    <a:pt x="6859" y="4728"/>
                  </a:lnTo>
                  <a:lnTo>
                    <a:pt x="6323" y="4347"/>
                  </a:lnTo>
                  <a:lnTo>
                    <a:pt x="6037" y="4132"/>
                  </a:ln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4" name="Google Shape;2264;p18"/>
            <p:cNvSpPr/>
            <p:nvPr/>
          </p:nvSpPr>
          <p:spPr>
            <a:xfrm>
              <a:off x="5558725" y="3064225"/>
              <a:ext cx="8950" cy="4750"/>
            </a:xfrm>
            <a:custGeom>
              <a:rect b="b" l="l" r="r" t="t"/>
              <a:pathLst>
                <a:path extrusionOk="0" h="190" w="358">
                  <a:moveTo>
                    <a:pt x="146" y="0"/>
                  </a:moveTo>
                  <a:cubicBezTo>
                    <a:pt x="122" y="0"/>
                    <a:pt x="97" y="4"/>
                    <a:pt x="72" y="11"/>
                  </a:cubicBezTo>
                  <a:cubicBezTo>
                    <a:pt x="12" y="47"/>
                    <a:pt x="0" y="107"/>
                    <a:pt x="0" y="166"/>
                  </a:cubicBezTo>
                  <a:cubicBezTo>
                    <a:pt x="48" y="154"/>
                    <a:pt x="95" y="130"/>
                    <a:pt x="131" y="130"/>
                  </a:cubicBezTo>
                  <a:cubicBezTo>
                    <a:pt x="226" y="154"/>
                    <a:pt x="298" y="166"/>
                    <a:pt x="357" y="190"/>
                  </a:cubicBezTo>
                  <a:lnTo>
                    <a:pt x="286" y="71"/>
                  </a:lnTo>
                  <a:cubicBezTo>
                    <a:pt x="253" y="21"/>
                    <a:pt x="202" y="0"/>
                    <a:pt x="14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5" name="Google Shape;2265;p18"/>
            <p:cNvSpPr/>
            <p:nvPr/>
          </p:nvSpPr>
          <p:spPr>
            <a:xfrm>
              <a:off x="5571525" y="3089200"/>
              <a:ext cx="223250" cy="346500"/>
            </a:xfrm>
            <a:custGeom>
              <a:rect b="b" l="l" r="r" t="t"/>
              <a:pathLst>
                <a:path extrusionOk="0" h="13860" w="8930">
                  <a:moveTo>
                    <a:pt x="0" y="0"/>
                  </a:moveTo>
                  <a:lnTo>
                    <a:pt x="5632" y="9121"/>
                  </a:lnTo>
                  <a:lnTo>
                    <a:pt x="5799" y="9395"/>
                  </a:lnTo>
                  <a:lnTo>
                    <a:pt x="8573" y="13859"/>
                  </a:lnTo>
                  <a:lnTo>
                    <a:pt x="8930" y="13859"/>
                  </a:lnTo>
                  <a:lnTo>
                    <a:pt x="6025" y="9168"/>
                  </a:lnTo>
                  <a:lnTo>
                    <a:pt x="5858" y="8894"/>
                  </a:lnTo>
                  <a:lnTo>
                    <a:pt x="560" y="346"/>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6" name="Google Shape;2266;p18"/>
            <p:cNvSpPr/>
            <p:nvPr/>
          </p:nvSpPr>
          <p:spPr>
            <a:xfrm>
              <a:off x="6055500" y="3242800"/>
              <a:ext cx="4200" cy="14900"/>
            </a:xfrm>
            <a:custGeom>
              <a:rect b="b" l="l" r="r" t="t"/>
              <a:pathLst>
                <a:path extrusionOk="0" h="596" w="168">
                  <a:moveTo>
                    <a:pt x="108" y="0"/>
                  </a:moveTo>
                  <a:lnTo>
                    <a:pt x="1" y="393"/>
                  </a:lnTo>
                  <a:lnTo>
                    <a:pt x="167" y="595"/>
                  </a:lnTo>
                  <a:lnTo>
                    <a:pt x="167" y="72"/>
                  </a:lnTo>
                  <a:lnTo>
                    <a:pt x="10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7" name="Google Shape;2267;p18"/>
            <p:cNvSpPr/>
            <p:nvPr/>
          </p:nvSpPr>
          <p:spPr>
            <a:xfrm>
              <a:off x="5953400" y="3107050"/>
              <a:ext cx="98850" cy="137250"/>
            </a:xfrm>
            <a:custGeom>
              <a:rect b="b" l="l" r="r" t="t"/>
              <a:pathLst>
                <a:path extrusionOk="0" h="5490" w="3954">
                  <a:moveTo>
                    <a:pt x="227" y="1"/>
                  </a:moveTo>
                  <a:cubicBezTo>
                    <a:pt x="168" y="72"/>
                    <a:pt x="96" y="132"/>
                    <a:pt x="1" y="179"/>
                  </a:cubicBezTo>
                  <a:lnTo>
                    <a:pt x="3847" y="5490"/>
                  </a:lnTo>
                  <a:lnTo>
                    <a:pt x="3954" y="5109"/>
                  </a:lnTo>
                  <a:lnTo>
                    <a:pt x="287" y="25"/>
                  </a:ln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8" name="Google Shape;2268;p18"/>
            <p:cNvSpPr/>
            <p:nvPr/>
          </p:nvSpPr>
          <p:spPr>
            <a:xfrm>
              <a:off x="5571825" y="3083850"/>
              <a:ext cx="239625" cy="146475"/>
            </a:xfrm>
            <a:custGeom>
              <a:rect b="b" l="l" r="r" t="t"/>
              <a:pathLst>
                <a:path extrusionOk="0" h="5859" w="9585">
                  <a:moveTo>
                    <a:pt x="131" y="0"/>
                  </a:moveTo>
                  <a:cubicBezTo>
                    <a:pt x="95" y="84"/>
                    <a:pt x="60" y="155"/>
                    <a:pt x="0" y="214"/>
                  </a:cubicBezTo>
                  <a:lnTo>
                    <a:pt x="560" y="560"/>
                  </a:lnTo>
                  <a:lnTo>
                    <a:pt x="9227" y="5858"/>
                  </a:lnTo>
                  <a:cubicBezTo>
                    <a:pt x="9275" y="5763"/>
                    <a:pt x="9358" y="5691"/>
                    <a:pt x="9466" y="5691"/>
                  </a:cubicBezTo>
                  <a:cubicBezTo>
                    <a:pt x="9513" y="5691"/>
                    <a:pt x="9537" y="5691"/>
                    <a:pt x="9585" y="5703"/>
                  </a:cubicBezTo>
                  <a:lnTo>
                    <a:pt x="9466" y="5632"/>
                  </a:lnTo>
                  <a:lnTo>
                    <a:pt x="25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9" name="Google Shape;2269;p18"/>
            <p:cNvSpPr/>
            <p:nvPr/>
          </p:nvSpPr>
          <p:spPr>
            <a:xfrm>
              <a:off x="5814100" y="3227900"/>
              <a:ext cx="202450" cy="130700"/>
            </a:xfrm>
            <a:custGeom>
              <a:rect b="b" l="l" r="r" t="t"/>
              <a:pathLst>
                <a:path extrusionOk="0" h="5228" w="8098">
                  <a:moveTo>
                    <a:pt x="1" y="1"/>
                  </a:moveTo>
                  <a:lnTo>
                    <a:pt x="1" y="1"/>
                  </a:lnTo>
                  <a:cubicBezTo>
                    <a:pt x="37" y="48"/>
                    <a:pt x="84" y="120"/>
                    <a:pt x="84" y="191"/>
                  </a:cubicBezTo>
                  <a:cubicBezTo>
                    <a:pt x="84" y="263"/>
                    <a:pt x="72" y="322"/>
                    <a:pt x="25" y="382"/>
                  </a:cubicBezTo>
                  <a:lnTo>
                    <a:pt x="4263" y="2977"/>
                  </a:lnTo>
                  <a:cubicBezTo>
                    <a:pt x="4311" y="2918"/>
                    <a:pt x="4382" y="2870"/>
                    <a:pt x="4478" y="2870"/>
                  </a:cubicBezTo>
                  <a:cubicBezTo>
                    <a:pt x="4644" y="2870"/>
                    <a:pt x="4775" y="2977"/>
                    <a:pt x="4775" y="3144"/>
                  </a:cubicBezTo>
                  <a:cubicBezTo>
                    <a:pt x="4775" y="3180"/>
                    <a:pt x="4775" y="3227"/>
                    <a:pt x="4739" y="3275"/>
                  </a:cubicBezTo>
                  <a:lnTo>
                    <a:pt x="7942" y="5228"/>
                  </a:lnTo>
                  <a:cubicBezTo>
                    <a:pt x="7954" y="5120"/>
                    <a:pt x="8014" y="5025"/>
                    <a:pt x="8097" y="4954"/>
                  </a:cubicBezTo>
                  <a:lnTo>
                    <a:pt x="37" y="37"/>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0" name="Google Shape;2270;p18"/>
            <p:cNvSpPr/>
            <p:nvPr/>
          </p:nvSpPr>
          <p:spPr>
            <a:xfrm>
              <a:off x="5574500" y="3075800"/>
              <a:ext cx="354825" cy="22650"/>
            </a:xfrm>
            <a:custGeom>
              <a:rect b="b" l="l" r="r" t="t"/>
              <a:pathLst>
                <a:path extrusionOk="0" h="906" w="14193">
                  <a:moveTo>
                    <a:pt x="0" y="1"/>
                  </a:moveTo>
                  <a:lnTo>
                    <a:pt x="0" y="1"/>
                  </a:lnTo>
                  <a:cubicBezTo>
                    <a:pt x="12" y="36"/>
                    <a:pt x="24" y="84"/>
                    <a:pt x="24" y="132"/>
                  </a:cubicBezTo>
                  <a:cubicBezTo>
                    <a:pt x="36" y="203"/>
                    <a:pt x="24" y="263"/>
                    <a:pt x="12" y="322"/>
                  </a:cubicBezTo>
                  <a:lnTo>
                    <a:pt x="131" y="322"/>
                  </a:lnTo>
                  <a:lnTo>
                    <a:pt x="14181" y="906"/>
                  </a:lnTo>
                  <a:cubicBezTo>
                    <a:pt x="14181" y="870"/>
                    <a:pt x="14169" y="858"/>
                    <a:pt x="14169" y="834"/>
                  </a:cubicBezTo>
                  <a:cubicBezTo>
                    <a:pt x="14169" y="751"/>
                    <a:pt x="14169" y="667"/>
                    <a:pt x="14193" y="596"/>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1" name="Google Shape;2271;p18"/>
            <p:cNvSpPr/>
            <p:nvPr/>
          </p:nvSpPr>
          <p:spPr>
            <a:xfrm>
              <a:off x="5569125" y="2643900"/>
              <a:ext cx="490575" cy="431025"/>
            </a:xfrm>
            <a:custGeom>
              <a:rect b="b" l="l" r="r" t="t"/>
              <a:pathLst>
                <a:path extrusionOk="0" h="17241" w="19623">
                  <a:moveTo>
                    <a:pt x="19622" y="1"/>
                  </a:moveTo>
                  <a:lnTo>
                    <a:pt x="1" y="17027"/>
                  </a:lnTo>
                  <a:cubicBezTo>
                    <a:pt x="96" y="17074"/>
                    <a:pt x="168" y="17158"/>
                    <a:pt x="215" y="17241"/>
                  </a:cubicBezTo>
                  <a:lnTo>
                    <a:pt x="19622" y="394"/>
                  </a:lnTo>
                  <a:lnTo>
                    <a:pt x="196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2" name="Google Shape;2272;p18"/>
            <p:cNvSpPr/>
            <p:nvPr/>
          </p:nvSpPr>
          <p:spPr>
            <a:xfrm>
              <a:off x="5954000" y="2949300"/>
              <a:ext cx="105100" cy="136050"/>
            </a:xfrm>
            <a:custGeom>
              <a:rect b="b" l="l" r="r" t="t"/>
              <a:pathLst>
                <a:path extrusionOk="0" h="5442" w="4204">
                  <a:moveTo>
                    <a:pt x="4204" y="1"/>
                  </a:moveTo>
                  <a:lnTo>
                    <a:pt x="1" y="5239"/>
                  </a:lnTo>
                  <a:cubicBezTo>
                    <a:pt x="96" y="5299"/>
                    <a:pt x="179" y="5370"/>
                    <a:pt x="239" y="5442"/>
                  </a:cubicBezTo>
                  <a:lnTo>
                    <a:pt x="4204" y="489"/>
                  </a:lnTo>
                  <a:lnTo>
                    <a:pt x="420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3" name="Google Shape;2273;p18"/>
            <p:cNvSpPr/>
            <p:nvPr/>
          </p:nvSpPr>
          <p:spPr>
            <a:xfrm>
              <a:off x="6022475" y="3206175"/>
              <a:ext cx="37225" cy="143500"/>
            </a:xfrm>
            <a:custGeom>
              <a:rect b="b" l="l" r="r" t="t"/>
              <a:pathLst>
                <a:path extrusionOk="0" h="5740" w="1489">
                  <a:moveTo>
                    <a:pt x="1488" y="1"/>
                  </a:moveTo>
                  <a:lnTo>
                    <a:pt x="1191" y="1132"/>
                  </a:lnTo>
                  <a:lnTo>
                    <a:pt x="1084" y="1525"/>
                  </a:lnTo>
                  <a:lnTo>
                    <a:pt x="0" y="5692"/>
                  </a:lnTo>
                  <a:cubicBezTo>
                    <a:pt x="12" y="5692"/>
                    <a:pt x="24" y="5692"/>
                    <a:pt x="60" y="5680"/>
                  </a:cubicBezTo>
                  <a:cubicBezTo>
                    <a:pt x="143" y="5680"/>
                    <a:pt x="238" y="5692"/>
                    <a:pt x="310" y="5739"/>
                  </a:cubicBezTo>
                  <a:lnTo>
                    <a:pt x="1322" y="1834"/>
                  </a:lnTo>
                  <a:lnTo>
                    <a:pt x="1429" y="1453"/>
                  </a:lnTo>
                  <a:lnTo>
                    <a:pt x="1488" y="1227"/>
                  </a:lnTo>
                  <a:lnTo>
                    <a:pt x="148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4" name="Google Shape;2274;p18"/>
            <p:cNvSpPr/>
            <p:nvPr/>
          </p:nvSpPr>
          <p:spPr>
            <a:xfrm>
              <a:off x="5959075" y="3100225"/>
              <a:ext cx="100625" cy="64900"/>
            </a:xfrm>
            <a:custGeom>
              <a:rect b="b" l="l" r="r" t="t"/>
              <a:pathLst>
                <a:path extrusionOk="0" h="2596" w="4025">
                  <a:moveTo>
                    <a:pt x="155" y="0"/>
                  </a:moveTo>
                  <a:cubicBezTo>
                    <a:pt x="119" y="107"/>
                    <a:pt x="72" y="202"/>
                    <a:pt x="0" y="274"/>
                  </a:cubicBezTo>
                  <a:lnTo>
                    <a:pt x="60" y="298"/>
                  </a:lnTo>
                  <a:lnTo>
                    <a:pt x="4024" y="2596"/>
                  </a:lnTo>
                  <a:lnTo>
                    <a:pt x="4024" y="2238"/>
                  </a:ln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5" name="Google Shape;2275;p18"/>
            <p:cNvSpPr/>
            <p:nvPr/>
          </p:nvSpPr>
          <p:spPr>
            <a:xfrm>
              <a:off x="4523175" y="3371975"/>
              <a:ext cx="36625" cy="35750"/>
            </a:xfrm>
            <a:custGeom>
              <a:rect b="b" l="l" r="r" t="t"/>
              <a:pathLst>
                <a:path extrusionOk="0" h="1430" w="1465">
                  <a:moveTo>
                    <a:pt x="691" y="0"/>
                  </a:moveTo>
                  <a:cubicBezTo>
                    <a:pt x="334" y="12"/>
                    <a:pt x="60" y="286"/>
                    <a:pt x="24" y="620"/>
                  </a:cubicBezTo>
                  <a:cubicBezTo>
                    <a:pt x="24" y="667"/>
                    <a:pt x="0" y="715"/>
                    <a:pt x="24" y="762"/>
                  </a:cubicBezTo>
                  <a:cubicBezTo>
                    <a:pt x="24" y="834"/>
                    <a:pt x="36" y="893"/>
                    <a:pt x="60" y="953"/>
                  </a:cubicBezTo>
                  <a:cubicBezTo>
                    <a:pt x="164" y="1242"/>
                    <a:pt x="436" y="1430"/>
                    <a:pt x="746" y="1430"/>
                  </a:cubicBezTo>
                  <a:cubicBezTo>
                    <a:pt x="755" y="1430"/>
                    <a:pt x="765" y="1430"/>
                    <a:pt x="774" y="1429"/>
                  </a:cubicBezTo>
                  <a:cubicBezTo>
                    <a:pt x="822" y="1429"/>
                    <a:pt x="870" y="1417"/>
                    <a:pt x="917" y="1417"/>
                  </a:cubicBezTo>
                  <a:cubicBezTo>
                    <a:pt x="1012" y="1382"/>
                    <a:pt x="1108" y="1334"/>
                    <a:pt x="1191" y="1274"/>
                  </a:cubicBezTo>
                  <a:cubicBezTo>
                    <a:pt x="1358" y="1120"/>
                    <a:pt x="1465" y="905"/>
                    <a:pt x="1453" y="667"/>
                  </a:cubicBezTo>
                  <a:cubicBezTo>
                    <a:pt x="1429" y="441"/>
                    <a:pt x="1334" y="262"/>
                    <a:pt x="1167" y="143"/>
                  </a:cubicBezTo>
                  <a:cubicBezTo>
                    <a:pt x="1096" y="84"/>
                    <a:pt x="989" y="48"/>
                    <a:pt x="881" y="12"/>
                  </a:cubicBezTo>
                  <a:cubicBezTo>
                    <a:pt x="822" y="0"/>
                    <a:pt x="762" y="0"/>
                    <a:pt x="69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6" name="Google Shape;2276;p18"/>
            <p:cNvSpPr/>
            <p:nvPr/>
          </p:nvSpPr>
          <p:spPr>
            <a:xfrm>
              <a:off x="4806850" y="3361225"/>
              <a:ext cx="35725" cy="35175"/>
            </a:xfrm>
            <a:custGeom>
              <a:rect b="b" l="l" r="r" t="t"/>
              <a:pathLst>
                <a:path extrusionOk="0" h="1407" w="1429">
                  <a:moveTo>
                    <a:pt x="724" y="0"/>
                  </a:moveTo>
                  <a:cubicBezTo>
                    <a:pt x="709" y="0"/>
                    <a:pt x="694" y="1"/>
                    <a:pt x="679" y="2"/>
                  </a:cubicBezTo>
                  <a:cubicBezTo>
                    <a:pt x="583" y="2"/>
                    <a:pt x="476" y="38"/>
                    <a:pt x="381" y="85"/>
                  </a:cubicBezTo>
                  <a:cubicBezTo>
                    <a:pt x="286" y="121"/>
                    <a:pt x="202" y="192"/>
                    <a:pt x="143" y="264"/>
                  </a:cubicBezTo>
                  <a:cubicBezTo>
                    <a:pt x="83" y="335"/>
                    <a:pt x="48" y="442"/>
                    <a:pt x="12" y="549"/>
                  </a:cubicBezTo>
                  <a:cubicBezTo>
                    <a:pt x="0" y="609"/>
                    <a:pt x="0" y="680"/>
                    <a:pt x="0" y="740"/>
                  </a:cubicBezTo>
                  <a:cubicBezTo>
                    <a:pt x="24" y="1133"/>
                    <a:pt x="345" y="1407"/>
                    <a:pt x="726" y="1407"/>
                  </a:cubicBezTo>
                  <a:lnTo>
                    <a:pt x="738" y="1407"/>
                  </a:lnTo>
                  <a:cubicBezTo>
                    <a:pt x="845" y="1407"/>
                    <a:pt x="941" y="1383"/>
                    <a:pt x="1024" y="1335"/>
                  </a:cubicBezTo>
                  <a:cubicBezTo>
                    <a:pt x="1131" y="1276"/>
                    <a:pt x="1214" y="1204"/>
                    <a:pt x="1298" y="1097"/>
                  </a:cubicBezTo>
                  <a:cubicBezTo>
                    <a:pt x="1357" y="1002"/>
                    <a:pt x="1393" y="919"/>
                    <a:pt x="1417" y="811"/>
                  </a:cubicBezTo>
                  <a:cubicBezTo>
                    <a:pt x="1429" y="776"/>
                    <a:pt x="1429" y="704"/>
                    <a:pt x="1429" y="669"/>
                  </a:cubicBezTo>
                  <a:cubicBezTo>
                    <a:pt x="1417" y="279"/>
                    <a:pt x="1098" y="0"/>
                    <a:pt x="72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7" name="Google Shape;2277;p18"/>
            <p:cNvSpPr/>
            <p:nvPr/>
          </p:nvSpPr>
          <p:spPr>
            <a:xfrm>
              <a:off x="4231475" y="3218375"/>
              <a:ext cx="12225" cy="12250"/>
            </a:xfrm>
            <a:custGeom>
              <a:rect b="b" l="l" r="r" t="t"/>
              <a:pathLst>
                <a:path extrusionOk="0" h="490" w="489">
                  <a:moveTo>
                    <a:pt x="238" y="1"/>
                  </a:moveTo>
                  <a:cubicBezTo>
                    <a:pt x="155" y="1"/>
                    <a:pt x="96" y="37"/>
                    <a:pt x="48" y="108"/>
                  </a:cubicBezTo>
                  <a:cubicBezTo>
                    <a:pt x="12" y="156"/>
                    <a:pt x="0" y="203"/>
                    <a:pt x="0" y="263"/>
                  </a:cubicBezTo>
                  <a:cubicBezTo>
                    <a:pt x="23" y="387"/>
                    <a:pt x="142" y="490"/>
                    <a:pt x="256" y="490"/>
                  </a:cubicBezTo>
                  <a:cubicBezTo>
                    <a:pt x="262" y="490"/>
                    <a:pt x="268" y="490"/>
                    <a:pt x="274" y="489"/>
                  </a:cubicBezTo>
                  <a:cubicBezTo>
                    <a:pt x="381" y="489"/>
                    <a:pt x="453" y="429"/>
                    <a:pt x="477" y="334"/>
                  </a:cubicBezTo>
                  <a:cubicBezTo>
                    <a:pt x="488" y="310"/>
                    <a:pt x="488" y="263"/>
                    <a:pt x="488" y="239"/>
                  </a:cubicBezTo>
                  <a:cubicBezTo>
                    <a:pt x="488" y="96"/>
                    <a:pt x="381" y="1"/>
                    <a:pt x="2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8" name="Google Shape;2278;p18"/>
            <p:cNvSpPr/>
            <p:nvPr/>
          </p:nvSpPr>
          <p:spPr>
            <a:xfrm>
              <a:off x="5155100" y="3058225"/>
              <a:ext cx="25325" cy="25050"/>
            </a:xfrm>
            <a:custGeom>
              <a:rect b="b" l="l" r="r" t="t"/>
              <a:pathLst>
                <a:path extrusionOk="0" h="1002" w="1013">
                  <a:moveTo>
                    <a:pt x="510" y="1"/>
                  </a:moveTo>
                  <a:cubicBezTo>
                    <a:pt x="503" y="1"/>
                    <a:pt x="496" y="1"/>
                    <a:pt x="489" y="1"/>
                  </a:cubicBezTo>
                  <a:cubicBezTo>
                    <a:pt x="203" y="13"/>
                    <a:pt x="0" y="239"/>
                    <a:pt x="12" y="525"/>
                  </a:cubicBezTo>
                  <a:cubicBezTo>
                    <a:pt x="24" y="763"/>
                    <a:pt x="203" y="954"/>
                    <a:pt x="441" y="989"/>
                  </a:cubicBezTo>
                  <a:cubicBezTo>
                    <a:pt x="489" y="1001"/>
                    <a:pt x="500" y="1001"/>
                    <a:pt x="536" y="1001"/>
                  </a:cubicBezTo>
                  <a:cubicBezTo>
                    <a:pt x="608" y="1001"/>
                    <a:pt x="679" y="966"/>
                    <a:pt x="762" y="942"/>
                  </a:cubicBezTo>
                  <a:cubicBezTo>
                    <a:pt x="917" y="847"/>
                    <a:pt x="1012" y="668"/>
                    <a:pt x="1012" y="478"/>
                  </a:cubicBezTo>
                  <a:cubicBezTo>
                    <a:pt x="1001" y="222"/>
                    <a:pt x="786" y="1"/>
                    <a:pt x="5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9" name="Google Shape;2279;p18"/>
            <p:cNvSpPr/>
            <p:nvPr/>
          </p:nvSpPr>
          <p:spPr>
            <a:xfrm>
              <a:off x="5929000" y="3079000"/>
              <a:ext cx="34850" cy="34325"/>
            </a:xfrm>
            <a:custGeom>
              <a:rect b="b" l="l" r="r" t="t"/>
              <a:pathLst>
                <a:path extrusionOk="0" h="1373" w="1394">
                  <a:moveTo>
                    <a:pt x="720" y="1"/>
                  </a:moveTo>
                  <a:cubicBezTo>
                    <a:pt x="699" y="1"/>
                    <a:pt x="677" y="2"/>
                    <a:pt x="655" y="4"/>
                  </a:cubicBezTo>
                  <a:cubicBezTo>
                    <a:pt x="358" y="16"/>
                    <a:pt x="96" y="230"/>
                    <a:pt x="24" y="492"/>
                  </a:cubicBezTo>
                  <a:cubicBezTo>
                    <a:pt x="13" y="575"/>
                    <a:pt x="1" y="647"/>
                    <a:pt x="1" y="730"/>
                  </a:cubicBezTo>
                  <a:lnTo>
                    <a:pt x="1" y="789"/>
                  </a:lnTo>
                  <a:cubicBezTo>
                    <a:pt x="13" y="885"/>
                    <a:pt x="48" y="968"/>
                    <a:pt x="108" y="1051"/>
                  </a:cubicBezTo>
                  <a:cubicBezTo>
                    <a:pt x="167" y="1135"/>
                    <a:pt x="239" y="1206"/>
                    <a:pt x="322" y="1266"/>
                  </a:cubicBezTo>
                  <a:cubicBezTo>
                    <a:pt x="441" y="1349"/>
                    <a:pt x="584" y="1373"/>
                    <a:pt x="727" y="1373"/>
                  </a:cubicBezTo>
                  <a:cubicBezTo>
                    <a:pt x="822" y="1373"/>
                    <a:pt x="917" y="1349"/>
                    <a:pt x="1001" y="1313"/>
                  </a:cubicBezTo>
                  <a:cubicBezTo>
                    <a:pt x="1084" y="1266"/>
                    <a:pt x="1156" y="1206"/>
                    <a:pt x="1215" y="1135"/>
                  </a:cubicBezTo>
                  <a:cubicBezTo>
                    <a:pt x="1275" y="1063"/>
                    <a:pt x="1334" y="968"/>
                    <a:pt x="1370" y="873"/>
                  </a:cubicBezTo>
                  <a:cubicBezTo>
                    <a:pt x="1382" y="789"/>
                    <a:pt x="1394" y="730"/>
                    <a:pt x="1382" y="659"/>
                  </a:cubicBezTo>
                  <a:cubicBezTo>
                    <a:pt x="1382" y="516"/>
                    <a:pt x="1322" y="397"/>
                    <a:pt x="1251" y="278"/>
                  </a:cubicBezTo>
                  <a:cubicBezTo>
                    <a:pt x="1191" y="182"/>
                    <a:pt x="1096" y="123"/>
                    <a:pt x="1013" y="75"/>
                  </a:cubicBezTo>
                  <a:cubicBezTo>
                    <a:pt x="923" y="26"/>
                    <a:pt x="826" y="1"/>
                    <a:pt x="7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0" name="Google Shape;2280;p18"/>
            <p:cNvSpPr/>
            <p:nvPr/>
          </p:nvSpPr>
          <p:spPr>
            <a:xfrm>
              <a:off x="6012050" y="3348375"/>
              <a:ext cx="25625" cy="24275"/>
            </a:xfrm>
            <a:custGeom>
              <a:rect b="b" l="l" r="r" t="t"/>
              <a:pathLst>
                <a:path extrusionOk="0" h="971" w="1025">
                  <a:moveTo>
                    <a:pt x="524" y="1"/>
                  </a:moveTo>
                  <a:cubicBezTo>
                    <a:pt x="508" y="1"/>
                    <a:pt x="492" y="2"/>
                    <a:pt x="477" y="4"/>
                  </a:cubicBezTo>
                  <a:cubicBezTo>
                    <a:pt x="453" y="4"/>
                    <a:pt x="441" y="4"/>
                    <a:pt x="417" y="16"/>
                  </a:cubicBezTo>
                  <a:cubicBezTo>
                    <a:pt x="310" y="40"/>
                    <a:pt x="215" y="75"/>
                    <a:pt x="155" y="135"/>
                  </a:cubicBezTo>
                  <a:cubicBezTo>
                    <a:pt x="84" y="218"/>
                    <a:pt x="24" y="301"/>
                    <a:pt x="12" y="409"/>
                  </a:cubicBezTo>
                  <a:cubicBezTo>
                    <a:pt x="12" y="432"/>
                    <a:pt x="0" y="480"/>
                    <a:pt x="12" y="516"/>
                  </a:cubicBezTo>
                  <a:cubicBezTo>
                    <a:pt x="24" y="764"/>
                    <a:pt x="239" y="970"/>
                    <a:pt x="495" y="970"/>
                  </a:cubicBezTo>
                  <a:cubicBezTo>
                    <a:pt x="508" y="970"/>
                    <a:pt x="522" y="969"/>
                    <a:pt x="536" y="968"/>
                  </a:cubicBezTo>
                  <a:cubicBezTo>
                    <a:pt x="798" y="956"/>
                    <a:pt x="1024" y="730"/>
                    <a:pt x="989" y="456"/>
                  </a:cubicBezTo>
                  <a:cubicBezTo>
                    <a:pt x="977" y="278"/>
                    <a:pt x="870" y="123"/>
                    <a:pt x="727" y="40"/>
                  </a:cubicBezTo>
                  <a:cubicBezTo>
                    <a:pt x="668" y="20"/>
                    <a:pt x="594" y="1"/>
                    <a:pt x="52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1" name="Google Shape;2281;p18"/>
            <p:cNvSpPr/>
            <p:nvPr/>
          </p:nvSpPr>
          <p:spPr>
            <a:xfrm>
              <a:off x="5550375" y="3068250"/>
              <a:ext cx="25025" cy="24250"/>
            </a:xfrm>
            <a:custGeom>
              <a:rect b="b" l="l" r="r" t="t"/>
              <a:pathLst>
                <a:path extrusionOk="0" h="970" w="1001">
                  <a:moveTo>
                    <a:pt x="542" y="0"/>
                  </a:moveTo>
                  <a:cubicBezTo>
                    <a:pt x="521" y="0"/>
                    <a:pt x="499" y="2"/>
                    <a:pt x="477" y="5"/>
                  </a:cubicBezTo>
                  <a:cubicBezTo>
                    <a:pt x="441" y="5"/>
                    <a:pt x="394" y="17"/>
                    <a:pt x="346" y="29"/>
                  </a:cubicBezTo>
                  <a:cubicBezTo>
                    <a:pt x="144" y="112"/>
                    <a:pt x="1" y="303"/>
                    <a:pt x="25" y="529"/>
                  </a:cubicBezTo>
                  <a:cubicBezTo>
                    <a:pt x="25" y="612"/>
                    <a:pt x="48" y="708"/>
                    <a:pt x="108" y="779"/>
                  </a:cubicBezTo>
                  <a:cubicBezTo>
                    <a:pt x="168" y="850"/>
                    <a:pt x="251" y="910"/>
                    <a:pt x="346" y="946"/>
                  </a:cubicBezTo>
                  <a:cubicBezTo>
                    <a:pt x="406" y="958"/>
                    <a:pt x="465" y="969"/>
                    <a:pt x="525" y="969"/>
                  </a:cubicBezTo>
                  <a:cubicBezTo>
                    <a:pt x="644" y="969"/>
                    <a:pt x="751" y="910"/>
                    <a:pt x="846" y="838"/>
                  </a:cubicBezTo>
                  <a:cubicBezTo>
                    <a:pt x="906" y="779"/>
                    <a:pt x="941" y="708"/>
                    <a:pt x="977" y="624"/>
                  </a:cubicBezTo>
                  <a:cubicBezTo>
                    <a:pt x="989" y="565"/>
                    <a:pt x="1001" y="529"/>
                    <a:pt x="989" y="469"/>
                  </a:cubicBezTo>
                  <a:cubicBezTo>
                    <a:pt x="989" y="422"/>
                    <a:pt x="977" y="374"/>
                    <a:pt x="953" y="327"/>
                  </a:cubicBezTo>
                  <a:cubicBezTo>
                    <a:pt x="953" y="315"/>
                    <a:pt x="941" y="303"/>
                    <a:pt x="941" y="291"/>
                  </a:cubicBezTo>
                  <a:cubicBezTo>
                    <a:pt x="906" y="184"/>
                    <a:pt x="822" y="112"/>
                    <a:pt x="739" y="65"/>
                  </a:cubicBezTo>
                  <a:cubicBezTo>
                    <a:pt x="727" y="53"/>
                    <a:pt x="703" y="53"/>
                    <a:pt x="691" y="29"/>
                  </a:cubicBezTo>
                  <a:cubicBezTo>
                    <a:pt x="648" y="11"/>
                    <a:pt x="598" y="0"/>
                    <a:pt x="54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2" name="Google Shape;2282;p18"/>
            <p:cNvSpPr/>
            <p:nvPr/>
          </p:nvSpPr>
          <p:spPr>
            <a:xfrm>
              <a:off x="5349175" y="3348750"/>
              <a:ext cx="25025" cy="24850"/>
            </a:xfrm>
            <a:custGeom>
              <a:rect b="b" l="l" r="r" t="t"/>
              <a:pathLst>
                <a:path extrusionOk="0" h="994" w="1001">
                  <a:moveTo>
                    <a:pt x="476" y="1"/>
                  </a:moveTo>
                  <a:cubicBezTo>
                    <a:pt x="334" y="1"/>
                    <a:pt x="203" y="96"/>
                    <a:pt x="107" y="203"/>
                  </a:cubicBezTo>
                  <a:cubicBezTo>
                    <a:pt x="48" y="286"/>
                    <a:pt x="0" y="382"/>
                    <a:pt x="24" y="501"/>
                  </a:cubicBezTo>
                  <a:lnTo>
                    <a:pt x="24" y="525"/>
                  </a:lnTo>
                  <a:cubicBezTo>
                    <a:pt x="36" y="632"/>
                    <a:pt x="60" y="715"/>
                    <a:pt x="119" y="798"/>
                  </a:cubicBezTo>
                  <a:cubicBezTo>
                    <a:pt x="179" y="882"/>
                    <a:pt x="274" y="941"/>
                    <a:pt x="381" y="977"/>
                  </a:cubicBezTo>
                  <a:cubicBezTo>
                    <a:pt x="406" y="985"/>
                    <a:pt x="444" y="994"/>
                    <a:pt x="484" y="994"/>
                  </a:cubicBezTo>
                  <a:cubicBezTo>
                    <a:pt x="501" y="994"/>
                    <a:pt x="519" y="992"/>
                    <a:pt x="536" y="989"/>
                  </a:cubicBezTo>
                  <a:cubicBezTo>
                    <a:pt x="762" y="977"/>
                    <a:pt x="941" y="822"/>
                    <a:pt x="988" y="620"/>
                  </a:cubicBezTo>
                  <a:cubicBezTo>
                    <a:pt x="1000" y="572"/>
                    <a:pt x="1000" y="525"/>
                    <a:pt x="1000" y="465"/>
                  </a:cubicBezTo>
                  <a:cubicBezTo>
                    <a:pt x="977" y="417"/>
                    <a:pt x="953" y="358"/>
                    <a:pt x="941" y="322"/>
                  </a:cubicBezTo>
                  <a:lnTo>
                    <a:pt x="893" y="227"/>
                  </a:lnTo>
                  <a:cubicBezTo>
                    <a:pt x="834" y="144"/>
                    <a:pt x="750" y="84"/>
                    <a:pt x="655" y="36"/>
                  </a:cubicBezTo>
                  <a:cubicBezTo>
                    <a:pt x="596" y="25"/>
                    <a:pt x="536" y="1"/>
                    <a:pt x="4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3" name="Google Shape;2283;p18"/>
            <p:cNvSpPr/>
            <p:nvPr/>
          </p:nvSpPr>
          <p:spPr>
            <a:xfrm>
              <a:off x="4288925" y="3245425"/>
              <a:ext cx="24725" cy="24575"/>
            </a:xfrm>
            <a:custGeom>
              <a:rect b="b" l="l" r="r" t="t"/>
              <a:pathLst>
                <a:path extrusionOk="0" h="983" w="989">
                  <a:moveTo>
                    <a:pt x="513" y="0"/>
                  </a:moveTo>
                  <a:cubicBezTo>
                    <a:pt x="497" y="0"/>
                    <a:pt x="481" y="1"/>
                    <a:pt x="465" y="2"/>
                  </a:cubicBezTo>
                  <a:cubicBezTo>
                    <a:pt x="262" y="14"/>
                    <a:pt x="84" y="133"/>
                    <a:pt x="24" y="312"/>
                  </a:cubicBezTo>
                  <a:cubicBezTo>
                    <a:pt x="0" y="371"/>
                    <a:pt x="0" y="443"/>
                    <a:pt x="0" y="526"/>
                  </a:cubicBezTo>
                  <a:cubicBezTo>
                    <a:pt x="0" y="586"/>
                    <a:pt x="12" y="621"/>
                    <a:pt x="24" y="669"/>
                  </a:cubicBezTo>
                  <a:cubicBezTo>
                    <a:pt x="36" y="729"/>
                    <a:pt x="72" y="776"/>
                    <a:pt x="119" y="824"/>
                  </a:cubicBezTo>
                  <a:cubicBezTo>
                    <a:pt x="193" y="908"/>
                    <a:pt x="322" y="983"/>
                    <a:pt x="450" y="983"/>
                  </a:cubicBezTo>
                  <a:cubicBezTo>
                    <a:pt x="467" y="983"/>
                    <a:pt x="483" y="981"/>
                    <a:pt x="500" y="979"/>
                  </a:cubicBezTo>
                  <a:cubicBezTo>
                    <a:pt x="512" y="979"/>
                    <a:pt x="536" y="979"/>
                    <a:pt x="560" y="967"/>
                  </a:cubicBezTo>
                  <a:cubicBezTo>
                    <a:pt x="703" y="955"/>
                    <a:pt x="798" y="883"/>
                    <a:pt x="869" y="788"/>
                  </a:cubicBezTo>
                  <a:cubicBezTo>
                    <a:pt x="953" y="705"/>
                    <a:pt x="988" y="586"/>
                    <a:pt x="976" y="455"/>
                  </a:cubicBezTo>
                  <a:cubicBezTo>
                    <a:pt x="976" y="431"/>
                    <a:pt x="976" y="419"/>
                    <a:pt x="965" y="383"/>
                  </a:cubicBezTo>
                  <a:cubicBezTo>
                    <a:pt x="953" y="276"/>
                    <a:pt x="893" y="193"/>
                    <a:pt x="822" y="121"/>
                  </a:cubicBezTo>
                  <a:cubicBezTo>
                    <a:pt x="738" y="38"/>
                    <a:pt x="627" y="0"/>
                    <a:pt x="5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4" name="Google Shape;2284;p18"/>
            <p:cNvSpPr/>
            <p:nvPr/>
          </p:nvSpPr>
          <p:spPr>
            <a:xfrm>
              <a:off x="4145150" y="3339825"/>
              <a:ext cx="26225" cy="24750"/>
            </a:xfrm>
            <a:custGeom>
              <a:rect b="b" l="l" r="r" t="t"/>
              <a:pathLst>
                <a:path extrusionOk="0" h="990" w="1049">
                  <a:moveTo>
                    <a:pt x="501" y="1"/>
                  </a:moveTo>
                  <a:cubicBezTo>
                    <a:pt x="227" y="24"/>
                    <a:pt x="0" y="239"/>
                    <a:pt x="36" y="524"/>
                  </a:cubicBezTo>
                  <a:cubicBezTo>
                    <a:pt x="48" y="791"/>
                    <a:pt x="262" y="989"/>
                    <a:pt x="536" y="989"/>
                  </a:cubicBezTo>
                  <a:cubicBezTo>
                    <a:pt x="544" y="989"/>
                    <a:pt x="552" y="989"/>
                    <a:pt x="560" y="989"/>
                  </a:cubicBezTo>
                  <a:cubicBezTo>
                    <a:pt x="822" y="977"/>
                    <a:pt x="1048" y="751"/>
                    <a:pt x="1012" y="465"/>
                  </a:cubicBezTo>
                  <a:cubicBezTo>
                    <a:pt x="1012" y="405"/>
                    <a:pt x="1001" y="358"/>
                    <a:pt x="989" y="322"/>
                  </a:cubicBezTo>
                  <a:cubicBezTo>
                    <a:pt x="929" y="215"/>
                    <a:pt x="870" y="143"/>
                    <a:pt x="774" y="84"/>
                  </a:cubicBezTo>
                  <a:cubicBezTo>
                    <a:pt x="703" y="36"/>
                    <a:pt x="631" y="1"/>
                    <a:pt x="5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5" name="Google Shape;2285;p18"/>
            <p:cNvSpPr/>
            <p:nvPr/>
          </p:nvSpPr>
          <p:spPr>
            <a:xfrm>
              <a:off x="4710100" y="2985275"/>
              <a:ext cx="25625" cy="24775"/>
            </a:xfrm>
            <a:custGeom>
              <a:rect b="b" l="l" r="r" t="t"/>
              <a:pathLst>
                <a:path extrusionOk="0" h="991" w="1025">
                  <a:moveTo>
                    <a:pt x="532" y="0"/>
                  </a:moveTo>
                  <a:cubicBezTo>
                    <a:pt x="518" y="0"/>
                    <a:pt x="503" y="1"/>
                    <a:pt x="489" y="2"/>
                  </a:cubicBezTo>
                  <a:cubicBezTo>
                    <a:pt x="227" y="14"/>
                    <a:pt x="1" y="240"/>
                    <a:pt x="24" y="526"/>
                  </a:cubicBezTo>
                  <a:cubicBezTo>
                    <a:pt x="48" y="657"/>
                    <a:pt x="108" y="776"/>
                    <a:pt x="191" y="859"/>
                  </a:cubicBezTo>
                  <a:cubicBezTo>
                    <a:pt x="262" y="943"/>
                    <a:pt x="370" y="979"/>
                    <a:pt x="477" y="979"/>
                  </a:cubicBezTo>
                  <a:lnTo>
                    <a:pt x="536" y="990"/>
                  </a:lnTo>
                  <a:cubicBezTo>
                    <a:pt x="655" y="990"/>
                    <a:pt x="739" y="943"/>
                    <a:pt x="834" y="883"/>
                  </a:cubicBezTo>
                  <a:cubicBezTo>
                    <a:pt x="953" y="788"/>
                    <a:pt x="1024" y="621"/>
                    <a:pt x="1013" y="467"/>
                  </a:cubicBezTo>
                  <a:cubicBezTo>
                    <a:pt x="1001" y="207"/>
                    <a:pt x="797" y="0"/>
                    <a:pt x="53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6" name="Google Shape;2286;p18"/>
            <p:cNvSpPr/>
            <p:nvPr/>
          </p:nvSpPr>
          <p:spPr>
            <a:xfrm>
              <a:off x="5801300" y="3226125"/>
              <a:ext cx="14625" cy="14600"/>
            </a:xfrm>
            <a:custGeom>
              <a:rect b="b" l="l" r="r" t="t"/>
              <a:pathLst>
                <a:path extrusionOk="0" h="584" w="585">
                  <a:moveTo>
                    <a:pt x="275" y="0"/>
                  </a:moveTo>
                  <a:cubicBezTo>
                    <a:pt x="168" y="0"/>
                    <a:pt x="72" y="72"/>
                    <a:pt x="37" y="167"/>
                  </a:cubicBezTo>
                  <a:lnTo>
                    <a:pt x="37" y="179"/>
                  </a:lnTo>
                  <a:cubicBezTo>
                    <a:pt x="13" y="227"/>
                    <a:pt x="1" y="262"/>
                    <a:pt x="1" y="310"/>
                  </a:cubicBezTo>
                  <a:cubicBezTo>
                    <a:pt x="1" y="405"/>
                    <a:pt x="48" y="477"/>
                    <a:pt x="120" y="524"/>
                  </a:cubicBezTo>
                  <a:cubicBezTo>
                    <a:pt x="179" y="560"/>
                    <a:pt x="239" y="584"/>
                    <a:pt x="310" y="584"/>
                  </a:cubicBezTo>
                  <a:cubicBezTo>
                    <a:pt x="406" y="584"/>
                    <a:pt x="477" y="536"/>
                    <a:pt x="525" y="465"/>
                  </a:cubicBezTo>
                  <a:cubicBezTo>
                    <a:pt x="572" y="417"/>
                    <a:pt x="584" y="346"/>
                    <a:pt x="584" y="262"/>
                  </a:cubicBezTo>
                  <a:cubicBezTo>
                    <a:pt x="584" y="191"/>
                    <a:pt x="549" y="119"/>
                    <a:pt x="489" y="72"/>
                  </a:cubicBezTo>
                  <a:cubicBezTo>
                    <a:pt x="465" y="36"/>
                    <a:pt x="429" y="24"/>
                    <a:pt x="394" y="12"/>
                  </a:cubicBezTo>
                  <a:cubicBezTo>
                    <a:pt x="358" y="0"/>
                    <a:pt x="310" y="0"/>
                    <a:pt x="27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7" name="Google Shape;2287;p18"/>
            <p:cNvSpPr/>
            <p:nvPr/>
          </p:nvSpPr>
          <p:spPr>
            <a:xfrm>
              <a:off x="5918575" y="3299625"/>
              <a:ext cx="14600" cy="14325"/>
            </a:xfrm>
            <a:custGeom>
              <a:rect b="b" l="l" r="r" t="t"/>
              <a:pathLst>
                <a:path extrusionOk="0" h="573" w="584">
                  <a:moveTo>
                    <a:pt x="308" y="0"/>
                  </a:moveTo>
                  <a:cubicBezTo>
                    <a:pt x="301" y="0"/>
                    <a:pt x="294" y="1"/>
                    <a:pt x="287" y="1"/>
                  </a:cubicBezTo>
                  <a:cubicBezTo>
                    <a:pt x="191" y="1"/>
                    <a:pt x="132" y="49"/>
                    <a:pt x="72" y="108"/>
                  </a:cubicBezTo>
                  <a:cubicBezTo>
                    <a:pt x="25" y="168"/>
                    <a:pt x="1" y="227"/>
                    <a:pt x="13" y="299"/>
                  </a:cubicBezTo>
                  <a:cubicBezTo>
                    <a:pt x="25" y="454"/>
                    <a:pt x="144" y="573"/>
                    <a:pt x="310" y="573"/>
                  </a:cubicBezTo>
                  <a:cubicBezTo>
                    <a:pt x="430" y="573"/>
                    <a:pt x="513" y="489"/>
                    <a:pt x="549" y="394"/>
                  </a:cubicBezTo>
                  <a:cubicBezTo>
                    <a:pt x="560" y="346"/>
                    <a:pt x="572" y="299"/>
                    <a:pt x="572" y="251"/>
                  </a:cubicBezTo>
                  <a:cubicBezTo>
                    <a:pt x="584" y="115"/>
                    <a:pt x="454" y="0"/>
                    <a:pt x="3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8" name="Google Shape;2288;p18"/>
            <p:cNvSpPr/>
            <p:nvPr/>
          </p:nvSpPr>
          <p:spPr>
            <a:xfrm>
              <a:off x="5332800" y="3319575"/>
              <a:ext cx="14300" cy="14025"/>
            </a:xfrm>
            <a:custGeom>
              <a:rect b="b" l="l" r="r" t="t"/>
              <a:pathLst>
                <a:path extrusionOk="0" h="561" w="572">
                  <a:moveTo>
                    <a:pt x="274" y="1"/>
                  </a:moveTo>
                  <a:cubicBezTo>
                    <a:pt x="108" y="1"/>
                    <a:pt x="0" y="132"/>
                    <a:pt x="0" y="299"/>
                  </a:cubicBezTo>
                  <a:cubicBezTo>
                    <a:pt x="0" y="453"/>
                    <a:pt x="143" y="561"/>
                    <a:pt x="298" y="561"/>
                  </a:cubicBezTo>
                  <a:cubicBezTo>
                    <a:pt x="465" y="561"/>
                    <a:pt x="572" y="430"/>
                    <a:pt x="572" y="263"/>
                  </a:cubicBezTo>
                  <a:cubicBezTo>
                    <a:pt x="572" y="96"/>
                    <a:pt x="441" y="1"/>
                    <a:pt x="27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9" name="Google Shape;2289;p18"/>
            <p:cNvSpPr/>
            <p:nvPr/>
          </p:nvSpPr>
          <p:spPr>
            <a:xfrm>
              <a:off x="4583900" y="3272550"/>
              <a:ext cx="14600" cy="14375"/>
            </a:xfrm>
            <a:custGeom>
              <a:rect b="b" l="l" r="r" t="t"/>
              <a:pathLst>
                <a:path extrusionOk="0" h="575" w="584">
                  <a:moveTo>
                    <a:pt x="286" y="1"/>
                  </a:moveTo>
                  <a:cubicBezTo>
                    <a:pt x="215" y="1"/>
                    <a:pt x="155" y="36"/>
                    <a:pt x="107" y="72"/>
                  </a:cubicBezTo>
                  <a:cubicBezTo>
                    <a:pt x="48" y="132"/>
                    <a:pt x="0" y="215"/>
                    <a:pt x="12" y="298"/>
                  </a:cubicBezTo>
                  <a:cubicBezTo>
                    <a:pt x="12" y="334"/>
                    <a:pt x="36" y="346"/>
                    <a:pt x="36" y="370"/>
                  </a:cubicBezTo>
                  <a:cubicBezTo>
                    <a:pt x="48" y="417"/>
                    <a:pt x="60" y="453"/>
                    <a:pt x="96" y="477"/>
                  </a:cubicBezTo>
                  <a:cubicBezTo>
                    <a:pt x="149" y="530"/>
                    <a:pt x="212" y="574"/>
                    <a:pt x="284" y="574"/>
                  </a:cubicBezTo>
                  <a:cubicBezTo>
                    <a:pt x="293" y="574"/>
                    <a:pt x="301" y="573"/>
                    <a:pt x="310" y="572"/>
                  </a:cubicBezTo>
                  <a:cubicBezTo>
                    <a:pt x="346" y="572"/>
                    <a:pt x="369" y="548"/>
                    <a:pt x="405" y="548"/>
                  </a:cubicBezTo>
                  <a:cubicBezTo>
                    <a:pt x="465" y="525"/>
                    <a:pt x="524" y="477"/>
                    <a:pt x="548" y="417"/>
                  </a:cubicBezTo>
                  <a:cubicBezTo>
                    <a:pt x="572" y="370"/>
                    <a:pt x="584" y="334"/>
                    <a:pt x="584" y="275"/>
                  </a:cubicBezTo>
                  <a:cubicBezTo>
                    <a:pt x="584" y="227"/>
                    <a:pt x="572" y="179"/>
                    <a:pt x="548" y="156"/>
                  </a:cubicBezTo>
                  <a:cubicBezTo>
                    <a:pt x="512" y="60"/>
                    <a:pt x="417" y="13"/>
                    <a:pt x="3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0" name="Google Shape;2290;p18"/>
            <p:cNvSpPr/>
            <p:nvPr/>
          </p:nvSpPr>
          <p:spPr>
            <a:xfrm>
              <a:off x="5421500" y="3251650"/>
              <a:ext cx="14900" cy="14400"/>
            </a:xfrm>
            <a:custGeom>
              <a:rect b="b" l="l" r="r" t="t"/>
              <a:pathLst>
                <a:path extrusionOk="0" h="576" w="596">
                  <a:moveTo>
                    <a:pt x="308" y="0"/>
                  </a:moveTo>
                  <a:cubicBezTo>
                    <a:pt x="293" y="0"/>
                    <a:pt x="278" y="1"/>
                    <a:pt x="262" y="3"/>
                  </a:cubicBezTo>
                  <a:cubicBezTo>
                    <a:pt x="108" y="3"/>
                    <a:pt x="0" y="134"/>
                    <a:pt x="0" y="301"/>
                  </a:cubicBezTo>
                  <a:lnTo>
                    <a:pt x="0" y="349"/>
                  </a:lnTo>
                  <a:cubicBezTo>
                    <a:pt x="23" y="473"/>
                    <a:pt x="131" y="576"/>
                    <a:pt x="275" y="576"/>
                  </a:cubicBezTo>
                  <a:cubicBezTo>
                    <a:pt x="282" y="576"/>
                    <a:pt x="290" y="575"/>
                    <a:pt x="298" y="575"/>
                  </a:cubicBezTo>
                  <a:lnTo>
                    <a:pt x="310" y="575"/>
                  </a:lnTo>
                  <a:cubicBezTo>
                    <a:pt x="477" y="551"/>
                    <a:pt x="596" y="420"/>
                    <a:pt x="584" y="277"/>
                  </a:cubicBezTo>
                  <a:cubicBezTo>
                    <a:pt x="584" y="194"/>
                    <a:pt x="548" y="134"/>
                    <a:pt x="489" y="75"/>
                  </a:cubicBezTo>
                  <a:cubicBezTo>
                    <a:pt x="439" y="25"/>
                    <a:pt x="381" y="0"/>
                    <a:pt x="3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1" name="Google Shape;2291;p18"/>
            <p:cNvSpPr/>
            <p:nvPr/>
          </p:nvSpPr>
          <p:spPr>
            <a:xfrm>
              <a:off x="5632525" y="3428525"/>
              <a:ext cx="14025" cy="7175"/>
            </a:xfrm>
            <a:custGeom>
              <a:rect b="b" l="l" r="r" t="t"/>
              <a:pathLst>
                <a:path extrusionOk="0" h="287" w="561">
                  <a:moveTo>
                    <a:pt x="263" y="1"/>
                  </a:moveTo>
                  <a:cubicBezTo>
                    <a:pt x="120" y="1"/>
                    <a:pt x="1" y="132"/>
                    <a:pt x="1" y="286"/>
                  </a:cubicBezTo>
                  <a:lnTo>
                    <a:pt x="561" y="286"/>
                  </a:lnTo>
                  <a:lnTo>
                    <a:pt x="561" y="263"/>
                  </a:lnTo>
                  <a:cubicBezTo>
                    <a:pt x="561" y="108"/>
                    <a:pt x="430" y="1"/>
                    <a:pt x="2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2" name="Google Shape;2292;p18"/>
            <p:cNvSpPr/>
            <p:nvPr/>
          </p:nvSpPr>
          <p:spPr>
            <a:xfrm>
              <a:off x="5338150" y="3193075"/>
              <a:ext cx="14025" cy="14050"/>
            </a:xfrm>
            <a:custGeom>
              <a:rect b="b" l="l" r="r" t="t"/>
              <a:pathLst>
                <a:path extrusionOk="0" h="562" w="561">
                  <a:moveTo>
                    <a:pt x="263" y="1"/>
                  </a:moveTo>
                  <a:cubicBezTo>
                    <a:pt x="120" y="1"/>
                    <a:pt x="13" y="120"/>
                    <a:pt x="1" y="263"/>
                  </a:cubicBezTo>
                  <a:lnTo>
                    <a:pt x="1" y="298"/>
                  </a:lnTo>
                  <a:cubicBezTo>
                    <a:pt x="1" y="446"/>
                    <a:pt x="131" y="561"/>
                    <a:pt x="277" y="561"/>
                  </a:cubicBezTo>
                  <a:cubicBezTo>
                    <a:pt x="284" y="561"/>
                    <a:pt x="291" y="561"/>
                    <a:pt x="298" y="560"/>
                  </a:cubicBezTo>
                  <a:cubicBezTo>
                    <a:pt x="322" y="560"/>
                    <a:pt x="358" y="548"/>
                    <a:pt x="382" y="548"/>
                  </a:cubicBezTo>
                  <a:cubicBezTo>
                    <a:pt x="489" y="501"/>
                    <a:pt x="560" y="394"/>
                    <a:pt x="560" y="263"/>
                  </a:cubicBezTo>
                  <a:cubicBezTo>
                    <a:pt x="560" y="96"/>
                    <a:pt x="429" y="1"/>
                    <a:pt x="2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93" name="Google Shape;2293;p18"/>
          <p:cNvGrpSpPr/>
          <p:nvPr/>
        </p:nvGrpSpPr>
        <p:grpSpPr>
          <a:xfrm>
            <a:off x="4" y="-33"/>
            <a:ext cx="1262602" cy="2198093"/>
            <a:chOff x="1083450" y="1318750"/>
            <a:chExt cx="624525" cy="1087250"/>
          </a:xfrm>
        </p:grpSpPr>
        <p:sp>
          <p:nvSpPr>
            <p:cNvPr id="2294" name="Google Shape;2294;p18"/>
            <p:cNvSpPr/>
            <p:nvPr/>
          </p:nvSpPr>
          <p:spPr>
            <a:xfrm>
              <a:off x="1083450" y="2340600"/>
              <a:ext cx="215525" cy="50325"/>
            </a:xfrm>
            <a:custGeom>
              <a:rect b="b" l="l" r="r" t="t"/>
              <a:pathLst>
                <a:path extrusionOk="0" h="2013" w="8621">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5" name="Google Shape;2295;p18"/>
            <p:cNvSpPr/>
            <p:nvPr/>
          </p:nvSpPr>
          <p:spPr>
            <a:xfrm>
              <a:off x="1083450" y="21304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6" name="Google Shape;2296;p18"/>
            <p:cNvSpPr/>
            <p:nvPr/>
          </p:nvSpPr>
          <p:spPr>
            <a:xfrm>
              <a:off x="1083450" y="1806900"/>
              <a:ext cx="20275" cy="7475"/>
            </a:xfrm>
            <a:custGeom>
              <a:rect b="b" l="l" r="r" t="t"/>
              <a:pathLst>
                <a:path extrusionOk="0" h="299" w="811">
                  <a:moveTo>
                    <a:pt x="703" y="0"/>
                  </a:moveTo>
                  <a:lnTo>
                    <a:pt x="1" y="24"/>
                  </a:lnTo>
                  <a:lnTo>
                    <a:pt x="1" y="298"/>
                  </a:lnTo>
                  <a:lnTo>
                    <a:pt x="810" y="274"/>
                  </a:lnTo>
                  <a:lnTo>
                    <a:pt x="7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7" name="Google Shape;2297;p18"/>
            <p:cNvSpPr/>
            <p:nvPr/>
          </p:nvSpPr>
          <p:spPr>
            <a:xfrm>
              <a:off x="1108150" y="1802425"/>
              <a:ext cx="180125" cy="11350"/>
            </a:xfrm>
            <a:custGeom>
              <a:rect b="b" l="l" r="r" t="t"/>
              <a:pathLst>
                <a:path extrusionOk="0" h="454" w="7205">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8" name="Google Shape;2298;p18"/>
            <p:cNvSpPr/>
            <p:nvPr/>
          </p:nvSpPr>
          <p:spPr>
            <a:xfrm>
              <a:off x="1194475" y="2040550"/>
              <a:ext cx="2425" cy="3600"/>
            </a:xfrm>
            <a:custGeom>
              <a:rect b="b" l="l" r="r" t="t"/>
              <a:pathLst>
                <a:path extrusionOk="0" h="144" w="97">
                  <a:moveTo>
                    <a:pt x="84" y="1"/>
                  </a:moveTo>
                  <a:lnTo>
                    <a:pt x="1" y="48"/>
                  </a:lnTo>
                  <a:lnTo>
                    <a:pt x="25" y="144"/>
                  </a:lnTo>
                  <a:cubicBezTo>
                    <a:pt x="72" y="108"/>
                    <a:pt x="96" y="48"/>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9" name="Google Shape;2299;p18"/>
            <p:cNvSpPr/>
            <p:nvPr/>
          </p:nvSpPr>
          <p:spPr>
            <a:xfrm>
              <a:off x="1083450" y="1741425"/>
              <a:ext cx="98250" cy="261650"/>
            </a:xfrm>
            <a:custGeom>
              <a:rect b="b" l="l" r="r" t="t"/>
              <a:pathLst>
                <a:path extrusionOk="0" h="10466" w="393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0" name="Google Shape;2300;p18"/>
            <p:cNvSpPr/>
            <p:nvPr/>
          </p:nvSpPr>
          <p:spPr>
            <a:xfrm>
              <a:off x="1113525" y="2178975"/>
              <a:ext cx="193200" cy="201825"/>
            </a:xfrm>
            <a:custGeom>
              <a:rect b="b" l="l" r="r" t="t"/>
              <a:pathLst>
                <a:path extrusionOk="0" h="8073" w="7728">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1" name="Google Shape;2301;p18"/>
            <p:cNvSpPr/>
            <p:nvPr/>
          </p:nvSpPr>
          <p:spPr>
            <a:xfrm>
              <a:off x="1187625" y="2041750"/>
              <a:ext cx="121175" cy="334600"/>
            </a:xfrm>
            <a:custGeom>
              <a:rect b="b" l="l" r="r" t="t"/>
              <a:pathLst>
                <a:path extrusionOk="0" h="13384" w="4847">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2" name="Google Shape;2302;p18"/>
            <p:cNvSpPr/>
            <p:nvPr/>
          </p:nvSpPr>
          <p:spPr>
            <a:xfrm>
              <a:off x="1188525" y="1816725"/>
              <a:ext cx="109275" cy="186650"/>
            </a:xfrm>
            <a:custGeom>
              <a:rect b="b" l="l" r="r" t="t"/>
              <a:pathLst>
                <a:path extrusionOk="0" h="7466" w="4371">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3" name="Google Shape;2303;p18"/>
            <p:cNvSpPr/>
            <p:nvPr/>
          </p:nvSpPr>
          <p:spPr>
            <a:xfrm>
              <a:off x="1113225" y="2036700"/>
              <a:ext cx="60750" cy="102100"/>
            </a:xfrm>
            <a:custGeom>
              <a:rect b="b" l="l" r="r" t="t"/>
              <a:pathLst>
                <a:path extrusionOk="0" h="4084" w="243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4" name="Google Shape;2304;p18"/>
            <p:cNvSpPr/>
            <p:nvPr/>
          </p:nvSpPr>
          <p:spPr>
            <a:xfrm>
              <a:off x="1299250" y="1820900"/>
              <a:ext cx="16700" cy="554550"/>
            </a:xfrm>
            <a:custGeom>
              <a:rect b="b" l="l" r="r" t="t"/>
              <a:pathLst>
                <a:path extrusionOk="0" h="22182" w="668">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5" name="Google Shape;2305;p18"/>
            <p:cNvSpPr/>
            <p:nvPr/>
          </p:nvSpPr>
          <p:spPr>
            <a:xfrm>
              <a:off x="1293600" y="1501500"/>
              <a:ext cx="11925" cy="289650"/>
            </a:xfrm>
            <a:custGeom>
              <a:rect b="b" l="l" r="r" t="t"/>
              <a:pathLst>
                <a:path extrusionOk="0" h="11586" w="477">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6" name="Google Shape;2306;p18"/>
            <p:cNvSpPr/>
            <p:nvPr/>
          </p:nvSpPr>
          <p:spPr>
            <a:xfrm>
              <a:off x="1418325" y="1523825"/>
              <a:ext cx="47050" cy="166425"/>
            </a:xfrm>
            <a:custGeom>
              <a:rect b="b" l="l" r="r" t="t"/>
              <a:pathLst>
                <a:path extrusionOk="0" h="6657" w="1882">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7" name="Google Shape;2307;p18"/>
            <p:cNvSpPr/>
            <p:nvPr/>
          </p:nvSpPr>
          <p:spPr>
            <a:xfrm>
              <a:off x="1083450" y="1458350"/>
              <a:ext cx="203625" cy="33050"/>
            </a:xfrm>
            <a:custGeom>
              <a:rect b="b" l="l" r="r" t="t"/>
              <a:pathLst>
                <a:path extrusionOk="0" h="1322" w="8145">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8" name="Google Shape;2308;p18"/>
            <p:cNvSpPr/>
            <p:nvPr/>
          </p:nvSpPr>
          <p:spPr>
            <a:xfrm>
              <a:off x="1291825" y="1342550"/>
              <a:ext cx="8050" cy="136050"/>
            </a:xfrm>
            <a:custGeom>
              <a:rect b="b" l="l" r="r" t="t"/>
              <a:pathLst>
                <a:path extrusionOk="0" h="5442" w="322">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9" name="Google Shape;2309;p18"/>
            <p:cNvSpPr/>
            <p:nvPr/>
          </p:nvSpPr>
          <p:spPr>
            <a:xfrm>
              <a:off x="1688000" y="154467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0" name="Google Shape;2310;p18"/>
            <p:cNvSpPr/>
            <p:nvPr/>
          </p:nvSpPr>
          <p:spPr>
            <a:xfrm>
              <a:off x="1309675" y="1487525"/>
              <a:ext cx="94675" cy="19650"/>
            </a:xfrm>
            <a:custGeom>
              <a:rect b="b" l="l" r="r" t="t"/>
              <a:pathLst>
                <a:path extrusionOk="0" h="786" w="3787">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1" name="Google Shape;2311;p18"/>
            <p:cNvSpPr/>
            <p:nvPr/>
          </p:nvSpPr>
          <p:spPr>
            <a:xfrm>
              <a:off x="1687700" y="15458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2" name="Google Shape;2312;p18"/>
            <p:cNvSpPr/>
            <p:nvPr/>
          </p:nvSpPr>
          <p:spPr>
            <a:xfrm>
              <a:off x="1430825" y="1504475"/>
              <a:ext cx="247675" cy="41700"/>
            </a:xfrm>
            <a:custGeom>
              <a:rect b="b" l="l" r="r" t="t"/>
              <a:pathLst>
                <a:path extrusionOk="0" h="1668" w="9907">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3" name="Google Shape;2313;p18"/>
            <p:cNvSpPr/>
            <p:nvPr/>
          </p:nvSpPr>
          <p:spPr>
            <a:xfrm>
              <a:off x="1687100" y="1546450"/>
              <a:ext cx="25" cy="625"/>
            </a:xfrm>
            <a:custGeom>
              <a:rect b="b" l="l" r="r" t="t"/>
              <a:pathLst>
                <a:path extrusionOk="0" h="25" w="1">
                  <a:moveTo>
                    <a:pt x="1" y="24"/>
                  </a:moveTo>
                  <a:lnTo>
                    <a:pt x="1" y="24"/>
                  </a:lnTo>
                  <a:cubicBezTo>
                    <a:pt x="1" y="1"/>
                    <a:pt x="1" y="24"/>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4" name="Google Shape;2314;p18"/>
            <p:cNvSpPr/>
            <p:nvPr/>
          </p:nvSpPr>
          <p:spPr>
            <a:xfrm>
              <a:off x="1687700" y="15455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5" name="Google Shape;2315;p18"/>
            <p:cNvSpPr/>
            <p:nvPr/>
          </p:nvSpPr>
          <p:spPr>
            <a:xfrm>
              <a:off x="1476075" y="1544675"/>
              <a:ext cx="211050" cy="154800"/>
            </a:xfrm>
            <a:custGeom>
              <a:rect b="b" l="l" r="r" t="t"/>
              <a:pathLst>
                <a:path extrusionOk="0" h="6192" w="8442">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6" name="Google Shape;2316;p18"/>
            <p:cNvSpPr/>
            <p:nvPr/>
          </p:nvSpPr>
          <p:spPr>
            <a:xfrm>
              <a:off x="1688000" y="1544675"/>
              <a:ext cx="25" cy="325"/>
            </a:xfrm>
            <a:custGeom>
              <a:rect b="b" l="l" r="r" t="t"/>
              <a:pathLst>
                <a:path extrusionOk="0" h="13" w="1">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7" name="Google Shape;2317;p18"/>
            <p:cNvSpPr/>
            <p:nvPr/>
          </p:nvSpPr>
          <p:spPr>
            <a:xfrm>
              <a:off x="1681750" y="1319350"/>
              <a:ext cx="26225" cy="225050"/>
            </a:xfrm>
            <a:custGeom>
              <a:rect b="b" l="l" r="r" t="t"/>
              <a:pathLst>
                <a:path extrusionOk="0" h="9002" w="1049">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8" name="Google Shape;2318;p18"/>
            <p:cNvSpPr/>
            <p:nvPr/>
          </p:nvSpPr>
          <p:spPr>
            <a:xfrm>
              <a:off x="1687100" y="1546450"/>
              <a:ext cx="25" cy="625"/>
            </a:xfrm>
            <a:custGeom>
              <a:rect b="b" l="l" r="r" t="t"/>
              <a:pathLst>
                <a:path extrusionOk="0" h="25" w="1">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9" name="Google Shape;2319;p18"/>
            <p:cNvSpPr/>
            <p:nvPr/>
          </p:nvSpPr>
          <p:spPr>
            <a:xfrm>
              <a:off x="1684125" y="1547650"/>
              <a:ext cx="625" cy="25"/>
            </a:xfrm>
            <a:custGeom>
              <a:rect b="b" l="l" r="r" t="t"/>
              <a:pathLst>
                <a:path extrusionOk="0" h="1" w="25">
                  <a:moveTo>
                    <a:pt x="24" y="0"/>
                  </a:moveTo>
                  <a:lnTo>
                    <a:pt x="1" y="0"/>
                  </a:lnTo>
                  <a:lnTo>
                    <a:pt x="24" y="0"/>
                  </a:lnTo>
                  <a:cubicBezTo>
                    <a:pt x="12" y="0"/>
                    <a:pt x="24" y="0"/>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0" name="Google Shape;2320;p18"/>
            <p:cNvSpPr/>
            <p:nvPr/>
          </p:nvSpPr>
          <p:spPr>
            <a:xfrm>
              <a:off x="1687700" y="1545550"/>
              <a:ext cx="25" cy="325"/>
            </a:xfrm>
            <a:custGeom>
              <a:rect b="b" l="l" r="r" t="t"/>
              <a:pathLst>
                <a:path extrusionOk="0" h="13" w="1">
                  <a:moveTo>
                    <a:pt x="0" y="13"/>
                  </a:moveTo>
                  <a:lnTo>
                    <a:pt x="0" y="13"/>
                  </a:lnTo>
                  <a:lnTo>
                    <a:pt x="0" y="13"/>
                  </a:lnTo>
                  <a:cubicBezTo>
                    <a:pt x="0" y="1"/>
                    <a:pt x="0" y="1"/>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1" name="Google Shape;2321;p18"/>
            <p:cNvSpPr/>
            <p:nvPr/>
          </p:nvSpPr>
          <p:spPr>
            <a:xfrm>
              <a:off x="1684725" y="1547650"/>
              <a:ext cx="25" cy="25"/>
            </a:xfrm>
            <a:custGeom>
              <a:rect b="b" l="l" r="r" t="t"/>
              <a:pathLst>
                <a:path extrusionOk="0" h="1" w="1">
                  <a:moveTo>
                    <a:pt x="0"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2" name="Google Shape;2322;p18"/>
            <p:cNvSpPr/>
            <p:nvPr/>
          </p:nvSpPr>
          <p:spPr>
            <a:xfrm>
              <a:off x="1323375" y="1333625"/>
              <a:ext cx="364650" cy="214350"/>
            </a:xfrm>
            <a:custGeom>
              <a:rect b="b" l="l" r="r" t="t"/>
              <a:pathLst>
                <a:path extrusionOk="0" h="8574" w="14586">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3" name="Google Shape;2323;p18"/>
            <p:cNvSpPr/>
            <p:nvPr/>
          </p:nvSpPr>
          <p:spPr>
            <a:xfrm>
              <a:off x="1273950" y="1318750"/>
              <a:ext cx="60750" cy="26600"/>
            </a:xfrm>
            <a:custGeom>
              <a:rect b="b" l="l" r="r" t="t"/>
              <a:pathLst>
                <a:path extrusionOk="0" h="1064" w="243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4" name="Google Shape;2324;p18"/>
            <p:cNvSpPr/>
            <p:nvPr/>
          </p:nvSpPr>
          <p:spPr>
            <a:xfrm>
              <a:off x="1159350" y="2001350"/>
              <a:ext cx="50050" cy="42850"/>
            </a:xfrm>
            <a:custGeom>
              <a:rect b="b" l="l" r="r" t="t"/>
              <a:pathLst>
                <a:path extrusionOk="0" h="1714" w="2002">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5" name="Google Shape;2325;p18"/>
            <p:cNvSpPr/>
            <p:nvPr/>
          </p:nvSpPr>
          <p:spPr>
            <a:xfrm>
              <a:off x="1083450" y="2128475"/>
              <a:ext cx="44675" cy="61325"/>
            </a:xfrm>
            <a:custGeom>
              <a:rect b="b" l="l" r="r" t="t"/>
              <a:pathLst>
                <a:path extrusionOk="0" h="2453" w="1787">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6" name="Google Shape;2326;p18"/>
            <p:cNvSpPr/>
            <p:nvPr/>
          </p:nvSpPr>
          <p:spPr>
            <a:xfrm>
              <a:off x="1288250" y="1790575"/>
              <a:ext cx="32175" cy="31125"/>
            </a:xfrm>
            <a:custGeom>
              <a:rect b="b" l="l" r="r" t="t"/>
              <a:pathLst>
                <a:path extrusionOk="0" h="1245" w="1287">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7" name="Google Shape;2327;p18"/>
            <p:cNvSpPr/>
            <p:nvPr/>
          </p:nvSpPr>
          <p:spPr>
            <a:xfrm>
              <a:off x="1297475" y="2375200"/>
              <a:ext cx="32775" cy="30800"/>
            </a:xfrm>
            <a:custGeom>
              <a:rect b="b" l="l" r="r" t="t"/>
              <a:pathLst>
                <a:path extrusionOk="0" h="1232" w="1311">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8" name="Google Shape;2328;p18"/>
            <p:cNvSpPr/>
            <p:nvPr/>
          </p:nvSpPr>
          <p:spPr>
            <a:xfrm>
              <a:off x="1445100" y="1689025"/>
              <a:ext cx="39025" cy="34575"/>
            </a:xfrm>
            <a:custGeom>
              <a:rect b="b" l="l" r="r" t="t"/>
              <a:pathLst>
                <a:path extrusionOk="0" h="1383" w="1561">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9" name="Google Shape;2329;p18"/>
            <p:cNvSpPr/>
            <p:nvPr/>
          </p:nvSpPr>
          <p:spPr>
            <a:xfrm>
              <a:off x="1285875" y="1477700"/>
              <a:ext cx="24725" cy="24425"/>
            </a:xfrm>
            <a:custGeom>
              <a:rect b="b" l="l" r="r" t="t"/>
              <a:pathLst>
                <a:path extrusionOk="0" h="977" w="989">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0" name="Google Shape;2330;p18"/>
            <p:cNvSpPr/>
            <p:nvPr/>
          </p:nvSpPr>
          <p:spPr>
            <a:xfrm>
              <a:off x="1400175" y="1494100"/>
              <a:ext cx="32750" cy="31300"/>
            </a:xfrm>
            <a:custGeom>
              <a:rect b="b" l="l" r="r" t="t"/>
              <a:pathLst>
                <a:path extrusionOk="0" h="1252" w="131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31" name="Google Shape;2331;p18"/>
          <p:cNvGrpSpPr/>
          <p:nvPr/>
        </p:nvGrpSpPr>
        <p:grpSpPr>
          <a:xfrm flipH="1">
            <a:off x="7881404" y="-33"/>
            <a:ext cx="1262602" cy="2198093"/>
            <a:chOff x="1083450" y="1318750"/>
            <a:chExt cx="624525" cy="1087250"/>
          </a:xfrm>
        </p:grpSpPr>
        <p:sp>
          <p:nvSpPr>
            <p:cNvPr id="2332" name="Google Shape;2332;p18"/>
            <p:cNvSpPr/>
            <p:nvPr/>
          </p:nvSpPr>
          <p:spPr>
            <a:xfrm>
              <a:off x="1083450" y="2340600"/>
              <a:ext cx="215525" cy="50325"/>
            </a:xfrm>
            <a:custGeom>
              <a:rect b="b" l="l" r="r" t="t"/>
              <a:pathLst>
                <a:path extrusionOk="0" h="2013" w="8621">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3" name="Google Shape;2333;p18"/>
            <p:cNvSpPr/>
            <p:nvPr/>
          </p:nvSpPr>
          <p:spPr>
            <a:xfrm>
              <a:off x="1083450" y="21304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4" name="Google Shape;2334;p18"/>
            <p:cNvSpPr/>
            <p:nvPr/>
          </p:nvSpPr>
          <p:spPr>
            <a:xfrm>
              <a:off x="1083450" y="1806900"/>
              <a:ext cx="20275" cy="7475"/>
            </a:xfrm>
            <a:custGeom>
              <a:rect b="b" l="l" r="r" t="t"/>
              <a:pathLst>
                <a:path extrusionOk="0" h="299" w="811">
                  <a:moveTo>
                    <a:pt x="703" y="0"/>
                  </a:moveTo>
                  <a:lnTo>
                    <a:pt x="1" y="24"/>
                  </a:lnTo>
                  <a:lnTo>
                    <a:pt x="1" y="298"/>
                  </a:lnTo>
                  <a:lnTo>
                    <a:pt x="810" y="274"/>
                  </a:lnTo>
                  <a:lnTo>
                    <a:pt x="7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5" name="Google Shape;2335;p18"/>
            <p:cNvSpPr/>
            <p:nvPr/>
          </p:nvSpPr>
          <p:spPr>
            <a:xfrm>
              <a:off x="1108150" y="1802425"/>
              <a:ext cx="180125" cy="11350"/>
            </a:xfrm>
            <a:custGeom>
              <a:rect b="b" l="l" r="r" t="t"/>
              <a:pathLst>
                <a:path extrusionOk="0" h="454" w="7205">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6" name="Google Shape;2336;p18"/>
            <p:cNvSpPr/>
            <p:nvPr/>
          </p:nvSpPr>
          <p:spPr>
            <a:xfrm>
              <a:off x="1194475" y="2040550"/>
              <a:ext cx="2425" cy="3600"/>
            </a:xfrm>
            <a:custGeom>
              <a:rect b="b" l="l" r="r" t="t"/>
              <a:pathLst>
                <a:path extrusionOk="0" h="144" w="97">
                  <a:moveTo>
                    <a:pt x="84" y="1"/>
                  </a:moveTo>
                  <a:lnTo>
                    <a:pt x="1" y="48"/>
                  </a:lnTo>
                  <a:lnTo>
                    <a:pt x="25" y="144"/>
                  </a:lnTo>
                  <a:cubicBezTo>
                    <a:pt x="72" y="108"/>
                    <a:pt x="96" y="48"/>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7" name="Google Shape;2337;p18"/>
            <p:cNvSpPr/>
            <p:nvPr/>
          </p:nvSpPr>
          <p:spPr>
            <a:xfrm>
              <a:off x="1083450" y="1741425"/>
              <a:ext cx="98250" cy="261650"/>
            </a:xfrm>
            <a:custGeom>
              <a:rect b="b" l="l" r="r" t="t"/>
              <a:pathLst>
                <a:path extrusionOk="0" h="10466" w="393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8" name="Google Shape;2338;p18"/>
            <p:cNvSpPr/>
            <p:nvPr/>
          </p:nvSpPr>
          <p:spPr>
            <a:xfrm>
              <a:off x="1113525" y="2178975"/>
              <a:ext cx="193200" cy="201825"/>
            </a:xfrm>
            <a:custGeom>
              <a:rect b="b" l="l" r="r" t="t"/>
              <a:pathLst>
                <a:path extrusionOk="0" h="8073" w="7728">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9" name="Google Shape;2339;p18"/>
            <p:cNvSpPr/>
            <p:nvPr/>
          </p:nvSpPr>
          <p:spPr>
            <a:xfrm>
              <a:off x="1187625" y="2041750"/>
              <a:ext cx="121175" cy="334600"/>
            </a:xfrm>
            <a:custGeom>
              <a:rect b="b" l="l" r="r" t="t"/>
              <a:pathLst>
                <a:path extrusionOk="0" h="13384" w="4847">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0" name="Google Shape;2340;p18"/>
            <p:cNvSpPr/>
            <p:nvPr/>
          </p:nvSpPr>
          <p:spPr>
            <a:xfrm>
              <a:off x="1188525" y="1816725"/>
              <a:ext cx="109275" cy="186650"/>
            </a:xfrm>
            <a:custGeom>
              <a:rect b="b" l="l" r="r" t="t"/>
              <a:pathLst>
                <a:path extrusionOk="0" h="7466" w="4371">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1" name="Google Shape;2341;p18"/>
            <p:cNvSpPr/>
            <p:nvPr/>
          </p:nvSpPr>
          <p:spPr>
            <a:xfrm>
              <a:off x="1113225" y="2036700"/>
              <a:ext cx="60750" cy="102100"/>
            </a:xfrm>
            <a:custGeom>
              <a:rect b="b" l="l" r="r" t="t"/>
              <a:pathLst>
                <a:path extrusionOk="0" h="4084" w="243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2" name="Google Shape;2342;p18"/>
            <p:cNvSpPr/>
            <p:nvPr/>
          </p:nvSpPr>
          <p:spPr>
            <a:xfrm>
              <a:off x="1299250" y="1820900"/>
              <a:ext cx="16700" cy="554550"/>
            </a:xfrm>
            <a:custGeom>
              <a:rect b="b" l="l" r="r" t="t"/>
              <a:pathLst>
                <a:path extrusionOk="0" h="22182" w="668">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3" name="Google Shape;2343;p18"/>
            <p:cNvSpPr/>
            <p:nvPr/>
          </p:nvSpPr>
          <p:spPr>
            <a:xfrm>
              <a:off x="1293600" y="1501500"/>
              <a:ext cx="11925" cy="289650"/>
            </a:xfrm>
            <a:custGeom>
              <a:rect b="b" l="l" r="r" t="t"/>
              <a:pathLst>
                <a:path extrusionOk="0" h="11586" w="477">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4" name="Google Shape;2344;p18"/>
            <p:cNvSpPr/>
            <p:nvPr/>
          </p:nvSpPr>
          <p:spPr>
            <a:xfrm>
              <a:off x="1418325" y="1523825"/>
              <a:ext cx="47050" cy="166425"/>
            </a:xfrm>
            <a:custGeom>
              <a:rect b="b" l="l" r="r" t="t"/>
              <a:pathLst>
                <a:path extrusionOk="0" h="6657" w="1882">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5" name="Google Shape;2345;p18"/>
            <p:cNvSpPr/>
            <p:nvPr/>
          </p:nvSpPr>
          <p:spPr>
            <a:xfrm>
              <a:off x="1083450" y="1458350"/>
              <a:ext cx="203625" cy="33050"/>
            </a:xfrm>
            <a:custGeom>
              <a:rect b="b" l="l" r="r" t="t"/>
              <a:pathLst>
                <a:path extrusionOk="0" h="1322" w="8145">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6" name="Google Shape;2346;p18"/>
            <p:cNvSpPr/>
            <p:nvPr/>
          </p:nvSpPr>
          <p:spPr>
            <a:xfrm>
              <a:off x="1291825" y="1342550"/>
              <a:ext cx="8050" cy="136050"/>
            </a:xfrm>
            <a:custGeom>
              <a:rect b="b" l="l" r="r" t="t"/>
              <a:pathLst>
                <a:path extrusionOk="0" h="5442" w="322">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7" name="Google Shape;2347;p18"/>
            <p:cNvSpPr/>
            <p:nvPr/>
          </p:nvSpPr>
          <p:spPr>
            <a:xfrm>
              <a:off x="1688000" y="154467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8" name="Google Shape;2348;p18"/>
            <p:cNvSpPr/>
            <p:nvPr/>
          </p:nvSpPr>
          <p:spPr>
            <a:xfrm>
              <a:off x="1309675" y="1487525"/>
              <a:ext cx="94675" cy="19650"/>
            </a:xfrm>
            <a:custGeom>
              <a:rect b="b" l="l" r="r" t="t"/>
              <a:pathLst>
                <a:path extrusionOk="0" h="786" w="3787">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9" name="Google Shape;2349;p18"/>
            <p:cNvSpPr/>
            <p:nvPr/>
          </p:nvSpPr>
          <p:spPr>
            <a:xfrm>
              <a:off x="1687700" y="15458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0" name="Google Shape;2350;p18"/>
            <p:cNvSpPr/>
            <p:nvPr/>
          </p:nvSpPr>
          <p:spPr>
            <a:xfrm>
              <a:off x="1430825" y="1504475"/>
              <a:ext cx="247675" cy="41700"/>
            </a:xfrm>
            <a:custGeom>
              <a:rect b="b" l="l" r="r" t="t"/>
              <a:pathLst>
                <a:path extrusionOk="0" h="1668" w="9907">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1" name="Google Shape;2351;p18"/>
            <p:cNvSpPr/>
            <p:nvPr/>
          </p:nvSpPr>
          <p:spPr>
            <a:xfrm>
              <a:off x="1687100" y="1546450"/>
              <a:ext cx="25" cy="625"/>
            </a:xfrm>
            <a:custGeom>
              <a:rect b="b" l="l" r="r" t="t"/>
              <a:pathLst>
                <a:path extrusionOk="0" h="25" w="1">
                  <a:moveTo>
                    <a:pt x="1" y="24"/>
                  </a:moveTo>
                  <a:lnTo>
                    <a:pt x="1" y="24"/>
                  </a:lnTo>
                  <a:cubicBezTo>
                    <a:pt x="1" y="1"/>
                    <a:pt x="1" y="24"/>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2" name="Google Shape;2352;p18"/>
            <p:cNvSpPr/>
            <p:nvPr/>
          </p:nvSpPr>
          <p:spPr>
            <a:xfrm>
              <a:off x="1687700" y="15455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3" name="Google Shape;2353;p18"/>
            <p:cNvSpPr/>
            <p:nvPr/>
          </p:nvSpPr>
          <p:spPr>
            <a:xfrm>
              <a:off x="1476075" y="1544675"/>
              <a:ext cx="211050" cy="154800"/>
            </a:xfrm>
            <a:custGeom>
              <a:rect b="b" l="l" r="r" t="t"/>
              <a:pathLst>
                <a:path extrusionOk="0" h="6192" w="8442">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4" name="Google Shape;2354;p18"/>
            <p:cNvSpPr/>
            <p:nvPr/>
          </p:nvSpPr>
          <p:spPr>
            <a:xfrm>
              <a:off x="1688000" y="1544675"/>
              <a:ext cx="25" cy="325"/>
            </a:xfrm>
            <a:custGeom>
              <a:rect b="b" l="l" r="r" t="t"/>
              <a:pathLst>
                <a:path extrusionOk="0" h="13" w="1">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5" name="Google Shape;2355;p18"/>
            <p:cNvSpPr/>
            <p:nvPr/>
          </p:nvSpPr>
          <p:spPr>
            <a:xfrm>
              <a:off x="1681750" y="1319350"/>
              <a:ext cx="26225" cy="225050"/>
            </a:xfrm>
            <a:custGeom>
              <a:rect b="b" l="l" r="r" t="t"/>
              <a:pathLst>
                <a:path extrusionOk="0" h="9002" w="1049">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6" name="Google Shape;2356;p18"/>
            <p:cNvSpPr/>
            <p:nvPr/>
          </p:nvSpPr>
          <p:spPr>
            <a:xfrm>
              <a:off x="1687100" y="1546450"/>
              <a:ext cx="25" cy="625"/>
            </a:xfrm>
            <a:custGeom>
              <a:rect b="b" l="l" r="r" t="t"/>
              <a:pathLst>
                <a:path extrusionOk="0" h="25" w="1">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7" name="Google Shape;2357;p18"/>
            <p:cNvSpPr/>
            <p:nvPr/>
          </p:nvSpPr>
          <p:spPr>
            <a:xfrm>
              <a:off x="1684125" y="1547650"/>
              <a:ext cx="625" cy="25"/>
            </a:xfrm>
            <a:custGeom>
              <a:rect b="b" l="l" r="r" t="t"/>
              <a:pathLst>
                <a:path extrusionOk="0" h="1" w="25">
                  <a:moveTo>
                    <a:pt x="24" y="0"/>
                  </a:moveTo>
                  <a:lnTo>
                    <a:pt x="1" y="0"/>
                  </a:lnTo>
                  <a:lnTo>
                    <a:pt x="24" y="0"/>
                  </a:lnTo>
                  <a:cubicBezTo>
                    <a:pt x="12" y="0"/>
                    <a:pt x="24" y="0"/>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8" name="Google Shape;2358;p18"/>
            <p:cNvSpPr/>
            <p:nvPr/>
          </p:nvSpPr>
          <p:spPr>
            <a:xfrm>
              <a:off x="1687700" y="1545550"/>
              <a:ext cx="25" cy="325"/>
            </a:xfrm>
            <a:custGeom>
              <a:rect b="b" l="l" r="r" t="t"/>
              <a:pathLst>
                <a:path extrusionOk="0" h="13" w="1">
                  <a:moveTo>
                    <a:pt x="0" y="13"/>
                  </a:moveTo>
                  <a:lnTo>
                    <a:pt x="0" y="13"/>
                  </a:lnTo>
                  <a:lnTo>
                    <a:pt x="0" y="13"/>
                  </a:lnTo>
                  <a:cubicBezTo>
                    <a:pt x="0" y="1"/>
                    <a:pt x="0" y="1"/>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9" name="Google Shape;2359;p18"/>
            <p:cNvSpPr/>
            <p:nvPr/>
          </p:nvSpPr>
          <p:spPr>
            <a:xfrm>
              <a:off x="1684725" y="1547650"/>
              <a:ext cx="25" cy="25"/>
            </a:xfrm>
            <a:custGeom>
              <a:rect b="b" l="l" r="r" t="t"/>
              <a:pathLst>
                <a:path extrusionOk="0" h="1" w="1">
                  <a:moveTo>
                    <a:pt x="0"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0" name="Google Shape;2360;p18"/>
            <p:cNvSpPr/>
            <p:nvPr/>
          </p:nvSpPr>
          <p:spPr>
            <a:xfrm>
              <a:off x="1323375" y="1333625"/>
              <a:ext cx="364650" cy="214350"/>
            </a:xfrm>
            <a:custGeom>
              <a:rect b="b" l="l" r="r" t="t"/>
              <a:pathLst>
                <a:path extrusionOk="0" h="8574" w="14586">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1" name="Google Shape;2361;p18"/>
            <p:cNvSpPr/>
            <p:nvPr/>
          </p:nvSpPr>
          <p:spPr>
            <a:xfrm>
              <a:off x="1273950" y="1318750"/>
              <a:ext cx="60750" cy="26600"/>
            </a:xfrm>
            <a:custGeom>
              <a:rect b="b" l="l" r="r" t="t"/>
              <a:pathLst>
                <a:path extrusionOk="0" h="1064" w="243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2" name="Google Shape;2362;p18"/>
            <p:cNvSpPr/>
            <p:nvPr/>
          </p:nvSpPr>
          <p:spPr>
            <a:xfrm>
              <a:off x="1159350" y="2001350"/>
              <a:ext cx="50050" cy="42850"/>
            </a:xfrm>
            <a:custGeom>
              <a:rect b="b" l="l" r="r" t="t"/>
              <a:pathLst>
                <a:path extrusionOk="0" h="1714" w="2002">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3" name="Google Shape;2363;p18"/>
            <p:cNvSpPr/>
            <p:nvPr/>
          </p:nvSpPr>
          <p:spPr>
            <a:xfrm>
              <a:off x="1083450" y="2128475"/>
              <a:ext cx="44675" cy="61325"/>
            </a:xfrm>
            <a:custGeom>
              <a:rect b="b" l="l" r="r" t="t"/>
              <a:pathLst>
                <a:path extrusionOk="0" h="2453" w="1787">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4" name="Google Shape;2364;p18"/>
            <p:cNvSpPr/>
            <p:nvPr/>
          </p:nvSpPr>
          <p:spPr>
            <a:xfrm>
              <a:off x="1288250" y="1790575"/>
              <a:ext cx="32175" cy="31125"/>
            </a:xfrm>
            <a:custGeom>
              <a:rect b="b" l="l" r="r" t="t"/>
              <a:pathLst>
                <a:path extrusionOk="0" h="1245" w="1287">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5" name="Google Shape;2365;p18"/>
            <p:cNvSpPr/>
            <p:nvPr/>
          </p:nvSpPr>
          <p:spPr>
            <a:xfrm>
              <a:off x="1297475" y="2375200"/>
              <a:ext cx="32775" cy="30800"/>
            </a:xfrm>
            <a:custGeom>
              <a:rect b="b" l="l" r="r" t="t"/>
              <a:pathLst>
                <a:path extrusionOk="0" h="1232" w="1311">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6" name="Google Shape;2366;p18"/>
            <p:cNvSpPr/>
            <p:nvPr/>
          </p:nvSpPr>
          <p:spPr>
            <a:xfrm>
              <a:off x="1445100" y="1689025"/>
              <a:ext cx="39025" cy="34575"/>
            </a:xfrm>
            <a:custGeom>
              <a:rect b="b" l="l" r="r" t="t"/>
              <a:pathLst>
                <a:path extrusionOk="0" h="1383" w="1561">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7" name="Google Shape;2367;p18"/>
            <p:cNvSpPr/>
            <p:nvPr/>
          </p:nvSpPr>
          <p:spPr>
            <a:xfrm>
              <a:off x="1285875" y="1477700"/>
              <a:ext cx="24725" cy="24425"/>
            </a:xfrm>
            <a:custGeom>
              <a:rect b="b" l="l" r="r" t="t"/>
              <a:pathLst>
                <a:path extrusionOk="0" h="977" w="989">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8" name="Google Shape;2368;p18"/>
            <p:cNvSpPr/>
            <p:nvPr/>
          </p:nvSpPr>
          <p:spPr>
            <a:xfrm>
              <a:off x="1400175" y="1494100"/>
              <a:ext cx="32750" cy="31300"/>
            </a:xfrm>
            <a:custGeom>
              <a:rect b="b" l="l" r="r" t="t"/>
              <a:pathLst>
                <a:path extrusionOk="0" h="1252" w="131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69" name="Google Shape;2369;p18"/>
          <p:cNvGrpSpPr/>
          <p:nvPr/>
        </p:nvGrpSpPr>
        <p:grpSpPr>
          <a:xfrm>
            <a:off x="5890659" y="3797009"/>
            <a:ext cx="3253203" cy="1346446"/>
            <a:chOff x="4145150" y="2643900"/>
            <a:chExt cx="1914550" cy="792400"/>
          </a:xfrm>
        </p:grpSpPr>
        <p:sp>
          <p:nvSpPr>
            <p:cNvPr id="2370" name="Google Shape;2370;p18"/>
            <p:cNvSpPr/>
            <p:nvPr/>
          </p:nvSpPr>
          <p:spPr>
            <a:xfrm>
              <a:off x="5202425" y="3311250"/>
              <a:ext cx="149150" cy="50325"/>
            </a:xfrm>
            <a:custGeom>
              <a:rect b="b" l="l" r="r" t="t"/>
              <a:pathLst>
                <a:path extrusionOk="0" h="2013" w="5966">
                  <a:moveTo>
                    <a:pt x="0" y="1"/>
                  </a:moveTo>
                  <a:lnTo>
                    <a:pt x="36" y="334"/>
                  </a:lnTo>
                  <a:lnTo>
                    <a:pt x="5870" y="2013"/>
                  </a:lnTo>
                  <a:cubicBezTo>
                    <a:pt x="5858" y="1894"/>
                    <a:pt x="5906" y="1786"/>
                    <a:pt x="5965" y="1715"/>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1" name="Google Shape;2371;p18"/>
            <p:cNvSpPr/>
            <p:nvPr/>
          </p:nvSpPr>
          <p:spPr>
            <a:xfrm>
              <a:off x="5104200" y="3285350"/>
              <a:ext cx="91100" cy="31575"/>
            </a:xfrm>
            <a:custGeom>
              <a:rect b="b" l="l" r="r" t="t"/>
              <a:pathLst>
                <a:path extrusionOk="0" h="1263" w="3644">
                  <a:moveTo>
                    <a:pt x="310" y="1"/>
                  </a:moveTo>
                  <a:lnTo>
                    <a:pt x="12" y="132"/>
                  </a:lnTo>
                  <a:lnTo>
                    <a:pt x="0" y="215"/>
                  </a:lnTo>
                  <a:lnTo>
                    <a:pt x="3644" y="1263"/>
                  </a:lnTo>
                  <a:lnTo>
                    <a:pt x="3596" y="929"/>
                  </a:ln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2" name="Google Shape;2372;p18"/>
            <p:cNvSpPr/>
            <p:nvPr/>
          </p:nvSpPr>
          <p:spPr>
            <a:xfrm>
              <a:off x="5098850" y="3282675"/>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3" name="Google Shape;2373;p18"/>
            <p:cNvSpPr/>
            <p:nvPr/>
          </p:nvSpPr>
          <p:spPr>
            <a:xfrm>
              <a:off x="5097050" y="32847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4" name="Google Shape;2374;p18"/>
            <p:cNvSpPr/>
            <p:nvPr/>
          </p:nvSpPr>
          <p:spPr>
            <a:xfrm>
              <a:off x="5317625" y="3080875"/>
              <a:ext cx="235450" cy="109550"/>
            </a:xfrm>
            <a:custGeom>
              <a:rect b="b" l="l" r="r" t="t"/>
              <a:pathLst>
                <a:path extrusionOk="0" h="4382" w="9418">
                  <a:moveTo>
                    <a:pt x="9335" y="0"/>
                  </a:moveTo>
                  <a:lnTo>
                    <a:pt x="0" y="4167"/>
                  </a:lnTo>
                  <a:lnTo>
                    <a:pt x="286" y="4382"/>
                  </a:lnTo>
                  <a:lnTo>
                    <a:pt x="9382" y="322"/>
                  </a:lnTo>
                  <a:lnTo>
                    <a:pt x="9418" y="262"/>
                  </a:lnTo>
                  <a:cubicBezTo>
                    <a:pt x="9358" y="179"/>
                    <a:pt x="9335" y="95"/>
                    <a:pt x="933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5" name="Google Shape;2375;p18"/>
            <p:cNvSpPr/>
            <p:nvPr/>
          </p:nvSpPr>
          <p:spPr>
            <a:xfrm>
              <a:off x="5193500" y="3188625"/>
              <a:ext cx="122950" cy="59850"/>
            </a:xfrm>
            <a:custGeom>
              <a:rect b="b" l="l" r="r" t="t"/>
              <a:pathLst>
                <a:path extrusionOk="0" h="2394" w="4918">
                  <a:moveTo>
                    <a:pt x="4644" y="0"/>
                  </a:moveTo>
                  <a:lnTo>
                    <a:pt x="0" y="2060"/>
                  </a:lnTo>
                  <a:lnTo>
                    <a:pt x="36" y="2393"/>
                  </a:lnTo>
                  <a:lnTo>
                    <a:pt x="4918" y="203"/>
                  </a:lnTo>
                  <a:lnTo>
                    <a:pt x="464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6" name="Google Shape;2376;p18"/>
            <p:cNvSpPr/>
            <p:nvPr/>
          </p:nvSpPr>
          <p:spPr>
            <a:xfrm>
              <a:off x="5097050" y="3284450"/>
              <a:ext cx="25" cy="1225"/>
            </a:xfrm>
            <a:custGeom>
              <a:rect b="b" l="l" r="r" t="t"/>
              <a:pathLst>
                <a:path extrusionOk="0" h="49" w="1">
                  <a:moveTo>
                    <a:pt x="1" y="13"/>
                  </a:moveTo>
                  <a:lnTo>
                    <a:pt x="1" y="13"/>
                  </a:lnTo>
                  <a:lnTo>
                    <a:pt x="1" y="49"/>
                  </a:lnTo>
                  <a:lnTo>
                    <a:pt x="1" y="13"/>
                  </a:lnTo>
                  <a:cubicBezTo>
                    <a:pt x="1" y="1"/>
                    <a:pt x="1" y="13"/>
                    <a:pt x="1"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7" name="Google Shape;2377;p18"/>
            <p:cNvSpPr/>
            <p:nvPr/>
          </p:nvSpPr>
          <p:spPr>
            <a:xfrm>
              <a:off x="5098550" y="3243975"/>
              <a:ext cx="88425" cy="44675"/>
            </a:xfrm>
            <a:custGeom>
              <a:rect b="b" l="l" r="r" t="t"/>
              <a:pathLst>
                <a:path extrusionOk="0" h="1787" w="3537">
                  <a:moveTo>
                    <a:pt x="33" y="1539"/>
                  </a:moveTo>
                  <a:lnTo>
                    <a:pt x="33" y="1539"/>
                  </a:lnTo>
                  <a:cubicBezTo>
                    <a:pt x="21" y="1541"/>
                    <a:pt x="10" y="1544"/>
                    <a:pt x="0" y="1549"/>
                  </a:cubicBezTo>
                  <a:lnTo>
                    <a:pt x="12" y="1549"/>
                  </a:lnTo>
                  <a:lnTo>
                    <a:pt x="33" y="1539"/>
                  </a:lnTo>
                  <a:close/>
                  <a:moveTo>
                    <a:pt x="3501" y="1"/>
                  </a:moveTo>
                  <a:lnTo>
                    <a:pt x="33" y="1539"/>
                  </a:lnTo>
                  <a:lnTo>
                    <a:pt x="33" y="1539"/>
                  </a:lnTo>
                  <a:cubicBezTo>
                    <a:pt x="51" y="1537"/>
                    <a:pt x="69" y="1537"/>
                    <a:pt x="84" y="1537"/>
                  </a:cubicBezTo>
                  <a:cubicBezTo>
                    <a:pt x="191" y="1537"/>
                    <a:pt x="250" y="1608"/>
                    <a:pt x="238" y="1691"/>
                  </a:cubicBezTo>
                  <a:lnTo>
                    <a:pt x="226" y="1787"/>
                  </a:lnTo>
                  <a:lnTo>
                    <a:pt x="536" y="1656"/>
                  </a:lnTo>
                  <a:lnTo>
                    <a:pt x="3536" y="310"/>
                  </a:lnTo>
                  <a:lnTo>
                    <a:pt x="350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8" name="Google Shape;2378;p18"/>
            <p:cNvSpPr/>
            <p:nvPr/>
          </p:nvSpPr>
          <p:spPr>
            <a:xfrm>
              <a:off x="5098250" y="3282675"/>
              <a:ext cx="625" cy="325"/>
            </a:xfrm>
            <a:custGeom>
              <a:rect b="b" l="l" r="r" t="t"/>
              <a:pathLst>
                <a:path extrusionOk="0" h="13" w="25">
                  <a:moveTo>
                    <a:pt x="24" y="1"/>
                  </a:moveTo>
                  <a:cubicBezTo>
                    <a:pt x="12" y="1"/>
                    <a:pt x="12" y="12"/>
                    <a:pt x="0" y="12"/>
                  </a:cubicBezTo>
                  <a:cubicBezTo>
                    <a:pt x="12" y="12"/>
                    <a:pt x="24" y="1"/>
                    <a:pt x="2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9" name="Google Shape;2379;p18"/>
            <p:cNvSpPr/>
            <p:nvPr/>
          </p:nvSpPr>
          <p:spPr>
            <a:xfrm>
              <a:off x="5097650" y="3283275"/>
              <a:ext cx="625" cy="625"/>
            </a:xfrm>
            <a:custGeom>
              <a:rect b="b" l="l" r="r" t="t"/>
              <a:pathLst>
                <a:path extrusionOk="0" h="25" w="25">
                  <a:moveTo>
                    <a:pt x="0" y="0"/>
                  </a:moveTo>
                  <a:lnTo>
                    <a:pt x="0" y="0"/>
                  </a:lnTo>
                  <a:cubicBezTo>
                    <a:pt x="0" y="0"/>
                    <a:pt x="0" y="24"/>
                    <a:pt x="0" y="0"/>
                  </a:cubicBezTo>
                  <a:cubicBezTo>
                    <a:pt x="0" y="0"/>
                    <a:pt x="24" y="0"/>
                    <a:pt x="0" y="0"/>
                  </a:cubicBezTo>
                  <a:cubicBezTo>
                    <a:pt x="24" y="0"/>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0" name="Google Shape;2380;p18"/>
            <p:cNvSpPr/>
            <p:nvPr/>
          </p:nvSpPr>
          <p:spPr>
            <a:xfrm>
              <a:off x="4158250" y="3228800"/>
              <a:ext cx="79800" cy="113125"/>
            </a:xfrm>
            <a:custGeom>
              <a:rect b="b" l="l" r="r" t="t"/>
              <a:pathLst>
                <a:path extrusionOk="0" h="4525" w="3192">
                  <a:moveTo>
                    <a:pt x="2917" y="1"/>
                  </a:moveTo>
                  <a:lnTo>
                    <a:pt x="0" y="4442"/>
                  </a:lnTo>
                  <a:cubicBezTo>
                    <a:pt x="96" y="4442"/>
                    <a:pt x="179" y="4477"/>
                    <a:pt x="238" y="4525"/>
                  </a:cubicBezTo>
                  <a:lnTo>
                    <a:pt x="393" y="4430"/>
                  </a:lnTo>
                  <a:lnTo>
                    <a:pt x="3191" y="143"/>
                  </a:lnTo>
                  <a:lnTo>
                    <a:pt x="291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1" name="Google Shape;2381;p18"/>
            <p:cNvSpPr/>
            <p:nvPr/>
          </p:nvSpPr>
          <p:spPr>
            <a:xfrm>
              <a:off x="4308850" y="3190700"/>
              <a:ext cx="106000" cy="64325"/>
            </a:xfrm>
            <a:custGeom>
              <a:rect b="b" l="l" r="r" t="t"/>
              <a:pathLst>
                <a:path extrusionOk="0" h="2573" w="4240">
                  <a:moveTo>
                    <a:pt x="4192" y="1"/>
                  </a:moveTo>
                  <a:cubicBezTo>
                    <a:pt x="4168" y="1"/>
                    <a:pt x="4168" y="1"/>
                    <a:pt x="4156" y="12"/>
                  </a:cubicBezTo>
                  <a:cubicBezTo>
                    <a:pt x="4168" y="12"/>
                    <a:pt x="4168" y="1"/>
                    <a:pt x="4192" y="1"/>
                  </a:cubicBezTo>
                  <a:close/>
                  <a:moveTo>
                    <a:pt x="4156" y="12"/>
                  </a:moveTo>
                  <a:lnTo>
                    <a:pt x="1" y="2310"/>
                  </a:lnTo>
                  <a:cubicBezTo>
                    <a:pt x="72" y="2382"/>
                    <a:pt x="144" y="2477"/>
                    <a:pt x="156" y="2572"/>
                  </a:cubicBezTo>
                  <a:lnTo>
                    <a:pt x="4240" y="310"/>
                  </a:lnTo>
                  <a:lnTo>
                    <a:pt x="4168" y="286"/>
                  </a:lnTo>
                  <a:cubicBezTo>
                    <a:pt x="4097" y="239"/>
                    <a:pt x="4061" y="155"/>
                    <a:pt x="4097" y="72"/>
                  </a:cubicBezTo>
                  <a:cubicBezTo>
                    <a:pt x="4109" y="48"/>
                    <a:pt x="4132" y="36"/>
                    <a:pt x="4156"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2" name="Google Shape;2382;p18"/>
            <p:cNvSpPr/>
            <p:nvPr/>
          </p:nvSpPr>
          <p:spPr>
            <a:xfrm>
              <a:off x="4410075" y="3190700"/>
              <a:ext cx="176525" cy="91100"/>
            </a:xfrm>
            <a:custGeom>
              <a:rect b="b" l="l" r="r" t="t"/>
              <a:pathLst>
                <a:path extrusionOk="0" h="3644" w="7061">
                  <a:moveTo>
                    <a:pt x="119" y="1"/>
                  </a:moveTo>
                  <a:cubicBezTo>
                    <a:pt x="107" y="1"/>
                    <a:pt x="107" y="1"/>
                    <a:pt x="95" y="12"/>
                  </a:cubicBezTo>
                  <a:cubicBezTo>
                    <a:pt x="95" y="36"/>
                    <a:pt x="60" y="48"/>
                    <a:pt x="48" y="72"/>
                  </a:cubicBezTo>
                  <a:cubicBezTo>
                    <a:pt x="0" y="155"/>
                    <a:pt x="48" y="239"/>
                    <a:pt x="119" y="286"/>
                  </a:cubicBezTo>
                  <a:lnTo>
                    <a:pt x="191" y="310"/>
                  </a:lnTo>
                  <a:lnTo>
                    <a:pt x="6977" y="3644"/>
                  </a:lnTo>
                  <a:cubicBezTo>
                    <a:pt x="6965" y="3620"/>
                    <a:pt x="6965" y="3608"/>
                    <a:pt x="6965" y="3572"/>
                  </a:cubicBezTo>
                  <a:cubicBezTo>
                    <a:pt x="6965" y="3489"/>
                    <a:pt x="7001" y="3394"/>
                    <a:pt x="7060" y="3346"/>
                  </a:cubicBezTo>
                  <a:lnTo>
                    <a:pt x="250" y="12"/>
                  </a:lnTo>
                  <a:cubicBezTo>
                    <a:pt x="238" y="12"/>
                    <a:pt x="238" y="12"/>
                    <a:pt x="22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3" name="Google Shape;2383;p18"/>
            <p:cNvSpPr/>
            <p:nvPr/>
          </p:nvSpPr>
          <p:spPr>
            <a:xfrm>
              <a:off x="4164500" y="3260350"/>
              <a:ext cx="127725" cy="87525"/>
            </a:xfrm>
            <a:custGeom>
              <a:rect b="b" l="l" r="r" t="t"/>
              <a:pathLst>
                <a:path extrusionOk="0" h="3501" w="5109">
                  <a:moveTo>
                    <a:pt x="4882" y="1"/>
                  </a:moveTo>
                  <a:lnTo>
                    <a:pt x="131" y="3168"/>
                  </a:lnTo>
                  <a:lnTo>
                    <a:pt x="0" y="3263"/>
                  </a:lnTo>
                  <a:cubicBezTo>
                    <a:pt x="96" y="3322"/>
                    <a:pt x="155" y="3394"/>
                    <a:pt x="191" y="3501"/>
                  </a:cubicBezTo>
                  <a:lnTo>
                    <a:pt x="5108" y="203"/>
                  </a:lnTo>
                  <a:cubicBezTo>
                    <a:pt x="5061" y="167"/>
                    <a:pt x="5037" y="120"/>
                    <a:pt x="5013" y="60"/>
                  </a:cubicBezTo>
                  <a:lnTo>
                    <a:pt x="488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4" name="Google Shape;2384;p18"/>
            <p:cNvSpPr/>
            <p:nvPr/>
          </p:nvSpPr>
          <p:spPr>
            <a:xfrm>
              <a:off x="4228800" y="3220775"/>
              <a:ext cx="61325" cy="41400"/>
            </a:xfrm>
            <a:custGeom>
              <a:rect b="b" l="l" r="r" t="t"/>
              <a:pathLst>
                <a:path extrusionOk="0" h="1656" w="2453">
                  <a:moveTo>
                    <a:pt x="203" y="0"/>
                  </a:moveTo>
                  <a:cubicBezTo>
                    <a:pt x="167" y="0"/>
                    <a:pt x="143" y="0"/>
                    <a:pt x="107" y="24"/>
                  </a:cubicBezTo>
                  <a:cubicBezTo>
                    <a:pt x="83" y="36"/>
                    <a:pt x="72" y="48"/>
                    <a:pt x="48" y="83"/>
                  </a:cubicBezTo>
                  <a:cubicBezTo>
                    <a:pt x="0" y="155"/>
                    <a:pt x="36" y="238"/>
                    <a:pt x="107" y="286"/>
                  </a:cubicBezTo>
                  <a:lnTo>
                    <a:pt x="119" y="298"/>
                  </a:lnTo>
                  <a:lnTo>
                    <a:pt x="393" y="452"/>
                  </a:lnTo>
                  <a:lnTo>
                    <a:pt x="2310" y="1584"/>
                  </a:lnTo>
                  <a:lnTo>
                    <a:pt x="2453" y="1655"/>
                  </a:lnTo>
                  <a:cubicBezTo>
                    <a:pt x="2429" y="1607"/>
                    <a:pt x="2417" y="1572"/>
                    <a:pt x="2417" y="1512"/>
                  </a:cubicBezTo>
                  <a:cubicBezTo>
                    <a:pt x="2417" y="1429"/>
                    <a:pt x="2417" y="1357"/>
                    <a:pt x="2453" y="1298"/>
                  </a:cubicBezTo>
                  <a:lnTo>
                    <a:pt x="619" y="238"/>
                  </a:lnTo>
                  <a:cubicBezTo>
                    <a:pt x="584" y="333"/>
                    <a:pt x="500" y="393"/>
                    <a:pt x="405" y="393"/>
                  </a:cubicBezTo>
                  <a:cubicBezTo>
                    <a:pt x="398" y="394"/>
                    <a:pt x="392" y="394"/>
                    <a:pt x="385" y="394"/>
                  </a:cubicBezTo>
                  <a:cubicBezTo>
                    <a:pt x="262" y="394"/>
                    <a:pt x="155" y="290"/>
                    <a:pt x="155" y="155"/>
                  </a:cubicBezTo>
                  <a:cubicBezTo>
                    <a:pt x="155" y="95"/>
                    <a:pt x="167" y="48"/>
                    <a:pt x="20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5" name="Google Shape;2385;p18"/>
            <p:cNvSpPr/>
            <p:nvPr/>
          </p:nvSpPr>
          <p:spPr>
            <a:xfrm>
              <a:off x="4302900" y="3265125"/>
              <a:ext cx="222375" cy="130500"/>
            </a:xfrm>
            <a:custGeom>
              <a:rect b="b" l="l" r="r" t="t"/>
              <a:pathLst>
                <a:path extrusionOk="0" h="5220" w="8895">
                  <a:moveTo>
                    <a:pt x="322" y="0"/>
                  </a:moveTo>
                  <a:cubicBezTo>
                    <a:pt x="239" y="95"/>
                    <a:pt x="144" y="167"/>
                    <a:pt x="1" y="179"/>
                  </a:cubicBezTo>
                  <a:lnTo>
                    <a:pt x="8776" y="5191"/>
                  </a:lnTo>
                  <a:cubicBezTo>
                    <a:pt x="8793" y="5209"/>
                    <a:pt x="8823" y="5220"/>
                    <a:pt x="8857" y="5220"/>
                  </a:cubicBezTo>
                  <a:cubicBezTo>
                    <a:pt x="8869" y="5220"/>
                    <a:pt x="8882" y="5218"/>
                    <a:pt x="8895" y="5215"/>
                  </a:cubicBezTo>
                  <a:cubicBezTo>
                    <a:pt x="8871" y="5155"/>
                    <a:pt x="8859" y="5096"/>
                    <a:pt x="8847" y="5013"/>
                  </a:cubicBezTo>
                  <a:lnTo>
                    <a:pt x="8847" y="4882"/>
                  </a:lnTo>
                  <a:lnTo>
                    <a:pt x="32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6" name="Google Shape;2386;p18"/>
            <p:cNvSpPr/>
            <p:nvPr/>
          </p:nvSpPr>
          <p:spPr>
            <a:xfrm>
              <a:off x="4545500" y="3403525"/>
              <a:ext cx="25325" cy="32475"/>
            </a:xfrm>
            <a:custGeom>
              <a:rect b="b" l="l" r="r" t="t"/>
              <a:pathLst>
                <a:path extrusionOk="0" h="1299" w="1013">
                  <a:moveTo>
                    <a:pt x="286" y="0"/>
                  </a:moveTo>
                  <a:cubicBezTo>
                    <a:pt x="215" y="60"/>
                    <a:pt x="108" y="108"/>
                    <a:pt x="0" y="131"/>
                  </a:cubicBezTo>
                  <a:lnTo>
                    <a:pt x="655" y="1298"/>
                  </a:lnTo>
                  <a:lnTo>
                    <a:pt x="1012" y="1298"/>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7" name="Google Shape;2387;p18"/>
            <p:cNvSpPr/>
            <p:nvPr/>
          </p:nvSpPr>
          <p:spPr>
            <a:xfrm>
              <a:off x="4592225" y="3007050"/>
              <a:ext cx="130100" cy="268800"/>
            </a:xfrm>
            <a:custGeom>
              <a:rect b="b" l="l" r="r" t="t"/>
              <a:pathLst>
                <a:path extrusionOk="0" h="10752" w="5204">
                  <a:moveTo>
                    <a:pt x="4918" y="0"/>
                  </a:moveTo>
                  <a:lnTo>
                    <a:pt x="1" y="10621"/>
                  </a:lnTo>
                  <a:cubicBezTo>
                    <a:pt x="84" y="10621"/>
                    <a:pt x="179" y="10680"/>
                    <a:pt x="215" y="10752"/>
                  </a:cubicBezTo>
                  <a:cubicBezTo>
                    <a:pt x="239" y="10740"/>
                    <a:pt x="251" y="10740"/>
                    <a:pt x="263" y="10740"/>
                  </a:cubicBezTo>
                  <a:lnTo>
                    <a:pt x="5204" y="119"/>
                  </a:lnTo>
                  <a:cubicBezTo>
                    <a:pt x="5097" y="96"/>
                    <a:pt x="5001" y="60"/>
                    <a:pt x="491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8" name="Google Shape;2388;p18"/>
            <p:cNvSpPr/>
            <p:nvPr/>
          </p:nvSpPr>
          <p:spPr>
            <a:xfrm>
              <a:off x="4545500" y="3284450"/>
              <a:ext cx="48550" cy="91125"/>
            </a:xfrm>
            <a:custGeom>
              <a:rect b="b" l="l" r="r" t="t"/>
              <a:pathLst>
                <a:path extrusionOk="0" h="3645" w="1942">
                  <a:moveTo>
                    <a:pt x="1620" y="1"/>
                  </a:moveTo>
                  <a:lnTo>
                    <a:pt x="0" y="3513"/>
                  </a:lnTo>
                  <a:cubicBezTo>
                    <a:pt x="108" y="3549"/>
                    <a:pt x="191" y="3585"/>
                    <a:pt x="286" y="3644"/>
                  </a:cubicBezTo>
                  <a:lnTo>
                    <a:pt x="1941" y="72"/>
                  </a:lnTo>
                  <a:cubicBezTo>
                    <a:pt x="1905" y="72"/>
                    <a:pt x="1882" y="96"/>
                    <a:pt x="1846" y="96"/>
                  </a:cubicBezTo>
                  <a:cubicBezTo>
                    <a:pt x="1837" y="97"/>
                    <a:pt x="1829" y="98"/>
                    <a:pt x="1820" y="98"/>
                  </a:cubicBezTo>
                  <a:cubicBezTo>
                    <a:pt x="1748" y="98"/>
                    <a:pt x="1684" y="54"/>
                    <a:pt x="162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9" name="Google Shape;2389;p18"/>
            <p:cNvSpPr/>
            <p:nvPr/>
          </p:nvSpPr>
          <p:spPr>
            <a:xfrm>
              <a:off x="4597575" y="3275225"/>
              <a:ext cx="212850" cy="99450"/>
            </a:xfrm>
            <a:custGeom>
              <a:rect b="b" l="l" r="r" t="t"/>
              <a:pathLst>
                <a:path extrusionOk="0" h="3978" w="8514">
                  <a:moveTo>
                    <a:pt x="49" y="1"/>
                  </a:moveTo>
                  <a:cubicBezTo>
                    <a:pt x="37" y="1"/>
                    <a:pt x="25" y="13"/>
                    <a:pt x="1" y="13"/>
                  </a:cubicBezTo>
                  <a:cubicBezTo>
                    <a:pt x="25" y="49"/>
                    <a:pt x="37" y="84"/>
                    <a:pt x="37" y="132"/>
                  </a:cubicBezTo>
                  <a:cubicBezTo>
                    <a:pt x="37" y="191"/>
                    <a:pt x="25" y="239"/>
                    <a:pt x="1" y="275"/>
                  </a:cubicBezTo>
                  <a:lnTo>
                    <a:pt x="25" y="275"/>
                  </a:lnTo>
                  <a:lnTo>
                    <a:pt x="8383" y="3978"/>
                  </a:lnTo>
                  <a:cubicBezTo>
                    <a:pt x="8419" y="3870"/>
                    <a:pt x="8454" y="3775"/>
                    <a:pt x="8514" y="3692"/>
                  </a:cubicBezTo>
                  <a:lnTo>
                    <a:pt x="144" y="13"/>
                  </a:lnTo>
                  <a:cubicBezTo>
                    <a:pt x="108" y="1"/>
                    <a:pt x="84" y="1"/>
                    <a:pt x="4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0" name="Google Shape;2390;p18"/>
            <p:cNvSpPr/>
            <p:nvPr/>
          </p:nvSpPr>
          <p:spPr>
            <a:xfrm>
              <a:off x="4838700" y="3381500"/>
              <a:ext cx="124725" cy="54200"/>
            </a:xfrm>
            <a:custGeom>
              <a:rect b="b" l="l" r="r" t="t"/>
              <a:pathLst>
                <a:path extrusionOk="0" h="2168" w="4989">
                  <a:moveTo>
                    <a:pt x="119" y="0"/>
                  </a:moveTo>
                  <a:cubicBezTo>
                    <a:pt x="107" y="108"/>
                    <a:pt x="60" y="191"/>
                    <a:pt x="0" y="286"/>
                  </a:cubicBezTo>
                  <a:lnTo>
                    <a:pt x="4227" y="2167"/>
                  </a:lnTo>
                  <a:lnTo>
                    <a:pt x="4989" y="2167"/>
                  </a:lnTo>
                  <a:lnTo>
                    <a:pt x="11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1" name="Google Shape;2391;p18"/>
            <p:cNvSpPr/>
            <p:nvPr/>
          </p:nvSpPr>
          <p:spPr>
            <a:xfrm>
              <a:off x="4723500" y="3007350"/>
              <a:ext cx="99725" cy="355725"/>
            </a:xfrm>
            <a:custGeom>
              <a:rect b="b" l="l" r="r" t="t"/>
              <a:pathLst>
                <a:path extrusionOk="0" h="14229" w="3989">
                  <a:moveTo>
                    <a:pt x="274" y="0"/>
                  </a:moveTo>
                  <a:cubicBezTo>
                    <a:pt x="227" y="72"/>
                    <a:pt x="119" y="107"/>
                    <a:pt x="0" y="107"/>
                  </a:cubicBezTo>
                  <a:lnTo>
                    <a:pt x="3691" y="14228"/>
                  </a:lnTo>
                  <a:cubicBezTo>
                    <a:pt x="3775" y="14181"/>
                    <a:pt x="3882" y="14157"/>
                    <a:pt x="3989" y="14133"/>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2" name="Google Shape;2392;p18"/>
            <p:cNvSpPr/>
            <p:nvPr/>
          </p:nvSpPr>
          <p:spPr>
            <a:xfrm>
              <a:off x="4825300" y="3394600"/>
              <a:ext cx="18475" cy="41100"/>
            </a:xfrm>
            <a:custGeom>
              <a:rect b="b" l="l" r="r" t="t"/>
              <a:pathLst>
                <a:path extrusionOk="0" h="1644" w="739">
                  <a:moveTo>
                    <a:pt x="274" y="0"/>
                  </a:moveTo>
                  <a:cubicBezTo>
                    <a:pt x="203" y="48"/>
                    <a:pt x="107" y="72"/>
                    <a:pt x="0" y="72"/>
                  </a:cubicBezTo>
                  <a:lnTo>
                    <a:pt x="417" y="1643"/>
                  </a:lnTo>
                  <a:lnTo>
                    <a:pt x="738" y="1643"/>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3" name="Google Shape;2393;p18"/>
            <p:cNvSpPr/>
            <p:nvPr/>
          </p:nvSpPr>
          <p:spPr>
            <a:xfrm>
              <a:off x="5078300" y="3281775"/>
              <a:ext cx="26825" cy="153325"/>
            </a:xfrm>
            <a:custGeom>
              <a:rect b="b" l="l" r="r" t="t"/>
              <a:pathLst>
                <a:path extrusionOk="0" h="6133" w="1073">
                  <a:moveTo>
                    <a:pt x="929" y="1"/>
                  </a:moveTo>
                  <a:cubicBezTo>
                    <a:pt x="894" y="1"/>
                    <a:pt x="870" y="1"/>
                    <a:pt x="834" y="13"/>
                  </a:cubicBezTo>
                  <a:cubicBezTo>
                    <a:pt x="822" y="13"/>
                    <a:pt x="822" y="37"/>
                    <a:pt x="810" y="37"/>
                  </a:cubicBezTo>
                  <a:lnTo>
                    <a:pt x="786" y="48"/>
                  </a:lnTo>
                  <a:lnTo>
                    <a:pt x="786" y="60"/>
                  </a:lnTo>
                  <a:cubicBezTo>
                    <a:pt x="786" y="60"/>
                    <a:pt x="786" y="84"/>
                    <a:pt x="774" y="84"/>
                  </a:cubicBezTo>
                  <a:lnTo>
                    <a:pt x="774" y="96"/>
                  </a:lnTo>
                  <a:cubicBezTo>
                    <a:pt x="774" y="108"/>
                    <a:pt x="774" y="108"/>
                    <a:pt x="763" y="120"/>
                  </a:cubicBezTo>
                  <a:lnTo>
                    <a:pt x="1" y="6133"/>
                  </a:lnTo>
                  <a:lnTo>
                    <a:pt x="322" y="6133"/>
                  </a:lnTo>
                  <a:lnTo>
                    <a:pt x="1036" y="358"/>
                  </a:lnTo>
                  <a:lnTo>
                    <a:pt x="1048" y="275"/>
                  </a:lnTo>
                  <a:lnTo>
                    <a:pt x="1060" y="179"/>
                  </a:lnTo>
                  <a:cubicBezTo>
                    <a:pt x="1072" y="96"/>
                    <a:pt x="1013" y="13"/>
                    <a:pt x="92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4" name="Google Shape;2394;p18"/>
            <p:cNvSpPr/>
            <p:nvPr/>
          </p:nvSpPr>
          <p:spPr>
            <a:xfrm>
              <a:off x="5165975" y="3082950"/>
              <a:ext cx="51650" cy="352750"/>
            </a:xfrm>
            <a:custGeom>
              <a:rect b="b" l="l" r="r" t="t"/>
              <a:pathLst>
                <a:path extrusionOk="0" h="14110" w="2066">
                  <a:moveTo>
                    <a:pt x="6" y="0"/>
                  </a:moveTo>
                  <a:cubicBezTo>
                    <a:pt x="0" y="28"/>
                    <a:pt x="5" y="56"/>
                    <a:pt x="16" y="81"/>
                  </a:cubicBezTo>
                  <a:lnTo>
                    <a:pt x="16" y="81"/>
                  </a:lnTo>
                  <a:lnTo>
                    <a:pt x="6" y="0"/>
                  </a:lnTo>
                  <a:close/>
                  <a:moveTo>
                    <a:pt x="16" y="81"/>
                  </a:moveTo>
                  <a:lnTo>
                    <a:pt x="792" y="6430"/>
                  </a:lnTo>
                  <a:lnTo>
                    <a:pt x="839" y="6739"/>
                  </a:lnTo>
                  <a:lnTo>
                    <a:pt x="1125" y="9025"/>
                  </a:lnTo>
                  <a:lnTo>
                    <a:pt x="1173" y="9359"/>
                  </a:lnTo>
                  <a:lnTo>
                    <a:pt x="1756" y="14109"/>
                  </a:lnTo>
                  <a:lnTo>
                    <a:pt x="2066" y="14109"/>
                  </a:lnTo>
                  <a:lnTo>
                    <a:pt x="1482" y="9442"/>
                  </a:lnTo>
                  <a:lnTo>
                    <a:pt x="1435" y="9121"/>
                  </a:lnTo>
                  <a:lnTo>
                    <a:pt x="1125" y="6608"/>
                  </a:lnTo>
                  <a:lnTo>
                    <a:pt x="1077" y="6287"/>
                  </a:lnTo>
                  <a:lnTo>
                    <a:pt x="351" y="358"/>
                  </a:lnTo>
                  <a:lnTo>
                    <a:pt x="65" y="143"/>
                  </a:lnTo>
                  <a:cubicBezTo>
                    <a:pt x="46" y="131"/>
                    <a:pt x="28" y="108"/>
                    <a:pt x="16" y="8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5" name="Google Shape;2395;p18"/>
            <p:cNvSpPr/>
            <p:nvPr/>
          </p:nvSpPr>
          <p:spPr>
            <a:xfrm>
              <a:off x="5303025" y="3368700"/>
              <a:ext cx="54800" cy="67000"/>
            </a:xfrm>
            <a:custGeom>
              <a:rect b="b" l="l" r="r" t="t"/>
              <a:pathLst>
                <a:path extrusionOk="0" h="2680" w="2192">
                  <a:moveTo>
                    <a:pt x="1941" y="0"/>
                  </a:moveTo>
                  <a:lnTo>
                    <a:pt x="1" y="2679"/>
                  </a:lnTo>
                  <a:lnTo>
                    <a:pt x="382" y="2679"/>
                  </a:lnTo>
                  <a:lnTo>
                    <a:pt x="2192" y="179"/>
                  </a:lnTo>
                  <a:cubicBezTo>
                    <a:pt x="2084" y="143"/>
                    <a:pt x="2001" y="84"/>
                    <a:pt x="194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6" name="Google Shape;2396;p18"/>
            <p:cNvSpPr/>
            <p:nvPr/>
          </p:nvSpPr>
          <p:spPr>
            <a:xfrm>
              <a:off x="5430125" y="3087425"/>
              <a:ext cx="129500" cy="180700"/>
            </a:xfrm>
            <a:custGeom>
              <a:rect b="b" l="l" r="r" t="t"/>
              <a:pathLst>
                <a:path extrusionOk="0" h="7228" w="5180">
                  <a:moveTo>
                    <a:pt x="4918" y="0"/>
                  </a:moveTo>
                  <a:lnTo>
                    <a:pt x="4882" y="60"/>
                  </a:lnTo>
                  <a:lnTo>
                    <a:pt x="156" y="6644"/>
                  </a:lnTo>
                  <a:cubicBezTo>
                    <a:pt x="203" y="6691"/>
                    <a:pt x="239" y="6751"/>
                    <a:pt x="251" y="6834"/>
                  </a:cubicBezTo>
                  <a:cubicBezTo>
                    <a:pt x="251" y="6989"/>
                    <a:pt x="144" y="7120"/>
                    <a:pt x="1" y="7132"/>
                  </a:cubicBezTo>
                  <a:lnTo>
                    <a:pt x="132" y="7227"/>
                  </a:lnTo>
                  <a:lnTo>
                    <a:pt x="5180" y="179"/>
                  </a:lnTo>
                  <a:cubicBezTo>
                    <a:pt x="5061" y="143"/>
                    <a:pt x="4978" y="83"/>
                    <a:pt x="491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7" name="Google Shape;2397;p18"/>
            <p:cNvSpPr/>
            <p:nvPr/>
          </p:nvSpPr>
          <p:spPr>
            <a:xfrm>
              <a:off x="5365250" y="3269875"/>
              <a:ext cx="63425" cy="84550"/>
            </a:xfrm>
            <a:custGeom>
              <a:rect b="b" l="l" r="r" t="t"/>
              <a:pathLst>
                <a:path extrusionOk="0" h="3382" w="2537">
                  <a:moveTo>
                    <a:pt x="2274" y="1"/>
                  </a:moveTo>
                  <a:lnTo>
                    <a:pt x="0" y="3191"/>
                  </a:lnTo>
                  <a:cubicBezTo>
                    <a:pt x="107" y="3215"/>
                    <a:pt x="179" y="3299"/>
                    <a:pt x="238" y="3382"/>
                  </a:cubicBezTo>
                  <a:lnTo>
                    <a:pt x="2536" y="179"/>
                  </a:lnTo>
                  <a:lnTo>
                    <a:pt x="2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8" name="Google Shape;2398;p18"/>
            <p:cNvSpPr/>
            <p:nvPr/>
          </p:nvSpPr>
          <p:spPr>
            <a:xfrm>
              <a:off x="5372675" y="3356800"/>
              <a:ext cx="248275" cy="56575"/>
            </a:xfrm>
            <a:custGeom>
              <a:rect b="b" l="l" r="r" t="t"/>
              <a:pathLst>
                <a:path extrusionOk="0" h="2263" w="9931">
                  <a:moveTo>
                    <a:pt x="1" y="0"/>
                  </a:moveTo>
                  <a:cubicBezTo>
                    <a:pt x="13" y="36"/>
                    <a:pt x="37" y="95"/>
                    <a:pt x="37" y="155"/>
                  </a:cubicBezTo>
                  <a:cubicBezTo>
                    <a:pt x="37" y="203"/>
                    <a:pt x="37" y="262"/>
                    <a:pt x="13" y="310"/>
                  </a:cubicBezTo>
                  <a:lnTo>
                    <a:pt x="9931" y="2262"/>
                  </a:lnTo>
                  <a:lnTo>
                    <a:pt x="9335" y="1822"/>
                  </a:lnTo>
                  <a:lnTo>
                    <a:pt x="6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9" name="Google Shape;2399;p18"/>
            <p:cNvSpPr/>
            <p:nvPr/>
          </p:nvSpPr>
          <p:spPr>
            <a:xfrm>
              <a:off x="5718250" y="3230300"/>
              <a:ext cx="86350" cy="88125"/>
            </a:xfrm>
            <a:custGeom>
              <a:rect b="b" l="l" r="r" t="t"/>
              <a:pathLst>
                <a:path extrusionOk="0" h="3525" w="3454">
                  <a:moveTo>
                    <a:pt x="3370" y="0"/>
                  </a:moveTo>
                  <a:lnTo>
                    <a:pt x="1" y="3250"/>
                  </a:lnTo>
                  <a:lnTo>
                    <a:pt x="168" y="3524"/>
                  </a:lnTo>
                  <a:lnTo>
                    <a:pt x="3454" y="333"/>
                  </a:lnTo>
                  <a:cubicBezTo>
                    <a:pt x="3382" y="298"/>
                    <a:pt x="3335" y="214"/>
                    <a:pt x="3335" y="131"/>
                  </a:cubicBezTo>
                  <a:cubicBezTo>
                    <a:pt x="3335" y="83"/>
                    <a:pt x="3335" y="36"/>
                    <a:pt x="3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0" name="Google Shape;2400;p18"/>
            <p:cNvSpPr/>
            <p:nvPr/>
          </p:nvSpPr>
          <p:spPr>
            <a:xfrm>
              <a:off x="5808450" y="3104675"/>
              <a:ext cx="128625" cy="124150"/>
            </a:xfrm>
            <a:custGeom>
              <a:rect b="b" l="l" r="r" t="t"/>
              <a:pathLst>
                <a:path extrusionOk="0" h="4966" w="5145">
                  <a:moveTo>
                    <a:pt x="4930" y="1"/>
                  </a:moveTo>
                  <a:lnTo>
                    <a:pt x="1" y="4787"/>
                  </a:lnTo>
                  <a:lnTo>
                    <a:pt x="120" y="4870"/>
                  </a:lnTo>
                  <a:cubicBezTo>
                    <a:pt x="167" y="4882"/>
                    <a:pt x="191" y="4906"/>
                    <a:pt x="227" y="4930"/>
                  </a:cubicBezTo>
                  <a:lnTo>
                    <a:pt x="263" y="4966"/>
                  </a:lnTo>
                  <a:lnTo>
                    <a:pt x="5144" y="227"/>
                  </a:lnTo>
                  <a:cubicBezTo>
                    <a:pt x="5061" y="167"/>
                    <a:pt x="4989" y="96"/>
                    <a:pt x="493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1" name="Google Shape;2401;p18"/>
            <p:cNvSpPr/>
            <p:nvPr/>
          </p:nvSpPr>
          <p:spPr>
            <a:xfrm>
              <a:off x="5622425" y="3317200"/>
              <a:ext cx="94375" cy="92000"/>
            </a:xfrm>
            <a:custGeom>
              <a:rect b="b" l="l" r="r" t="t"/>
              <a:pathLst>
                <a:path extrusionOk="0" h="3680" w="3775">
                  <a:moveTo>
                    <a:pt x="3596" y="1"/>
                  </a:moveTo>
                  <a:lnTo>
                    <a:pt x="0" y="3501"/>
                  </a:lnTo>
                  <a:lnTo>
                    <a:pt x="250" y="3680"/>
                  </a:lnTo>
                  <a:lnTo>
                    <a:pt x="3774" y="275"/>
                  </a:lnTo>
                  <a:lnTo>
                    <a:pt x="35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2" name="Google Shape;2402;p18"/>
            <p:cNvSpPr/>
            <p:nvPr/>
          </p:nvSpPr>
          <p:spPr>
            <a:xfrm>
              <a:off x="5166700" y="3082050"/>
              <a:ext cx="498600" cy="354250"/>
            </a:xfrm>
            <a:custGeom>
              <a:rect b="b" l="l" r="r" t="t"/>
              <a:pathLst>
                <a:path extrusionOk="0" h="14170" w="19944">
                  <a:moveTo>
                    <a:pt x="298" y="1"/>
                  </a:moveTo>
                  <a:cubicBezTo>
                    <a:pt x="239" y="48"/>
                    <a:pt x="155" y="60"/>
                    <a:pt x="72" y="60"/>
                  </a:cubicBezTo>
                  <a:cubicBezTo>
                    <a:pt x="36" y="48"/>
                    <a:pt x="25" y="48"/>
                    <a:pt x="1" y="48"/>
                  </a:cubicBezTo>
                  <a:cubicBezTo>
                    <a:pt x="1" y="108"/>
                    <a:pt x="13" y="156"/>
                    <a:pt x="60" y="191"/>
                  </a:cubicBezTo>
                  <a:lnTo>
                    <a:pt x="334" y="406"/>
                  </a:lnTo>
                  <a:lnTo>
                    <a:pt x="5716" y="4275"/>
                  </a:lnTo>
                  <a:lnTo>
                    <a:pt x="5990" y="4477"/>
                  </a:lnTo>
                  <a:lnTo>
                    <a:pt x="10216" y="7537"/>
                  </a:lnTo>
                  <a:lnTo>
                    <a:pt x="10478" y="7716"/>
                  </a:lnTo>
                  <a:lnTo>
                    <a:pt x="17574" y="12836"/>
                  </a:lnTo>
                  <a:lnTo>
                    <a:pt x="18170" y="13264"/>
                  </a:lnTo>
                  <a:lnTo>
                    <a:pt x="19420" y="14169"/>
                  </a:lnTo>
                  <a:lnTo>
                    <a:pt x="19944" y="14169"/>
                  </a:lnTo>
                  <a:lnTo>
                    <a:pt x="18479" y="13110"/>
                  </a:lnTo>
                  <a:lnTo>
                    <a:pt x="18229" y="12931"/>
                  </a:lnTo>
                  <a:lnTo>
                    <a:pt x="10657" y="7466"/>
                  </a:lnTo>
                  <a:lnTo>
                    <a:pt x="10514" y="7383"/>
                  </a:lnTo>
                  <a:lnTo>
                    <a:pt x="10502" y="7383"/>
                  </a:lnTo>
                  <a:cubicBezTo>
                    <a:pt x="10495" y="7383"/>
                    <a:pt x="10487" y="7384"/>
                    <a:pt x="10480" y="7384"/>
                  </a:cubicBezTo>
                  <a:cubicBezTo>
                    <a:pt x="10347" y="7384"/>
                    <a:pt x="10238" y="7281"/>
                    <a:pt x="10204" y="7156"/>
                  </a:cubicBezTo>
                  <a:lnTo>
                    <a:pt x="7240" y="5013"/>
                  </a:lnTo>
                  <a:cubicBezTo>
                    <a:pt x="7216" y="5025"/>
                    <a:pt x="7180" y="5025"/>
                    <a:pt x="7156" y="5025"/>
                  </a:cubicBezTo>
                  <a:cubicBezTo>
                    <a:pt x="7143" y="5027"/>
                    <a:pt x="7130" y="5028"/>
                    <a:pt x="7117" y="5028"/>
                  </a:cubicBezTo>
                  <a:cubicBezTo>
                    <a:pt x="6978" y="5028"/>
                    <a:pt x="6859" y="4916"/>
                    <a:pt x="6859" y="4763"/>
                  </a:cubicBezTo>
                  <a:lnTo>
                    <a:pt x="6859" y="4728"/>
                  </a:lnTo>
                  <a:lnTo>
                    <a:pt x="6323" y="4347"/>
                  </a:lnTo>
                  <a:lnTo>
                    <a:pt x="6037" y="4132"/>
                  </a:ln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3" name="Google Shape;2403;p18"/>
            <p:cNvSpPr/>
            <p:nvPr/>
          </p:nvSpPr>
          <p:spPr>
            <a:xfrm>
              <a:off x="5558725" y="3064225"/>
              <a:ext cx="8950" cy="4750"/>
            </a:xfrm>
            <a:custGeom>
              <a:rect b="b" l="l" r="r" t="t"/>
              <a:pathLst>
                <a:path extrusionOk="0" h="190" w="358">
                  <a:moveTo>
                    <a:pt x="146" y="0"/>
                  </a:moveTo>
                  <a:cubicBezTo>
                    <a:pt x="122" y="0"/>
                    <a:pt x="97" y="4"/>
                    <a:pt x="72" y="11"/>
                  </a:cubicBezTo>
                  <a:cubicBezTo>
                    <a:pt x="12" y="47"/>
                    <a:pt x="0" y="107"/>
                    <a:pt x="0" y="166"/>
                  </a:cubicBezTo>
                  <a:cubicBezTo>
                    <a:pt x="48" y="154"/>
                    <a:pt x="95" y="130"/>
                    <a:pt x="131" y="130"/>
                  </a:cubicBezTo>
                  <a:cubicBezTo>
                    <a:pt x="226" y="154"/>
                    <a:pt x="298" y="166"/>
                    <a:pt x="357" y="190"/>
                  </a:cubicBezTo>
                  <a:lnTo>
                    <a:pt x="286" y="71"/>
                  </a:lnTo>
                  <a:cubicBezTo>
                    <a:pt x="253" y="21"/>
                    <a:pt x="202" y="0"/>
                    <a:pt x="14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4" name="Google Shape;2404;p18"/>
            <p:cNvSpPr/>
            <p:nvPr/>
          </p:nvSpPr>
          <p:spPr>
            <a:xfrm>
              <a:off x="5571525" y="3089200"/>
              <a:ext cx="223250" cy="346500"/>
            </a:xfrm>
            <a:custGeom>
              <a:rect b="b" l="l" r="r" t="t"/>
              <a:pathLst>
                <a:path extrusionOk="0" h="13860" w="8930">
                  <a:moveTo>
                    <a:pt x="0" y="0"/>
                  </a:moveTo>
                  <a:lnTo>
                    <a:pt x="5632" y="9121"/>
                  </a:lnTo>
                  <a:lnTo>
                    <a:pt x="5799" y="9395"/>
                  </a:lnTo>
                  <a:lnTo>
                    <a:pt x="8573" y="13859"/>
                  </a:lnTo>
                  <a:lnTo>
                    <a:pt x="8930" y="13859"/>
                  </a:lnTo>
                  <a:lnTo>
                    <a:pt x="6025" y="9168"/>
                  </a:lnTo>
                  <a:lnTo>
                    <a:pt x="5858" y="8894"/>
                  </a:lnTo>
                  <a:lnTo>
                    <a:pt x="560" y="346"/>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5" name="Google Shape;2405;p18"/>
            <p:cNvSpPr/>
            <p:nvPr/>
          </p:nvSpPr>
          <p:spPr>
            <a:xfrm>
              <a:off x="6055500" y="3242800"/>
              <a:ext cx="4200" cy="14900"/>
            </a:xfrm>
            <a:custGeom>
              <a:rect b="b" l="l" r="r" t="t"/>
              <a:pathLst>
                <a:path extrusionOk="0" h="596" w="168">
                  <a:moveTo>
                    <a:pt x="108" y="0"/>
                  </a:moveTo>
                  <a:lnTo>
                    <a:pt x="1" y="393"/>
                  </a:lnTo>
                  <a:lnTo>
                    <a:pt x="167" y="595"/>
                  </a:lnTo>
                  <a:lnTo>
                    <a:pt x="167" y="72"/>
                  </a:lnTo>
                  <a:lnTo>
                    <a:pt x="10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6" name="Google Shape;2406;p18"/>
            <p:cNvSpPr/>
            <p:nvPr/>
          </p:nvSpPr>
          <p:spPr>
            <a:xfrm>
              <a:off x="5953400" y="3107050"/>
              <a:ext cx="98850" cy="137250"/>
            </a:xfrm>
            <a:custGeom>
              <a:rect b="b" l="l" r="r" t="t"/>
              <a:pathLst>
                <a:path extrusionOk="0" h="5490" w="3954">
                  <a:moveTo>
                    <a:pt x="227" y="1"/>
                  </a:moveTo>
                  <a:cubicBezTo>
                    <a:pt x="168" y="72"/>
                    <a:pt x="96" y="132"/>
                    <a:pt x="1" y="179"/>
                  </a:cubicBezTo>
                  <a:lnTo>
                    <a:pt x="3847" y="5490"/>
                  </a:lnTo>
                  <a:lnTo>
                    <a:pt x="3954" y="5109"/>
                  </a:lnTo>
                  <a:lnTo>
                    <a:pt x="287" y="25"/>
                  </a:ln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7" name="Google Shape;2407;p18"/>
            <p:cNvSpPr/>
            <p:nvPr/>
          </p:nvSpPr>
          <p:spPr>
            <a:xfrm>
              <a:off x="5571825" y="3083850"/>
              <a:ext cx="239625" cy="146475"/>
            </a:xfrm>
            <a:custGeom>
              <a:rect b="b" l="l" r="r" t="t"/>
              <a:pathLst>
                <a:path extrusionOk="0" h="5859" w="9585">
                  <a:moveTo>
                    <a:pt x="131" y="0"/>
                  </a:moveTo>
                  <a:cubicBezTo>
                    <a:pt x="95" y="84"/>
                    <a:pt x="60" y="155"/>
                    <a:pt x="0" y="214"/>
                  </a:cubicBezTo>
                  <a:lnTo>
                    <a:pt x="560" y="560"/>
                  </a:lnTo>
                  <a:lnTo>
                    <a:pt x="9227" y="5858"/>
                  </a:lnTo>
                  <a:cubicBezTo>
                    <a:pt x="9275" y="5763"/>
                    <a:pt x="9358" y="5691"/>
                    <a:pt x="9466" y="5691"/>
                  </a:cubicBezTo>
                  <a:cubicBezTo>
                    <a:pt x="9513" y="5691"/>
                    <a:pt x="9537" y="5691"/>
                    <a:pt x="9585" y="5703"/>
                  </a:cubicBezTo>
                  <a:lnTo>
                    <a:pt x="9466" y="5632"/>
                  </a:lnTo>
                  <a:lnTo>
                    <a:pt x="25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8" name="Google Shape;2408;p18"/>
            <p:cNvSpPr/>
            <p:nvPr/>
          </p:nvSpPr>
          <p:spPr>
            <a:xfrm>
              <a:off x="5814100" y="3227900"/>
              <a:ext cx="202450" cy="130700"/>
            </a:xfrm>
            <a:custGeom>
              <a:rect b="b" l="l" r="r" t="t"/>
              <a:pathLst>
                <a:path extrusionOk="0" h="5228" w="8098">
                  <a:moveTo>
                    <a:pt x="1" y="1"/>
                  </a:moveTo>
                  <a:lnTo>
                    <a:pt x="1" y="1"/>
                  </a:lnTo>
                  <a:cubicBezTo>
                    <a:pt x="37" y="48"/>
                    <a:pt x="84" y="120"/>
                    <a:pt x="84" y="191"/>
                  </a:cubicBezTo>
                  <a:cubicBezTo>
                    <a:pt x="84" y="263"/>
                    <a:pt x="72" y="322"/>
                    <a:pt x="25" y="382"/>
                  </a:cubicBezTo>
                  <a:lnTo>
                    <a:pt x="4263" y="2977"/>
                  </a:lnTo>
                  <a:cubicBezTo>
                    <a:pt x="4311" y="2918"/>
                    <a:pt x="4382" y="2870"/>
                    <a:pt x="4478" y="2870"/>
                  </a:cubicBezTo>
                  <a:cubicBezTo>
                    <a:pt x="4644" y="2870"/>
                    <a:pt x="4775" y="2977"/>
                    <a:pt x="4775" y="3144"/>
                  </a:cubicBezTo>
                  <a:cubicBezTo>
                    <a:pt x="4775" y="3180"/>
                    <a:pt x="4775" y="3227"/>
                    <a:pt x="4739" y="3275"/>
                  </a:cubicBezTo>
                  <a:lnTo>
                    <a:pt x="7942" y="5228"/>
                  </a:lnTo>
                  <a:cubicBezTo>
                    <a:pt x="7954" y="5120"/>
                    <a:pt x="8014" y="5025"/>
                    <a:pt x="8097" y="4954"/>
                  </a:cubicBezTo>
                  <a:lnTo>
                    <a:pt x="37" y="37"/>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9" name="Google Shape;2409;p18"/>
            <p:cNvSpPr/>
            <p:nvPr/>
          </p:nvSpPr>
          <p:spPr>
            <a:xfrm>
              <a:off x="5574500" y="3075800"/>
              <a:ext cx="354825" cy="22650"/>
            </a:xfrm>
            <a:custGeom>
              <a:rect b="b" l="l" r="r" t="t"/>
              <a:pathLst>
                <a:path extrusionOk="0" h="906" w="14193">
                  <a:moveTo>
                    <a:pt x="0" y="1"/>
                  </a:moveTo>
                  <a:lnTo>
                    <a:pt x="0" y="1"/>
                  </a:lnTo>
                  <a:cubicBezTo>
                    <a:pt x="12" y="36"/>
                    <a:pt x="24" y="84"/>
                    <a:pt x="24" y="132"/>
                  </a:cubicBezTo>
                  <a:cubicBezTo>
                    <a:pt x="36" y="203"/>
                    <a:pt x="24" y="263"/>
                    <a:pt x="12" y="322"/>
                  </a:cubicBezTo>
                  <a:lnTo>
                    <a:pt x="131" y="322"/>
                  </a:lnTo>
                  <a:lnTo>
                    <a:pt x="14181" y="906"/>
                  </a:lnTo>
                  <a:cubicBezTo>
                    <a:pt x="14181" y="870"/>
                    <a:pt x="14169" y="858"/>
                    <a:pt x="14169" y="834"/>
                  </a:cubicBezTo>
                  <a:cubicBezTo>
                    <a:pt x="14169" y="751"/>
                    <a:pt x="14169" y="667"/>
                    <a:pt x="14193" y="596"/>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0" name="Google Shape;2410;p18"/>
            <p:cNvSpPr/>
            <p:nvPr/>
          </p:nvSpPr>
          <p:spPr>
            <a:xfrm>
              <a:off x="5569125" y="2643900"/>
              <a:ext cx="490575" cy="431025"/>
            </a:xfrm>
            <a:custGeom>
              <a:rect b="b" l="l" r="r" t="t"/>
              <a:pathLst>
                <a:path extrusionOk="0" h="17241" w="19623">
                  <a:moveTo>
                    <a:pt x="19622" y="1"/>
                  </a:moveTo>
                  <a:lnTo>
                    <a:pt x="1" y="17027"/>
                  </a:lnTo>
                  <a:cubicBezTo>
                    <a:pt x="96" y="17074"/>
                    <a:pt x="168" y="17158"/>
                    <a:pt x="215" y="17241"/>
                  </a:cubicBezTo>
                  <a:lnTo>
                    <a:pt x="19622" y="394"/>
                  </a:lnTo>
                  <a:lnTo>
                    <a:pt x="196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1" name="Google Shape;2411;p18"/>
            <p:cNvSpPr/>
            <p:nvPr/>
          </p:nvSpPr>
          <p:spPr>
            <a:xfrm>
              <a:off x="5954000" y="2949300"/>
              <a:ext cx="105100" cy="136050"/>
            </a:xfrm>
            <a:custGeom>
              <a:rect b="b" l="l" r="r" t="t"/>
              <a:pathLst>
                <a:path extrusionOk="0" h="5442" w="4204">
                  <a:moveTo>
                    <a:pt x="4204" y="1"/>
                  </a:moveTo>
                  <a:lnTo>
                    <a:pt x="1" y="5239"/>
                  </a:lnTo>
                  <a:cubicBezTo>
                    <a:pt x="96" y="5299"/>
                    <a:pt x="179" y="5370"/>
                    <a:pt x="239" y="5442"/>
                  </a:cubicBezTo>
                  <a:lnTo>
                    <a:pt x="4204" y="489"/>
                  </a:lnTo>
                  <a:lnTo>
                    <a:pt x="420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2" name="Google Shape;2412;p18"/>
            <p:cNvSpPr/>
            <p:nvPr/>
          </p:nvSpPr>
          <p:spPr>
            <a:xfrm>
              <a:off x="6022475" y="3206175"/>
              <a:ext cx="37225" cy="143500"/>
            </a:xfrm>
            <a:custGeom>
              <a:rect b="b" l="l" r="r" t="t"/>
              <a:pathLst>
                <a:path extrusionOk="0" h="5740" w="1489">
                  <a:moveTo>
                    <a:pt x="1488" y="1"/>
                  </a:moveTo>
                  <a:lnTo>
                    <a:pt x="1191" y="1132"/>
                  </a:lnTo>
                  <a:lnTo>
                    <a:pt x="1084" y="1525"/>
                  </a:lnTo>
                  <a:lnTo>
                    <a:pt x="0" y="5692"/>
                  </a:lnTo>
                  <a:cubicBezTo>
                    <a:pt x="12" y="5692"/>
                    <a:pt x="24" y="5692"/>
                    <a:pt x="60" y="5680"/>
                  </a:cubicBezTo>
                  <a:cubicBezTo>
                    <a:pt x="143" y="5680"/>
                    <a:pt x="238" y="5692"/>
                    <a:pt x="310" y="5739"/>
                  </a:cubicBezTo>
                  <a:lnTo>
                    <a:pt x="1322" y="1834"/>
                  </a:lnTo>
                  <a:lnTo>
                    <a:pt x="1429" y="1453"/>
                  </a:lnTo>
                  <a:lnTo>
                    <a:pt x="1488" y="1227"/>
                  </a:lnTo>
                  <a:lnTo>
                    <a:pt x="148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3" name="Google Shape;2413;p18"/>
            <p:cNvSpPr/>
            <p:nvPr/>
          </p:nvSpPr>
          <p:spPr>
            <a:xfrm>
              <a:off x="5959075" y="3100225"/>
              <a:ext cx="100625" cy="64900"/>
            </a:xfrm>
            <a:custGeom>
              <a:rect b="b" l="l" r="r" t="t"/>
              <a:pathLst>
                <a:path extrusionOk="0" h="2596" w="4025">
                  <a:moveTo>
                    <a:pt x="155" y="0"/>
                  </a:moveTo>
                  <a:cubicBezTo>
                    <a:pt x="119" y="107"/>
                    <a:pt x="72" y="202"/>
                    <a:pt x="0" y="274"/>
                  </a:cubicBezTo>
                  <a:lnTo>
                    <a:pt x="60" y="298"/>
                  </a:lnTo>
                  <a:lnTo>
                    <a:pt x="4024" y="2596"/>
                  </a:lnTo>
                  <a:lnTo>
                    <a:pt x="4024" y="2238"/>
                  </a:ln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4" name="Google Shape;2414;p18"/>
            <p:cNvSpPr/>
            <p:nvPr/>
          </p:nvSpPr>
          <p:spPr>
            <a:xfrm>
              <a:off x="4523175" y="3371975"/>
              <a:ext cx="36625" cy="35750"/>
            </a:xfrm>
            <a:custGeom>
              <a:rect b="b" l="l" r="r" t="t"/>
              <a:pathLst>
                <a:path extrusionOk="0" h="1430" w="1465">
                  <a:moveTo>
                    <a:pt x="691" y="0"/>
                  </a:moveTo>
                  <a:cubicBezTo>
                    <a:pt x="334" y="12"/>
                    <a:pt x="60" y="286"/>
                    <a:pt x="24" y="620"/>
                  </a:cubicBezTo>
                  <a:cubicBezTo>
                    <a:pt x="24" y="667"/>
                    <a:pt x="0" y="715"/>
                    <a:pt x="24" y="762"/>
                  </a:cubicBezTo>
                  <a:cubicBezTo>
                    <a:pt x="24" y="834"/>
                    <a:pt x="36" y="893"/>
                    <a:pt x="60" y="953"/>
                  </a:cubicBezTo>
                  <a:cubicBezTo>
                    <a:pt x="164" y="1242"/>
                    <a:pt x="436" y="1430"/>
                    <a:pt x="746" y="1430"/>
                  </a:cubicBezTo>
                  <a:cubicBezTo>
                    <a:pt x="755" y="1430"/>
                    <a:pt x="765" y="1430"/>
                    <a:pt x="774" y="1429"/>
                  </a:cubicBezTo>
                  <a:cubicBezTo>
                    <a:pt x="822" y="1429"/>
                    <a:pt x="870" y="1417"/>
                    <a:pt x="917" y="1417"/>
                  </a:cubicBezTo>
                  <a:cubicBezTo>
                    <a:pt x="1012" y="1382"/>
                    <a:pt x="1108" y="1334"/>
                    <a:pt x="1191" y="1274"/>
                  </a:cubicBezTo>
                  <a:cubicBezTo>
                    <a:pt x="1358" y="1120"/>
                    <a:pt x="1465" y="905"/>
                    <a:pt x="1453" y="667"/>
                  </a:cubicBezTo>
                  <a:cubicBezTo>
                    <a:pt x="1429" y="441"/>
                    <a:pt x="1334" y="262"/>
                    <a:pt x="1167" y="143"/>
                  </a:cubicBezTo>
                  <a:cubicBezTo>
                    <a:pt x="1096" y="84"/>
                    <a:pt x="989" y="48"/>
                    <a:pt x="881" y="12"/>
                  </a:cubicBezTo>
                  <a:cubicBezTo>
                    <a:pt x="822" y="0"/>
                    <a:pt x="762" y="0"/>
                    <a:pt x="69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5" name="Google Shape;2415;p18"/>
            <p:cNvSpPr/>
            <p:nvPr/>
          </p:nvSpPr>
          <p:spPr>
            <a:xfrm>
              <a:off x="4806850" y="3361225"/>
              <a:ext cx="35725" cy="35175"/>
            </a:xfrm>
            <a:custGeom>
              <a:rect b="b" l="l" r="r" t="t"/>
              <a:pathLst>
                <a:path extrusionOk="0" h="1407" w="1429">
                  <a:moveTo>
                    <a:pt x="724" y="0"/>
                  </a:moveTo>
                  <a:cubicBezTo>
                    <a:pt x="709" y="0"/>
                    <a:pt x="694" y="1"/>
                    <a:pt x="679" y="2"/>
                  </a:cubicBezTo>
                  <a:cubicBezTo>
                    <a:pt x="583" y="2"/>
                    <a:pt x="476" y="38"/>
                    <a:pt x="381" y="85"/>
                  </a:cubicBezTo>
                  <a:cubicBezTo>
                    <a:pt x="286" y="121"/>
                    <a:pt x="202" y="192"/>
                    <a:pt x="143" y="264"/>
                  </a:cubicBezTo>
                  <a:cubicBezTo>
                    <a:pt x="83" y="335"/>
                    <a:pt x="48" y="442"/>
                    <a:pt x="12" y="549"/>
                  </a:cubicBezTo>
                  <a:cubicBezTo>
                    <a:pt x="0" y="609"/>
                    <a:pt x="0" y="680"/>
                    <a:pt x="0" y="740"/>
                  </a:cubicBezTo>
                  <a:cubicBezTo>
                    <a:pt x="24" y="1133"/>
                    <a:pt x="345" y="1407"/>
                    <a:pt x="726" y="1407"/>
                  </a:cubicBezTo>
                  <a:lnTo>
                    <a:pt x="738" y="1407"/>
                  </a:lnTo>
                  <a:cubicBezTo>
                    <a:pt x="845" y="1407"/>
                    <a:pt x="941" y="1383"/>
                    <a:pt x="1024" y="1335"/>
                  </a:cubicBezTo>
                  <a:cubicBezTo>
                    <a:pt x="1131" y="1276"/>
                    <a:pt x="1214" y="1204"/>
                    <a:pt x="1298" y="1097"/>
                  </a:cubicBezTo>
                  <a:cubicBezTo>
                    <a:pt x="1357" y="1002"/>
                    <a:pt x="1393" y="919"/>
                    <a:pt x="1417" y="811"/>
                  </a:cubicBezTo>
                  <a:cubicBezTo>
                    <a:pt x="1429" y="776"/>
                    <a:pt x="1429" y="704"/>
                    <a:pt x="1429" y="669"/>
                  </a:cubicBezTo>
                  <a:cubicBezTo>
                    <a:pt x="1417" y="279"/>
                    <a:pt x="1098" y="0"/>
                    <a:pt x="72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6" name="Google Shape;2416;p18"/>
            <p:cNvSpPr/>
            <p:nvPr/>
          </p:nvSpPr>
          <p:spPr>
            <a:xfrm>
              <a:off x="4231475" y="3218375"/>
              <a:ext cx="12225" cy="12250"/>
            </a:xfrm>
            <a:custGeom>
              <a:rect b="b" l="l" r="r" t="t"/>
              <a:pathLst>
                <a:path extrusionOk="0" h="490" w="489">
                  <a:moveTo>
                    <a:pt x="238" y="1"/>
                  </a:moveTo>
                  <a:cubicBezTo>
                    <a:pt x="155" y="1"/>
                    <a:pt x="96" y="37"/>
                    <a:pt x="48" y="108"/>
                  </a:cubicBezTo>
                  <a:cubicBezTo>
                    <a:pt x="12" y="156"/>
                    <a:pt x="0" y="203"/>
                    <a:pt x="0" y="263"/>
                  </a:cubicBezTo>
                  <a:cubicBezTo>
                    <a:pt x="23" y="387"/>
                    <a:pt x="142" y="490"/>
                    <a:pt x="256" y="490"/>
                  </a:cubicBezTo>
                  <a:cubicBezTo>
                    <a:pt x="262" y="490"/>
                    <a:pt x="268" y="490"/>
                    <a:pt x="274" y="489"/>
                  </a:cubicBezTo>
                  <a:cubicBezTo>
                    <a:pt x="381" y="489"/>
                    <a:pt x="453" y="429"/>
                    <a:pt x="477" y="334"/>
                  </a:cubicBezTo>
                  <a:cubicBezTo>
                    <a:pt x="488" y="310"/>
                    <a:pt x="488" y="263"/>
                    <a:pt x="488" y="239"/>
                  </a:cubicBezTo>
                  <a:cubicBezTo>
                    <a:pt x="488" y="96"/>
                    <a:pt x="381" y="1"/>
                    <a:pt x="2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7" name="Google Shape;2417;p18"/>
            <p:cNvSpPr/>
            <p:nvPr/>
          </p:nvSpPr>
          <p:spPr>
            <a:xfrm>
              <a:off x="5155100" y="3058225"/>
              <a:ext cx="25325" cy="25050"/>
            </a:xfrm>
            <a:custGeom>
              <a:rect b="b" l="l" r="r" t="t"/>
              <a:pathLst>
                <a:path extrusionOk="0" h="1002" w="1013">
                  <a:moveTo>
                    <a:pt x="510" y="1"/>
                  </a:moveTo>
                  <a:cubicBezTo>
                    <a:pt x="503" y="1"/>
                    <a:pt x="496" y="1"/>
                    <a:pt x="489" y="1"/>
                  </a:cubicBezTo>
                  <a:cubicBezTo>
                    <a:pt x="203" y="13"/>
                    <a:pt x="0" y="239"/>
                    <a:pt x="12" y="525"/>
                  </a:cubicBezTo>
                  <a:cubicBezTo>
                    <a:pt x="24" y="763"/>
                    <a:pt x="203" y="954"/>
                    <a:pt x="441" y="989"/>
                  </a:cubicBezTo>
                  <a:cubicBezTo>
                    <a:pt x="489" y="1001"/>
                    <a:pt x="500" y="1001"/>
                    <a:pt x="536" y="1001"/>
                  </a:cubicBezTo>
                  <a:cubicBezTo>
                    <a:pt x="608" y="1001"/>
                    <a:pt x="679" y="966"/>
                    <a:pt x="762" y="942"/>
                  </a:cubicBezTo>
                  <a:cubicBezTo>
                    <a:pt x="917" y="847"/>
                    <a:pt x="1012" y="668"/>
                    <a:pt x="1012" y="478"/>
                  </a:cubicBezTo>
                  <a:cubicBezTo>
                    <a:pt x="1001" y="222"/>
                    <a:pt x="786" y="1"/>
                    <a:pt x="5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8" name="Google Shape;2418;p18"/>
            <p:cNvSpPr/>
            <p:nvPr/>
          </p:nvSpPr>
          <p:spPr>
            <a:xfrm>
              <a:off x="5929000" y="3079000"/>
              <a:ext cx="34850" cy="34325"/>
            </a:xfrm>
            <a:custGeom>
              <a:rect b="b" l="l" r="r" t="t"/>
              <a:pathLst>
                <a:path extrusionOk="0" h="1373" w="1394">
                  <a:moveTo>
                    <a:pt x="720" y="1"/>
                  </a:moveTo>
                  <a:cubicBezTo>
                    <a:pt x="699" y="1"/>
                    <a:pt x="677" y="2"/>
                    <a:pt x="655" y="4"/>
                  </a:cubicBezTo>
                  <a:cubicBezTo>
                    <a:pt x="358" y="16"/>
                    <a:pt x="96" y="230"/>
                    <a:pt x="24" y="492"/>
                  </a:cubicBezTo>
                  <a:cubicBezTo>
                    <a:pt x="13" y="575"/>
                    <a:pt x="1" y="647"/>
                    <a:pt x="1" y="730"/>
                  </a:cubicBezTo>
                  <a:lnTo>
                    <a:pt x="1" y="789"/>
                  </a:lnTo>
                  <a:cubicBezTo>
                    <a:pt x="13" y="885"/>
                    <a:pt x="48" y="968"/>
                    <a:pt x="108" y="1051"/>
                  </a:cubicBezTo>
                  <a:cubicBezTo>
                    <a:pt x="167" y="1135"/>
                    <a:pt x="239" y="1206"/>
                    <a:pt x="322" y="1266"/>
                  </a:cubicBezTo>
                  <a:cubicBezTo>
                    <a:pt x="441" y="1349"/>
                    <a:pt x="584" y="1373"/>
                    <a:pt x="727" y="1373"/>
                  </a:cubicBezTo>
                  <a:cubicBezTo>
                    <a:pt x="822" y="1373"/>
                    <a:pt x="917" y="1349"/>
                    <a:pt x="1001" y="1313"/>
                  </a:cubicBezTo>
                  <a:cubicBezTo>
                    <a:pt x="1084" y="1266"/>
                    <a:pt x="1156" y="1206"/>
                    <a:pt x="1215" y="1135"/>
                  </a:cubicBezTo>
                  <a:cubicBezTo>
                    <a:pt x="1275" y="1063"/>
                    <a:pt x="1334" y="968"/>
                    <a:pt x="1370" y="873"/>
                  </a:cubicBezTo>
                  <a:cubicBezTo>
                    <a:pt x="1382" y="789"/>
                    <a:pt x="1394" y="730"/>
                    <a:pt x="1382" y="659"/>
                  </a:cubicBezTo>
                  <a:cubicBezTo>
                    <a:pt x="1382" y="516"/>
                    <a:pt x="1322" y="397"/>
                    <a:pt x="1251" y="278"/>
                  </a:cubicBezTo>
                  <a:cubicBezTo>
                    <a:pt x="1191" y="182"/>
                    <a:pt x="1096" y="123"/>
                    <a:pt x="1013" y="75"/>
                  </a:cubicBezTo>
                  <a:cubicBezTo>
                    <a:pt x="923" y="26"/>
                    <a:pt x="826" y="1"/>
                    <a:pt x="7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9" name="Google Shape;2419;p18"/>
            <p:cNvSpPr/>
            <p:nvPr/>
          </p:nvSpPr>
          <p:spPr>
            <a:xfrm>
              <a:off x="6012050" y="3348375"/>
              <a:ext cx="25625" cy="24275"/>
            </a:xfrm>
            <a:custGeom>
              <a:rect b="b" l="l" r="r" t="t"/>
              <a:pathLst>
                <a:path extrusionOk="0" h="971" w="1025">
                  <a:moveTo>
                    <a:pt x="524" y="1"/>
                  </a:moveTo>
                  <a:cubicBezTo>
                    <a:pt x="508" y="1"/>
                    <a:pt x="492" y="2"/>
                    <a:pt x="477" y="4"/>
                  </a:cubicBezTo>
                  <a:cubicBezTo>
                    <a:pt x="453" y="4"/>
                    <a:pt x="441" y="4"/>
                    <a:pt x="417" y="16"/>
                  </a:cubicBezTo>
                  <a:cubicBezTo>
                    <a:pt x="310" y="40"/>
                    <a:pt x="215" y="75"/>
                    <a:pt x="155" y="135"/>
                  </a:cubicBezTo>
                  <a:cubicBezTo>
                    <a:pt x="84" y="218"/>
                    <a:pt x="24" y="301"/>
                    <a:pt x="12" y="409"/>
                  </a:cubicBezTo>
                  <a:cubicBezTo>
                    <a:pt x="12" y="432"/>
                    <a:pt x="0" y="480"/>
                    <a:pt x="12" y="516"/>
                  </a:cubicBezTo>
                  <a:cubicBezTo>
                    <a:pt x="24" y="764"/>
                    <a:pt x="239" y="970"/>
                    <a:pt x="495" y="970"/>
                  </a:cubicBezTo>
                  <a:cubicBezTo>
                    <a:pt x="508" y="970"/>
                    <a:pt x="522" y="969"/>
                    <a:pt x="536" y="968"/>
                  </a:cubicBezTo>
                  <a:cubicBezTo>
                    <a:pt x="798" y="956"/>
                    <a:pt x="1024" y="730"/>
                    <a:pt x="989" y="456"/>
                  </a:cubicBezTo>
                  <a:cubicBezTo>
                    <a:pt x="977" y="278"/>
                    <a:pt x="870" y="123"/>
                    <a:pt x="727" y="40"/>
                  </a:cubicBezTo>
                  <a:cubicBezTo>
                    <a:pt x="668" y="20"/>
                    <a:pt x="594" y="1"/>
                    <a:pt x="52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0" name="Google Shape;2420;p18"/>
            <p:cNvSpPr/>
            <p:nvPr/>
          </p:nvSpPr>
          <p:spPr>
            <a:xfrm>
              <a:off x="5550375" y="3068250"/>
              <a:ext cx="25025" cy="24250"/>
            </a:xfrm>
            <a:custGeom>
              <a:rect b="b" l="l" r="r" t="t"/>
              <a:pathLst>
                <a:path extrusionOk="0" h="970" w="1001">
                  <a:moveTo>
                    <a:pt x="542" y="0"/>
                  </a:moveTo>
                  <a:cubicBezTo>
                    <a:pt x="521" y="0"/>
                    <a:pt x="499" y="2"/>
                    <a:pt x="477" y="5"/>
                  </a:cubicBezTo>
                  <a:cubicBezTo>
                    <a:pt x="441" y="5"/>
                    <a:pt x="394" y="17"/>
                    <a:pt x="346" y="29"/>
                  </a:cubicBezTo>
                  <a:cubicBezTo>
                    <a:pt x="144" y="112"/>
                    <a:pt x="1" y="303"/>
                    <a:pt x="25" y="529"/>
                  </a:cubicBezTo>
                  <a:cubicBezTo>
                    <a:pt x="25" y="612"/>
                    <a:pt x="48" y="708"/>
                    <a:pt x="108" y="779"/>
                  </a:cubicBezTo>
                  <a:cubicBezTo>
                    <a:pt x="168" y="850"/>
                    <a:pt x="251" y="910"/>
                    <a:pt x="346" y="946"/>
                  </a:cubicBezTo>
                  <a:cubicBezTo>
                    <a:pt x="406" y="958"/>
                    <a:pt x="465" y="969"/>
                    <a:pt x="525" y="969"/>
                  </a:cubicBezTo>
                  <a:cubicBezTo>
                    <a:pt x="644" y="969"/>
                    <a:pt x="751" y="910"/>
                    <a:pt x="846" y="838"/>
                  </a:cubicBezTo>
                  <a:cubicBezTo>
                    <a:pt x="906" y="779"/>
                    <a:pt x="941" y="708"/>
                    <a:pt x="977" y="624"/>
                  </a:cubicBezTo>
                  <a:cubicBezTo>
                    <a:pt x="989" y="565"/>
                    <a:pt x="1001" y="529"/>
                    <a:pt x="989" y="469"/>
                  </a:cubicBezTo>
                  <a:cubicBezTo>
                    <a:pt x="989" y="422"/>
                    <a:pt x="977" y="374"/>
                    <a:pt x="953" y="327"/>
                  </a:cubicBezTo>
                  <a:cubicBezTo>
                    <a:pt x="953" y="315"/>
                    <a:pt x="941" y="303"/>
                    <a:pt x="941" y="291"/>
                  </a:cubicBezTo>
                  <a:cubicBezTo>
                    <a:pt x="906" y="184"/>
                    <a:pt x="822" y="112"/>
                    <a:pt x="739" y="65"/>
                  </a:cubicBezTo>
                  <a:cubicBezTo>
                    <a:pt x="727" y="53"/>
                    <a:pt x="703" y="53"/>
                    <a:pt x="691" y="29"/>
                  </a:cubicBezTo>
                  <a:cubicBezTo>
                    <a:pt x="648" y="11"/>
                    <a:pt x="598" y="0"/>
                    <a:pt x="54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1" name="Google Shape;2421;p18"/>
            <p:cNvSpPr/>
            <p:nvPr/>
          </p:nvSpPr>
          <p:spPr>
            <a:xfrm>
              <a:off x="5349175" y="3348750"/>
              <a:ext cx="25025" cy="24850"/>
            </a:xfrm>
            <a:custGeom>
              <a:rect b="b" l="l" r="r" t="t"/>
              <a:pathLst>
                <a:path extrusionOk="0" h="994" w="1001">
                  <a:moveTo>
                    <a:pt x="476" y="1"/>
                  </a:moveTo>
                  <a:cubicBezTo>
                    <a:pt x="334" y="1"/>
                    <a:pt x="203" y="96"/>
                    <a:pt x="107" y="203"/>
                  </a:cubicBezTo>
                  <a:cubicBezTo>
                    <a:pt x="48" y="286"/>
                    <a:pt x="0" y="382"/>
                    <a:pt x="24" y="501"/>
                  </a:cubicBezTo>
                  <a:lnTo>
                    <a:pt x="24" y="525"/>
                  </a:lnTo>
                  <a:cubicBezTo>
                    <a:pt x="36" y="632"/>
                    <a:pt x="60" y="715"/>
                    <a:pt x="119" y="798"/>
                  </a:cubicBezTo>
                  <a:cubicBezTo>
                    <a:pt x="179" y="882"/>
                    <a:pt x="274" y="941"/>
                    <a:pt x="381" y="977"/>
                  </a:cubicBezTo>
                  <a:cubicBezTo>
                    <a:pt x="406" y="985"/>
                    <a:pt x="444" y="994"/>
                    <a:pt x="484" y="994"/>
                  </a:cubicBezTo>
                  <a:cubicBezTo>
                    <a:pt x="501" y="994"/>
                    <a:pt x="519" y="992"/>
                    <a:pt x="536" y="989"/>
                  </a:cubicBezTo>
                  <a:cubicBezTo>
                    <a:pt x="762" y="977"/>
                    <a:pt x="941" y="822"/>
                    <a:pt x="988" y="620"/>
                  </a:cubicBezTo>
                  <a:cubicBezTo>
                    <a:pt x="1000" y="572"/>
                    <a:pt x="1000" y="525"/>
                    <a:pt x="1000" y="465"/>
                  </a:cubicBezTo>
                  <a:cubicBezTo>
                    <a:pt x="977" y="417"/>
                    <a:pt x="953" y="358"/>
                    <a:pt x="941" y="322"/>
                  </a:cubicBezTo>
                  <a:lnTo>
                    <a:pt x="893" y="227"/>
                  </a:lnTo>
                  <a:cubicBezTo>
                    <a:pt x="834" y="144"/>
                    <a:pt x="750" y="84"/>
                    <a:pt x="655" y="36"/>
                  </a:cubicBezTo>
                  <a:cubicBezTo>
                    <a:pt x="596" y="25"/>
                    <a:pt x="536" y="1"/>
                    <a:pt x="4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2" name="Google Shape;2422;p18"/>
            <p:cNvSpPr/>
            <p:nvPr/>
          </p:nvSpPr>
          <p:spPr>
            <a:xfrm>
              <a:off x="4288925" y="3245425"/>
              <a:ext cx="24725" cy="24575"/>
            </a:xfrm>
            <a:custGeom>
              <a:rect b="b" l="l" r="r" t="t"/>
              <a:pathLst>
                <a:path extrusionOk="0" h="983" w="989">
                  <a:moveTo>
                    <a:pt x="513" y="0"/>
                  </a:moveTo>
                  <a:cubicBezTo>
                    <a:pt x="497" y="0"/>
                    <a:pt x="481" y="1"/>
                    <a:pt x="465" y="2"/>
                  </a:cubicBezTo>
                  <a:cubicBezTo>
                    <a:pt x="262" y="14"/>
                    <a:pt x="84" y="133"/>
                    <a:pt x="24" y="312"/>
                  </a:cubicBezTo>
                  <a:cubicBezTo>
                    <a:pt x="0" y="371"/>
                    <a:pt x="0" y="443"/>
                    <a:pt x="0" y="526"/>
                  </a:cubicBezTo>
                  <a:cubicBezTo>
                    <a:pt x="0" y="586"/>
                    <a:pt x="12" y="621"/>
                    <a:pt x="24" y="669"/>
                  </a:cubicBezTo>
                  <a:cubicBezTo>
                    <a:pt x="36" y="729"/>
                    <a:pt x="72" y="776"/>
                    <a:pt x="119" y="824"/>
                  </a:cubicBezTo>
                  <a:cubicBezTo>
                    <a:pt x="193" y="908"/>
                    <a:pt x="322" y="983"/>
                    <a:pt x="450" y="983"/>
                  </a:cubicBezTo>
                  <a:cubicBezTo>
                    <a:pt x="467" y="983"/>
                    <a:pt x="483" y="981"/>
                    <a:pt x="500" y="979"/>
                  </a:cubicBezTo>
                  <a:cubicBezTo>
                    <a:pt x="512" y="979"/>
                    <a:pt x="536" y="979"/>
                    <a:pt x="560" y="967"/>
                  </a:cubicBezTo>
                  <a:cubicBezTo>
                    <a:pt x="703" y="955"/>
                    <a:pt x="798" y="883"/>
                    <a:pt x="869" y="788"/>
                  </a:cubicBezTo>
                  <a:cubicBezTo>
                    <a:pt x="953" y="705"/>
                    <a:pt x="988" y="586"/>
                    <a:pt x="976" y="455"/>
                  </a:cubicBezTo>
                  <a:cubicBezTo>
                    <a:pt x="976" y="431"/>
                    <a:pt x="976" y="419"/>
                    <a:pt x="965" y="383"/>
                  </a:cubicBezTo>
                  <a:cubicBezTo>
                    <a:pt x="953" y="276"/>
                    <a:pt x="893" y="193"/>
                    <a:pt x="822" y="121"/>
                  </a:cubicBezTo>
                  <a:cubicBezTo>
                    <a:pt x="738" y="38"/>
                    <a:pt x="627" y="0"/>
                    <a:pt x="5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3" name="Google Shape;2423;p18"/>
            <p:cNvSpPr/>
            <p:nvPr/>
          </p:nvSpPr>
          <p:spPr>
            <a:xfrm>
              <a:off x="4145150" y="3339825"/>
              <a:ext cx="26225" cy="24750"/>
            </a:xfrm>
            <a:custGeom>
              <a:rect b="b" l="l" r="r" t="t"/>
              <a:pathLst>
                <a:path extrusionOk="0" h="990" w="1049">
                  <a:moveTo>
                    <a:pt x="501" y="1"/>
                  </a:moveTo>
                  <a:cubicBezTo>
                    <a:pt x="227" y="24"/>
                    <a:pt x="0" y="239"/>
                    <a:pt x="36" y="524"/>
                  </a:cubicBezTo>
                  <a:cubicBezTo>
                    <a:pt x="48" y="791"/>
                    <a:pt x="262" y="989"/>
                    <a:pt x="536" y="989"/>
                  </a:cubicBezTo>
                  <a:cubicBezTo>
                    <a:pt x="544" y="989"/>
                    <a:pt x="552" y="989"/>
                    <a:pt x="560" y="989"/>
                  </a:cubicBezTo>
                  <a:cubicBezTo>
                    <a:pt x="822" y="977"/>
                    <a:pt x="1048" y="751"/>
                    <a:pt x="1012" y="465"/>
                  </a:cubicBezTo>
                  <a:cubicBezTo>
                    <a:pt x="1012" y="405"/>
                    <a:pt x="1001" y="358"/>
                    <a:pt x="989" y="322"/>
                  </a:cubicBezTo>
                  <a:cubicBezTo>
                    <a:pt x="929" y="215"/>
                    <a:pt x="870" y="143"/>
                    <a:pt x="774" y="84"/>
                  </a:cubicBezTo>
                  <a:cubicBezTo>
                    <a:pt x="703" y="36"/>
                    <a:pt x="631" y="1"/>
                    <a:pt x="5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4" name="Google Shape;2424;p18"/>
            <p:cNvSpPr/>
            <p:nvPr/>
          </p:nvSpPr>
          <p:spPr>
            <a:xfrm>
              <a:off x="4710100" y="2985275"/>
              <a:ext cx="25625" cy="24775"/>
            </a:xfrm>
            <a:custGeom>
              <a:rect b="b" l="l" r="r" t="t"/>
              <a:pathLst>
                <a:path extrusionOk="0" h="991" w="1025">
                  <a:moveTo>
                    <a:pt x="532" y="0"/>
                  </a:moveTo>
                  <a:cubicBezTo>
                    <a:pt x="518" y="0"/>
                    <a:pt x="503" y="1"/>
                    <a:pt x="489" y="2"/>
                  </a:cubicBezTo>
                  <a:cubicBezTo>
                    <a:pt x="227" y="14"/>
                    <a:pt x="1" y="240"/>
                    <a:pt x="24" y="526"/>
                  </a:cubicBezTo>
                  <a:cubicBezTo>
                    <a:pt x="48" y="657"/>
                    <a:pt x="108" y="776"/>
                    <a:pt x="191" y="859"/>
                  </a:cubicBezTo>
                  <a:cubicBezTo>
                    <a:pt x="262" y="943"/>
                    <a:pt x="370" y="979"/>
                    <a:pt x="477" y="979"/>
                  </a:cubicBezTo>
                  <a:lnTo>
                    <a:pt x="536" y="990"/>
                  </a:lnTo>
                  <a:cubicBezTo>
                    <a:pt x="655" y="990"/>
                    <a:pt x="739" y="943"/>
                    <a:pt x="834" y="883"/>
                  </a:cubicBezTo>
                  <a:cubicBezTo>
                    <a:pt x="953" y="788"/>
                    <a:pt x="1024" y="621"/>
                    <a:pt x="1013" y="467"/>
                  </a:cubicBezTo>
                  <a:cubicBezTo>
                    <a:pt x="1001" y="207"/>
                    <a:pt x="797" y="0"/>
                    <a:pt x="53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5" name="Google Shape;2425;p18"/>
            <p:cNvSpPr/>
            <p:nvPr/>
          </p:nvSpPr>
          <p:spPr>
            <a:xfrm>
              <a:off x="5801300" y="3226125"/>
              <a:ext cx="14625" cy="14600"/>
            </a:xfrm>
            <a:custGeom>
              <a:rect b="b" l="l" r="r" t="t"/>
              <a:pathLst>
                <a:path extrusionOk="0" h="584" w="585">
                  <a:moveTo>
                    <a:pt x="275" y="0"/>
                  </a:moveTo>
                  <a:cubicBezTo>
                    <a:pt x="168" y="0"/>
                    <a:pt x="72" y="72"/>
                    <a:pt x="37" y="167"/>
                  </a:cubicBezTo>
                  <a:lnTo>
                    <a:pt x="37" y="179"/>
                  </a:lnTo>
                  <a:cubicBezTo>
                    <a:pt x="13" y="227"/>
                    <a:pt x="1" y="262"/>
                    <a:pt x="1" y="310"/>
                  </a:cubicBezTo>
                  <a:cubicBezTo>
                    <a:pt x="1" y="405"/>
                    <a:pt x="48" y="477"/>
                    <a:pt x="120" y="524"/>
                  </a:cubicBezTo>
                  <a:cubicBezTo>
                    <a:pt x="179" y="560"/>
                    <a:pt x="239" y="584"/>
                    <a:pt x="310" y="584"/>
                  </a:cubicBezTo>
                  <a:cubicBezTo>
                    <a:pt x="406" y="584"/>
                    <a:pt x="477" y="536"/>
                    <a:pt x="525" y="465"/>
                  </a:cubicBezTo>
                  <a:cubicBezTo>
                    <a:pt x="572" y="417"/>
                    <a:pt x="584" y="346"/>
                    <a:pt x="584" y="262"/>
                  </a:cubicBezTo>
                  <a:cubicBezTo>
                    <a:pt x="584" y="191"/>
                    <a:pt x="549" y="119"/>
                    <a:pt x="489" y="72"/>
                  </a:cubicBezTo>
                  <a:cubicBezTo>
                    <a:pt x="465" y="36"/>
                    <a:pt x="429" y="24"/>
                    <a:pt x="394" y="12"/>
                  </a:cubicBezTo>
                  <a:cubicBezTo>
                    <a:pt x="358" y="0"/>
                    <a:pt x="310" y="0"/>
                    <a:pt x="27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6" name="Google Shape;2426;p18"/>
            <p:cNvSpPr/>
            <p:nvPr/>
          </p:nvSpPr>
          <p:spPr>
            <a:xfrm>
              <a:off x="5918575" y="3299625"/>
              <a:ext cx="14600" cy="14325"/>
            </a:xfrm>
            <a:custGeom>
              <a:rect b="b" l="l" r="r" t="t"/>
              <a:pathLst>
                <a:path extrusionOk="0" h="573" w="584">
                  <a:moveTo>
                    <a:pt x="308" y="0"/>
                  </a:moveTo>
                  <a:cubicBezTo>
                    <a:pt x="301" y="0"/>
                    <a:pt x="294" y="1"/>
                    <a:pt x="287" y="1"/>
                  </a:cubicBezTo>
                  <a:cubicBezTo>
                    <a:pt x="191" y="1"/>
                    <a:pt x="132" y="49"/>
                    <a:pt x="72" y="108"/>
                  </a:cubicBezTo>
                  <a:cubicBezTo>
                    <a:pt x="25" y="168"/>
                    <a:pt x="1" y="227"/>
                    <a:pt x="13" y="299"/>
                  </a:cubicBezTo>
                  <a:cubicBezTo>
                    <a:pt x="25" y="454"/>
                    <a:pt x="144" y="573"/>
                    <a:pt x="310" y="573"/>
                  </a:cubicBezTo>
                  <a:cubicBezTo>
                    <a:pt x="430" y="573"/>
                    <a:pt x="513" y="489"/>
                    <a:pt x="549" y="394"/>
                  </a:cubicBezTo>
                  <a:cubicBezTo>
                    <a:pt x="560" y="346"/>
                    <a:pt x="572" y="299"/>
                    <a:pt x="572" y="251"/>
                  </a:cubicBezTo>
                  <a:cubicBezTo>
                    <a:pt x="584" y="115"/>
                    <a:pt x="454" y="0"/>
                    <a:pt x="3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7" name="Google Shape;2427;p18"/>
            <p:cNvSpPr/>
            <p:nvPr/>
          </p:nvSpPr>
          <p:spPr>
            <a:xfrm>
              <a:off x="5332800" y="3319575"/>
              <a:ext cx="14300" cy="14025"/>
            </a:xfrm>
            <a:custGeom>
              <a:rect b="b" l="l" r="r" t="t"/>
              <a:pathLst>
                <a:path extrusionOk="0" h="561" w="572">
                  <a:moveTo>
                    <a:pt x="274" y="1"/>
                  </a:moveTo>
                  <a:cubicBezTo>
                    <a:pt x="108" y="1"/>
                    <a:pt x="0" y="132"/>
                    <a:pt x="0" y="299"/>
                  </a:cubicBezTo>
                  <a:cubicBezTo>
                    <a:pt x="0" y="453"/>
                    <a:pt x="143" y="561"/>
                    <a:pt x="298" y="561"/>
                  </a:cubicBezTo>
                  <a:cubicBezTo>
                    <a:pt x="465" y="561"/>
                    <a:pt x="572" y="430"/>
                    <a:pt x="572" y="263"/>
                  </a:cubicBezTo>
                  <a:cubicBezTo>
                    <a:pt x="572" y="96"/>
                    <a:pt x="441" y="1"/>
                    <a:pt x="27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8" name="Google Shape;2428;p18"/>
            <p:cNvSpPr/>
            <p:nvPr/>
          </p:nvSpPr>
          <p:spPr>
            <a:xfrm>
              <a:off x="4583900" y="3272550"/>
              <a:ext cx="14600" cy="14375"/>
            </a:xfrm>
            <a:custGeom>
              <a:rect b="b" l="l" r="r" t="t"/>
              <a:pathLst>
                <a:path extrusionOk="0" h="575" w="584">
                  <a:moveTo>
                    <a:pt x="286" y="1"/>
                  </a:moveTo>
                  <a:cubicBezTo>
                    <a:pt x="215" y="1"/>
                    <a:pt x="155" y="36"/>
                    <a:pt x="107" y="72"/>
                  </a:cubicBezTo>
                  <a:cubicBezTo>
                    <a:pt x="48" y="132"/>
                    <a:pt x="0" y="215"/>
                    <a:pt x="12" y="298"/>
                  </a:cubicBezTo>
                  <a:cubicBezTo>
                    <a:pt x="12" y="334"/>
                    <a:pt x="36" y="346"/>
                    <a:pt x="36" y="370"/>
                  </a:cubicBezTo>
                  <a:cubicBezTo>
                    <a:pt x="48" y="417"/>
                    <a:pt x="60" y="453"/>
                    <a:pt x="96" y="477"/>
                  </a:cubicBezTo>
                  <a:cubicBezTo>
                    <a:pt x="149" y="530"/>
                    <a:pt x="212" y="574"/>
                    <a:pt x="284" y="574"/>
                  </a:cubicBezTo>
                  <a:cubicBezTo>
                    <a:pt x="293" y="574"/>
                    <a:pt x="301" y="573"/>
                    <a:pt x="310" y="572"/>
                  </a:cubicBezTo>
                  <a:cubicBezTo>
                    <a:pt x="346" y="572"/>
                    <a:pt x="369" y="548"/>
                    <a:pt x="405" y="548"/>
                  </a:cubicBezTo>
                  <a:cubicBezTo>
                    <a:pt x="465" y="525"/>
                    <a:pt x="524" y="477"/>
                    <a:pt x="548" y="417"/>
                  </a:cubicBezTo>
                  <a:cubicBezTo>
                    <a:pt x="572" y="370"/>
                    <a:pt x="584" y="334"/>
                    <a:pt x="584" y="275"/>
                  </a:cubicBezTo>
                  <a:cubicBezTo>
                    <a:pt x="584" y="227"/>
                    <a:pt x="572" y="179"/>
                    <a:pt x="548" y="156"/>
                  </a:cubicBezTo>
                  <a:cubicBezTo>
                    <a:pt x="512" y="60"/>
                    <a:pt x="417" y="13"/>
                    <a:pt x="3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9" name="Google Shape;2429;p18"/>
            <p:cNvSpPr/>
            <p:nvPr/>
          </p:nvSpPr>
          <p:spPr>
            <a:xfrm>
              <a:off x="5421500" y="3251650"/>
              <a:ext cx="14900" cy="14400"/>
            </a:xfrm>
            <a:custGeom>
              <a:rect b="b" l="l" r="r" t="t"/>
              <a:pathLst>
                <a:path extrusionOk="0" h="576" w="596">
                  <a:moveTo>
                    <a:pt x="308" y="0"/>
                  </a:moveTo>
                  <a:cubicBezTo>
                    <a:pt x="293" y="0"/>
                    <a:pt x="278" y="1"/>
                    <a:pt x="262" y="3"/>
                  </a:cubicBezTo>
                  <a:cubicBezTo>
                    <a:pt x="108" y="3"/>
                    <a:pt x="0" y="134"/>
                    <a:pt x="0" y="301"/>
                  </a:cubicBezTo>
                  <a:lnTo>
                    <a:pt x="0" y="349"/>
                  </a:lnTo>
                  <a:cubicBezTo>
                    <a:pt x="23" y="473"/>
                    <a:pt x="131" y="576"/>
                    <a:pt x="275" y="576"/>
                  </a:cubicBezTo>
                  <a:cubicBezTo>
                    <a:pt x="282" y="576"/>
                    <a:pt x="290" y="575"/>
                    <a:pt x="298" y="575"/>
                  </a:cubicBezTo>
                  <a:lnTo>
                    <a:pt x="310" y="575"/>
                  </a:lnTo>
                  <a:cubicBezTo>
                    <a:pt x="477" y="551"/>
                    <a:pt x="596" y="420"/>
                    <a:pt x="584" y="277"/>
                  </a:cubicBezTo>
                  <a:cubicBezTo>
                    <a:pt x="584" y="194"/>
                    <a:pt x="548" y="134"/>
                    <a:pt x="489" y="75"/>
                  </a:cubicBezTo>
                  <a:cubicBezTo>
                    <a:pt x="439" y="25"/>
                    <a:pt x="381" y="0"/>
                    <a:pt x="3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0" name="Google Shape;2430;p18"/>
            <p:cNvSpPr/>
            <p:nvPr/>
          </p:nvSpPr>
          <p:spPr>
            <a:xfrm>
              <a:off x="5632525" y="3428525"/>
              <a:ext cx="14025" cy="7175"/>
            </a:xfrm>
            <a:custGeom>
              <a:rect b="b" l="l" r="r" t="t"/>
              <a:pathLst>
                <a:path extrusionOk="0" h="287" w="561">
                  <a:moveTo>
                    <a:pt x="263" y="1"/>
                  </a:moveTo>
                  <a:cubicBezTo>
                    <a:pt x="120" y="1"/>
                    <a:pt x="1" y="132"/>
                    <a:pt x="1" y="286"/>
                  </a:cubicBezTo>
                  <a:lnTo>
                    <a:pt x="561" y="286"/>
                  </a:lnTo>
                  <a:lnTo>
                    <a:pt x="561" y="263"/>
                  </a:lnTo>
                  <a:cubicBezTo>
                    <a:pt x="561" y="108"/>
                    <a:pt x="430" y="1"/>
                    <a:pt x="2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1" name="Google Shape;2431;p18"/>
            <p:cNvSpPr/>
            <p:nvPr/>
          </p:nvSpPr>
          <p:spPr>
            <a:xfrm>
              <a:off x="5338150" y="3193075"/>
              <a:ext cx="14025" cy="14050"/>
            </a:xfrm>
            <a:custGeom>
              <a:rect b="b" l="l" r="r" t="t"/>
              <a:pathLst>
                <a:path extrusionOk="0" h="562" w="561">
                  <a:moveTo>
                    <a:pt x="263" y="1"/>
                  </a:moveTo>
                  <a:cubicBezTo>
                    <a:pt x="120" y="1"/>
                    <a:pt x="13" y="120"/>
                    <a:pt x="1" y="263"/>
                  </a:cubicBezTo>
                  <a:lnTo>
                    <a:pt x="1" y="298"/>
                  </a:lnTo>
                  <a:cubicBezTo>
                    <a:pt x="1" y="446"/>
                    <a:pt x="131" y="561"/>
                    <a:pt x="277" y="561"/>
                  </a:cubicBezTo>
                  <a:cubicBezTo>
                    <a:pt x="284" y="561"/>
                    <a:pt x="291" y="561"/>
                    <a:pt x="298" y="560"/>
                  </a:cubicBezTo>
                  <a:cubicBezTo>
                    <a:pt x="322" y="560"/>
                    <a:pt x="358" y="548"/>
                    <a:pt x="382" y="548"/>
                  </a:cubicBezTo>
                  <a:cubicBezTo>
                    <a:pt x="489" y="501"/>
                    <a:pt x="560" y="394"/>
                    <a:pt x="560" y="263"/>
                  </a:cubicBezTo>
                  <a:cubicBezTo>
                    <a:pt x="560" y="96"/>
                    <a:pt x="429" y="1"/>
                    <a:pt x="2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32" name="Google Shape;2432;p1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2433" name="Shape 2433"/>
        <p:cNvGrpSpPr/>
        <p:nvPr/>
      </p:nvGrpSpPr>
      <p:grpSpPr>
        <a:xfrm>
          <a:off x="0" y="0"/>
          <a:ext cx="0" cy="0"/>
          <a:chOff x="0" y="0"/>
          <a:chExt cx="0" cy="0"/>
        </a:xfrm>
      </p:grpSpPr>
      <p:grpSp>
        <p:nvGrpSpPr>
          <p:cNvPr id="2434" name="Google Shape;2434;p19"/>
          <p:cNvGrpSpPr/>
          <p:nvPr/>
        </p:nvGrpSpPr>
        <p:grpSpPr>
          <a:xfrm flipH="1" rot="-5400000">
            <a:off x="6004605" y="2028406"/>
            <a:ext cx="1834029" cy="4444824"/>
            <a:chOff x="5728375" y="1492875"/>
            <a:chExt cx="1308525" cy="3171250"/>
          </a:xfrm>
        </p:grpSpPr>
        <p:sp>
          <p:nvSpPr>
            <p:cNvPr id="2435" name="Google Shape;2435;p19"/>
            <p:cNvSpPr/>
            <p:nvPr/>
          </p:nvSpPr>
          <p:spPr>
            <a:xfrm>
              <a:off x="6942225" y="2835900"/>
              <a:ext cx="625" cy="925"/>
            </a:xfrm>
            <a:custGeom>
              <a:rect b="b" l="l" r="r" t="t"/>
              <a:pathLst>
                <a:path extrusionOk="0" h="37" w="25">
                  <a:moveTo>
                    <a:pt x="24" y="0"/>
                  </a:moveTo>
                  <a:lnTo>
                    <a:pt x="24" y="0"/>
                  </a:lnTo>
                  <a:cubicBezTo>
                    <a:pt x="12" y="12"/>
                    <a:pt x="12" y="24"/>
                    <a:pt x="0" y="36"/>
                  </a:cubicBezTo>
                  <a:cubicBezTo>
                    <a:pt x="12" y="36"/>
                    <a:pt x="12" y="24"/>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6" name="Google Shape;2436;p19"/>
            <p:cNvSpPr/>
            <p:nvPr/>
          </p:nvSpPr>
          <p:spPr>
            <a:xfrm>
              <a:off x="6942225" y="2836800"/>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7" name="Google Shape;2437;p19"/>
            <p:cNvSpPr/>
            <p:nvPr/>
          </p:nvSpPr>
          <p:spPr>
            <a:xfrm>
              <a:off x="6945500" y="2844825"/>
              <a:ext cx="42300" cy="133375"/>
            </a:xfrm>
            <a:custGeom>
              <a:rect b="b" l="l" r="r" t="t"/>
              <a:pathLst>
                <a:path extrusionOk="0" h="5335" w="1692">
                  <a:moveTo>
                    <a:pt x="346" y="0"/>
                  </a:moveTo>
                  <a:lnTo>
                    <a:pt x="203" y="12"/>
                  </a:lnTo>
                  <a:lnTo>
                    <a:pt x="0" y="453"/>
                  </a:lnTo>
                  <a:lnTo>
                    <a:pt x="1215" y="5263"/>
                  </a:lnTo>
                  <a:lnTo>
                    <a:pt x="1691" y="5334"/>
                  </a:lnTo>
                  <a:lnTo>
                    <a:pt x="1691" y="5334"/>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8" name="Google Shape;2438;p19"/>
            <p:cNvSpPr/>
            <p:nvPr/>
          </p:nvSpPr>
          <p:spPr>
            <a:xfrm>
              <a:off x="6943725" y="2835300"/>
              <a:ext cx="300" cy="25"/>
            </a:xfrm>
            <a:custGeom>
              <a:rect b="b" l="l" r="r" t="t"/>
              <a:pathLst>
                <a:path extrusionOk="0" h="1" w="12">
                  <a:moveTo>
                    <a:pt x="0" y="0"/>
                  </a:moveTo>
                  <a:lnTo>
                    <a:pt x="0" y="0"/>
                  </a:lnTo>
                  <a:cubicBezTo>
                    <a:pt x="12" y="0"/>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9" name="Google Shape;2439;p19"/>
            <p:cNvSpPr/>
            <p:nvPr/>
          </p:nvSpPr>
          <p:spPr>
            <a:xfrm>
              <a:off x="6945500" y="2834575"/>
              <a:ext cx="625" cy="150"/>
            </a:xfrm>
            <a:custGeom>
              <a:rect b="b" l="l" r="r" t="t"/>
              <a:pathLst>
                <a:path extrusionOk="0" h="6" w="25">
                  <a:moveTo>
                    <a:pt x="15" y="0"/>
                  </a:moveTo>
                  <a:cubicBezTo>
                    <a:pt x="11" y="0"/>
                    <a:pt x="8" y="6"/>
                    <a:pt x="0" y="6"/>
                  </a:cubicBezTo>
                  <a:lnTo>
                    <a:pt x="24" y="6"/>
                  </a:lnTo>
                  <a:cubicBezTo>
                    <a:pt x="20" y="2"/>
                    <a:pt x="18" y="0"/>
                    <a:pt x="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0" name="Google Shape;2440;p19"/>
            <p:cNvSpPr/>
            <p:nvPr/>
          </p:nvSpPr>
          <p:spPr>
            <a:xfrm>
              <a:off x="6943125" y="2835625"/>
              <a:ext cx="550" cy="300"/>
            </a:xfrm>
            <a:custGeom>
              <a:rect b="b" l="l" r="r" t="t"/>
              <a:pathLst>
                <a:path extrusionOk="0" h="12" w="22">
                  <a:moveTo>
                    <a:pt x="16" y="1"/>
                  </a:moveTo>
                  <a:cubicBezTo>
                    <a:pt x="13" y="1"/>
                    <a:pt x="8" y="3"/>
                    <a:pt x="0" y="11"/>
                  </a:cubicBezTo>
                  <a:cubicBezTo>
                    <a:pt x="16" y="11"/>
                    <a:pt x="21" y="1"/>
                    <a:pt x="1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1" name="Google Shape;2441;p19"/>
            <p:cNvSpPr/>
            <p:nvPr/>
          </p:nvSpPr>
          <p:spPr>
            <a:xfrm>
              <a:off x="6978825" y="2988300"/>
              <a:ext cx="57175" cy="218500"/>
            </a:xfrm>
            <a:custGeom>
              <a:rect b="b" l="l" r="r" t="t"/>
              <a:pathLst>
                <a:path extrusionOk="0" h="8740" w="2287">
                  <a:moveTo>
                    <a:pt x="1" y="0"/>
                  </a:moveTo>
                  <a:lnTo>
                    <a:pt x="2227" y="8739"/>
                  </a:lnTo>
                  <a:cubicBezTo>
                    <a:pt x="2239" y="8728"/>
                    <a:pt x="2251" y="8704"/>
                    <a:pt x="2287" y="8692"/>
                  </a:cubicBezTo>
                  <a:lnTo>
                    <a:pt x="2287" y="7180"/>
                  </a:lnTo>
                  <a:lnTo>
                    <a:pt x="477" y="72"/>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2" name="Google Shape;2442;p19"/>
            <p:cNvSpPr/>
            <p:nvPr/>
          </p:nvSpPr>
          <p:spPr>
            <a:xfrm>
              <a:off x="6796675" y="2972825"/>
              <a:ext cx="91400" cy="176525"/>
            </a:xfrm>
            <a:custGeom>
              <a:rect b="b" l="l" r="r" t="t"/>
              <a:pathLst>
                <a:path extrusionOk="0" h="7061" w="3656">
                  <a:moveTo>
                    <a:pt x="3203" y="0"/>
                  </a:moveTo>
                  <a:lnTo>
                    <a:pt x="0" y="6632"/>
                  </a:lnTo>
                  <a:lnTo>
                    <a:pt x="286" y="7061"/>
                  </a:lnTo>
                  <a:lnTo>
                    <a:pt x="3656" y="48"/>
                  </a:lnTo>
                  <a:lnTo>
                    <a:pt x="3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3" name="Google Shape;2443;p19"/>
            <p:cNvSpPr/>
            <p:nvPr/>
          </p:nvSpPr>
          <p:spPr>
            <a:xfrm>
              <a:off x="6629100" y="3150225"/>
              <a:ext cx="168775" cy="337550"/>
            </a:xfrm>
            <a:custGeom>
              <a:rect b="b" l="l" r="r" t="t"/>
              <a:pathLst>
                <a:path extrusionOk="0" h="13502" w="6751">
                  <a:moveTo>
                    <a:pt x="6465" y="0"/>
                  </a:moveTo>
                  <a:lnTo>
                    <a:pt x="0" y="13359"/>
                  </a:lnTo>
                  <a:cubicBezTo>
                    <a:pt x="155" y="13359"/>
                    <a:pt x="274" y="13419"/>
                    <a:pt x="381" y="13502"/>
                  </a:cubicBezTo>
                  <a:lnTo>
                    <a:pt x="464" y="13442"/>
                  </a:lnTo>
                  <a:lnTo>
                    <a:pt x="6751" y="429"/>
                  </a:lnTo>
                  <a:lnTo>
                    <a:pt x="646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4" name="Google Shape;2444;p19"/>
            <p:cNvSpPr/>
            <p:nvPr/>
          </p:nvSpPr>
          <p:spPr>
            <a:xfrm>
              <a:off x="6945500" y="283470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5" name="Google Shape;2445;p19"/>
            <p:cNvSpPr/>
            <p:nvPr/>
          </p:nvSpPr>
          <p:spPr>
            <a:xfrm>
              <a:off x="6943725" y="2835300"/>
              <a:ext cx="0" cy="625"/>
            </a:xfrm>
            <a:custGeom>
              <a:rect b="b" l="l" r="r" t="t"/>
              <a:pathLst>
                <a:path extrusionOk="0" h="25" w="120000">
                  <a:moveTo>
                    <a:pt x="0" y="24"/>
                  </a:moveTo>
                  <a:cubicBezTo>
                    <a:pt x="0" y="24"/>
                    <a:pt x="0" y="0"/>
                    <a:pt x="0" y="24"/>
                  </a:cubicBezTo>
                  <a:cubicBezTo>
                    <a:pt x="0" y="0"/>
                    <a:pt x="0" y="0"/>
                    <a:pt x="0" y="24"/>
                  </a:cubicBezTo>
                  <a:cubicBezTo>
                    <a:pt x="0" y="0"/>
                    <a:pt x="0" y="0"/>
                    <a:pt x="0" y="24"/>
                  </a:cubicBez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6" name="Google Shape;2446;p19"/>
            <p:cNvSpPr/>
            <p:nvPr/>
          </p:nvSpPr>
          <p:spPr>
            <a:xfrm>
              <a:off x="6942225" y="2836800"/>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7" name="Google Shape;2447;p19"/>
            <p:cNvSpPr/>
            <p:nvPr/>
          </p:nvSpPr>
          <p:spPr>
            <a:xfrm>
              <a:off x="6881800" y="2836500"/>
              <a:ext cx="68775" cy="126825"/>
            </a:xfrm>
            <a:custGeom>
              <a:rect b="b" l="l" r="r" t="t"/>
              <a:pathLst>
                <a:path extrusionOk="0" h="5073" w="2751">
                  <a:moveTo>
                    <a:pt x="2429" y="0"/>
                  </a:moveTo>
                  <a:cubicBezTo>
                    <a:pt x="2417" y="0"/>
                    <a:pt x="2417" y="12"/>
                    <a:pt x="2417" y="12"/>
                  </a:cubicBezTo>
                  <a:lnTo>
                    <a:pt x="1" y="5001"/>
                  </a:lnTo>
                  <a:lnTo>
                    <a:pt x="465" y="5072"/>
                  </a:lnTo>
                  <a:lnTo>
                    <a:pt x="2548" y="774"/>
                  </a:lnTo>
                  <a:lnTo>
                    <a:pt x="2751" y="345"/>
                  </a:lnTo>
                  <a:lnTo>
                    <a:pt x="2632" y="357"/>
                  </a:lnTo>
                  <a:cubicBezTo>
                    <a:pt x="2624" y="358"/>
                    <a:pt x="2615" y="358"/>
                    <a:pt x="2607" y="358"/>
                  </a:cubicBezTo>
                  <a:cubicBezTo>
                    <a:pt x="2488" y="358"/>
                    <a:pt x="2394" y="276"/>
                    <a:pt x="2394" y="131"/>
                  </a:cubicBezTo>
                  <a:cubicBezTo>
                    <a:pt x="2394" y="95"/>
                    <a:pt x="2394" y="48"/>
                    <a:pt x="242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8" name="Google Shape;2448;p19"/>
            <p:cNvSpPr/>
            <p:nvPr/>
          </p:nvSpPr>
          <p:spPr>
            <a:xfrm>
              <a:off x="6902350" y="1492875"/>
              <a:ext cx="133950" cy="92000"/>
            </a:xfrm>
            <a:custGeom>
              <a:rect b="b" l="l" r="r" t="t"/>
              <a:pathLst>
                <a:path extrusionOk="0" h="3680" w="5358">
                  <a:moveTo>
                    <a:pt x="5358" y="0"/>
                  </a:moveTo>
                  <a:lnTo>
                    <a:pt x="0" y="3275"/>
                  </a:lnTo>
                  <a:lnTo>
                    <a:pt x="202" y="3679"/>
                  </a:lnTo>
                  <a:lnTo>
                    <a:pt x="5358" y="524"/>
                  </a:lnTo>
                  <a:lnTo>
                    <a:pt x="5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9" name="Google Shape;2449;p19"/>
            <p:cNvSpPr/>
            <p:nvPr/>
          </p:nvSpPr>
          <p:spPr>
            <a:xfrm>
              <a:off x="6839525" y="1837250"/>
              <a:ext cx="325" cy="925"/>
            </a:xfrm>
            <a:custGeom>
              <a:rect b="b" l="l" r="r" t="t"/>
              <a:pathLst>
                <a:path extrusionOk="0" h="37" w="13">
                  <a:moveTo>
                    <a:pt x="13" y="1"/>
                  </a:moveTo>
                  <a:cubicBezTo>
                    <a:pt x="1" y="1"/>
                    <a:pt x="1" y="25"/>
                    <a:pt x="1" y="37"/>
                  </a:cubicBezTo>
                  <a:cubicBezTo>
                    <a:pt x="1" y="25"/>
                    <a:pt x="1" y="13"/>
                    <a:pt x="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0" name="Google Shape;2450;p19"/>
            <p:cNvSpPr/>
            <p:nvPr/>
          </p:nvSpPr>
          <p:spPr>
            <a:xfrm>
              <a:off x="6839525" y="1689025"/>
              <a:ext cx="97375" cy="151525"/>
            </a:xfrm>
            <a:custGeom>
              <a:rect b="b" l="l" r="r" t="t"/>
              <a:pathLst>
                <a:path extrusionOk="0" h="6061" w="3895">
                  <a:moveTo>
                    <a:pt x="20" y="5898"/>
                  </a:moveTo>
                  <a:cubicBezTo>
                    <a:pt x="13" y="5908"/>
                    <a:pt x="6" y="5919"/>
                    <a:pt x="1" y="5930"/>
                  </a:cubicBezTo>
                  <a:lnTo>
                    <a:pt x="20" y="5898"/>
                  </a:lnTo>
                  <a:close/>
                  <a:moveTo>
                    <a:pt x="3513" y="1"/>
                  </a:moveTo>
                  <a:lnTo>
                    <a:pt x="20" y="5898"/>
                  </a:lnTo>
                  <a:lnTo>
                    <a:pt x="20" y="5898"/>
                  </a:lnTo>
                  <a:cubicBezTo>
                    <a:pt x="42" y="5867"/>
                    <a:pt x="69" y="5844"/>
                    <a:pt x="96" y="5835"/>
                  </a:cubicBezTo>
                  <a:cubicBezTo>
                    <a:pt x="130" y="5818"/>
                    <a:pt x="166" y="5809"/>
                    <a:pt x="201" y="5809"/>
                  </a:cubicBezTo>
                  <a:cubicBezTo>
                    <a:pt x="288" y="5809"/>
                    <a:pt x="368" y="5860"/>
                    <a:pt x="394" y="5954"/>
                  </a:cubicBezTo>
                  <a:lnTo>
                    <a:pt x="441" y="6061"/>
                  </a:lnTo>
                  <a:lnTo>
                    <a:pt x="3894" y="239"/>
                  </a:lnTo>
                  <a:cubicBezTo>
                    <a:pt x="3727" y="191"/>
                    <a:pt x="3597" y="120"/>
                    <a:pt x="35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1" name="Google Shape;2451;p19"/>
            <p:cNvSpPr/>
            <p:nvPr/>
          </p:nvSpPr>
          <p:spPr>
            <a:xfrm>
              <a:off x="6838950" y="1834425"/>
              <a:ext cx="124725" cy="258250"/>
            </a:xfrm>
            <a:custGeom>
              <a:rect b="b" l="l" r="r" t="t"/>
              <a:pathLst>
                <a:path extrusionOk="0" h="10330" w="4989">
                  <a:moveTo>
                    <a:pt x="212" y="0"/>
                  </a:moveTo>
                  <a:cubicBezTo>
                    <a:pt x="182" y="0"/>
                    <a:pt x="150" y="6"/>
                    <a:pt x="119" y="19"/>
                  </a:cubicBezTo>
                  <a:cubicBezTo>
                    <a:pt x="83" y="31"/>
                    <a:pt x="48" y="66"/>
                    <a:pt x="24" y="102"/>
                  </a:cubicBezTo>
                  <a:cubicBezTo>
                    <a:pt x="24" y="126"/>
                    <a:pt x="0" y="138"/>
                    <a:pt x="0" y="150"/>
                  </a:cubicBezTo>
                  <a:lnTo>
                    <a:pt x="0" y="162"/>
                  </a:lnTo>
                  <a:lnTo>
                    <a:pt x="0" y="197"/>
                  </a:lnTo>
                  <a:lnTo>
                    <a:pt x="0" y="209"/>
                  </a:lnTo>
                  <a:lnTo>
                    <a:pt x="0" y="245"/>
                  </a:lnTo>
                  <a:lnTo>
                    <a:pt x="0" y="257"/>
                  </a:lnTo>
                  <a:cubicBezTo>
                    <a:pt x="0" y="269"/>
                    <a:pt x="24" y="281"/>
                    <a:pt x="24" y="304"/>
                  </a:cubicBezTo>
                  <a:lnTo>
                    <a:pt x="4560" y="10329"/>
                  </a:lnTo>
                  <a:cubicBezTo>
                    <a:pt x="4624" y="10255"/>
                    <a:pt x="4736" y="10209"/>
                    <a:pt x="4845" y="10209"/>
                  </a:cubicBezTo>
                  <a:cubicBezTo>
                    <a:pt x="4857" y="10209"/>
                    <a:pt x="4869" y="10209"/>
                    <a:pt x="4882" y="10210"/>
                  </a:cubicBezTo>
                  <a:cubicBezTo>
                    <a:pt x="4917" y="10210"/>
                    <a:pt x="4965" y="10222"/>
                    <a:pt x="4989" y="10246"/>
                  </a:cubicBezTo>
                  <a:lnTo>
                    <a:pt x="464" y="221"/>
                  </a:lnTo>
                  <a:lnTo>
                    <a:pt x="417" y="126"/>
                  </a:lnTo>
                  <a:cubicBezTo>
                    <a:pt x="373" y="47"/>
                    <a:pt x="297" y="0"/>
                    <a:pt x="2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2" name="Google Shape;2452;p19"/>
            <p:cNvSpPr/>
            <p:nvPr/>
          </p:nvSpPr>
          <p:spPr>
            <a:xfrm>
              <a:off x="6945800" y="1529475"/>
              <a:ext cx="90500" cy="135175"/>
            </a:xfrm>
            <a:custGeom>
              <a:rect b="b" l="l" r="r" t="t"/>
              <a:pathLst>
                <a:path extrusionOk="0" h="5407" w="3620">
                  <a:moveTo>
                    <a:pt x="3620" y="1"/>
                  </a:moveTo>
                  <a:lnTo>
                    <a:pt x="0" y="5073"/>
                  </a:lnTo>
                  <a:lnTo>
                    <a:pt x="108" y="5263"/>
                  </a:lnTo>
                  <a:cubicBezTo>
                    <a:pt x="179" y="5299"/>
                    <a:pt x="250" y="5335"/>
                    <a:pt x="310" y="5406"/>
                  </a:cubicBezTo>
                  <a:lnTo>
                    <a:pt x="3620" y="775"/>
                  </a:lnTo>
                  <a:lnTo>
                    <a:pt x="36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3" name="Google Shape;2453;p19"/>
            <p:cNvSpPr/>
            <p:nvPr/>
          </p:nvSpPr>
          <p:spPr>
            <a:xfrm>
              <a:off x="6951750" y="1681000"/>
              <a:ext cx="84550" cy="169075"/>
            </a:xfrm>
            <a:custGeom>
              <a:rect b="b" l="l" r="r" t="t"/>
              <a:pathLst>
                <a:path extrusionOk="0" h="6763" w="3382">
                  <a:moveTo>
                    <a:pt x="286" y="0"/>
                  </a:moveTo>
                  <a:cubicBezTo>
                    <a:pt x="239" y="179"/>
                    <a:pt x="155" y="334"/>
                    <a:pt x="0" y="429"/>
                  </a:cubicBezTo>
                  <a:lnTo>
                    <a:pt x="3382" y="6763"/>
                  </a:lnTo>
                  <a:lnTo>
                    <a:pt x="3382" y="5810"/>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4" name="Google Shape;2454;p19"/>
            <p:cNvSpPr/>
            <p:nvPr/>
          </p:nvSpPr>
          <p:spPr>
            <a:xfrm>
              <a:off x="6891325" y="1570800"/>
              <a:ext cx="56875" cy="90275"/>
            </a:xfrm>
            <a:custGeom>
              <a:rect b="b" l="l" r="r" t="t"/>
              <a:pathLst>
                <a:path extrusionOk="0" h="3611" w="2275">
                  <a:moveTo>
                    <a:pt x="219" y="1"/>
                  </a:moveTo>
                  <a:cubicBezTo>
                    <a:pt x="185" y="1"/>
                    <a:pt x="151" y="9"/>
                    <a:pt x="120" y="27"/>
                  </a:cubicBezTo>
                  <a:cubicBezTo>
                    <a:pt x="84" y="62"/>
                    <a:pt x="48" y="86"/>
                    <a:pt x="36" y="122"/>
                  </a:cubicBezTo>
                  <a:cubicBezTo>
                    <a:pt x="24" y="146"/>
                    <a:pt x="1" y="193"/>
                    <a:pt x="1" y="241"/>
                  </a:cubicBezTo>
                  <a:cubicBezTo>
                    <a:pt x="72" y="205"/>
                    <a:pt x="143" y="193"/>
                    <a:pt x="215" y="193"/>
                  </a:cubicBezTo>
                  <a:cubicBezTo>
                    <a:pt x="405" y="205"/>
                    <a:pt x="572" y="384"/>
                    <a:pt x="548" y="574"/>
                  </a:cubicBezTo>
                  <a:cubicBezTo>
                    <a:pt x="524" y="717"/>
                    <a:pt x="441" y="836"/>
                    <a:pt x="322" y="872"/>
                  </a:cubicBezTo>
                  <a:lnTo>
                    <a:pt x="1763" y="3587"/>
                  </a:lnTo>
                  <a:cubicBezTo>
                    <a:pt x="1834" y="3560"/>
                    <a:pt x="1906" y="3546"/>
                    <a:pt x="1982" y="3546"/>
                  </a:cubicBezTo>
                  <a:cubicBezTo>
                    <a:pt x="2007" y="3546"/>
                    <a:pt x="2034" y="3548"/>
                    <a:pt x="2060" y="3551"/>
                  </a:cubicBezTo>
                  <a:cubicBezTo>
                    <a:pt x="2132" y="3575"/>
                    <a:pt x="2215" y="3587"/>
                    <a:pt x="2275" y="3610"/>
                  </a:cubicBezTo>
                  <a:lnTo>
                    <a:pt x="2167" y="3420"/>
                  </a:lnTo>
                  <a:lnTo>
                    <a:pt x="643" y="551"/>
                  </a:lnTo>
                  <a:lnTo>
                    <a:pt x="441" y="146"/>
                  </a:lnTo>
                  <a:lnTo>
                    <a:pt x="417" y="122"/>
                  </a:lnTo>
                  <a:cubicBezTo>
                    <a:pt x="375" y="47"/>
                    <a:pt x="298" y="1"/>
                    <a:pt x="21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5" name="Google Shape;2455;p19"/>
            <p:cNvSpPr/>
            <p:nvPr/>
          </p:nvSpPr>
          <p:spPr>
            <a:xfrm>
              <a:off x="6967825" y="2063475"/>
              <a:ext cx="68475" cy="40500"/>
            </a:xfrm>
            <a:custGeom>
              <a:rect b="b" l="l" r="r" t="t"/>
              <a:pathLst>
                <a:path extrusionOk="0" h="1620" w="2739">
                  <a:moveTo>
                    <a:pt x="2739" y="1"/>
                  </a:moveTo>
                  <a:lnTo>
                    <a:pt x="0" y="1167"/>
                  </a:lnTo>
                  <a:cubicBezTo>
                    <a:pt x="72" y="1263"/>
                    <a:pt x="131" y="1370"/>
                    <a:pt x="119" y="1501"/>
                  </a:cubicBezTo>
                  <a:cubicBezTo>
                    <a:pt x="119" y="1548"/>
                    <a:pt x="108" y="1572"/>
                    <a:pt x="84" y="1620"/>
                  </a:cubicBezTo>
                  <a:lnTo>
                    <a:pt x="2739" y="489"/>
                  </a:lnTo>
                  <a:lnTo>
                    <a:pt x="27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6" name="Google Shape;2456;p19"/>
            <p:cNvSpPr/>
            <p:nvPr/>
          </p:nvSpPr>
          <p:spPr>
            <a:xfrm>
              <a:off x="6558850" y="2100100"/>
              <a:ext cx="396200" cy="178025"/>
            </a:xfrm>
            <a:custGeom>
              <a:rect b="b" l="l" r="r" t="t"/>
              <a:pathLst>
                <a:path extrusionOk="0" h="7121" w="15848">
                  <a:moveTo>
                    <a:pt x="15657" y="0"/>
                  </a:moveTo>
                  <a:lnTo>
                    <a:pt x="0" y="6703"/>
                  </a:lnTo>
                  <a:cubicBezTo>
                    <a:pt x="95" y="6822"/>
                    <a:pt x="155" y="6965"/>
                    <a:pt x="167" y="7120"/>
                  </a:cubicBezTo>
                  <a:lnTo>
                    <a:pt x="15824" y="417"/>
                  </a:lnTo>
                  <a:cubicBezTo>
                    <a:pt x="15836" y="393"/>
                    <a:pt x="15836" y="357"/>
                    <a:pt x="15847" y="345"/>
                  </a:cubicBezTo>
                  <a:cubicBezTo>
                    <a:pt x="15728" y="274"/>
                    <a:pt x="15657" y="155"/>
                    <a:pt x="1565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7" name="Google Shape;2457;p19"/>
            <p:cNvSpPr/>
            <p:nvPr/>
          </p:nvSpPr>
          <p:spPr>
            <a:xfrm>
              <a:off x="6954425" y="2108725"/>
              <a:ext cx="81875" cy="207200"/>
            </a:xfrm>
            <a:custGeom>
              <a:rect b="b" l="l" r="r" t="t"/>
              <a:pathLst>
                <a:path extrusionOk="0" h="8288" w="3275">
                  <a:moveTo>
                    <a:pt x="24" y="0"/>
                  </a:moveTo>
                  <a:cubicBezTo>
                    <a:pt x="13" y="36"/>
                    <a:pt x="1" y="48"/>
                    <a:pt x="1" y="60"/>
                  </a:cubicBezTo>
                  <a:cubicBezTo>
                    <a:pt x="1" y="108"/>
                    <a:pt x="1" y="155"/>
                    <a:pt x="13" y="191"/>
                  </a:cubicBezTo>
                  <a:lnTo>
                    <a:pt x="3275" y="8287"/>
                  </a:lnTo>
                  <a:lnTo>
                    <a:pt x="3275" y="7097"/>
                  </a:lnTo>
                  <a:lnTo>
                    <a:pt x="429" y="36"/>
                  </a:lnTo>
                  <a:cubicBezTo>
                    <a:pt x="417" y="36"/>
                    <a:pt x="417" y="12"/>
                    <a:pt x="417" y="12"/>
                  </a:cubicBezTo>
                  <a:cubicBezTo>
                    <a:pt x="358" y="48"/>
                    <a:pt x="286" y="60"/>
                    <a:pt x="203" y="60"/>
                  </a:cubicBezTo>
                  <a:cubicBezTo>
                    <a:pt x="132" y="48"/>
                    <a:pt x="72" y="36"/>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8" name="Google Shape;2458;p19"/>
            <p:cNvSpPr/>
            <p:nvPr/>
          </p:nvSpPr>
          <p:spPr>
            <a:xfrm>
              <a:off x="6559150" y="2280175"/>
              <a:ext cx="477150" cy="150350"/>
            </a:xfrm>
            <a:custGeom>
              <a:rect b="b" l="l" r="r" t="t"/>
              <a:pathLst>
                <a:path extrusionOk="0" h="6014" w="19086">
                  <a:moveTo>
                    <a:pt x="167" y="0"/>
                  </a:moveTo>
                  <a:cubicBezTo>
                    <a:pt x="155" y="167"/>
                    <a:pt x="95" y="298"/>
                    <a:pt x="0" y="405"/>
                  </a:cubicBezTo>
                  <a:lnTo>
                    <a:pt x="19086" y="6013"/>
                  </a:lnTo>
                  <a:lnTo>
                    <a:pt x="19086" y="5561"/>
                  </a:lnTo>
                  <a:lnTo>
                    <a:pt x="16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9" name="Google Shape;2459;p19"/>
            <p:cNvSpPr/>
            <p:nvPr/>
          </p:nvSpPr>
          <p:spPr>
            <a:xfrm>
              <a:off x="6941625" y="2825775"/>
              <a:ext cx="95275" cy="19700"/>
            </a:xfrm>
            <a:custGeom>
              <a:rect b="b" l="l" r="r" t="t"/>
              <a:pathLst>
                <a:path extrusionOk="0" h="788" w="3811">
                  <a:moveTo>
                    <a:pt x="3811" y="0"/>
                  </a:moveTo>
                  <a:lnTo>
                    <a:pt x="227" y="334"/>
                  </a:lnTo>
                  <a:lnTo>
                    <a:pt x="155" y="334"/>
                  </a:lnTo>
                  <a:cubicBezTo>
                    <a:pt x="132" y="334"/>
                    <a:pt x="132" y="358"/>
                    <a:pt x="120" y="358"/>
                  </a:cubicBezTo>
                  <a:cubicBezTo>
                    <a:pt x="120" y="370"/>
                    <a:pt x="108" y="370"/>
                    <a:pt x="108" y="370"/>
                  </a:cubicBezTo>
                  <a:cubicBezTo>
                    <a:pt x="108" y="381"/>
                    <a:pt x="96" y="381"/>
                    <a:pt x="96" y="381"/>
                  </a:cubicBezTo>
                  <a:lnTo>
                    <a:pt x="84" y="405"/>
                  </a:lnTo>
                  <a:lnTo>
                    <a:pt x="60" y="417"/>
                  </a:lnTo>
                  <a:cubicBezTo>
                    <a:pt x="48" y="417"/>
                    <a:pt x="48" y="429"/>
                    <a:pt x="36" y="441"/>
                  </a:cubicBezTo>
                  <a:cubicBezTo>
                    <a:pt x="1" y="489"/>
                    <a:pt x="1" y="536"/>
                    <a:pt x="1" y="584"/>
                  </a:cubicBezTo>
                  <a:cubicBezTo>
                    <a:pt x="1" y="707"/>
                    <a:pt x="105" y="787"/>
                    <a:pt x="216" y="787"/>
                  </a:cubicBezTo>
                  <a:cubicBezTo>
                    <a:pt x="224" y="787"/>
                    <a:pt x="231" y="787"/>
                    <a:pt x="239" y="786"/>
                  </a:cubicBezTo>
                  <a:lnTo>
                    <a:pt x="358" y="774"/>
                  </a:lnTo>
                  <a:lnTo>
                    <a:pt x="501" y="762"/>
                  </a:lnTo>
                  <a:lnTo>
                    <a:pt x="3811" y="441"/>
                  </a:lnTo>
                  <a:lnTo>
                    <a:pt x="381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0" name="Google Shape;2460;p19"/>
            <p:cNvSpPr/>
            <p:nvPr/>
          </p:nvSpPr>
          <p:spPr>
            <a:xfrm>
              <a:off x="6649325" y="2926075"/>
              <a:ext cx="386100" cy="71175"/>
            </a:xfrm>
            <a:custGeom>
              <a:rect b="b" l="l" r="r" t="t"/>
              <a:pathLst>
                <a:path extrusionOk="0" h="2847" w="15444">
                  <a:moveTo>
                    <a:pt x="1" y="1"/>
                  </a:moveTo>
                  <a:lnTo>
                    <a:pt x="1" y="25"/>
                  </a:lnTo>
                  <a:cubicBezTo>
                    <a:pt x="18" y="20"/>
                    <a:pt x="36" y="17"/>
                    <a:pt x="52" y="17"/>
                  </a:cubicBezTo>
                  <a:cubicBezTo>
                    <a:pt x="117" y="17"/>
                    <a:pt x="175" y="52"/>
                    <a:pt x="203" y="108"/>
                  </a:cubicBezTo>
                  <a:lnTo>
                    <a:pt x="489" y="525"/>
                  </a:lnTo>
                  <a:lnTo>
                    <a:pt x="9097" y="1846"/>
                  </a:lnTo>
                  <a:lnTo>
                    <a:pt x="9550" y="1918"/>
                  </a:lnTo>
                  <a:lnTo>
                    <a:pt x="13169" y="2489"/>
                  </a:lnTo>
                  <a:lnTo>
                    <a:pt x="13645" y="2561"/>
                  </a:lnTo>
                  <a:lnTo>
                    <a:pt x="15443" y="2846"/>
                  </a:lnTo>
                  <a:lnTo>
                    <a:pt x="15443" y="2406"/>
                  </a:lnTo>
                  <a:lnTo>
                    <a:pt x="13526" y="2108"/>
                  </a:lnTo>
                  <a:lnTo>
                    <a:pt x="13050" y="2025"/>
                  </a:lnTo>
                  <a:lnTo>
                    <a:pt x="9752" y="1525"/>
                  </a:lnTo>
                  <a:lnTo>
                    <a:pt x="9288" y="1453"/>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1" name="Google Shape;2461;p19"/>
            <p:cNvSpPr/>
            <p:nvPr/>
          </p:nvSpPr>
          <p:spPr>
            <a:xfrm>
              <a:off x="6909175" y="3226725"/>
              <a:ext cx="125350" cy="88725"/>
            </a:xfrm>
            <a:custGeom>
              <a:rect b="b" l="l" r="r" t="t"/>
              <a:pathLst>
                <a:path extrusionOk="0" h="3549" w="5014">
                  <a:moveTo>
                    <a:pt x="4740" y="0"/>
                  </a:moveTo>
                  <a:lnTo>
                    <a:pt x="1" y="3179"/>
                  </a:lnTo>
                  <a:lnTo>
                    <a:pt x="263" y="3548"/>
                  </a:lnTo>
                  <a:lnTo>
                    <a:pt x="5013" y="357"/>
                  </a:lnTo>
                  <a:cubicBezTo>
                    <a:pt x="4871" y="274"/>
                    <a:pt x="4787" y="155"/>
                    <a:pt x="474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2" name="Google Shape;2462;p19"/>
            <p:cNvSpPr/>
            <p:nvPr/>
          </p:nvSpPr>
          <p:spPr>
            <a:xfrm>
              <a:off x="6638625" y="3316900"/>
              <a:ext cx="267900" cy="180400"/>
            </a:xfrm>
            <a:custGeom>
              <a:rect b="b" l="l" r="r" t="t"/>
              <a:pathLst>
                <a:path extrusionOk="0" h="7216" w="10716">
                  <a:moveTo>
                    <a:pt x="10573" y="1"/>
                  </a:moveTo>
                  <a:cubicBezTo>
                    <a:pt x="10550" y="196"/>
                    <a:pt x="10372" y="347"/>
                    <a:pt x="10157" y="347"/>
                  </a:cubicBezTo>
                  <a:cubicBezTo>
                    <a:pt x="10149" y="347"/>
                    <a:pt x="10141" y="346"/>
                    <a:pt x="10132" y="346"/>
                  </a:cubicBezTo>
                  <a:cubicBezTo>
                    <a:pt x="10025" y="322"/>
                    <a:pt x="9918" y="287"/>
                    <a:pt x="9858" y="203"/>
                  </a:cubicBezTo>
                  <a:lnTo>
                    <a:pt x="83" y="6775"/>
                  </a:lnTo>
                  <a:lnTo>
                    <a:pt x="0" y="6835"/>
                  </a:lnTo>
                  <a:cubicBezTo>
                    <a:pt x="119" y="6930"/>
                    <a:pt x="203" y="7049"/>
                    <a:pt x="250" y="7216"/>
                  </a:cubicBezTo>
                  <a:lnTo>
                    <a:pt x="10716" y="191"/>
                  </a:lnTo>
                  <a:lnTo>
                    <a:pt x="105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3" name="Google Shape;2463;p19"/>
            <p:cNvSpPr/>
            <p:nvPr/>
          </p:nvSpPr>
          <p:spPr>
            <a:xfrm>
              <a:off x="6965450" y="3661000"/>
              <a:ext cx="70850" cy="74725"/>
            </a:xfrm>
            <a:custGeom>
              <a:rect b="b" l="l" r="r" t="t"/>
              <a:pathLst>
                <a:path extrusionOk="0" h="2989" w="2834">
                  <a:moveTo>
                    <a:pt x="2834" y="0"/>
                  </a:moveTo>
                  <a:lnTo>
                    <a:pt x="0" y="2739"/>
                  </a:lnTo>
                  <a:lnTo>
                    <a:pt x="393" y="2989"/>
                  </a:lnTo>
                  <a:lnTo>
                    <a:pt x="2834" y="631"/>
                  </a:lnTo>
                  <a:lnTo>
                    <a:pt x="28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4" name="Google Shape;2464;p19"/>
            <p:cNvSpPr/>
            <p:nvPr/>
          </p:nvSpPr>
          <p:spPr>
            <a:xfrm>
              <a:off x="6647850" y="3864600"/>
              <a:ext cx="184850" cy="181875"/>
            </a:xfrm>
            <a:custGeom>
              <a:rect b="b" l="l" r="r" t="t"/>
              <a:pathLst>
                <a:path extrusionOk="0" h="7275" w="7394">
                  <a:moveTo>
                    <a:pt x="7156" y="0"/>
                  </a:moveTo>
                  <a:lnTo>
                    <a:pt x="0" y="6953"/>
                  </a:lnTo>
                  <a:cubicBezTo>
                    <a:pt x="119" y="7025"/>
                    <a:pt x="226" y="7144"/>
                    <a:pt x="310" y="7275"/>
                  </a:cubicBezTo>
                  <a:lnTo>
                    <a:pt x="7394" y="405"/>
                  </a:lnTo>
                  <a:lnTo>
                    <a:pt x="7346" y="322"/>
                  </a:lnTo>
                  <a:cubicBezTo>
                    <a:pt x="7311" y="286"/>
                    <a:pt x="7275" y="238"/>
                    <a:pt x="7263" y="179"/>
                  </a:cubicBezTo>
                  <a:lnTo>
                    <a:pt x="715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5" name="Google Shape;2465;p19"/>
            <p:cNvSpPr/>
            <p:nvPr/>
          </p:nvSpPr>
          <p:spPr>
            <a:xfrm>
              <a:off x="6835375" y="3737800"/>
              <a:ext cx="131575" cy="122050"/>
            </a:xfrm>
            <a:custGeom>
              <a:rect b="b" l="l" r="r" t="t"/>
              <a:pathLst>
                <a:path extrusionOk="0" h="4882" w="5263">
                  <a:moveTo>
                    <a:pt x="4882" y="0"/>
                  </a:moveTo>
                  <a:lnTo>
                    <a:pt x="0" y="4727"/>
                  </a:lnTo>
                  <a:cubicBezTo>
                    <a:pt x="60" y="4703"/>
                    <a:pt x="119" y="4703"/>
                    <a:pt x="191" y="4703"/>
                  </a:cubicBezTo>
                  <a:cubicBezTo>
                    <a:pt x="310" y="4715"/>
                    <a:pt x="429" y="4775"/>
                    <a:pt x="488" y="4882"/>
                  </a:cubicBezTo>
                  <a:lnTo>
                    <a:pt x="5263" y="250"/>
                  </a:lnTo>
                  <a:lnTo>
                    <a:pt x="488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6" name="Google Shape;2466;p19"/>
            <p:cNvSpPr/>
            <p:nvPr/>
          </p:nvSpPr>
          <p:spPr>
            <a:xfrm>
              <a:off x="6647550" y="2926675"/>
              <a:ext cx="388750" cy="587000"/>
            </a:xfrm>
            <a:custGeom>
              <a:rect b="b" l="l" r="r" t="t"/>
              <a:pathLst>
                <a:path extrusionOk="0" h="23480" w="15550">
                  <a:moveTo>
                    <a:pt x="96" y="1"/>
                  </a:moveTo>
                  <a:lnTo>
                    <a:pt x="96" y="132"/>
                  </a:lnTo>
                  <a:cubicBezTo>
                    <a:pt x="84" y="251"/>
                    <a:pt x="60" y="358"/>
                    <a:pt x="0" y="441"/>
                  </a:cubicBezTo>
                  <a:lnTo>
                    <a:pt x="5739" y="8954"/>
                  </a:lnTo>
                  <a:lnTo>
                    <a:pt x="6025" y="9383"/>
                  </a:lnTo>
                  <a:lnTo>
                    <a:pt x="6561" y="10181"/>
                  </a:lnTo>
                  <a:lnTo>
                    <a:pt x="6608" y="10181"/>
                  </a:lnTo>
                  <a:cubicBezTo>
                    <a:pt x="6823" y="10192"/>
                    <a:pt x="7001" y="10395"/>
                    <a:pt x="6977" y="10621"/>
                  </a:cubicBezTo>
                  <a:cubicBezTo>
                    <a:pt x="6977" y="10669"/>
                    <a:pt x="6965" y="10692"/>
                    <a:pt x="6942" y="10740"/>
                  </a:cubicBezTo>
                  <a:lnTo>
                    <a:pt x="9918" y="15145"/>
                  </a:lnTo>
                  <a:cubicBezTo>
                    <a:pt x="10121" y="15193"/>
                    <a:pt x="10263" y="15372"/>
                    <a:pt x="10240" y="15574"/>
                  </a:cubicBezTo>
                  <a:lnTo>
                    <a:pt x="10240" y="15610"/>
                  </a:lnTo>
                  <a:lnTo>
                    <a:pt x="10371" y="15800"/>
                  </a:lnTo>
                  <a:lnTo>
                    <a:pt x="15550" y="23480"/>
                  </a:lnTo>
                  <a:lnTo>
                    <a:pt x="15550" y="22682"/>
                  </a:lnTo>
                  <a:lnTo>
                    <a:pt x="10728" y="15550"/>
                  </a:lnTo>
                  <a:lnTo>
                    <a:pt x="10478" y="15181"/>
                  </a:lnTo>
                  <a:lnTo>
                    <a:pt x="6263" y="8907"/>
                  </a:lnTo>
                  <a:lnTo>
                    <a:pt x="5977" y="8478"/>
                  </a:lnTo>
                  <a:lnTo>
                    <a:pt x="596" y="501"/>
                  </a:lnTo>
                  <a:lnTo>
                    <a:pt x="310" y="84"/>
                  </a:lnTo>
                  <a:cubicBezTo>
                    <a:pt x="262" y="25"/>
                    <a:pt x="179" y="1"/>
                    <a:pt x="9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7" name="Google Shape;2467;p19"/>
            <p:cNvSpPr/>
            <p:nvPr/>
          </p:nvSpPr>
          <p:spPr>
            <a:xfrm>
              <a:off x="6603800" y="3495625"/>
              <a:ext cx="7450" cy="13000"/>
            </a:xfrm>
            <a:custGeom>
              <a:rect b="b" l="l" r="r" t="t"/>
              <a:pathLst>
                <a:path extrusionOk="0" h="520" w="298">
                  <a:moveTo>
                    <a:pt x="237" y="0"/>
                  </a:moveTo>
                  <a:cubicBezTo>
                    <a:pt x="172" y="0"/>
                    <a:pt x="97" y="34"/>
                    <a:pt x="60" y="91"/>
                  </a:cubicBezTo>
                  <a:lnTo>
                    <a:pt x="60" y="115"/>
                  </a:lnTo>
                  <a:cubicBezTo>
                    <a:pt x="0" y="222"/>
                    <a:pt x="36" y="353"/>
                    <a:pt x="143" y="412"/>
                  </a:cubicBezTo>
                  <a:lnTo>
                    <a:pt x="298" y="519"/>
                  </a:lnTo>
                  <a:cubicBezTo>
                    <a:pt x="262" y="412"/>
                    <a:pt x="238" y="305"/>
                    <a:pt x="238" y="198"/>
                  </a:cubicBezTo>
                  <a:cubicBezTo>
                    <a:pt x="238" y="138"/>
                    <a:pt x="262" y="67"/>
                    <a:pt x="286" y="7"/>
                  </a:cubicBezTo>
                  <a:cubicBezTo>
                    <a:pt x="271" y="2"/>
                    <a:pt x="254" y="0"/>
                    <a:pt x="23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8" name="Google Shape;2468;p19"/>
            <p:cNvSpPr/>
            <p:nvPr/>
          </p:nvSpPr>
          <p:spPr>
            <a:xfrm>
              <a:off x="6640400" y="3514550"/>
              <a:ext cx="395900" cy="275350"/>
            </a:xfrm>
            <a:custGeom>
              <a:rect b="b" l="l" r="r" t="t"/>
              <a:pathLst>
                <a:path extrusionOk="0" h="11014" w="15836">
                  <a:moveTo>
                    <a:pt x="12" y="0"/>
                  </a:moveTo>
                  <a:lnTo>
                    <a:pt x="1" y="12"/>
                  </a:lnTo>
                  <a:lnTo>
                    <a:pt x="477" y="846"/>
                  </a:lnTo>
                  <a:lnTo>
                    <a:pt x="12681" y="8930"/>
                  </a:lnTo>
                  <a:lnTo>
                    <a:pt x="13062" y="9180"/>
                  </a:lnTo>
                  <a:lnTo>
                    <a:pt x="15836" y="11014"/>
                  </a:lnTo>
                  <a:lnTo>
                    <a:pt x="15836" y="10478"/>
                  </a:lnTo>
                  <a:lnTo>
                    <a:pt x="13395" y="8847"/>
                  </a:lnTo>
                  <a:lnTo>
                    <a:pt x="13002" y="8597"/>
                  </a:ln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9" name="Google Shape;2469;p19"/>
            <p:cNvSpPr/>
            <p:nvPr/>
          </p:nvSpPr>
          <p:spPr>
            <a:xfrm>
              <a:off x="6841925" y="4224750"/>
              <a:ext cx="194375" cy="153025"/>
            </a:xfrm>
            <a:custGeom>
              <a:rect b="b" l="l" r="r" t="t"/>
              <a:pathLst>
                <a:path extrusionOk="0" h="6121" w="7775">
                  <a:moveTo>
                    <a:pt x="560" y="1"/>
                  </a:moveTo>
                  <a:lnTo>
                    <a:pt x="0" y="120"/>
                  </a:lnTo>
                  <a:lnTo>
                    <a:pt x="7775" y="6121"/>
                  </a:lnTo>
                  <a:lnTo>
                    <a:pt x="7775" y="5549"/>
                  </a:lnTo>
                  <a:lnTo>
                    <a:pt x="5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0" name="Google Shape;2470;p19"/>
            <p:cNvSpPr/>
            <p:nvPr/>
          </p:nvSpPr>
          <p:spPr>
            <a:xfrm>
              <a:off x="6649325" y="4070575"/>
              <a:ext cx="195300" cy="148550"/>
            </a:xfrm>
            <a:custGeom>
              <a:rect b="b" l="l" r="r" t="t"/>
              <a:pathLst>
                <a:path extrusionOk="0" h="5942" w="7812">
                  <a:moveTo>
                    <a:pt x="263" y="0"/>
                  </a:moveTo>
                  <a:cubicBezTo>
                    <a:pt x="203" y="119"/>
                    <a:pt x="120" y="227"/>
                    <a:pt x="1" y="334"/>
                  </a:cubicBezTo>
                  <a:lnTo>
                    <a:pt x="48" y="405"/>
                  </a:lnTo>
                  <a:lnTo>
                    <a:pt x="7252" y="5942"/>
                  </a:lnTo>
                  <a:lnTo>
                    <a:pt x="7811" y="5811"/>
                  </a:lnTo>
                  <a:lnTo>
                    <a:pt x="26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1" name="Google Shape;2471;p19"/>
            <p:cNvSpPr/>
            <p:nvPr/>
          </p:nvSpPr>
          <p:spPr>
            <a:xfrm>
              <a:off x="6831200" y="3872325"/>
              <a:ext cx="180400" cy="298875"/>
            </a:xfrm>
            <a:custGeom>
              <a:rect b="b" l="l" r="r" t="t"/>
              <a:pathLst>
                <a:path extrusionOk="0" h="11955" w="7216">
                  <a:moveTo>
                    <a:pt x="0" y="1"/>
                  </a:moveTo>
                  <a:lnTo>
                    <a:pt x="48" y="72"/>
                  </a:lnTo>
                  <a:lnTo>
                    <a:pt x="6823" y="11955"/>
                  </a:lnTo>
                  <a:cubicBezTo>
                    <a:pt x="6918" y="11847"/>
                    <a:pt x="7073" y="11776"/>
                    <a:pt x="7216" y="11764"/>
                  </a:cubicBezTo>
                  <a:lnTo>
                    <a:pt x="4525" y="7025"/>
                  </a:lnTo>
                  <a:cubicBezTo>
                    <a:pt x="4465" y="7061"/>
                    <a:pt x="4394" y="7061"/>
                    <a:pt x="4334" y="7061"/>
                  </a:cubicBezTo>
                  <a:cubicBezTo>
                    <a:pt x="4108" y="7037"/>
                    <a:pt x="3941" y="6847"/>
                    <a:pt x="3965" y="6609"/>
                  </a:cubicBezTo>
                  <a:cubicBezTo>
                    <a:pt x="3977" y="6490"/>
                    <a:pt x="4037" y="6383"/>
                    <a:pt x="4120" y="6323"/>
                  </a:cubicBezTo>
                  <a:lnTo>
                    <a:pt x="548" y="60"/>
                  </a:lnTo>
                  <a:cubicBezTo>
                    <a:pt x="483" y="107"/>
                    <a:pt x="410" y="139"/>
                    <a:pt x="335" y="139"/>
                  </a:cubicBezTo>
                  <a:cubicBezTo>
                    <a:pt x="315" y="139"/>
                    <a:pt x="295" y="137"/>
                    <a:pt x="274" y="132"/>
                  </a:cubicBezTo>
                  <a:cubicBezTo>
                    <a:pt x="167" y="120"/>
                    <a:pt x="60" y="72"/>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2" name="Google Shape;2472;p19"/>
            <p:cNvSpPr/>
            <p:nvPr/>
          </p:nvSpPr>
          <p:spPr>
            <a:xfrm>
              <a:off x="6632950" y="3514850"/>
              <a:ext cx="202450" cy="354225"/>
            </a:xfrm>
            <a:custGeom>
              <a:rect b="b" l="l" r="r" t="t"/>
              <a:pathLst>
                <a:path extrusionOk="0" h="14169" w="8098">
                  <a:moveTo>
                    <a:pt x="310" y="0"/>
                  </a:moveTo>
                  <a:cubicBezTo>
                    <a:pt x="227" y="84"/>
                    <a:pt x="120" y="143"/>
                    <a:pt x="1" y="179"/>
                  </a:cubicBezTo>
                  <a:lnTo>
                    <a:pt x="1" y="358"/>
                  </a:lnTo>
                  <a:lnTo>
                    <a:pt x="7764" y="13990"/>
                  </a:lnTo>
                  <a:lnTo>
                    <a:pt x="7871" y="14169"/>
                  </a:lnTo>
                  <a:cubicBezTo>
                    <a:pt x="7859" y="14121"/>
                    <a:pt x="7859" y="14062"/>
                    <a:pt x="7859" y="14002"/>
                  </a:cubicBezTo>
                  <a:cubicBezTo>
                    <a:pt x="7859" y="13835"/>
                    <a:pt x="7954" y="13716"/>
                    <a:pt x="8097" y="13657"/>
                  </a:cubicBezTo>
                  <a:lnTo>
                    <a:pt x="787" y="834"/>
                  </a:lnTo>
                  <a:lnTo>
                    <a:pt x="31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3" name="Google Shape;2473;p19"/>
            <p:cNvSpPr/>
            <p:nvPr/>
          </p:nvSpPr>
          <p:spPr>
            <a:xfrm>
              <a:off x="6621650" y="3519025"/>
              <a:ext cx="17000" cy="515550"/>
            </a:xfrm>
            <a:custGeom>
              <a:rect b="b" l="l" r="r" t="t"/>
              <a:pathLst>
                <a:path extrusionOk="0" h="20622" w="680">
                  <a:moveTo>
                    <a:pt x="0" y="0"/>
                  </a:moveTo>
                  <a:lnTo>
                    <a:pt x="227" y="20622"/>
                  </a:lnTo>
                  <a:cubicBezTo>
                    <a:pt x="311" y="20605"/>
                    <a:pt x="389" y="20588"/>
                    <a:pt x="470" y="20588"/>
                  </a:cubicBezTo>
                  <a:cubicBezTo>
                    <a:pt x="503" y="20588"/>
                    <a:pt x="537" y="20591"/>
                    <a:pt x="572" y="20598"/>
                  </a:cubicBezTo>
                  <a:cubicBezTo>
                    <a:pt x="596" y="20598"/>
                    <a:pt x="643" y="20610"/>
                    <a:pt x="679" y="20610"/>
                  </a:cubicBezTo>
                  <a:lnTo>
                    <a:pt x="453" y="202"/>
                  </a:lnTo>
                  <a:lnTo>
                    <a:pt x="453" y="24"/>
                  </a:lnTo>
                  <a:cubicBezTo>
                    <a:pt x="387" y="32"/>
                    <a:pt x="333" y="46"/>
                    <a:pt x="278" y="46"/>
                  </a:cubicBezTo>
                  <a:cubicBezTo>
                    <a:pt x="253" y="46"/>
                    <a:pt x="229" y="43"/>
                    <a:pt x="203" y="36"/>
                  </a:cubicBezTo>
                  <a:cubicBezTo>
                    <a:pt x="143" y="36"/>
                    <a:pt x="60"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4" name="Google Shape;2474;p19"/>
            <p:cNvSpPr/>
            <p:nvPr/>
          </p:nvSpPr>
          <p:spPr>
            <a:xfrm>
              <a:off x="5767375" y="3510375"/>
              <a:ext cx="852500" cy="922475"/>
            </a:xfrm>
            <a:custGeom>
              <a:rect b="b" l="l" r="r" t="t"/>
              <a:pathLst>
                <a:path extrusionOk="0" h="36899" w="34100">
                  <a:moveTo>
                    <a:pt x="33779" y="1"/>
                  </a:moveTo>
                  <a:lnTo>
                    <a:pt x="1" y="36577"/>
                  </a:lnTo>
                  <a:cubicBezTo>
                    <a:pt x="143" y="36672"/>
                    <a:pt x="239" y="36779"/>
                    <a:pt x="334" y="36898"/>
                  </a:cubicBezTo>
                  <a:lnTo>
                    <a:pt x="34100" y="310"/>
                  </a:lnTo>
                  <a:cubicBezTo>
                    <a:pt x="33969" y="239"/>
                    <a:pt x="33862" y="132"/>
                    <a:pt x="3377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5" name="Google Shape;2475;p19"/>
            <p:cNvSpPr/>
            <p:nvPr/>
          </p:nvSpPr>
          <p:spPr>
            <a:xfrm>
              <a:off x="6299575" y="4069975"/>
              <a:ext cx="318525" cy="244400"/>
            </a:xfrm>
            <a:custGeom>
              <a:rect b="b" l="l" r="r" t="t"/>
              <a:pathLst>
                <a:path extrusionOk="0" h="9776" w="12741">
                  <a:moveTo>
                    <a:pt x="12455" y="1"/>
                  </a:moveTo>
                  <a:lnTo>
                    <a:pt x="1" y="9418"/>
                  </a:lnTo>
                  <a:cubicBezTo>
                    <a:pt x="108" y="9525"/>
                    <a:pt x="191" y="9645"/>
                    <a:pt x="263" y="9776"/>
                  </a:cubicBezTo>
                  <a:lnTo>
                    <a:pt x="12741" y="358"/>
                  </a:lnTo>
                  <a:cubicBezTo>
                    <a:pt x="12622" y="251"/>
                    <a:pt x="12514" y="131"/>
                    <a:pt x="1245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6" name="Google Shape;2476;p19"/>
            <p:cNvSpPr/>
            <p:nvPr/>
          </p:nvSpPr>
          <p:spPr>
            <a:xfrm>
              <a:off x="6312675" y="4246175"/>
              <a:ext cx="406325" cy="101975"/>
            </a:xfrm>
            <a:custGeom>
              <a:rect b="b" l="l" r="r" t="t"/>
              <a:pathLst>
                <a:path extrusionOk="0" h="4079" w="16253">
                  <a:moveTo>
                    <a:pt x="15931" y="1"/>
                  </a:moveTo>
                  <a:lnTo>
                    <a:pt x="13" y="3620"/>
                  </a:lnTo>
                  <a:cubicBezTo>
                    <a:pt x="25" y="3716"/>
                    <a:pt x="25" y="3799"/>
                    <a:pt x="13" y="3918"/>
                  </a:cubicBezTo>
                  <a:cubicBezTo>
                    <a:pt x="13" y="3966"/>
                    <a:pt x="13" y="4025"/>
                    <a:pt x="1" y="4073"/>
                  </a:cubicBezTo>
                  <a:cubicBezTo>
                    <a:pt x="17" y="4073"/>
                    <a:pt x="38" y="4078"/>
                    <a:pt x="61" y="4078"/>
                  </a:cubicBezTo>
                  <a:cubicBezTo>
                    <a:pt x="72" y="4078"/>
                    <a:pt x="84" y="4077"/>
                    <a:pt x="96" y="4073"/>
                  </a:cubicBezTo>
                  <a:lnTo>
                    <a:pt x="16253" y="394"/>
                  </a:lnTo>
                  <a:cubicBezTo>
                    <a:pt x="16074" y="346"/>
                    <a:pt x="15931" y="203"/>
                    <a:pt x="1593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7" name="Google Shape;2477;p19"/>
            <p:cNvSpPr/>
            <p:nvPr/>
          </p:nvSpPr>
          <p:spPr>
            <a:xfrm>
              <a:off x="6728200" y="4251550"/>
              <a:ext cx="2725" cy="2100"/>
            </a:xfrm>
            <a:custGeom>
              <a:rect b="b" l="l" r="r" t="t"/>
              <a:pathLst>
                <a:path extrusionOk="0" h="84" w="109">
                  <a:moveTo>
                    <a:pt x="72" y="0"/>
                  </a:moveTo>
                  <a:cubicBezTo>
                    <a:pt x="60" y="24"/>
                    <a:pt x="25" y="60"/>
                    <a:pt x="1" y="84"/>
                  </a:cubicBezTo>
                  <a:lnTo>
                    <a:pt x="108" y="60"/>
                  </a:ln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8" name="Google Shape;2478;p19"/>
            <p:cNvSpPr/>
            <p:nvPr/>
          </p:nvSpPr>
          <p:spPr>
            <a:xfrm>
              <a:off x="6736250" y="4181300"/>
              <a:ext cx="261950" cy="69375"/>
            </a:xfrm>
            <a:custGeom>
              <a:rect b="b" l="l" r="r" t="t"/>
              <a:pathLst>
                <a:path extrusionOk="0" h="2775" w="10478">
                  <a:moveTo>
                    <a:pt x="10442" y="0"/>
                  </a:moveTo>
                  <a:lnTo>
                    <a:pt x="4334" y="1382"/>
                  </a:lnTo>
                  <a:lnTo>
                    <a:pt x="3775" y="1513"/>
                  </a:lnTo>
                  <a:lnTo>
                    <a:pt x="0" y="2382"/>
                  </a:lnTo>
                  <a:lnTo>
                    <a:pt x="227" y="2775"/>
                  </a:lnTo>
                  <a:lnTo>
                    <a:pt x="4215" y="1870"/>
                  </a:lnTo>
                  <a:lnTo>
                    <a:pt x="4787" y="1739"/>
                  </a:lnTo>
                  <a:lnTo>
                    <a:pt x="10478" y="441"/>
                  </a:lnTo>
                  <a:cubicBezTo>
                    <a:pt x="10442" y="322"/>
                    <a:pt x="10406" y="203"/>
                    <a:pt x="10418" y="72"/>
                  </a:cubicBezTo>
                  <a:cubicBezTo>
                    <a:pt x="10418" y="36"/>
                    <a:pt x="10442" y="24"/>
                    <a:pt x="1044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9" name="Google Shape;2479;p19"/>
            <p:cNvSpPr/>
            <p:nvPr/>
          </p:nvSpPr>
          <p:spPr>
            <a:xfrm>
              <a:off x="6640400" y="4078600"/>
              <a:ext cx="213150" cy="382525"/>
            </a:xfrm>
            <a:custGeom>
              <a:rect b="b" l="l" r="r" t="t"/>
              <a:pathLst>
                <a:path extrusionOk="0" h="15301" w="8526">
                  <a:moveTo>
                    <a:pt x="405" y="1"/>
                  </a:moveTo>
                  <a:cubicBezTo>
                    <a:pt x="286" y="84"/>
                    <a:pt x="143" y="156"/>
                    <a:pt x="1" y="191"/>
                  </a:cubicBezTo>
                  <a:lnTo>
                    <a:pt x="3275" y="6275"/>
                  </a:lnTo>
                  <a:lnTo>
                    <a:pt x="3322" y="6275"/>
                  </a:lnTo>
                  <a:cubicBezTo>
                    <a:pt x="3537" y="6311"/>
                    <a:pt x="3703" y="6502"/>
                    <a:pt x="3691" y="6728"/>
                  </a:cubicBezTo>
                  <a:cubicBezTo>
                    <a:pt x="3680" y="6799"/>
                    <a:pt x="3644" y="6859"/>
                    <a:pt x="3620" y="6918"/>
                  </a:cubicBezTo>
                  <a:lnTo>
                    <a:pt x="3644" y="6978"/>
                  </a:lnTo>
                  <a:lnTo>
                    <a:pt x="8121" y="15300"/>
                  </a:lnTo>
                  <a:lnTo>
                    <a:pt x="8180" y="15193"/>
                  </a:lnTo>
                  <a:cubicBezTo>
                    <a:pt x="8204" y="15193"/>
                    <a:pt x="8204" y="15181"/>
                    <a:pt x="8216" y="15157"/>
                  </a:cubicBezTo>
                  <a:lnTo>
                    <a:pt x="8228" y="15146"/>
                  </a:lnTo>
                  <a:lnTo>
                    <a:pt x="8240" y="15134"/>
                  </a:lnTo>
                  <a:cubicBezTo>
                    <a:pt x="8240" y="15122"/>
                    <a:pt x="8263" y="15122"/>
                    <a:pt x="8263" y="15122"/>
                  </a:cubicBezTo>
                  <a:cubicBezTo>
                    <a:pt x="8263" y="15122"/>
                    <a:pt x="8263" y="15098"/>
                    <a:pt x="8275" y="15098"/>
                  </a:cubicBezTo>
                  <a:lnTo>
                    <a:pt x="8287" y="15098"/>
                  </a:lnTo>
                  <a:cubicBezTo>
                    <a:pt x="8287" y="15086"/>
                    <a:pt x="8299" y="15086"/>
                    <a:pt x="8299" y="15086"/>
                  </a:cubicBezTo>
                  <a:lnTo>
                    <a:pt x="8525" y="15026"/>
                  </a:lnTo>
                  <a:lnTo>
                    <a:pt x="4120" y="6871"/>
                  </a:lnTo>
                  <a:lnTo>
                    <a:pt x="3894" y="6466"/>
                  </a:lnTo>
                  <a:lnTo>
                    <a:pt x="441" y="72"/>
                  </a:lnTo>
                  <a:lnTo>
                    <a:pt x="40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0" name="Google Shape;2480;p19"/>
            <p:cNvSpPr/>
            <p:nvPr/>
          </p:nvSpPr>
          <p:spPr>
            <a:xfrm>
              <a:off x="6851450" y="4463175"/>
              <a:ext cx="184850" cy="115525"/>
            </a:xfrm>
            <a:custGeom>
              <a:rect b="b" l="l" r="r" t="t"/>
              <a:pathLst>
                <a:path extrusionOk="0" h="4621" w="7394">
                  <a:moveTo>
                    <a:pt x="488" y="1"/>
                  </a:moveTo>
                  <a:lnTo>
                    <a:pt x="60" y="108"/>
                  </a:lnTo>
                  <a:lnTo>
                    <a:pt x="0" y="227"/>
                  </a:lnTo>
                  <a:lnTo>
                    <a:pt x="7394" y="4620"/>
                  </a:lnTo>
                  <a:lnTo>
                    <a:pt x="7394" y="4096"/>
                  </a:lnTo>
                  <a:lnTo>
                    <a:pt x="48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1" name="Google Shape;2481;p19"/>
            <p:cNvSpPr/>
            <p:nvPr/>
          </p:nvSpPr>
          <p:spPr>
            <a:xfrm>
              <a:off x="6847575" y="4406025"/>
              <a:ext cx="188425" cy="60450"/>
            </a:xfrm>
            <a:custGeom>
              <a:rect b="b" l="l" r="r" t="t"/>
              <a:pathLst>
                <a:path extrusionOk="0" h="2418" w="7537">
                  <a:moveTo>
                    <a:pt x="17" y="1997"/>
                  </a:moveTo>
                  <a:cubicBezTo>
                    <a:pt x="11" y="1998"/>
                    <a:pt x="6" y="2000"/>
                    <a:pt x="0" y="2001"/>
                  </a:cubicBezTo>
                  <a:lnTo>
                    <a:pt x="17" y="1997"/>
                  </a:lnTo>
                  <a:close/>
                  <a:moveTo>
                    <a:pt x="7537" y="1"/>
                  </a:moveTo>
                  <a:lnTo>
                    <a:pt x="167" y="1965"/>
                  </a:lnTo>
                  <a:lnTo>
                    <a:pt x="17" y="1997"/>
                  </a:lnTo>
                  <a:lnTo>
                    <a:pt x="17" y="1997"/>
                  </a:lnTo>
                  <a:cubicBezTo>
                    <a:pt x="29" y="1995"/>
                    <a:pt x="43" y="1994"/>
                    <a:pt x="57" y="1994"/>
                  </a:cubicBezTo>
                  <a:cubicBezTo>
                    <a:pt x="92" y="1994"/>
                    <a:pt x="129" y="2002"/>
                    <a:pt x="167" y="2025"/>
                  </a:cubicBezTo>
                  <a:cubicBezTo>
                    <a:pt x="286" y="2084"/>
                    <a:pt x="310" y="2215"/>
                    <a:pt x="250" y="2322"/>
                  </a:cubicBezTo>
                  <a:lnTo>
                    <a:pt x="215" y="2418"/>
                  </a:lnTo>
                  <a:lnTo>
                    <a:pt x="631" y="2299"/>
                  </a:lnTo>
                  <a:lnTo>
                    <a:pt x="7537" y="453"/>
                  </a:lnTo>
                  <a:lnTo>
                    <a:pt x="753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2" name="Google Shape;2482;p19"/>
            <p:cNvSpPr/>
            <p:nvPr/>
          </p:nvSpPr>
          <p:spPr>
            <a:xfrm>
              <a:off x="6725825" y="4654575"/>
              <a:ext cx="17300" cy="9550"/>
            </a:xfrm>
            <a:custGeom>
              <a:rect b="b" l="l" r="r" t="t"/>
              <a:pathLst>
                <a:path extrusionOk="0" h="382" w="692">
                  <a:moveTo>
                    <a:pt x="227" y="0"/>
                  </a:moveTo>
                  <a:lnTo>
                    <a:pt x="1" y="381"/>
                  </a:lnTo>
                  <a:lnTo>
                    <a:pt x="525" y="381"/>
                  </a:lnTo>
                  <a:lnTo>
                    <a:pt x="691" y="84"/>
                  </a:ln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3" name="Google Shape;2483;p19"/>
            <p:cNvSpPr/>
            <p:nvPr/>
          </p:nvSpPr>
          <p:spPr>
            <a:xfrm>
              <a:off x="6737150" y="4455550"/>
              <a:ext cx="117875" cy="190425"/>
            </a:xfrm>
            <a:custGeom>
              <a:rect b="b" l="l" r="r" t="t"/>
              <a:pathLst>
                <a:path extrusionOk="0" h="7617" w="4715">
                  <a:moveTo>
                    <a:pt x="4478" y="0"/>
                  </a:moveTo>
                  <a:cubicBezTo>
                    <a:pt x="4455" y="0"/>
                    <a:pt x="4430" y="3"/>
                    <a:pt x="4405" y="8"/>
                  </a:cubicBezTo>
                  <a:cubicBezTo>
                    <a:pt x="4405" y="20"/>
                    <a:pt x="4382" y="20"/>
                    <a:pt x="4382" y="20"/>
                  </a:cubicBezTo>
                  <a:lnTo>
                    <a:pt x="4370" y="20"/>
                  </a:lnTo>
                  <a:lnTo>
                    <a:pt x="4358" y="32"/>
                  </a:lnTo>
                  <a:cubicBezTo>
                    <a:pt x="4358" y="56"/>
                    <a:pt x="4346" y="56"/>
                    <a:pt x="4346" y="56"/>
                  </a:cubicBezTo>
                  <a:lnTo>
                    <a:pt x="4334" y="68"/>
                  </a:lnTo>
                  <a:lnTo>
                    <a:pt x="4310" y="79"/>
                  </a:lnTo>
                  <a:cubicBezTo>
                    <a:pt x="4298" y="79"/>
                    <a:pt x="4298" y="91"/>
                    <a:pt x="4286" y="115"/>
                  </a:cubicBezTo>
                  <a:lnTo>
                    <a:pt x="4227" y="222"/>
                  </a:lnTo>
                  <a:lnTo>
                    <a:pt x="0" y="7521"/>
                  </a:lnTo>
                  <a:lnTo>
                    <a:pt x="453" y="7616"/>
                  </a:lnTo>
                  <a:lnTo>
                    <a:pt x="4548" y="508"/>
                  </a:lnTo>
                  <a:lnTo>
                    <a:pt x="4608" y="389"/>
                  </a:lnTo>
                  <a:lnTo>
                    <a:pt x="4655" y="318"/>
                  </a:lnTo>
                  <a:cubicBezTo>
                    <a:pt x="4715" y="210"/>
                    <a:pt x="4667" y="79"/>
                    <a:pt x="4560" y="20"/>
                  </a:cubicBezTo>
                  <a:cubicBezTo>
                    <a:pt x="4539" y="6"/>
                    <a:pt x="4510" y="0"/>
                    <a:pt x="447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4" name="Google Shape;2484;p19"/>
            <p:cNvSpPr/>
            <p:nvPr/>
          </p:nvSpPr>
          <p:spPr>
            <a:xfrm>
              <a:off x="6337975" y="4576300"/>
              <a:ext cx="3900" cy="5375"/>
            </a:xfrm>
            <a:custGeom>
              <a:rect b="b" l="l" r="r" t="t"/>
              <a:pathLst>
                <a:path extrusionOk="0" h="215" w="156">
                  <a:moveTo>
                    <a:pt x="1" y="0"/>
                  </a:moveTo>
                  <a:lnTo>
                    <a:pt x="1" y="0"/>
                  </a:lnTo>
                  <a:cubicBezTo>
                    <a:pt x="13" y="95"/>
                    <a:pt x="72" y="179"/>
                    <a:pt x="156" y="214"/>
                  </a:cubicBezTo>
                  <a:lnTo>
                    <a:pt x="156" y="48"/>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5" name="Google Shape;2485;p19"/>
            <p:cNvSpPr/>
            <p:nvPr/>
          </p:nvSpPr>
          <p:spPr>
            <a:xfrm>
              <a:off x="6410025" y="4583425"/>
              <a:ext cx="434000" cy="80700"/>
            </a:xfrm>
            <a:custGeom>
              <a:rect b="b" l="l" r="r" t="t"/>
              <a:pathLst>
                <a:path extrusionOk="0" h="3228" w="17360">
                  <a:moveTo>
                    <a:pt x="107" y="1"/>
                  </a:moveTo>
                  <a:cubicBezTo>
                    <a:pt x="95" y="144"/>
                    <a:pt x="60" y="298"/>
                    <a:pt x="0" y="429"/>
                  </a:cubicBezTo>
                  <a:lnTo>
                    <a:pt x="12859" y="2846"/>
                  </a:lnTo>
                  <a:lnTo>
                    <a:pt x="13323" y="2930"/>
                  </a:lnTo>
                  <a:lnTo>
                    <a:pt x="14931" y="3227"/>
                  </a:lnTo>
                  <a:lnTo>
                    <a:pt x="17359" y="3227"/>
                  </a:lnTo>
                  <a:lnTo>
                    <a:pt x="13561" y="2513"/>
                  </a:lnTo>
                  <a:lnTo>
                    <a:pt x="13097" y="2418"/>
                  </a:lnTo>
                  <a:lnTo>
                    <a:pt x="10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6" name="Google Shape;2486;p19"/>
            <p:cNvSpPr/>
            <p:nvPr/>
          </p:nvSpPr>
          <p:spPr>
            <a:xfrm>
              <a:off x="5778675" y="4344125"/>
              <a:ext cx="436700" cy="105675"/>
            </a:xfrm>
            <a:custGeom>
              <a:rect b="b" l="l" r="r" t="t"/>
              <a:pathLst>
                <a:path extrusionOk="0" h="4227" w="17468">
                  <a:moveTo>
                    <a:pt x="17384" y="0"/>
                  </a:moveTo>
                  <a:lnTo>
                    <a:pt x="1" y="3786"/>
                  </a:lnTo>
                  <a:cubicBezTo>
                    <a:pt x="25" y="3905"/>
                    <a:pt x="60" y="4048"/>
                    <a:pt x="49" y="4179"/>
                  </a:cubicBezTo>
                  <a:lnTo>
                    <a:pt x="49" y="4227"/>
                  </a:lnTo>
                  <a:lnTo>
                    <a:pt x="17467" y="429"/>
                  </a:lnTo>
                  <a:cubicBezTo>
                    <a:pt x="17432" y="286"/>
                    <a:pt x="17396" y="155"/>
                    <a:pt x="1738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7" name="Google Shape;2487;p19"/>
            <p:cNvSpPr/>
            <p:nvPr/>
          </p:nvSpPr>
          <p:spPr>
            <a:xfrm>
              <a:off x="5778975" y="4449775"/>
              <a:ext cx="566475" cy="127425"/>
            </a:xfrm>
            <a:custGeom>
              <a:rect b="b" l="l" r="r" t="t"/>
              <a:pathLst>
                <a:path extrusionOk="0" h="5097" w="22659">
                  <a:moveTo>
                    <a:pt x="48" y="1"/>
                  </a:moveTo>
                  <a:cubicBezTo>
                    <a:pt x="37" y="72"/>
                    <a:pt x="13" y="132"/>
                    <a:pt x="1" y="191"/>
                  </a:cubicBezTo>
                  <a:lnTo>
                    <a:pt x="691" y="596"/>
                  </a:lnTo>
                  <a:lnTo>
                    <a:pt x="22373" y="5061"/>
                  </a:lnTo>
                  <a:lnTo>
                    <a:pt x="22539" y="5097"/>
                  </a:lnTo>
                  <a:cubicBezTo>
                    <a:pt x="22551" y="4942"/>
                    <a:pt x="22575" y="4799"/>
                    <a:pt x="22658" y="4656"/>
                  </a:cubicBez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8" name="Google Shape;2488;p19"/>
            <p:cNvSpPr/>
            <p:nvPr/>
          </p:nvSpPr>
          <p:spPr>
            <a:xfrm>
              <a:off x="6395425" y="4603375"/>
              <a:ext cx="42600" cy="60750"/>
            </a:xfrm>
            <a:custGeom>
              <a:rect b="b" l="l" r="r" t="t"/>
              <a:pathLst>
                <a:path extrusionOk="0" h="2430" w="1704">
                  <a:moveTo>
                    <a:pt x="346" y="0"/>
                  </a:moveTo>
                  <a:cubicBezTo>
                    <a:pt x="239" y="120"/>
                    <a:pt x="144" y="215"/>
                    <a:pt x="1" y="286"/>
                  </a:cubicBezTo>
                  <a:lnTo>
                    <a:pt x="1191" y="2429"/>
                  </a:lnTo>
                  <a:lnTo>
                    <a:pt x="1703" y="2429"/>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9" name="Google Shape;2489;p19"/>
            <p:cNvSpPr/>
            <p:nvPr/>
          </p:nvSpPr>
          <p:spPr>
            <a:xfrm>
              <a:off x="6271300" y="4385800"/>
              <a:ext cx="100350" cy="163725"/>
            </a:xfrm>
            <a:custGeom>
              <a:rect b="b" l="l" r="r" t="t"/>
              <a:pathLst>
                <a:path extrusionOk="0" h="6549" w="4014">
                  <a:moveTo>
                    <a:pt x="429" y="0"/>
                  </a:moveTo>
                  <a:cubicBezTo>
                    <a:pt x="298" y="60"/>
                    <a:pt x="144" y="107"/>
                    <a:pt x="1" y="131"/>
                  </a:cubicBezTo>
                  <a:lnTo>
                    <a:pt x="3585" y="6548"/>
                  </a:lnTo>
                  <a:cubicBezTo>
                    <a:pt x="3716" y="6477"/>
                    <a:pt x="3870" y="6429"/>
                    <a:pt x="4013" y="6406"/>
                  </a:cubicBezTo>
                  <a:lnTo>
                    <a:pt x="42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0" name="Google Shape;2490;p19"/>
            <p:cNvSpPr/>
            <p:nvPr/>
          </p:nvSpPr>
          <p:spPr>
            <a:xfrm>
              <a:off x="5772725" y="4454250"/>
              <a:ext cx="364950" cy="209875"/>
            </a:xfrm>
            <a:custGeom>
              <a:rect b="b" l="l" r="r" t="t"/>
              <a:pathLst>
                <a:path extrusionOk="0" h="8395" w="14598">
                  <a:moveTo>
                    <a:pt x="239" y="0"/>
                  </a:moveTo>
                  <a:cubicBezTo>
                    <a:pt x="179" y="155"/>
                    <a:pt x="108" y="286"/>
                    <a:pt x="1" y="393"/>
                  </a:cubicBezTo>
                  <a:lnTo>
                    <a:pt x="13705" y="8394"/>
                  </a:lnTo>
                  <a:lnTo>
                    <a:pt x="14598" y="8394"/>
                  </a:lnTo>
                  <a:lnTo>
                    <a:pt x="918" y="417"/>
                  </a:ln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1" name="Google Shape;2491;p19"/>
            <p:cNvSpPr/>
            <p:nvPr/>
          </p:nvSpPr>
          <p:spPr>
            <a:xfrm>
              <a:off x="6341850" y="4544475"/>
              <a:ext cx="72350" cy="71050"/>
            </a:xfrm>
            <a:custGeom>
              <a:rect b="b" l="l" r="r" t="t"/>
              <a:pathLst>
                <a:path extrusionOk="0" h="2842" w="2894">
                  <a:moveTo>
                    <a:pt x="1417" y="1"/>
                  </a:moveTo>
                  <a:cubicBezTo>
                    <a:pt x="1338" y="1"/>
                    <a:pt x="1261" y="15"/>
                    <a:pt x="1179" y="23"/>
                  </a:cubicBezTo>
                  <a:cubicBezTo>
                    <a:pt x="1036" y="59"/>
                    <a:pt x="882" y="94"/>
                    <a:pt x="751" y="166"/>
                  </a:cubicBezTo>
                  <a:cubicBezTo>
                    <a:pt x="465" y="321"/>
                    <a:pt x="239" y="559"/>
                    <a:pt x="108" y="856"/>
                  </a:cubicBezTo>
                  <a:cubicBezTo>
                    <a:pt x="60" y="987"/>
                    <a:pt x="24" y="1142"/>
                    <a:pt x="1" y="1285"/>
                  </a:cubicBezTo>
                  <a:lnTo>
                    <a:pt x="1" y="1297"/>
                  </a:lnTo>
                  <a:lnTo>
                    <a:pt x="1" y="1464"/>
                  </a:lnTo>
                  <a:cubicBezTo>
                    <a:pt x="36" y="2178"/>
                    <a:pt x="584" y="2773"/>
                    <a:pt x="1298" y="2833"/>
                  </a:cubicBezTo>
                  <a:cubicBezTo>
                    <a:pt x="1351" y="2839"/>
                    <a:pt x="1403" y="2842"/>
                    <a:pt x="1455" y="2842"/>
                  </a:cubicBezTo>
                  <a:cubicBezTo>
                    <a:pt x="1707" y="2842"/>
                    <a:pt x="1946" y="2771"/>
                    <a:pt x="2144" y="2642"/>
                  </a:cubicBezTo>
                  <a:cubicBezTo>
                    <a:pt x="2287" y="2571"/>
                    <a:pt x="2382" y="2476"/>
                    <a:pt x="2489" y="2345"/>
                  </a:cubicBezTo>
                  <a:cubicBezTo>
                    <a:pt x="2584" y="2225"/>
                    <a:pt x="2656" y="2106"/>
                    <a:pt x="2715" y="1975"/>
                  </a:cubicBezTo>
                  <a:cubicBezTo>
                    <a:pt x="2775" y="1833"/>
                    <a:pt x="2799" y="1690"/>
                    <a:pt x="2822" y="1535"/>
                  </a:cubicBezTo>
                  <a:cubicBezTo>
                    <a:pt x="2894" y="761"/>
                    <a:pt x="2310" y="82"/>
                    <a:pt x="1525" y="11"/>
                  </a:cubicBezTo>
                  <a:cubicBezTo>
                    <a:pt x="1488" y="4"/>
                    <a:pt x="1452" y="1"/>
                    <a:pt x="141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2" name="Google Shape;2492;p19"/>
            <p:cNvSpPr/>
            <p:nvPr/>
          </p:nvSpPr>
          <p:spPr>
            <a:xfrm>
              <a:off x="6212375" y="4289200"/>
              <a:ext cx="100625" cy="100600"/>
            </a:xfrm>
            <a:custGeom>
              <a:rect b="b" l="l" r="r" t="t"/>
              <a:pathLst>
                <a:path extrusionOk="0" h="4024" w="4025">
                  <a:moveTo>
                    <a:pt x="2038" y="1"/>
                  </a:moveTo>
                  <a:cubicBezTo>
                    <a:pt x="1006" y="1"/>
                    <a:pt x="115" y="796"/>
                    <a:pt x="24" y="1840"/>
                  </a:cubicBezTo>
                  <a:cubicBezTo>
                    <a:pt x="0" y="1959"/>
                    <a:pt x="0" y="2078"/>
                    <a:pt x="24" y="2197"/>
                  </a:cubicBezTo>
                  <a:cubicBezTo>
                    <a:pt x="36" y="2352"/>
                    <a:pt x="60" y="2495"/>
                    <a:pt x="108" y="2626"/>
                  </a:cubicBezTo>
                  <a:cubicBezTo>
                    <a:pt x="358" y="3376"/>
                    <a:pt x="1036" y="3935"/>
                    <a:pt x="1846" y="4019"/>
                  </a:cubicBezTo>
                  <a:cubicBezTo>
                    <a:pt x="1890" y="4022"/>
                    <a:pt x="1934" y="4023"/>
                    <a:pt x="1978" y="4023"/>
                  </a:cubicBezTo>
                  <a:cubicBezTo>
                    <a:pt x="2107" y="4023"/>
                    <a:pt x="2230" y="4010"/>
                    <a:pt x="2346" y="3983"/>
                  </a:cubicBezTo>
                  <a:cubicBezTo>
                    <a:pt x="2501" y="3971"/>
                    <a:pt x="2655" y="3924"/>
                    <a:pt x="2786" y="3864"/>
                  </a:cubicBezTo>
                  <a:cubicBezTo>
                    <a:pt x="3417" y="3602"/>
                    <a:pt x="3894" y="3031"/>
                    <a:pt x="4013" y="2328"/>
                  </a:cubicBezTo>
                  <a:cubicBezTo>
                    <a:pt x="4013" y="2292"/>
                    <a:pt x="4025" y="2233"/>
                    <a:pt x="4025" y="2185"/>
                  </a:cubicBezTo>
                  <a:lnTo>
                    <a:pt x="4025" y="1899"/>
                  </a:lnTo>
                  <a:cubicBezTo>
                    <a:pt x="3989" y="1578"/>
                    <a:pt x="3906" y="1257"/>
                    <a:pt x="3739" y="995"/>
                  </a:cubicBezTo>
                  <a:cubicBezTo>
                    <a:pt x="3667" y="864"/>
                    <a:pt x="3572" y="745"/>
                    <a:pt x="3465" y="637"/>
                  </a:cubicBezTo>
                  <a:cubicBezTo>
                    <a:pt x="3144" y="292"/>
                    <a:pt x="2703" y="54"/>
                    <a:pt x="2191" y="6"/>
                  </a:cubicBezTo>
                  <a:cubicBezTo>
                    <a:pt x="2140" y="2"/>
                    <a:pt x="2089" y="1"/>
                    <a:pt x="20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3" name="Google Shape;2493;p19"/>
            <p:cNvSpPr/>
            <p:nvPr/>
          </p:nvSpPr>
          <p:spPr>
            <a:xfrm>
              <a:off x="6886575" y="1575550"/>
              <a:ext cx="19050" cy="17950"/>
            </a:xfrm>
            <a:custGeom>
              <a:rect b="b" l="l" r="r" t="t"/>
              <a:pathLst>
                <a:path extrusionOk="0" h="718" w="762">
                  <a:moveTo>
                    <a:pt x="367" y="0"/>
                  </a:moveTo>
                  <a:cubicBezTo>
                    <a:pt x="308" y="0"/>
                    <a:pt x="251" y="22"/>
                    <a:pt x="202" y="51"/>
                  </a:cubicBezTo>
                  <a:cubicBezTo>
                    <a:pt x="95" y="111"/>
                    <a:pt x="36" y="206"/>
                    <a:pt x="24" y="325"/>
                  </a:cubicBezTo>
                  <a:cubicBezTo>
                    <a:pt x="0" y="539"/>
                    <a:pt x="155" y="706"/>
                    <a:pt x="345" y="718"/>
                  </a:cubicBezTo>
                  <a:cubicBezTo>
                    <a:pt x="405" y="718"/>
                    <a:pt x="464" y="706"/>
                    <a:pt x="512" y="682"/>
                  </a:cubicBezTo>
                  <a:cubicBezTo>
                    <a:pt x="631" y="646"/>
                    <a:pt x="714" y="539"/>
                    <a:pt x="738" y="384"/>
                  </a:cubicBezTo>
                  <a:cubicBezTo>
                    <a:pt x="762" y="194"/>
                    <a:pt x="595" y="15"/>
                    <a:pt x="405" y="3"/>
                  </a:cubicBezTo>
                  <a:cubicBezTo>
                    <a:pt x="392" y="1"/>
                    <a:pt x="380" y="0"/>
                    <a:pt x="3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4" name="Google Shape;2494;p19"/>
            <p:cNvSpPr/>
            <p:nvPr/>
          </p:nvSpPr>
          <p:spPr>
            <a:xfrm>
              <a:off x="6612725" y="2909675"/>
              <a:ext cx="36925" cy="36225"/>
            </a:xfrm>
            <a:custGeom>
              <a:rect b="b" l="l" r="r" t="t"/>
              <a:pathLst>
                <a:path extrusionOk="0" h="1449" w="1477">
                  <a:moveTo>
                    <a:pt x="765" y="1"/>
                  </a:moveTo>
                  <a:cubicBezTo>
                    <a:pt x="380" y="1"/>
                    <a:pt x="59" y="291"/>
                    <a:pt x="36" y="669"/>
                  </a:cubicBezTo>
                  <a:cubicBezTo>
                    <a:pt x="0" y="1074"/>
                    <a:pt x="298" y="1419"/>
                    <a:pt x="703" y="1443"/>
                  </a:cubicBezTo>
                  <a:cubicBezTo>
                    <a:pt x="732" y="1446"/>
                    <a:pt x="761" y="1448"/>
                    <a:pt x="790" y="1448"/>
                  </a:cubicBezTo>
                  <a:cubicBezTo>
                    <a:pt x="1039" y="1448"/>
                    <a:pt x="1252" y="1312"/>
                    <a:pt x="1369" y="1109"/>
                  </a:cubicBezTo>
                  <a:cubicBezTo>
                    <a:pt x="1429" y="1014"/>
                    <a:pt x="1465" y="907"/>
                    <a:pt x="1477" y="788"/>
                  </a:cubicBezTo>
                  <a:cubicBezTo>
                    <a:pt x="1477" y="752"/>
                    <a:pt x="1477" y="705"/>
                    <a:pt x="1465" y="657"/>
                  </a:cubicBezTo>
                  <a:lnTo>
                    <a:pt x="1465" y="645"/>
                  </a:lnTo>
                  <a:cubicBezTo>
                    <a:pt x="1417" y="312"/>
                    <a:pt x="1167" y="38"/>
                    <a:pt x="810" y="2"/>
                  </a:cubicBezTo>
                  <a:cubicBezTo>
                    <a:pt x="795" y="1"/>
                    <a:pt x="780" y="1"/>
                    <a:pt x="7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5" name="Google Shape;2495;p19"/>
            <p:cNvSpPr/>
            <p:nvPr/>
          </p:nvSpPr>
          <p:spPr>
            <a:xfrm>
              <a:off x="6607950" y="4033250"/>
              <a:ext cx="50925" cy="50550"/>
            </a:xfrm>
            <a:custGeom>
              <a:rect b="b" l="l" r="r" t="t"/>
              <a:pathLst>
                <a:path extrusionOk="0" h="2022" w="2037">
                  <a:moveTo>
                    <a:pt x="1019" y="1"/>
                  </a:moveTo>
                  <a:cubicBezTo>
                    <a:pt x="930" y="1"/>
                    <a:pt x="843" y="14"/>
                    <a:pt x="763" y="41"/>
                  </a:cubicBezTo>
                  <a:cubicBezTo>
                    <a:pt x="358" y="148"/>
                    <a:pt x="48" y="505"/>
                    <a:pt x="13" y="934"/>
                  </a:cubicBezTo>
                  <a:cubicBezTo>
                    <a:pt x="1" y="1124"/>
                    <a:pt x="25" y="1291"/>
                    <a:pt x="108" y="1458"/>
                  </a:cubicBezTo>
                  <a:cubicBezTo>
                    <a:pt x="179" y="1600"/>
                    <a:pt x="275" y="1720"/>
                    <a:pt x="394" y="1815"/>
                  </a:cubicBezTo>
                  <a:cubicBezTo>
                    <a:pt x="537" y="1934"/>
                    <a:pt x="727" y="2005"/>
                    <a:pt x="941" y="2017"/>
                  </a:cubicBezTo>
                  <a:cubicBezTo>
                    <a:pt x="969" y="2020"/>
                    <a:pt x="997" y="2021"/>
                    <a:pt x="1024" y="2021"/>
                  </a:cubicBezTo>
                  <a:cubicBezTo>
                    <a:pt x="1110" y="2021"/>
                    <a:pt x="1187" y="2006"/>
                    <a:pt x="1251" y="1970"/>
                  </a:cubicBezTo>
                  <a:cubicBezTo>
                    <a:pt x="1406" y="1946"/>
                    <a:pt x="1537" y="1874"/>
                    <a:pt x="1656" y="1779"/>
                  </a:cubicBezTo>
                  <a:cubicBezTo>
                    <a:pt x="1775" y="1696"/>
                    <a:pt x="1858" y="1589"/>
                    <a:pt x="1918" y="1470"/>
                  </a:cubicBezTo>
                  <a:cubicBezTo>
                    <a:pt x="1977" y="1350"/>
                    <a:pt x="2013" y="1219"/>
                    <a:pt x="2025" y="1077"/>
                  </a:cubicBezTo>
                  <a:cubicBezTo>
                    <a:pt x="2037" y="874"/>
                    <a:pt x="2001" y="660"/>
                    <a:pt x="1894" y="505"/>
                  </a:cubicBezTo>
                  <a:cubicBezTo>
                    <a:pt x="1799" y="362"/>
                    <a:pt x="1703" y="267"/>
                    <a:pt x="1584" y="172"/>
                  </a:cubicBezTo>
                  <a:cubicBezTo>
                    <a:pt x="1465" y="100"/>
                    <a:pt x="1346" y="53"/>
                    <a:pt x="1203" y="29"/>
                  </a:cubicBezTo>
                  <a:cubicBezTo>
                    <a:pt x="1179" y="29"/>
                    <a:pt x="1132" y="5"/>
                    <a:pt x="1108" y="5"/>
                  </a:cubicBezTo>
                  <a:cubicBezTo>
                    <a:pt x="1078" y="2"/>
                    <a:pt x="1049" y="1"/>
                    <a:pt x="101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6" name="Google Shape;2496;p19"/>
            <p:cNvSpPr/>
            <p:nvPr/>
          </p:nvSpPr>
          <p:spPr>
            <a:xfrm>
              <a:off x="6996400" y="4166875"/>
              <a:ext cx="36325" cy="36000"/>
            </a:xfrm>
            <a:custGeom>
              <a:rect b="b" l="l" r="r" t="t"/>
              <a:pathLst>
                <a:path extrusionOk="0" h="1440" w="1453">
                  <a:moveTo>
                    <a:pt x="733" y="1"/>
                  </a:moveTo>
                  <a:cubicBezTo>
                    <a:pt x="700" y="1"/>
                    <a:pt x="671" y="6"/>
                    <a:pt x="631" y="6"/>
                  </a:cubicBezTo>
                  <a:cubicBezTo>
                    <a:pt x="465" y="18"/>
                    <a:pt x="334" y="101"/>
                    <a:pt x="227" y="196"/>
                  </a:cubicBezTo>
                  <a:cubicBezTo>
                    <a:pt x="119" y="304"/>
                    <a:pt x="60" y="423"/>
                    <a:pt x="36" y="577"/>
                  </a:cubicBezTo>
                  <a:cubicBezTo>
                    <a:pt x="36" y="601"/>
                    <a:pt x="12" y="613"/>
                    <a:pt x="12" y="649"/>
                  </a:cubicBezTo>
                  <a:cubicBezTo>
                    <a:pt x="0" y="780"/>
                    <a:pt x="36" y="899"/>
                    <a:pt x="84" y="1030"/>
                  </a:cubicBezTo>
                  <a:cubicBezTo>
                    <a:pt x="191" y="1256"/>
                    <a:pt x="405" y="1423"/>
                    <a:pt x="667" y="1435"/>
                  </a:cubicBezTo>
                  <a:cubicBezTo>
                    <a:pt x="696" y="1438"/>
                    <a:pt x="724" y="1440"/>
                    <a:pt x="752" y="1440"/>
                  </a:cubicBezTo>
                  <a:cubicBezTo>
                    <a:pt x="1119" y="1440"/>
                    <a:pt x="1419" y="1156"/>
                    <a:pt x="1441" y="780"/>
                  </a:cubicBezTo>
                  <a:cubicBezTo>
                    <a:pt x="1453" y="399"/>
                    <a:pt x="1155" y="42"/>
                    <a:pt x="786" y="6"/>
                  </a:cubicBezTo>
                  <a:cubicBezTo>
                    <a:pt x="766" y="2"/>
                    <a:pt x="749" y="1"/>
                    <a:pt x="73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7" name="Google Shape;2497;p19"/>
            <p:cNvSpPr/>
            <p:nvPr/>
          </p:nvSpPr>
          <p:spPr>
            <a:xfrm>
              <a:off x="6710350" y="4394000"/>
              <a:ext cx="37225" cy="35950"/>
            </a:xfrm>
            <a:custGeom>
              <a:rect b="b" l="l" r="r" t="t"/>
              <a:pathLst>
                <a:path extrusionOk="0" h="1438" w="1489">
                  <a:moveTo>
                    <a:pt x="737" y="0"/>
                  </a:moveTo>
                  <a:cubicBezTo>
                    <a:pt x="370" y="0"/>
                    <a:pt x="70" y="284"/>
                    <a:pt x="48" y="660"/>
                  </a:cubicBezTo>
                  <a:cubicBezTo>
                    <a:pt x="1" y="1053"/>
                    <a:pt x="298" y="1398"/>
                    <a:pt x="703" y="1434"/>
                  </a:cubicBezTo>
                  <a:cubicBezTo>
                    <a:pt x="724" y="1436"/>
                    <a:pt x="746" y="1437"/>
                    <a:pt x="767" y="1437"/>
                  </a:cubicBezTo>
                  <a:cubicBezTo>
                    <a:pt x="1133" y="1437"/>
                    <a:pt x="1443" y="1151"/>
                    <a:pt x="1477" y="779"/>
                  </a:cubicBezTo>
                  <a:cubicBezTo>
                    <a:pt x="1489" y="386"/>
                    <a:pt x="1203" y="41"/>
                    <a:pt x="822" y="5"/>
                  </a:cubicBezTo>
                  <a:cubicBezTo>
                    <a:pt x="793" y="2"/>
                    <a:pt x="765" y="0"/>
                    <a:pt x="73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8" name="Google Shape;2498;p19"/>
            <p:cNvSpPr/>
            <p:nvPr/>
          </p:nvSpPr>
          <p:spPr>
            <a:xfrm>
              <a:off x="6609750" y="3484075"/>
              <a:ext cx="35725" cy="35675"/>
            </a:xfrm>
            <a:custGeom>
              <a:rect b="b" l="l" r="r" t="t"/>
              <a:pathLst>
                <a:path extrusionOk="0" h="1427" w="1429">
                  <a:moveTo>
                    <a:pt x="700" y="1"/>
                  </a:moveTo>
                  <a:cubicBezTo>
                    <a:pt x="418" y="1"/>
                    <a:pt x="158" y="184"/>
                    <a:pt x="60" y="458"/>
                  </a:cubicBezTo>
                  <a:cubicBezTo>
                    <a:pt x="48" y="517"/>
                    <a:pt x="24" y="577"/>
                    <a:pt x="24" y="648"/>
                  </a:cubicBezTo>
                  <a:cubicBezTo>
                    <a:pt x="0" y="755"/>
                    <a:pt x="36" y="850"/>
                    <a:pt x="60" y="958"/>
                  </a:cubicBezTo>
                  <a:cubicBezTo>
                    <a:pt x="84" y="993"/>
                    <a:pt x="84" y="1005"/>
                    <a:pt x="95" y="1041"/>
                  </a:cubicBezTo>
                  <a:cubicBezTo>
                    <a:pt x="155" y="1172"/>
                    <a:pt x="274" y="1279"/>
                    <a:pt x="405" y="1350"/>
                  </a:cubicBezTo>
                  <a:cubicBezTo>
                    <a:pt x="417" y="1362"/>
                    <a:pt x="453" y="1362"/>
                    <a:pt x="465" y="1374"/>
                  </a:cubicBezTo>
                  <a:cubicBezTo>
                    <a:pt x="524" y="1398"/>
                    <a:pt x="584" y="1422"/>
                    <a:pt x="655" y="1422"/>
                  </a:cubicBezTo>
                  <a:cubicBezTo>
                    <a:pt x="683" y="1425"/>
                    <a:pt x="710" y="1427"/>
                    <a:pt x="736" y="1427"/>
                  </a:cubicBezTo>
                  <a:cubicBezTo>
                    <a:pt x="799" y="1427"/>
                    <a:pt x="858" y="1418"/>
                    <a:pt x="917" y="1410"/>
                  </a:cubicBezTo>
                  <a:cubicBezTo>
                    <a:pt x="1036" y="1374"/>
                    <a:pt x="1155" y="1315"/>
                    <a:pt x="1227" y="1243"/>
                  </a:cubicBezTo>
                  <a:lnTo>
                    <a:pt x="1238" y="1231"/>
                  </a:lnTo>
                  <a:cubicBezTo>
                    <a:pt x="1346" y="1112"/>
                    <a:pt x="1417" y="958"/>
                    <a:pt x="1429" y="779"/>
                  </a:cubicBezTo>
                  <a:cubicBezTo>
                    <a:pt x="1429" y="684"/>
                    <a:pt x="1429" y="600"/>
                    <a:pt x="1405" y="517"/>
                  </a:cubicBezTo>
                  <a:cubicBezTo>
                    <a:pt x="1358" y="362"/>
                    <a:pt x="1262" y="231"/>
                    <a:pt x="1143" y="148"/>
                  </a:cubicBezTo>
                  <a:cubicBezTo>
                    <a:pt x="1048" y="65"/>
                    <a:pt x="917" y="29"/>
                    <a:pt x="774" y="5"/>
                  </a:cubicBezTo>
                  <a:cubicBezTo>
                    <a:pt x="749" y="2"/>
                    <a:pt x="724" y="1"/>
                    <a:pt x="70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9" name="Google Shape;2499;p19"/>
            <p:cNvSpPr/>
            <p:nvPr/>
          </p:nvSpPr>
          <p:spPr>
            <a:xfrm>
              <a:off x="7027050" y="3205875"/>
              <a:ext cx="8950" cy="31275"/>
            </a:xfrm>
            <a:custGeom>
              <a:rect b="b" l="l" r="r" t="t"/>
              <a:pathLst>
                <a:path extrusionOk="0" h="1251" w="358">
                  <a:moveTo>
                    <a:pt x="358" y="1"/>
                  </a:moveTo>
                  <a:cubicBezTo>
                    <a:pt x="334" y="25"/>
                    <a:pt x="310" y="36"/>
                    <a:pt x="298" y="48"/>
                  </a:cubicBezTo>
                  <a:cubicBezTo>
                    <a:pt x="132" y="167"/>
                    <a:pt x="13" y="346"/>
                    <a:pt x="1" y="572"/>
                  </a:cubicBezTo>
                  <a:cubicBezTo>
                    <a:pt x="1" y="656"/>
                    <a:pt x="1" y="751"/>
                    <a:pt x="25" y="834"/>
                  </a:cubicBezTo>
                  <a:cubicBezTo>
                    <a:pt x="72" y="989"/>
                    <a:pt x="179" y="1108"/>
                    <a:pt x="275" y="1215"/>
                  </a:cubicBezTo>
                  <a:cubicBezTo>
                    <a:pt x="310" y="1227"/>
                    <a:pt x="322" y="1239"/>
                    <a:pt x="358" y="1251"/>
                  </a:cubicBezTo>
                  <a:lnTo>
                    <a:pt x="358" y="1"/>
                  </a:ln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0" name="Google Shape;2500;p19"/>
            <p:cNvSpPr/>
            <p:nvPr/>
          </p:nvSpPr>
          <p:spPr>
            <a:xfrm>
              <a:off x="6923175" y="1659900"/>
              <a:ext cx="35750" cy="35150"/>
            </a:xfrm>
            <a:custGeom>
              <a:rect b="b" l="l" r="r" t="t"/>
              <a:pathLst>
                <a:path extrusionOk="0" h="1406" w="1430">
                  <a:moveTo>
                    <a:pt x="681" y="1"/>
                  </a:moveTo>
                  <a:cubicBezTo>
                    <a:pt x="607" y="1"/>
                    <a:pt x="536" y="18"/>
                    <a:pt x="477" y="35"/>
                  </a:cubicBezTo>
                  <a:cubicBezTo>
                    <a:pt x="227" y="130"/>
                    <a:pt x="24" y="344"/>
                    <a:pt x="12" y="642"/>
                  </a:cubicBezTo>
                  <a:cubicBezTo>
                    <a:pt x="0" y="844"/>
                    <a:pt x="60" y="1035"/>
                    <a:pt x="179" y="1166"/>
                  </a:cubicBezTo>
                  <a:cubicBezTo>
                    <a:pt x="262" y="1285"/>
                    <a:pt x="405" y="1356"/>
                    <a:pt x="548" y="1392"/>
                  </a:cubicBezTo>
                  <a:cubicBezTo>
                    <a:pt x="584" y="1392"/>
                    <a:pt x="608" y="1404"/>
                    <a:pt x="655" y="1404"/>
                  </a:cubicBezTo>
                  <a:cubicBezTo>
                    <a:pt x="677" y="1405"/>
                    <a:pt x="698" y="1406"/>
                    <a:pt x="720" y="1406"/>
                  </a:cubicBezTo>
                  <a:cubicBezTo>
                    <a:pt x="874" y="1406"/>
                    <a:pt x="1016" y="1367"/>
                    <a:pt x="1132" y="1273"/>
                  </a:cubicBezTo>
                  <a:cubicBezTo>
                    <a:pt x="1263" y="1178"/>
                    <a:pt x="1370" y="1023"/>
                    <a:pt x="1394" y="844"/>
                  </a:cubicBezTo>
                  <a:cubicBezTo>
                    <a:pt x="1394" y="820"/>
                    <a:pt x="1417" y="797"/>
                    <a:pt x="1417" y="761"/>
                  </a:cubicBezTo>
                  <a:cubicBezTo>
                    <a:pt x="1429" y="546"/>
                    <a:pt x="1334" y="332"/>
                    <a:pt x="1191" y="189"/>
                  </a:cubicBezTo>
                  <a:cubicBezTo>
                    <a:pt x="1132" y="130"/>
                    <a:pt x="1060" y="82"/>
                    <a:pt x="977" y="46"/>
                  </a:cubicBezTo>
                  <a:cubicBezTo>
                    <a:pt x="917" y="35"/>
                    <a:pt x="846" y="11"/>
                    <a:pt x="774" y="11"/>
                  </a:cubicBezTo>
                  <a:cubicBezTo>
                    <a:pt x="743" y="4"/>
                    <a:pt x="712" y="1"/>
                    <a:pt x="6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1" name="Google Shape;2501;p19"/>
            <p:cNvSpPr/>
            <p:nvPr/>
          </p:nvSpPr>
          <p:spPr>
            <a:xfrm>
              <a:off x="6526400" y="2260750"/>
              <a:ext cx="36625" cy="35900"/>
            </a:xfrm>
            <a:custGeom>
              <a:rect b="b" l="l" r="r" t="t"/>
              <a:pathLst>
                <a:path extrusionOk="0" h="1436" w="1465">
                  <a:moveTo>
                    <a:pt x="756" y="1"/>
                  </a:moveTo>
                  <a:cubicBezTo>
                    <a:pt x="382" y="1"/>
                    <a:pt x="82" y="287"/>
                    <a:pt x="48" y="658"/>
                  </a:cubicBezTo>
                  <a:cubicBezTo>
                    <a:pt x="0" y="1063"/>
                    <a:pt x="298" y="1408"/>
                    <a:pt x="703" y="1432"/>
                  </a:cubicBezTo>
                  <a:cubicBezTo>
                    <a:pt x="727" y="1435"/>
                    <a:pt x="751" y="1436"/>
                    <a:pt x="775" y="1436"/>
                  </a:cubicBezTo>
                  <a:cubicBezTo>
                    <a:pt x="986" y="1436"/>
                    <a:pt x="1182" y="1343"/>
                    <a:pt x="1310" y="1182"/>
                  </a:cubicBezTo>
                  <a:cubicBezTo>
                    <a:pt x="1405" y="1075"/>
                    <a:pt x="1465" y="944"/>
                    <a:pt x="1465" y="765"/>
                  </a:cubicBezTo>
                  <a:lnTo>
                    <a:pt x="1465" y="754"/>
                  </a:lnTo>
                  <a:lnTo>
                    <a:pt x="1465" y="682"/>
                  </a:lnTo>
                  <a:cubicBezTo>
                    <a:pt x="1453" y="515"/>
                    <a:pt x="1393" y="384"/>
                    <a:pt x="1298" y="265"/>
                  </a:cubicBezTo>
                  <a:cubicBezTo>
                    <a:pt x="1179" y="123"/>
                    <a:pt x="1012" y="27"/>
                    <a:pt x="822" y="3"/>
                  </a:cubicBezTo>
                  <a:cubicBezTo>
                    <a:pt x="800" y="2"/>
                    <a:pt x="778" y="1"/>
                    <a:pt x="75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2" name="Google Shape;2502;p19"/>
            <p:cNvSpPr/>
            <p:nvPr/>
          </p:nvSpPr>
          <p:spPr>
            <a:xfrm>
              <a:off x="5728375" y="4421425"/>
              <a:ext cx="51825" cy="50475"/>
            </a:xfrm>
            <a:custGeom>
              <a:rect b="b" l="l" r="r" t="t"/>
              <a:pathLst>
                <a:path extrusionOk="0" h="2019" w="2073">
                  <a:moveTo>
                    <a:pt x="1045" y="0"/>
                  </a:moveTo>
                  <a:cubicBezTo>
                    <a:pt x="521" y="0"/>
                    <a:pt x="71" y="402"/>
                    <a:pt x="48" y="932"/>
                  </a:cubicBezTo>
                  <a:cubicBezTo>
                    <a:pt x="1" y="1492"/>
                    <a:pt x="418" y="1980"/>
                    <a:pt x="965" y="2016"/>
                  </a:cubicBezTo>
                  <a:cubicBezTo>
                    <a:pt x="992" y="2018"/>
                    <a:pt x="1019" y="2019"/>
                    <a:pt x="1046" y="2019"/>
                  </a:cubicBezTo>
                  <a:cubicBezTo>
                    <a:pt x="1333" y="2019"/>
                    <a:pt x="1579" y="1903"/>
                    <a:pt x="1775" y="1718"/>
                  </a:cubicBezTo>
                  <a:cubicBezTo>
                    <a:pt x="1870" y="1611"/>
                    <a:pt x="1965" y="1480"/>
                    <a:pt x="2013" y="1325"/>
                  </a:cubicBezTo>
                  <a:cubicBezTo>
                    <a:pt x="2037" y="1266"/>
                    <a:pt x="2037" y="1194"/>
                    <a:pt x="2061" y="1135"/>
                  </a:cubicBezTo>
                  <a:lnTo>
                    <a:pt x="2061" y="1123"/>
                  </a:lnTo>
                  <a:lnTo>
                    <a:pt x="2061" y="1075"/>
                  </a:lnTo>
                  <a:cubicBezTo>
                    <a:pt x="2072" y="944"/>
                    <a:pt x="2061" y="813"/>
                    <a:pt x="2013" y="671"/>
                  </a:cubicBezTo>
                  <a:cubicBezTo>
                    <a:pt x="1977" y="599"/>
                    <a:pt x="1942" y="528"/>
                    <a:pt x="1894" y="456"/>
                  </a:cubicBezTo>
                  <a:cubicBezTo>
                    <a:pt x="1822" y="337"/>
                    <a:pt x="1703" y="218"/>
                    <a:pt x="1561" y="135"/>
                  </a:cubicBezTo>
                  <a:cubicBezTo>
                    <a:pt x="1430" y="63"/>
                    <a:pt x="1275" y="16"/>
                    <a:pt x="1132" y="4"/>
                  </a:cubicBezTo>
                  <a:cubicBezTo>
                    <a:pt x="1103" y="1"/>
                    <a:pt x="1074" y="0"/>
                    <a:pt x="104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3" name="Google Shape;2503;p19"/>
            <p:cNvSpPr/>
            <p:nvPr/>
          </p:nvSpPr>
          <p:spPr>
            <a:xfrm>
              <a:off x="6710950" y="4235475"/>
              <a:ext cx="20850" cy="20600"/>
            </a:xfrm>
            <a:custGeom>
              <a:rect b="b" l="l" r="r" t="t"/>
              <a:pathLst>
                <a:path extrusionOk="0" h="824" w="834">
                  <a:moveTo>
                    <a:pt x="405" y="0"/>
                  </a:moveTo>
                  <a:cubicBezTo>
                    <a:pt x="203" y="0"/>
                    <a:pt x="24" y="155"/>
                    <a:pt x="0" y="369"/>
                  </a:cubicBezTo>
                  <a:lnTo>
                    <a:pt x="0" y="417"/>
                  </a:lnTo>
                  <a:cubicBezTo>
                    <a:pt x="24" y="608"/>
                    <a:pt x="143" y="762"/>
                    <a:pt x="322" y="810"/>
                  </a:cubicBezTo>
                  <a:cubicBezTo>
                    <a:pt x="334" y="822"/>
                    <a:pt x="358" y="822"/>
                    <a:pt x="381" y="822"/>
                  </a:cubicBezTo>
                  <a:cubicBezTo>
                    <a:pt x="394" y="823"/>
                    <a:pt x="406" y="824"/>
                    <a:pt x="418" y="824"/>
                  </a:cubicBezTo>
                  <a:cubicBezTo>
                    <a:pt x="520" y="824"/>
                    <a:pt x="604" y="780"/>
                    <a:pt x="679" y="727"/>
                  </a:cubicBezTo>
                  <a:cubicBezTo>
                    <a:pt x="703" y="703"/>
                    <a:pt x="739" y="667"/>
                    <a:pt x="750" y="643"/>
                  </a:cubicBezTo>
                  <a:cubicBezTo>
                    <a:pt x="798" y="584"/>
                    <a:pt x="822" y="524"/>
                    <a:pt x="822" y="453"/>
                  </a:cubicBezTo>
                  <a:cubicBezTo>
                    <a:pt x="834" y="227"/>
                    <a:pt x="679" y="36"/>
                    <a:pt x="4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4" name="Google Shape;2504;p19"/>
            <p:cNvSpPr/>
            <p:nvPr/>
          </p:nvSpPr>
          <p:spPr>
            <a:xfrm>
              <a:off x="6828225" y="3855375"/>
              <a:ext cx="21150" cy="20450"/>
            </a:xfrm>
            <a:custGeom>
              <a:rect b="b" l="l" r="r" t="t"/>
              <a:pathLst>
                <a:path extrusionOk="0" h="818" w="846">
                  <a:moveTo>
                    <a:pt x="465" y="0"/>
                  </a:moveTo>
                  <a:cubicBezTo>
                    <a:pt x="393" y="0"/>
                    <a:pt x="334" y="12"/>
                    <a:pt x="274" y="24"/>
                  </a:cubicBezTo>
                  <a:lnTo>
                    <a:pt x="250" y="24"/>
                  </a:lnTo>
                  <a:cubicBezTo>
                    <a:pt x="119" y="83"/>
                    <a:pt x="36" y="203"/>
                    <a:pt x="12" y="369"/>
                  </a:cubicBezTo>
                  <a:cubicBezTo>
                    <a:pt x="0" y="429"/>
                    <a:pt x="12" y="488"/>
                    <a:pt x="36" y="536"/>
                  </a:cubicBezTo>
                  <a:cubicBezTo>
                    <a:pt x="60" y="595"/>
                    <a:pt x="96" y="631"/>
                    <a:pt x="119" y="679"/>
                  </a:cubicBezTo>
                  <a:cubicBezTo>
                    <a:pt x="191" y="774"/>
                    <a:pt x="286" y="810"/>
                    <a:pt x="369" y="810"/>
                  </a:cubicBezTo>
                  <a:cubicBezTo>
                    <a:pt x="392" y="815"/>
                    <a:pt x="415" y="817"/>
                    <a:pt x="438" y="817"/>
                  </a:cubicBezTo>
                  <a:cubicBezTo>
                    <a:pt x="521" y="817"/>
                    <a:pt x="599" y="785"/>
                    <a:pt x="655" y="738"/>
                  </a:cubicBezTo>
                  <a:cubicBezTo>
                    <a:pt x="762" y="679"/>
                    <a:pt x="822" y="572"/>
                    <a:pt x="834" y="441"/>
                  </a:cubicBezTo>
                  <a:cubicBezTo>
                    <a:pt x="846" y="357"/>
                    <a:pt x="822" y="250"/>
                    <a:pt x="762" y="179"/>
                  </a:cubicBezTo>
                  <a:cubicBezTo>
                    <a:pt x="703" y="72"/>
                    <a:pt x="596" y="12"/>
                    <a:pt x="46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5" name="Google Shape;2505;p19"/>
            <p:cNvSpPr/>
            <p:nvPr/>
          </p:nvSpPr>
          <p:spPr>
            <a:xfrm>
              <a:off x="6930325" y="4028600"/>
              <a:ext cx="21450" cy="20575"/>
            </a:xfrm>
            <a:custGeom>
              <a:rect b="b" l="l" r="r" t="t"/>
              <a:pathLst>
                <a:path extrusionOk="0" h="823" w="858">
                  <a:moveTo>
                    <a:pt x="476" y="1"/>
                  </a:moveTo>
                  <a:cubicBezTo>
                    <a:pt x="357" y="1"/>
                    <a:pt x="250" y="36"/>
                    <a:pt x="179" y="96"/>
                  </a:cubicBezTo>
                  <a:cubicBezTo>
                    <a:pt x="84" y="155"/>
                    <a:pt x="24" y="251"/>
                    <a:pt x="12" y="370"/>
                  </a:cubicBezTo>
                  <a:cubicBezTo>
                    <a:pt x="0" y="608"/>
                    <a:pt x="143" y="810"/>
                    <a:pt x="381" y="822"/>
                  </a:cubicBezTo>
                  <a:cubicBezTo>
                    <a:pt x="453" y="822"/>
                    <a:pt x="512" y="810"/>
                    <a:pt x="572" y="786"/>
                  </a:cubicBezTo>
                  <a:cubicBezTo>
                    <a:pt x="727" y="751"/>
                    <a:pt x="834" y="608"/>
                    <a:pt x="846" y="453"/>
                  </a:cubicBezTo>
                  <a:cubicBezTo>
                    <a:pt x="857" y="215"/>
                    <a:pt x="679" y="12"/>
                    <a:pt x="4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6" name="Google Shape;2506;p19"/>
            <p:cNvSpPr/>
            <p:nvPr/>
          </p:nvSpPr>
          <p:spPr>
            <a:xfrm>
              <a:off x="6984800" y="3178775"/>
              <a:ext cx="21450" cy="20600"/>
            </a:xfrm>
            <a:custGeom>
              <a:rect b="b" l="l" r="r" t="t"/>
              <a:pathLst>
                <a:path extrusionOk="0" h="824" w="858">
                  <a:moveTo>
                    <a:pt x="440" y="1"/>
                  </a:moveTo>
                  <a:cubicBezTo>
                    <a:pt x="225" y="1"/>
                    <a:pt x="47" y="152"/>
                    <a:pt x="24" y="370"/>
                  </a:cubicBezTo>
                  <a:cubicBezTo>
                    <a:pt x="0" y="608"/>
                    <a:pt x="155" y="799"/>
                    <a:pt x="393" y="823"/>
                  </a:cubicBezTo>
                  <a:cubicBezTo>
                    <a:pt x="402" y="823"/>
                    <a:pt x="411" y="823"/>
                    <a:pt x="420" y="823"/>
                  </a:cubicBezTo>
                  <a:cubicBezTo>
                    <a:pt x="646" y="823"/>
                    <a:pt x="822" y="682"/>
                    <a:pt x="834" y="442"/>
                  </a:cubicBezTo>
                  <a:cubicBezTo>
                    <a:pt x="857" y="204"/>
                    <a:pt x="703" y="13"/>
                    <a:pt x="464" y="1"/>
                  </a:cubicBezTo>
                  <a:cubicBezTo>
                    <a:pt x="456" y="1"/>
                    <a:pt x="448" y="1"/>
                    <a:pt x="4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7" name="Google Shape;2507;p19"/>
            <p:cNvSpPr/>
            <p:nvPr/>
          </p:nvSpPr>
          <p:spPr>
            <a:xfrm>
              <a:off x="6950250" y="2089625"/>
              <a:ext cx="20875" cy="20600"/>
            </a:xfrm>
            <a:custGeom>
              <a:rect b="b" l="l" r="r" t="t"/>
              <a:pathLst>
                <a:path extrusionOk="0" h="824" w="835">
                  <a:moveTo>
                    <a:pt x="410" y="1"/>
                  </a:moveTo>
                  <a:cubicBezTo>
                    <a:pt x="287" y="1"/>
                    <a:pt x="183" y="47"/>
                    <a:pt x="108" y="121"/>
                  </a:cubicBezTo>
                  <a:cubicBezTo>
                    <a:pt x="49" y="205"/>
                    <a:pt x="1" y="276"/>
                    <a:pt x="1" y="383"/>
                  </a:cubicBezTo>
                  <a:lnTo>
                    <a:pt x="1" y="419"/>
                  </a:lnTo>
                  <a:cubicBezTo>
                    <a:pt x="1" y="574"/>
                    <a:pt x="72" y="693"/>
                    <a:pt x="191" y="764"/>
                  </a:cubicBezTo>
                  <a:cubicBezTo>
                    <a:pt x="239" y="800"/>
                    <a:pt x="299" y="824"/>
                    <a:pt x="370" y="824"/>
                  </a:cubicBezTo>
                  <a:cubicBezTo>
                    <a:pt x="441" y="824"/>
                    <a:pt x="525" y="812"/>
                    <a:pt x="584" y="776"/>
                  </a:cubicBezTo>
                  <a:cubicBezTo>
                    <a:pt x="692" y="741"/>
                    <a:pt x="751" y="657"/>
                    <a:pt x="787" y="574"/>
                  </a:cubicBezTo>
                  <a:cubicBezTo>
                    <a:pt x="811" y="538"/>
                    <a:pt x="822" y="502"/>
                    <a:pt x="822" y="455"/>
                  </a:cubicBezTo>
                  <a:cubicBezTo>
                    <a:pt x="834" y="324"/>
                    <a:pt x="787" y="217"/>
                    <a:pt x="703" y="121"/>
                  </a:cubicBezTo>
                  <a:cubicBezTo>
                    <a:pt x="656" y="98"/>
                    <a:pt x="608" y="50"/>
                    <a:pt x="549" y="38"/>
                  </a:cubicBezTo>
                  <a:cubicBezTo>
                    <a:pt x="525" y="26"/>
                    <a:pt x="489" y="2"/>
                    <a:pt x="453" y="2"/>
                  </a:cubicBezTo>
                  <a:cubicBezTo>
                    <a:pt x="439" y="1"/>
                    <a:pt x="424" y="1"/>
                    <a:pt x="4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8" name="Google Shape;2508;p19"/>
            <p:cNvSpPr/>
            <p:nvPr/>
          </p:nvSpPr>
          <p:spPr>
            <a:xfrm>
              <a:off x="6882700" y="3304975"/>
              <a:ext cx="21450" cy="20600"/>
            </a:xfrm>
            <a:custGeom>
              <a:rect b="b" l="l" r="r" t="t"/>
              <a:pathLst>
                <a:path extrusionOk="0" h="824" w="858">
                  <a:moveTo>
                    <a:pt x="425" y="1"/>
                  </a:moveTo>
                  <a:cubicBezTo>
                    <a:pt x="200" y="1"/>
                    <a:pt x="24" y="142"/>
                    <a:pt x="12" y="371"/>
                  </a:cubicBezTo>
                  <a:cubicBezTo>
                    <a:pt x="0" y="490"/>
                    <a:pt x="36" y="597"/>
                    <a:pt x="119" y="680"/>
                  </a:cubicBezTo>
                  <a:cubicBezTo>
                    <a:pt x="179" y="764"/>
                    <a:pt x="274" y="799"/>
                    <a:pt x="381" y="823"/>
                  </a:cubicBezTo>
                  <a:cubicBezTo>
                    <a:pt x="391" y="824"/>
                    <a:pt x="400" y="824"/>
                    <a:pt x="410" y="824"/>
                  </a:cubicBezTo>
                  <a:cubicBezTo>
                    <a:pt x="623" y="824"/>
                    <a:pt x="799" y="694"/>
                    <a:pt x="834" y="478"/>
                  </a:cubicBezTo>
                  <a:lnTo>
                    <a:pt x="834" y="442"/>
                  </a:lnTo>
                  <a:cubicBezTo>
                    <a:pt x="857" y="252"/>
                    <a:pt x="727" y="61"/>
                    <a:pt x="512" y="13"/>
                  </a:cubicBezTo>
                  <a:cubicBezTo>
                    <a:pt x="500" y="2"/>
                    <a:pt x="476" y="2"/>
                    <a:pt x="453" y="2"/>
                  </a:cubicBezTo>
                  <a:cubicBezTo>
                    <a:pt x="443" y="1"/>
                    <a:pt x="434" y="1"/>
                    <a:pt x="4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9" name="Google Shape;2509;p19"/>
            <p:cNvSpPr/>
            <p:nvPr/>
          </p:nvSpPr>
          <p:spPr>
            <a:xfrm>
              <a:off x="6801125" y="3180575"/>
              <a:ext cx="21475" cy="20600"/>
            </a:xfrm>
            <a:custGeom>
              <a:rect b="b" l="l" r="r" t="t"/>
              <a:pathLst>
                <a:path extrusionOk="0" h="824" w="859">
                  <a:moveTo>
                    <a:pt x="418" y="1"/>
                  </a:moveTo>
                  <a:cubicBezTo>
                    <a:pt x="203" y="1"/>
                    <a:pt x="25" y="155"/>
                    <a:pt x="13" y="370"/>
                  </a:cubicBezTo>
                  <a:cubicBezTo>
                    <a:pt x="1" y="620"/>
                    <a:pt x="144" y="810"/>
                    <a:pt x="382" y="822"/>
                  </a:cubicBezTo>
                  <a:cubicBezTo>
                    <a:pt x="392" y="823"/>
                    <a:pt x="402" y="823"/>
                    <a:pt x="412" y="823"/>
                  </a:cubicBezTo>
                  <a:cubicBezTo>
                    <a:pt x="579" y="823"/>
                    <a:pt x="731" y="730"/>
                    <a:pt x="799" y="572"/>
                  </a:cubicBezTo>
                  <a:cubicBezTo>
                    <a:pt x="822" y="536"/>
                    <a:pt x="834" y="489"/>
                    <a:pt x="834" y="453"/>
                  </a:cubicBezTo>
                  <a:cubicBezTo>
                    <a:pt x="858" y="227"/>
                    <a:pt x="703" y="25"/>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10" name="Google Shape;2510;p19"/>
          <p:cNvGrpSpPr/>
          <p:nvPr/>
        </p:nvGrpSpPr>
        <p:grpSpPr>
          <a:xfrm flipH="1" rot="5400000">
            <a:off x="1305405" y="-1305407"/>
            <a:ext cx="1834029" cy="4444824"/>
            <a:chOff x="5728375" y="1492875"/>
            <a:chExt cx="1308525" cy="3171250"/>
          </a:xfrm>
        </p:grpSpPr>
        <p:sp>
          <p:nvSpPr>
            <p:cNvPr id="2511" name="Google Shape;2511;p19"/>
            <p:cNvSpPr/>
            <p:nvPr/>
          </p:nvSpPr>
          <p:spPr>
            <a:xfrm>
              <a:off x="6942225" y="2835900"/>
              <a:ext cx="625" cy="925"/>
            </a:xfrm>
            <a:custGeom>
              <a:rect b="b" l="l" r="r" t="t"/>
              <a:pathLst>
                <a:path extrusionOk="0" h="37" w="25">
                  <a:moveTo>
                    <a:pt x="24" y="0"/>
                  </a:moveTo>
                  <a:lnTo>
                    <a:pt x="24" y="0"/>
                  </a:lnTo>
                  <a:cubicBezTo>
                    <a:pt x="12" y="12"/>
                    <a:pt x="12" y="24"/>
                    <a:pt x="0" y="36"/>
                  </a:cubicBezTo>
                  <a:cubicBezTo>
                    <a:pt x="12" y="36"/>
                    <a:pt x="12" y="24"/>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2" name="Google Shape;2512;p19"/>
            <p:cNvSpPr/>
            <p:nvPr/>
          </p:nvSpPr>
          <p:spPr>
            <a:xfrm>
              <a:off x="6942225" y="2836800"/>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3" name="Google Shape;2513;p19"/>
            <p:cNvSpPr/>
            <p:nvPr/>
          </p:nvSpPr>
          <p:spPr>
            <a:xfrm>
              <a:off x="6945500" y="2844825"/>
              <a:ext cx="42300" cy="133375"/>
            </a:xfrm>
            <a:custGeom>
              <a:rect b="b" l="l" r="r" t="t"/>
              <a:pathLst>
                <a:path extrusionOk="0" h="5335" w="1692">
                  <a:moveTo>
                    <a:pt x="346" y="0"/>
                  </a:moveTo>
                  <a:lnTo>
                    <a:pt x="203" y="12"/>
                  </a:lnTo>
                  <a:lnTo>
                    <a:pt x="0" y="453"/>
                  </a:lnTo>
                  <a:lnTo>
                    <a:pt x="1215" y="5263"/>
                  </a:lnTo>
                  <a:lnTo>
                    <a:pt x="1691" y="5334"/>
                  </a:lnTo>
                  <a:lnTo>
                    <a:pt x="1691" y="5334"/>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4" name="Google Shape;2514;p19"/>
            <p:cNvSpPr/>
            <p:nvPr/>
          </p:nvSpPr>
          <p:spPr>
            <a:xfrm>
              <a:off x="6943725" y="2835300"/>
              <a:ext cx="300" cy="25"/>
            </a:xfrm>
            <a:custGeom>
              <a:rect b="b" l="l" r="r" t="t"/>
              <a:pathLst>
                <a:path extrusionOk="0" h="1" w="12">
                  <a:moveTo>
                    <a:pt x="0" y="0"/>
                  </a:moveTo>
                  <a:lnTo>
                    <a:pt x="0" y="0"/>
                  </a:lnTo>
                  <a:cubicBezTo>
                    <a:pt x="12" y="0"/>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5" name="Google Shape;2515;p19"/>
            <p:cNvSpPr/>
            <p:nvPr/>
          </p:nvSpPr>
          <p:spPr>
            <a:xfrm>
              <a:off x="6945500" y="2834575"/>
              <a:ext cx="625" cy="150"/>
            </a:xfrm>
            <a:custGeom>
              <a:rect b="b" l="l" r="r" t="t"/>
              <a:pathLst>
                <a:path extrusionOk="0" h="6" w="25">
                  <a:moveTo>
                    <a:pt x="15" y="0"/>
                  </a:moveTo>
                  <a:cubicBezTo>
                    <a:pt x="11" y="0"/>
                    <a:pt x="8" y="6"/>
                    <a:pt x="0" y="6"/>
                  </a:cubicBezTo>
                  <a:lnTo>
                    <a:pt x="24" y="6"/>
                  </a:lnTo>
                  <a:cubicBezTo>
                    <a:pt x="20" y="2"/>
                    <a:pt x="18" y="0"/>
                    <a:pt x="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6" name="Google Shape;2516;p19"/>
            <p:cNvSpPr/>
            <p:nvPr/>
          </p:nvSpPr>
          <p:spPr>
            <a:xfrm>
              <a:off x="6943125" y="2835625"/>
              <a:ext cx="550" cy="300"/>
            </a:xfrm>
            <a:custGeom>
              <a:rect b="b" l="l" r="r" t="t"/>
              <a:pathLst>
                <a:path extrusionOk="0" h="12" w="22">
                  <a:moveTo>
                    <a:pt x="16" y="1"/>
                  </a:moveTo>
                  <a:cubicBezTo>
                    <a:pt x="13" y="1"/>
                    <a:pt x="8" y="3"/>
                    <a:pt x="0" y="11"/>
                  </a:cubicBezTo>
                  <a:cubicBezTo>
                    <a:pt x="16" y="11"/>
                    <a:pt x="21" y="1"/>
                    <a:pt x="1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7" name="Google Shape;2517;p19"/>
            <p:cNvSpPr/>
            <p:nvPr/>
          </p:nvSpPr>
          <p:spPr>
            <a:xfrm>
              <a:off x="6978825" y="2988300"/>
              <a:ext cx="57175" cy="218500"/>
            </a:xfrm>
            <a:custGeom>
              <a:rect b="b" l="l" r="r" t="t"/>
              <a:pathLst>
                <a:path extrusionOk="0" h="8740" w="2287">
                  <a:moveTo>
                    <a:pt x="1" y="0"/>
                  </a:moveTo>
                  <a:lnTo>
                    <a:pt x="2227" y="8739"/>
                  </a:lnTo>
                  <a:cubicBezTo>
                    <a:pt x="2239" y="8728"/>
                    <a:pt x="2251" y="8704"/>
                    <a:pt x="2287" y="8692"/>
                  </a:cubicBezTo>
                  <a:lnTo>
                    <a:pt x="2287" y="7180"/>
                  </a:lnTo>
                  <a:lnTo>
                    <a:pt x="477" y="72"/>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8" name="Google Shape;2518;p19"/>
            <p:cNvSpPr/>
            <p:nvPr/>
          </p:nvSpPr>
          <p:spPr>
            <a:xfrm>
              <a:off x="6796675" y="2972825"/>
              <a:ext cx="91400" cy="176525"/>
            </a:xfrm>
            <a:custGeom>
              <a:rect b="b" l="l" r="r" t="t"/>
              <a:pathLst>
                <a:path extrusionOk="0" h="7061" w="3656">
                  <a:moveTo>
                    <a:pt x="3203" y="0"/>
                  </a:moveTo>
                  <a:lnTo>
                    <a:pt x="0" y="6632"/>
                  </a:lnTo>
                  <a:lnTo>
                    <a:pt x="286" y="7061"/>
                  </a:lnTo>
                  <a:lnTo>
                    <a:pt x="3656" y="48"/>
                  </a:lnTo>
                  <a:lnTo>
                    <a:pt x="3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9" name="Google Shape;2519;p19"/>
            <p:cNvSpPr/>
            <p:nvPr/>
          </p:nvSpPr>
          <p:spPr>
            <a:xfrm>
              <a:off x="6629100" y="3150225"/>
              <a:ext cx="168775" cy="337550"/>
            </a:xfrm>
            <a:custGeom>
              <a:rect b="b" l="l" r="r" t="t"/>
              <a:pathLst>
                <a:path extrusionOk="0" h="13502" w="6751">
                  <a:moveTo>
                    <a:pt x="6465" y="0"/>
                  </a:moveTo>
                  <a:lnTo>
                    <a:pt x="0" y="13359"/>
                  </a:lnTo>
                  <a:cubicBezTo>
                    <a:pt x="155" y="13359"/>
                    <a:pt x="274" y="13419"/>
                    <a:pt x="381" y="13502"/>
                  </a:cubicBezTo>
                  <a:lnTo>
                    <a:pt x="464" y="13442"/>
                  </a:lnTo>
                  <a:lnTo>
                    <a:pt x="6751" y="429"/>
                  </a:lnTo>
                  <a:lnTo>
                    <a:pt x="646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0" name="Google Shape;2520;p19"/>
            <p:cNvSpPr/>
            <p:nvPr/>
          </p:nvSpPr>
          <p:spPr>
            <a:xfrm>
              <a:off x="6945500" y="283470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1" name="Google Shape;2521;p19"/>
            <p:cNvSpPr/>
            <p:nvPr/>
          </p:nvSpPr>
          <p:spPr>
            <a:xfrm>
              <a:off x="6943725" y="2835300"/>
              <a:ext cx="0" cy="625"/>
            </a:xfrm>
            <a:custGeom>
              <a:rect b="b" l="l" r="r" t="t"/>
              <a:pathLst>
                <a:path extrusionOk="0" h="25" w="120000">
                  <a:moveTo>
                    <a:pt x="0" y="24"/>
                  </a:moveTo>
                  <a:cubicBezTo>
                    <a:pt x="0" y="24"/>
                    <a:pt x="0" y="0"/>
                    <a:pt x="0" y="24"/>
                  </a:cubicBezTo>
                  <a:cubicBezTo>
                    <a:pt x="0" y="0"/>
                    <a:pt x="0" y="0"/>
                    <a:pt x="0" y="24"/>
                  </a:cubicBezTo>
                  <a:cubicBezTo>
                    <a:pt x="0" y="0"/>
                    <a:pt x="0" y="0"/>
                    <a:pt x="0" y="24"/>
                  </a:cubicBez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2" name="Google Shape;2522;p19"/>
            <p:cNvSpPr/>
            <p:nvPr/>
          </p:nvSpPr>
          <p:spPr>
            <a:xfrm>
              <a:off x="6942225" y="2836800"/>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3" name="Google Shape;2523;p19"/>
            <p:cNvSpPr/>
            <p:nvPr/>
          </p:nvSpPr>
          <p:spPr>
            <a:xfrm>
              <a:off x="6881800" y="2836500"/>
              <a:ext cx="68775" cy="126825"/>
            </a:xfrm>
            <a:custGeom>
              <a:rect b="b" l="l" r="r" t="t"/>
              <a:pathLst>
                <a:path extrusionOk="0" h="5073" w="2751">
                  <a:moveTo>
                    <a:pt x="2429" y="0"/>
                  </a:moveTo>
                  <a:cubicBezTo>
                    <a:pt x="2417" y="0"/>
                    <a:pt x="2417" y="12"/>
                    <a:pt x="2417" y="12"/>
                  </a:cubicBezTo>
                  <a:lnTo>
                    <a:pt x="1" y="5001"/>
                  </a:lnTo>
                  <a:lnTo>
                    <a:pt x="465" y="5072"/>
                  </a:lnTo>
                  <a:lnTo>
                    <a:pt x="2548" y="774"/>
                  </a:lnTo>
                  <a:lnTo>
                    <a:pt x="2751" y="345"/>
                  </a:lnTo>
                  <a:lnTo>
                    <a:pt x="2632" y="357"/>
                  </a:lnTo>
                  <a:cubicBezTo>
                    <a:pt x="2624" y="358"/>
                    <a:pt x="2615" y="358"/>
                    <a:pt x="2607" y="358"/>
                  </a:cubicBezTo>
                  <a:cubicBezTo>
                    <a:pt x="2488" y="358"/>
                    <a:pt x="2394" y="276"/>
                    <a:pt x="2394" y="131"/>
                  </a:cubicBezTo>
                  <a:cubicBezTo>
                    <a:pt x="2394" y="95"/>
                    <a:pt x="2394" y="48"/>
                    <a:pt x="242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4" name="Google Shape;2524;p19"/>
            <p:cNvSpPr/>
            <p:nvPr/>
          </p:nvSpPr>
          <p:spPr>
            <a:xfrm>
              <a:off x="6902350" y="1492875"/>
              <a:ext cx="133950" cy="92000"/>
            </a:xfrm>
            <a:custGeom>
              <a:rect b="b" l="l" r="r" t="t"/>
              <a:pathLst>
                <a:path extrusionOk="0" h="3680" w="5358">
                  <a:moveTo>
                    <a:pt x="5358" y="0"/>
                  </a:moveTo>
                  <a:lnTo>
                    <a:pt x="0" y="3275"/>
                  </a:lnTo>
                  <a:lnTo>
                    <a:pt x="202" y="3679"/>
                  </a:lnTo>
                  <a:lnTo>
                    <a:pt x="5358" y="524"/>
                  </a:lnTo>
                  <a:lnTo>
                    <a:pt x="5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5" name="Google Shape;2525;p19"/>
            <p:cNvSpPr/>
            <p:nvPr/>
          </p:nvSpPr>
          <p:spPr>
            <a:xfrm>
              <a:off x="6839525" y="1837250"/>
              <a:ext cx="325" cy="925"/>
            </a:xfrm>
            <a:custGeom>
              <a:rect b="b" l="l" r="r" t="t"/>
              <a:pathLst>
                <a:path extrusionOk="0" h="37" w="13">
                  <a:moveTo>
                    <a:pt x="13" y="1"/>
                  </a:moveTo>
                  <a:cubicBezTo>
                    <a:pt x="1" y="1"/>
                    <a:pt x="1" y="25"/>
                    <a:pt x="1" y="37"/>
                  </a:cubicBezTo>
                  <a:cubicBezTo>
                    <a:pt x="1" y="25"/>
                    <a:pt x="1" y="13"/>
                    <a:pt x="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6" name="Google Shape;2526;p19"/>
            <p:cNvSpPr/>
            <p:nvPr/>
          </p:nvSpPr>
          <p:spPr>
            <a:xfrm>
              <a:off x="6839525" y="1689025"/>
              <a:ext cx="97375" cy="151525"/>
            </a:xfrm>
            <a:custGeom>
              <a:rect b="b" l="l" r="r" t="t"/>
              <a:pathLst>
                <a:path extrusionOk="0" h="6061" w="3895">
                  <a:moveTo>
                    <a:pt x="20" y="5898"/>
                  </a:moveTo>
                  <a:cubicBezTo>
                    <a:pt x="13" y="5908"/>
                    <a:pt x="6" y="5919"/>
                    <a:pt x="1" y="5930"/>
                  </a:cubicBezTo>
                  <a:lnTo>
                    <a:pt x="20" y="5898"/>
                  </a:lnTo>
                  <a:close/>
                  <a:moveTo>
                    <a:pt x="3513" y="1"/>
                  </a:moveTo>
                  <a:lnTo>
                    <a:pt x="20" y="5898"/>
                  </a:lnTo>
                  <a:lnTo>
                    <a:pt x="20" y="5898"/>
                  </a:lnTo>
                  <a:cubicBezTo>
                    <a:pt x="42" y="5867"/>
                    <a:pt x="69" y="5844"/>
                    <a:pt x="96" y="5835"/>
                  </a:cubicBezTo>
                  <a:cubicBezTo>
                    <a:pt x="130" y="5818"/>
                    <a:pt x="166" y="5809"/>
                    <a:pt x="201" y="5809"/>
                  </a:cubicBezTo>
                  <a:cubicBezTo>
                    <a:pt x="288" y="5809"/>
                    <a:pt x="368" y="5860"/>
                    <a:pt x="394" y="5954"/>
                  </a:cubicBezTo>
                  <a:lnTo>
                    <a:pt x="441" y="6061"/>
                  </a:lnTo>
                  <a:lnTo>
                    <a:pt x="3894" y="239"/>
                  </a:lnTo>
                  <a:cubicBezTo>
                    <a:pt x="3727" y="191"/>
                    <a:pt x="3597" y="120"/>
                    <a:pt x="35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7" name="Google Shape;2527;p19"/>
            <p:cNvSpPr/>
            <p:nvPr/>
          </p:nvSpPr>
          <p:spPr>
            <a:xfrm>
              <a:off x="6838950" y="1834425"/>
              <a:ext cx="124725" cy="258250"/>
            </a:xfrm>
            <a:custGeom>
              <a:rect b="b" l="l" r="r" t="t"/>
              <a:pathLst>
                <a:path extrusionOk="0" h="10330" w="4989">
                  <a:moveTo>
                    <a:pt x="212" y="0"/>
                  </a:moveTo>
                  <a:cubicBezTo>
                    <a:pt x="182" y="0"/>
                    <a:pt x="150" y="6"/>
                    <a:pt x="119" y="19"/>
                  </a:cubicBezTo>
                  <a:cubicBezTo>
                    <a:pt x="83" y="31"/>
                    <a:pt x="48" y="66"/>
                    <a:pt x="24" y="102"/>
                  </a:cubicBezTo>
                  <a:cubicBezTo>
                    <a:pt x="24" y="126"/>
                    <a:pt x="0" y="138"/>
                    <a:pt x="0" y="150"/>
                  </a:cubicBezTo>
                  <a:lnTo>
                    <a:pt x="0" y="162"/>
                  </a:lnTo>
                  <a:lnTo>
                    <a:pt x="0" y="197"/>
                  </a:lnTo>
                  <a:lnTo>
                    <a:pt x="0" y="209"/>
                  </a:lnTo>
                  <a:lnTo>
                    <a:pt x="0" y="245"/>
                  </a:lnTo>
                  <a:lnTo>
                    <a:pt x="0" y="257"/>
                  </a:lnTo>
                  <a:cubicBezTo>
                    <a:pt x="0" y="269"/>
                    <a:pt x="24" y="281"/>
                    <a:pt x="24" y="304"/>
                  </a:cubicBezTo>
                  <a:lnTo>
                    <a:pt x="4560" y="10329"/>
                  </a:lnTo>
                  <a:cubicBezTo>
                    <a:pt x="4624" y="10255"/>
                    <a:pt x="4736" y="10209"/>
                    <a:pt x="4845" y="10209"/>
                  </a:cubicBezTo>
                  <a:cubicBezTo>
                    <a:pt x="4857" y="10209"/>
                    <a:pt x="4869" y="10209"/>
                    <a:pt x="4882" y="10210"/>
                  </a:cubicBezTo>
                  <a:cubicBezTo>
                    <a:pt x="4917" y="10210"/>
                    <a:pt x="4965" y="10222"/>
                    <a:pt x="4989" y="10246"/>
                  </a:cubicBezTo>
                  <a:lnTo>
                    <a:pt x="464" y="221"/>
                  </a:lnTo>
                  <a:lnTo>
                    <a:pt x="417" y="126"/>
                  </a:lnTo>
                  <a:cubicBezTo>
                    <a:pt x="373" y="47"/>
                    <a:pt x="297" y="0"/>
                    <a:pt x="2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8" name="Google Shape;2528;p19"/>
            <p:cNvSpPr/>
            <p:nvPr/>
          </p:nvSpPr>
          <p:spPr>
            <a:xfrm>
              <a:off x="6945800" y="1529475"/>
              <a:ext cx="90500" cy="135175"/>
            </a:xfrm>
            <a:custGeom>
              <a:rect b="b" l="l" r="r" t="t"/>
              <a:pathLst>
                <a:path extrusionOk="0" h="5407" w="3620">
                  <a:moveTo>
                    <a:pt x="3620" y="1"/>
                  </a:moveTo>
                  <a:lnTo>
                    <a:pt x="0" y="5073"/>
                  </a:lnTo>
                  <a:lnTo>
                    <a:pt x="108" y="5263"/>
                  </a:lnTo>
                  <a:cubicBezTo>
                    <a:pt x="179" y="5299"/>
                    <a:pt x="250" y="5335"/>
                    <a:pt x="310" y="5406"/>
                  </a:cubicBezTo>
                  <a:lnTo>
                    <a:pt x="3620" y="775"/>
                  </a:lnTo>
                  <a:lnTo>
                    <a:pt x="36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9" name="Google Shape;2529;p19"/>
            <p:cNvSpPr/>
            <p:nvPr/>
          </p:nvSpPr>
          <p:spPr>
            <a:xfrm>
              <a:off x="6951750" y="1681000"/>
              <a:ext cx="84550" cy="169075"/>
            </a:xfrm>
            <a:custGeom>
              <a:rect b="b" l="l" r="r" t="t"/>
              <a:pathLst>
                <a:path extrusionOk="0" h="6763" w="3382">
                  <a:moveTo>
                    <a:pt x="286" y="0"/>
                  </a:moveTo>
                  <a:cubicBezTo>
                    <a:pt x="239" y="179"/>
                    <a:pt x="155" y="334"/>
                    <a:pt x="0" y="429"/>
                  </a:cubicBezTo>
                  <a:lnTo>
                    <a:pt x="3382" y="6763"/>
                  </a:lnTo>
                  <a:lnTo>
                    <a:pt x="3382" y="5810"/>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0" name="Google Shape;2530;p19"/>
            <p:cNvSpPr/>
            <p:nvPr/>
          </p:nvSpPr>
          <p:spPr>
            <a:xfrm>
              <a:off x="6891325" y="1570800"/>
              <a:ext cx="56875" cy="90275"/>
            </a:xfrm>
            <a:custGeom>
              <a:rect b="b" l="l" r="r" t="t"/>
              <a:pathLst>
                <a:path extrusionOk="0" h="3611" w="2275">
                  <a:moveTo>
                    <a:pt x="219" y="1"/>
                  </a:moveTo>
                  <a:cubicBezTo>
                    <a:pt x="185" y="1"/>
                    <a:pt x="151" y="9"/>
                    <a:pt x="120" y="27"/>
                  </a:cubicBezTo>
                  <a:cubicBezTo>
                    <a:pt x="84" y="62"/>
                    <a:pt x="48" y="86"/>
                    <a:pt x="36" y="122"/>
                  </a:cubicBezTo>
                  <a:cubicBezTo>
                    <a:pt x="24" y="146"/>
                    <a:pt x="1" y="193"/>
                    <a:pt x="1" y="241"/>
                  </a:cubicBezTo>
                  <a:cubicBezTo>
                    <a:pt x="72" y="205"/>
                    <a:pt x="143" y="193"/>
                    <a:pt x="215" y="193"/>
                  </a:cubicBezTo>
                  <a:cubicBezTo>
                    <a:pt x="405" y="205"/>
                    <a:pt x="572" y="384"/>
                    <a:pt x="548" y="574"/>
                  </a:cubicBezTo>
                  <a:cubicBezTo>
                    <a:pt x="524" y="717"/>
                    <a:pt x="441" y="836"/>
                    <a:pt x="322" y="872"/>
                  </a:cubicBezTo>
                  <a:lnTo>
                    <a:pt x="1763" y="3587"/>
                  </a:lnTo>
                  <a:cubicBezTo>
                    <a:pt x="1834" y="3560"/>
                    <a:pt x="1906" y="3546"/>
                    <a:pt x="1982" y="3546"/>
                  </a:cubicBezTo>
                  <a:cubicBezTo>
                    <a:pt x="2007" y="3546"/>
                    <a:pt x="2034" y="3548"/>
                    <a:pt x="2060" y="3551"/>
                  </a:cubicBezTo>
                  <a:cubicBezTo>
                    <a:pt x="2132" y="3575"/>
                    <a:pt x="2215" y="3587"/>
                    <a:pt x="2275" y="3610"/>
                  </a:cubicBezTo>
                  <a:lnTo>
                    <a:pt x="2167" y="3420"/>
                  </a:lnTo>
                  <a:lnTo>
                    <a:pt x="643" y="551"/>
                  </a:lnTo>
                  <a:lnTo>
                    <a:pt x="441" y="146"/>
                  </a:lnTo>
                  <a:lnTo>
                    <a:pt x="417" y="122"/>
                  </a:lnTo>
                  <a:cubicBezTo>
                    <a:pt x="375" y="47"/>
                    <a:pt x="298" y="1"/>
                    <a:pt x="21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1" name="Google Shape;2531;p19"/>
            <p:cNvSpPr/>
            <p:nvPr/>
          </p:nvSpPr>
          <p:spPr>
            <a:xfrm>
              <a:off x="6967825" y="2063475"/>
              <a:ext cx="68475" cy="40500"/>
            </a:xfrm>
            <a:custGeom>
              <a:rect b="b" l="l" r="r" t="t"/>
              <a:pathLst>
                <a:path extrusionOk="0" h="1620" w="2739">
                  <a:moveTo>
                    <a:pt x="2739" y="1"/>
                  </a:moveTo>
                  <a:lnTo>
                    <a:pt x="0" y="1167"/>
                  </a:lnTo>
                  <a:cubicBezTo>
                    <a:pt x="72" y="1263"/>
                    <a:pt x="131" y="1370"/>
                    <a:pt x="119" y="1501"/>
                  </a:cubicBezTo>
                  <a:cubicBezTo>
                    <a:pt x="119" y="1548"/>
                    <a:pt x="108" y="1572"/>
                    <a:pt x="84" y="1620"/>
                  </a:cubicBezTo>
                  <a:lnTo>
                    <a:pt x="2739" y="489"/>
                  </a:lnTo>
                  <a:lnTo>
                    <a:pt x="27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2" name="Google Shape;2532;p19"/>
            <p:cNvSpPr/>
            <p:nvPr/>
          </p:nvSpPr>
          <p:spPr>
            <a:xfrm>
              <a:off x="6558850" y="2100100"/>
              <a:ext cx="396200" cy="178025"/>
            </a:xfrm>
            <a:custGeom>
              <a:rect b="b" l="l" r="r" t="t"/>
              <a:pathLst>
                <a:path extrusionOk="0" h="7121" w="15848">
                  <a:moveTo>
                    <a:pt x="15657" y="0"/>
                  </a:moveTo>
                  <a:lnTo>
                    <a:pt x="0" y="6703"/>
                  </a:lnTo>
                  <a:cubicBezTo>
                    <a:pt x="95" y="6822"/>
                    <a:pt x="155" y="6965"/>
                    <a:pt x="167" y="7120"/>
                  </a:cubicBezTo>
                  <a:lnTo>
                    <a:pt x="15824" y="417"/>
                  </a:lnTo>
                  <a:cubicBezTo>
                    <a:pt x="15836" y="393"/>
                    <a:pt x="15836" y="357"/>
                    <a:pt x="15847" y="345"/>
                  </a:cubicBezTo>
                  <a:cubicBezTo>
                    <a:pt x="15728" y="274"/>
                    <a:pt x="15657" y="155"/>
                    <a:pt x="1565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3" name="Google Shape;2533;p19"/>
            <p:cNvSpPr/>
            <p:nvPr/>
          </p:nvSpPr>
          <p:spPr>
            <a:xfrm>
              <a:off x="6954425" y="2108725"/>
              <a:ext cx="81875" cy="207200"/>
            </a:xfrm>
            <a:custGeom>
              <a:rect b="b" l="l" r="r" t="t"/>
              <a:pathLst>
                <a:path extrusionOk="0" h="8288" w="3275">
                  <a:moveTo>
                    <a:pt x="24" y="0"/>
                  </a:moveTo>
                  <a:cubicBezTo>
                    <a:pt x="13" y="36"/>
                    <a:pt x="1" y="48"/>
                    <a:pt x="1" y="60"/>
                  </a:cubicBezTo>
                  <a:cubicBezTo>
                    <a:pt x="1" y="108"/>
                    <a:pt x="1" y="155"/>
                    <a:pt x="13" y="191"/>
                  </a:cubicBezTo>
                  <a:lnTo>
                    <a:pt x="3275" y="8287"/>
                  </a:lnTo>
                  <a:lnTo>
                    <a:pt x="3275" y="7097"/>
                  </a:lnTo>
                  <a:lnTo>
                    <a:pt x="429" y="36"/>
                  </a:lnTo>
                  <a:cubicBezTo>
                    <a:pt x="417" y="36"/>
                    <a:pt x="417" y="12"/>
                    <a:pt x="417" y="12"/>
                  </a:cubicBezTo>
                  <a:cubicBezTo>
                    <a:pt x="358" y="48"/>
                    <a:pt x="286" y="60"/>
                    <a:pt x="203" y="60"/>
                  </a:cubicBezTo>
                  <a:cubicBezTo>
                    <a:pt x="132" y="48"/>
                    <a:pt x="72" y="36"/>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4" name="Google Shape;2534;p19"/>
            <p:cNvSpPr/>
            <p:nvPr/>
          </p:nvSpPr>
          <p:spPr>
            <a:xfrm>
              <a:off x="6559150" y="2280175"/>
              <a:ext cx="477150" cy="150350"/>
            </a:xfrm>
            <a:custGeom>
              <a:rect b="b" l="l" r="r" t="t"/>
              <a:pathLst>
                <a:path extrusionOk="0" h="6014" w="19086">
                  <a:moveTo>
                    <a:pt x="167" y="0"/>
                  </a:moveTo>
                  <a:cubicBezTo>
                    <a:pt x="155" y="167"/>
                    <a:pt x="95" y="298"/>
                    <a:pt x="0" y="405"/>
                  </a:cubicBezTo>
                  <a:lnTo>
                    <a:pt x="19086" y="6013"/>
                  </a:lnTo>
                  <a:lnTo>
                    <a:pt x="19086" y="5561"/>
                  </a:lnTo>
                  <a:lnTo>
                    <a:pt x="16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5" name="Google Shape;2535;p19"/>
            <p:cNvSpPr/>
            <p:nvPr/>
          </p:nvSpPr>
          <p:spPr>
            <a:xfrm>
              <a:off x="6941625" y="2825775"/>
              <a:ext cx="95275" cy="19700"/>
            </a:xfrm>
            <a:custGeom>
              <a:rect b="b" l="l" r="r" t="t"/>
              <a:pathLst>
                <a:path extrusionOk="0" h="788" w="3811">
                  <a:moveTo>
                    <a:pt x="3811" y="0"/>
                  </a:moveTo>
                  <a:lnTo>
                    <a:pt x="227" y="334"/>
                  </a:lnTo>
                  <a:lnTo>
                    <a:pt x="155" y="334"/>
                  </a:lnTo>
                  <a:cubicBezTo>
                    <a:pt x="132" y="334"/>
                    <a:pt x="132" y="358"/>
                    <a:pt x="120" y="358"/>
                  </a:cubicBezTo>
                  <a:cubicBezTo>
                    <a:pt x="120" y="370"/>
                    <a:pt x="108" y="370"/>
                    <a:pt x="108" y="370"/>
                  </a:cubicBezTo>
                  <a:cubicBezTo>
                    <a:pt x="108" y="381"/>
                    <a:pt x="96" y="381"/>
                    <a:pt x="96" y="381"/>
                  </a:cubicBezTo>
                  <a:lnTo>
                    <a:pt x="84" y="405"/>
                  </a:lnTo>
                  <a:lnTo>
                    <a:pt x="60" y="417"/>
                  </a:lnTo>
                  <a:cubicBezTo>
                    <a:pt x="48" y="417"/>
                    <a:pt x="48" y="429"/>
                    <a:pt x="36" y="441"/>
                  </a:cubicBezTo>
                  <a:cubicBezTo>
                    <a:pt x="1" y="489"/>
                    <a:pt x="1" y="536"/>
                    <a:pt x="1" y="584"/>
                  </a:cubicBezTo>
                  <a:cubicBezTo>
                    <a:pt x="1" y="707"/>
                    <a:pt x="105" y="787"/>
                    <a:pt x="216" y="787"/>
                  </a:cubicBezTo>
                  <a:cubicBezTo>
                    <a:pt x="224" y="787"/>
                    <a:pt x="231" y="787"/>
                    <a:pt x="239" y="786"/>
                  </a:cubicBezTo>
                  <a:lnTo>
                    <a:pt x="358" y="774"/>
                  </a:lnTo>
                  <a:lnTo>
                    <a:pt x="501" y="762"/>
                  </a:lnTo>
                  <a:lnTo>
                    <a:pt x="3811" y="441"/>
                  </a:lnTo>
                  <a:lnTo>
                    <a:pt x="381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6" name="Google Shape;2536;p19"/>
            <p:cNvSpPr/>
            <p:nvPr/>
          </p:nvSpPr>
          <p:spPr>
            <a:xfrm>
              <a:off x="6649325" y="2926075"/>
              <a:ext cx="386100" cy="71175"/>
            </a:xfrm>
            <a:custGeom>
              <a:rect b="b" l="l" r="r" t="t"/>
              <a:pathLst>
                <a:path extrusionOk="0" h="2847" w="15444">
                  <a:moveTo>
                    <a:pt x="1" y="1"/>
                  </a:moveTo>
                  <a:lnTo>
                    <a:pt x="1" y="25"/>
                  </a:lnTo>
                  <a:cubicBezTo>
                    <a:pt x="18" y="20"/>
                    <a:pt x="36" y="17"/>
                    <a:pt x="52" y="17"/>
                  </a:cubicBezTo>
                  <a:cubicBezTo>
                    <a:pt x="117" y="17"/>
                    <a:pt x="175" y="52"/>
                    <a:pt x="203" y="108"/>
                  </a:cubicBezTo>
                  <a:lnTo>
                    <a:pt x="489" y="525"/>
                  </a:lnTo>
                  <a:lnTo>
                    <a:pt x="9097" y="1846"/>
                  </a:lnTo>
                  <a:lnTo>
                    <a:pt x="9550" y="1918"/>
                  </a:lnTo>
                  <a:lnTo>
                    <a:pt x="13169" y="2489"/>
                  </a:lnTo>
                  <a:lnTo>
                    <a:pt x="13645" y="2561"/>
                  </a:lnTo>
                  <a:lnTo>
                    <a:pt x="15443" y="2846"/>
                  </a:lnTo>
                  <a:lnTo>
                    <a:pt x="15443" y="2406"/>
                  </a:lnTo>
                  <a:lnTo>
                    <a:pt x="13526" y="2108"/>
                  </a:lnTo>
                  <a:lnTo>
                    <a:pt x="13050" y="2025"/>
                  </a:lnTo>
                  <a:lnTo>
                    <a:pt x="9752" y="1525"/>
                  </a:lnTo>
                  <a:lnTo>
                    <a:pt x="9288" y="1453"/>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7" name="Google Shape;2537;p19"/>
            <p:cNvSpPr/>
            <p:nvPr/>
          </p:nvSpPr>
          <p:spPr>
            <a:xfrm>
              <a:off x="6909175" y="3226725"/>
              <a:ext cx="125350" cy="88725"/>
            </a:xfrm>
            <a:custGeom>
              <a:rect b="b" l="l" r="r" t="t"/>
              <a:pathLst>
                <a:path extrusionOk="0" h="3549" w="5014">
                  <a:moveTo>
                    <a:pt x="4740" y="0"/>
                  </a:moveTo>
                  <a:lnTo>
                    <a:pt x="1" y="3179"/>
                  </a:lnTo>
                  <a:lnTo>
                    <a:pt x="263" y="3548"/>
                  </a:lnTo>
                  <a:lnTo>
                    <a:pt x="5013" y="357"/>
                  </a:lnTo>
                  <a:cubicBezTo>
                    <a:pt x="4871" y="274"/>
                    <a:pt x="4787" y="155"/>
                    <a:pt x="474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8" name="Google Shape;2538;p19"/>
            <p:cNvSpPr/>
            <p:nvPr/>
          </p:nvSpPr>
          <p:spPr>
            <a:xfrm>
              <a:off x="6638625" y="3316900"/>
              <a:ext cx="267900" cy="180400"/>
            </a:xfrm>
            <a:custGeom>
              <a:rect b="b" l="l" r="r" t="t"/>
              <a:pathLst>
                <a:path extrusionOk="0" h="7216" w="10716">
                  <a:moveTo>
                    <a:pt x="10573" y="1"/>
                  </a:moveTo>
                  <a:cubicBezTo>
                    <a:pt x="10550" y="196"/>
                    <a:pt x="10372" y="347"/>
                    <a:pt x="10157" y="347"/>
                  </a:cubicBezTo>
                  <a:cubicBezTo>
                    <a:pt x="10149" y="347"/>
                    <a:pt x="10141" y="346"/>
                    <a:pt x="10132" y="346"/>
                  </a:cubicBezTo>
                  <a:cubicBezTo>
                    <a:pt x="10025" y="322"/>
                    <a:pt x="9918" y="287"/>
                    <a:pt x="9858" y="203"/>
                  </a:cubicBezTo>
                  <a:lnTo>
                    <a:pt x="83" y="6775"/>
                  </a:lnTo>
                  <a:lnTo>
                    <a:pt x="0" y="6835"/>
                  </a:lnTo>
                  <a:cubicBezTo>
                    <a:pt x="119" y="6930"/>
                    <a:pt x="203" y="7049"/>
                    <a:pt x="250" y="7216"/>
                  </a:cubicBezTo>
                  <a:lnTo>
                    <a:pt x="10716" y="191"/>
                  </a:lnTo>
                  <a:lnTo>
                    <a:pt x="105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9" name="Google Shape;2539;p19"/>
            <p:cNvSpPr/>
            <p:nvPr/>
          </p:nvSpPr>
          <p:spPr>
            <a:xfrm>
              <a:off x="6965450" y="3661000"/>
              <a:ext cx="70850" cy="74725"/>
            </a:xfrm>
            <a:custGeom>
              <a:rect b="b" l="l" r="r" t="t"/>
              <a:pathLst>
                <a:path extrusionOk="0" h="2989" w="2834">
                  <a:moveTo>
                    <a:pt x="2834" y="0"/>
                  </a:moveTo>
                  <a:lnTo>
                    <a:pt x="0" y="2739"/>
                  </a:lnTo>
                  <a:lnTo>
                    <a:pt x="393" y="2989"/>
                  </a:lnTo>
                  <a:lnTo>
                    <a:pt x="2834" y="631"/>
                  </a:lnTo>
                  <a:lnTo>
                    <a:pt x="28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0" name="Google Shape;2540;p19"/>
            <p:cNvSpPr/>
            <p:nvPr/>
          </p:nvSpPr>
          <p:spPr>
            <a:xfrm>
              <a:off x="6647850" y="3864600"/>
              <a:ext cx="184850" cy="181875"/>
            </a:xfrm>
            <a:custGeom>
              <a:rect b="b" l="l" r="r" t="t"/>
              <a:pathLst>
                <a:path extrusionOk="0" h="7275" w="7394">
                  <a:moveTo>
                    <a:pt x="7156" y="0"/>
                  </a:moveTo>
                  <a:lnTo>
                    <a:pt x="0" y="6953"/>
                  </a:lnTo>
                  <a:cubicBezTo>
                    <a:pt x="119" y="7025"/>
                    <a:pt x="226" y="7144"/>
                    <a:pt x="310" y="7275"/>
                  </a:cubicBezTo>
                  <a:lnTo>
                    <a:pt x="7394" y="405"/>
                  </a:lnTo>
                  <a:lnTo>
                    <a:pt x="7346" y="322"/>
                  </a:lnTo>
                  <a:cubicBezTo>
                    <a:pt x="7311" y="286"/>
                    <a:pt x="7275" y="238"/>
                    <a:pt x="7263" y="179"/>
                  </a:cubicBezTo>
                  <a:lnTo>
                    <a:pt x="715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1" name="Google Shape;2541;p19"/>
            <p:cNvSpPr/>
            <p:nvPr/>
          </p:nvSpPr>
          <p:spPr>
            <a:xfrm>
              <a:off x="6835375" y="3737800"/>
              <a:ext cx="131575" cy="122050"/>
            </a:xfrm>
            <a:custGeom>
              <a:rect b="b" l="l" r="r" t="t"/>
              <a:pathLst>
                <a:path extrusionOk="0" h="4882" w="5263">
                  <a:moveTo>
                    <a:pt x="4882" y="0"/>
                  </a:moveTo>
                  <a:lnTo>
                    <a:pt x="0" y="4727"/>
                  </a:lnTo>
                  <a:cubicBezTo>
                    <a:pt x="60" y="4703"/>
                    <a:pt x="119" y="4703"/>
                    <a:pt x="191" y="4703"/>
                  </a:cubicBezTo>
                  <a:cubicBezTo>
                    <a:pt x="310" y="4715"/>
                    <a:pt x="429" y="4775"/>
                    <a:pt x="488" y="4882"/>
                  </a:cubicBezTo>
                  <a:lnTo>
                    <a:pt x="5263" y="250"/>
                  </a:lnTo>
                  <a:lnTo>
                    <a:pt x="488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2" name="Google Shape;2542;p19"/>
            <p:cNvSpPr/>
            <p:nvPr/>
          </p:nvSpPr>
          <p:spPr>
            <a:xfrm>
              <a:off x="6647550" y="2926675"/>
              <a:ext cx="388750" cy="587000"/>
            </a:xfrm>
            <a:custGeom>
              <a:rect b="b" l="l" r="r" t="t"/>
              <a:pathLst>
                <a:path extrusionOk="0" h="23480" w="15550">
                  <a:moveTo>
                    <a:pt x="96" y="1"/>
                  </a:moveTo>
                  <a:lnTo>
                    <a:pt x="96" y="132"/>
                  </a:lnTo>
                  <a:cubicBezTo>
                    <a:pt x="84" y="251"/>
                    <a:pt x="60" y="358"/>
                    <a:pt x="0" y="441"/>
                  </a:cubicBezTo>
                  <a:lnTo>
                    <a:pt x="5739" y="8954"/>
                  </a:lnTo>
                  <a:lnTo>
                    <a:pt x="6025" y="9383"/>
                  </a:lnTo>
                  <a:lnTo>
                    <a:pt x="6561" y="10181"/>
                  </a:lnTo>
                  <a:lnTo>
                    <a:pt x="6608" y="10181"/>
                  </a:lnTo>
                  <a:cubicBezTo>
                    <a:pt x="6823" y="10192"/>
                    <a:pt x="7001" y="10395"/>
                    <a:pt x="6977" y="10621"/>
                  </a:cubicBezTo>
                  <a:cubicBezTo>
                    <a:pt x="6977" y="10669"/>
                    <a:pt x="6965" y="10692"/>
                    <a:pt x="6942" y="10740"/>
                  </a:cubicBezTo>
                  <a:lnTo>
                    <a:pt x="9918" y="15145"/>
                  </a:lnTo>
                  <a:cubicBezTo>
                    <a:pt x="10121" y="15193"/>
                    <a:pt x="10263" y="15372"/>
                    <a:pt x="10240" y="15574"/>
                  </a:cubicBezTo>
                  <a:lnTo>
                    <a:pt x="10240" y="15610"/>
                  </a:lnTo>
                  <a:lnTo>
                    <a:pt x="10371" y="15800"/>
                  </a:lnTo>
                  <a:lnTo>
                    <a:pt x="15550" y="23480"/>
                  </a:lnTo>
                  <a:lnTo>
                    <a:pt x="15550" y="22682"/>
                  </a:lnTo>
                  <a:lnTo>
                    <a:pt x="10728" y="15550"/>
                  </a:lnTo>
                  <a:lnTo>
                    <a:pt x="10478" y="15181"/>
                  </a:lnTo>
                  <a:lnTo>
                    <a:pt x="6263" y="8907"/>
                  </a:lnTo>
                  <a:lnTo>
                    <a:pt x="5977" y="8478"/>
                  </a:lnTo>
                  <a:lnTo>
                    <a:pt x="596" y="501"/>
                  </a:lnTo>
                  <a:lnTo>
                    <a:pt x="310" y="84"/>
                  </a:lnTo>
                  <a:cubicBezTo>
                    <a:pt x="262" y="25"/>
                    <a:pt x="179" y="1"/>
                    <a:pt x="9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3" name="Google Shape;2543;p19"/>
            <p:cNvSpPr/>
            <p:nvPr/>
          </p:nvSpPr>
          <p:spPr>
            <a:xfrm>
              <a:off x="6603800" y="3495625"/>
              <a:ext cx="7450" cy="13000"/>
            </a:xfrm>
            <a:custGeom>
              <a:rect b="b" l="l" r="r" t="t"/>
              <a:pathLst>
                <a:path extrusionOk="0" h="520" w="298">
                  <a:moveTo>
                    <a:pt x="237" y="0"/>
                  </a:moveTo>
                  <a:cubicBezTo>
                    <a:pt x="172" y="0"/>
                    <a:pt x="97" y="34"/>
                    <a:pt x="60" y="91"/>
                  </a:cubicBezTo>
                  <a:lnTo>
                    <a:pt x="60" y="115"/>
                  </a:lnTo>
                  <a:cubicBezTo>
                    <a:pt x="0" y="222"/>
                    <a:pt x="36" y="353"/>
                    <a:pt x="143" y="412"/>
                  </a:cubicBezTo>
                  <a:lnTo>
                    <a:pt x="298" y="519"/>
                  </a:lnTo>
                  <a:cubicBezTo>
                    <a:pt x="262" y="412"/>
                    <a:pt x="238" y="305"/>
                    <a:pt x="238" y="198"/>
                  </a:cubicBezTo>
                  <a:cubicBezTo>
                    <a:pt x="238" y="138"/>
                    <a:pt x="262" y="67"/>
                    <a:pt x="286" y="7"/>
                  </a:cubicBezTo>
                  <a:cubicBezTo>
                    <a:pt x="271" y="2"/>
                    <a:pt x="254" y="0"/>
                    <a:pt x="23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4" name="Google Shape;2544;p19"/>
            <p:cNvSpPr/>
            <p:nvPr/>
          </p:nvSpPr>
          <p:spPr>
            <a:xfrm>
              <a:off x="6640400" y="3514550"/>
              <a:ext cx="395900" cy="275350"/>
            </a:xfrm>
            <a:custGeom>
              <a:rect b="b" l="l" r="r" t="t"/>
              <a:pathLst>
                <a:path extrusionOk="0" h="11014" w="15836">
                  <a:moveTo>
                    <a:pt x="12" y="0"/>
                  </a:moveTo>
                  <a:lnTo>
                    <a:pt x="1" y="12"/>
                  </a:lnTo>
                  <a:lnTo>
                    <a:pt x="477" y="846"/>
                  </a:lnTo>
                  <a:lnTo>
                    <a:pt x="12681" y="8930"/>
                  </a:lnTo>
                  <a:lnTo>
                    <a:pt x="13062" y="9180"/>
                  </a:lnTo>
                  <a:lnTo>
                    <a:pt x="15836" y="11014"/>
                  </a:lnTo>
                  <a:lnTo>
                    <a:pt x="15836" y="10478"/>
                  </a:lnTo>
                  <a:lnTo>
                    <a:pt x="13395" y="8847"/>
                  </a:lnTo>
                  <a:lnTo>
                    <a:pt x="13002" y="8597"/>
                  </a:ln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5" name="Google Shape;2545;p19"/>
            <p:cNvSpPr/>
            <p:nvPr/>
          </p:nvSpPr>
          <p:spPr>
            <a:xfrm>
              <a:off x="6841925" y="4224750"/>
              <a:ext cx="194375" cy="153025"/>
            </a:xfrm>
            <a:custGeom>
              <a:rect b="b" l="l" r="r" t="t"/>
              <a:pathLst>
                <a:path extrusionOk="0" h="6121" w="7775">
                  <a:moveTo>
                    <a:pt x="560" y="1"/>
                  </a:moveTo>
                  <a:lnTo>
                    <a:pt x="0" y="120"/>
                  </a:lnTo>
                  <a:lnTo>
                    <a:pt x="7775" y="6121"/>
                  </a:lnTo>
                  <a:lnTo>
                    <a:pt x="7775" y="5549"/>
                  </a:lnTo>
                  <a:lnTo>
                    <a:pt x="5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6" name="Google Shape;2546;p19"/>
            <p:cNvSpPr/>
            <p:nvPr/>
          </p:nvSpPr>
          <p:spPr>
            <a:xfrm>
              <a:off x="6649325" y="4070575"/>
              <a:ext cx="195300" cy="148550"/>
            </a:xfrm>
            <a:custGeom>
              <a:rect b="b" l="l" r="r" t="t"/>
              <a:pathLst>
                <a:path extrusionOk="0" h="5942" w="7812">
                  <a:moveTo>
                    <a:pt x="263" y="0"/>
                  </a:moveTo>
                  <a:cubicBezTo>
                    <a:pt x="203" y="119"/>
                    <a:pt x="120" y="227"/>
                    <a:pt x="1" y="334"/>
                  </a:cubicBezTo>
                  <a:lnTo>
                    <a:pt x="48" y="405"/>
                  </a:lnTo>
                  <a:lnTo>
                    <a:pt x="7252" y="5942"/>
                  </a:lnTo>
                  <a:lnTo>
                    <a:pt x="7811" y="5811"/>
                  </a:lnTo>
                  <a:lnTo>
                    <a:pt x="26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7" name="Google Shape;2547;p19"/>
            <p:cNvSpPr/>
            <p:nvPr/>
          </p:nvSpPr>
          <p:spPr>
            <a:xfrm>
              <a:off x="6831200" y="3872325"/>
              <a:ext cx="180400" cy="298875"/>
            </a:xfrm>
            <a:custGeom>
              <a:rect b="b" l="l" r="r" t="t"/>
              <a:pathLst>
                <a:path extrusionOk="0" h="11955" w="7216">
                  <a:moveTo>
                    <a:pt x="0" y="1"/>
                  </a:moveTo>
                  <a:lnTo>
                    <a:pt x="48" y="72"/>
                  </a:lnTo>
                  <a:lnTo>
                    <a:pt x="6823" y="11955"/>
                  </a:lnTo>
                  <a:cubicBezTo>
                    <a:pt x="6918" y="11847"/>
                    <a:pt x="7073" y="11776"/>
                    <a:pt x="7216" y="11764"/>
                  </a:cubicBezTo>
                  <a:lnTo>
                    <a:pt x="4525" y="7025"/>
                  </a:lnTo>
                  <a:cubicBezTo>
                    <a:pt x="4465" y="7061"/>
                    <a:pt x="4394" y="7061"/>
                    <a:pt x="4334" y="7061"/>
                  </a:cubicBezTo>
                  <a:cubicBezTo>
                    <a:pt x="4108" y="7037"/>
                    <a:pt x="3941" y="6847"/>
                    <a:pt x="3965" y="6609"/>
                  </a:cubicBezTo>
                  <a:cubicBezTo>
                    <a:pt x="3977" y="6490"/>
                    <a:pt x="4037" y="6383"/>
                    <a:pt x="4120" y="6323"/>
                  </a:cubicBezTo>
                  <a:lnTo>
                    <a:pt x="548" y="60"/>
                  </a:lnTo>
                  <a:cubicBezTo>
                    <a:pt x="483" y="107"/>
                    <a:pt x="410" y="139"/>
                    <a:pt x="335" y="139"/>
                  </a:cubicBezTo>
                  <a:cubicBezTo>
                    <a:pt x="315" y="139"/>
                    <a:pt x="295" y="137"/>
                    <a:pt x="274" y="132"/>
                  </a:cubicBezTo>
                  <a:cubicBezTo>
                    <a:pt x="167" y="120"/>
                    <a:pt x="60" y="72"/>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8" name="Google Shape;2548;p19"/>
            <p:cNvSpPr/>
            <p:nvPr/>
          </p:nvSpPr>
          <p:spPr>
            <a:xfrm>
              <a:off x="6632950" y="3514850"/>
              <a:ext cx="202450" cy="354225"/>
            </a:xfrm>
            <a:custGeom>
              <a:rect b="b" l="l" r="r" t="t"/>
              <a:pathLst>
                <a:path extrusionOk="0" h="14169" w="8098">
                  <a:moveTo>
                    <a:pt x="310" y="0"/>
                  </a:moveTo>
                  <a:cubicBezTo>
                    <a:pt x="227" y="84"/>
                    <a:pt x="120" y="143"/>
                    <a:pt x="1" y="179"/>
                  </a:cubicBezTo>
                  <a:lnTo>
                    <a:pt x="1" y="358"/>
                  </a:lnTo>
                  <a:lnTo>
                    <a:pt x="7764" y="13990"/>
                  </a:lnTo>
                  <a:lnTo>
                    <a:pt x="7871" y="14169"/>
                  </a:lnTo>
                  <a:cubicBezTo>
                    <a:pt x="7859" y="14121"/>
                    <a:pt x="7859" y="14062"/>
                    <a:pt x="7859" y="14002"/>
                  </a:cubicBezTo>
                  <a:cubicBezTo>
                    <a:pt x="7859" y="13835"/>
                    <a:pt x="7954" y="13716"/>
                    <a:pt x="8097" y="13657"/>
                  </a:cubicBezTo>
                  <a:lnTo>
                    <a:pt x="787" y="834"/>
                  </a:lnTo>
                  <a:lnTo>
                    <a:pt x="31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9" name="Google Shape;2549;p19"/>
            <p:cNvSpPr/>
            <p:nvPr/>
          </p:nvSpPr>
          <p:spPr>
            <a:xfrm>
              <a:off x="6621650" y="3519025"/>
              <a:ext cx="17000" cy="515550"/>
            </a:xfrm>
            <a:custGeom>
              <a:rect b="b" l="l" r="r" t="t"/>
              <a:pathLst>
                <a:path extrusionOk="0" h="20622" w="680">
                  <a:moveTo>
                    <a:pt x="0" y="0"/>
                  </a:moveTo>
                  <a:lnTo>
                    <a:pt x="227" y="20622"/>
                  </a:lnTo>
                  <a:cubicBezTo>
                    <a:pt x="311" y="20605"/>
                    <a:pt x="389" y="20588"/>
                    <a:pt x="470" y="20588"/>
                  </a:cubicBezTo>
                  <a:cubicBezTo>
                    <a:pt x="503" y="20588"/>
                    <a:pt x="537" y="20591"/>
                    <a:pt x="572" y="20598"/>
                  </a:cubicBezTo>
                  <a:cubicBezTo>
                    <a:pt x="596" y="20598"/>
                    <a:pt x="643" y="20610"/>
                    <a:pt x="679" y="20610"/>
                  </a:cubicBezTo>
                  <a:lnTo>
                    <a:pt x="453" y="202"/>
                  </a:lnTo>
                  <a:lnTo>
                    <a:pt x="453" y="24"/>
                  </a:lnTo>
                  <a:cubicBezTo>
                    <a:pt x="387" y="32"/>
                    <a:pt x="333" y="46"/>
                    <a:pt x="278" y="46"/>
                  </a:cubicBezTo>
                  <a:cubicBezTo>
                    <a:pt x="253" y="46"/>
                    <a:pt x="229" y="43"/>
                    <a:pt x="203" y="36"/>
                  </a:cubicBezTo>
                  <a:cubicBezTo>
                    <a:pt x="143" y="36"/>
                    <a:pt x="60"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0" name="Google Shape;2550;p19"/>
            <p:cNvSpPr/>
            <p:nvPr/>
          </p:nvSpPr>
          <p:spPr>
            <a:xfrm>
              <a:off x="5767375" y="3510375"/>
              <a:ext cx="852500" cy="922475"/>
            </a:xfrm>
            <a:custGeom>
              <a:rect b="b" l="l" r="r" t="t"/>
              <a:pathLst>
                <a:path extrusionOk="0" h="36899" w="34100">
                  <a:moveTo>
                    <a:pt x="33779" y="1"/>
                  </a:moveTo>
                  <a:lnTo>
                    <a:pt x="1" y="36577"/>
                  </a:lnTo>
                  <a:cubicBezTo>
                    <a:pt x="143" y="36672"/>
                    <a:pt x="239" y="36779"/>
                    <a:pt x="334" y="36898"/>
                  </a:cubicBezTo>
                  <a:lnTo>
                    <a:pt x="34100" y="310"/>
                  </a:lnTo>
                  <a:cubicBezTo>
                    <a:pt x="33969" y="239"/>
                    <a:pt x="33862" y="132"/>
                    <a:pt x="3377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1" name="Google Shape;2551;p19"/>
            <p:cNvSpPr/>
            <p:nvPr/>
          </p:nvSpPr>
          <p:spPr>
            <a:xfrm>
              <a:off x="6299575" y="4069975"/>
              <a:ext cx="318525" cy="244400"/>
            </a:xfrm>
            <a:custGeom>
              <a:rect b="b" l="l" r="r" t="t"/>
              <a:pathLst>
                <a:path extrusionOk="0" h="9776" w="12741">
                  <a:moveTo>
                    <a:pt x="12455" y="1"/>
                  </a:moveTo>
                  <a:lnTo>
                    <a:pt x="1" y="9418"/>
                  </a:lnTo>
                  <a:cubicBezTo>
                    <a:pt x="108" y="9525"/>
                    <a:pt x="191" y="9645"/>
                    <a:pt x="263" y="9776"/>
                  </a:cubicBezTo>
                  <a:lnTo>
                    <a:pt x="12741" y="358"/>
                  </a:lnTo>
                  <a:cubicBezTo>
                    <a:pt x="12622" y="251"/>
                    <a:pt x="12514" y="131"/>
                    <a:pt x="1245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2" name="Google Shape;2552;p19"/>
            <p:cNvSpPr/>
            <p:nvPr/>
          </p:nvSpPr>
          <p:spPr>
            <a:xfrm>
              <a:off x="6312675" y="4246175"/>
              <a:ext cx="406325" cy="101975"/>
            </a:xfrm>
            <a:custGeom>
              <a:rect b="b" l="l" r="r" t="t"/>
              <a:pathLst>
                <a:path extrusionOk="0" h="4079" w="16253">
                  <a:moveTo>
                    <a:pt x="15931" y="1"/>
                  </a:moveTo>
                  <a:lnTo>
                    <a:pt x="13" y="3620"/>
                  </a:lnTo>
                  <a:cubicBezTo>
                    <a:pt x="25" y="3716"/>
                    <a:pt x="25" y="3799"/>
                    <a:pt x="13" y="3918"/>
                  </a:cubicBezTo>
                  <a:cubicBezTo>
                    <a:pt x="13" y="3966"/>
                    <a:pt x="13" y="4025"/>
                    <a:pt x="1" y="4073"/>
                  </a:cubicBezTo>
                  <a:cubicBezTo>
                    <a:pt x="17" y="4073"/>
                    <a:pt x="38" y="4078"/>
                    <a:pt x="61" y="4078"/>
                  </a:cubicBezTo>
                  <a:cubicBezTo>
                    <a:pt x="72" y="4078"/>
                    <a:pt x="84" y="4077"/>
                    <a:pt x="96" y="4073"/>
                  </a:cubicBezTo>
                  <a:lnTo>
                    <a:pt x="16253" y="394"/>
                  </a:lnTo>
                  <a:cubicBezTo>
                    <a:pt x="16074" y="346"/>
                    <a:pt x="15931" y="203"/>
                    <a:pt x="1593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3" name="Google Shape;2553;p19"/>
            <p:cNvSpPr/>
            <p:nvPr/>
          </p:nvSpPr>
          <p:spPr>
            <a:xfrm>
              <a:off x="6728200" y="4251550"/>
              <a:ext cx="2725" cy="2100"/>
            </a:xfrm>
            <a:custGeom>
              <a:rect b="b" l="l" r="r" t="t"/>
              <a:pathLst>
                <a:path extrusionOk="0" h="84" w="109">
                  <a:moveTo>
                    <a:pt x="72" y="0"/>
                  </a:moveTo>
                  <a:cubicBezTo>
                    <a:pt x="60" y="24"/>
                    <a:pt x="25" y="60"/>
                    <a:pt x="1" y="84"/>
                  </a:cubicBezTo>
                  <a:lnTo>
                    <a:pt x="108" y="60"/>
                  </a:ln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4" name="Google Shape;2554;p19"/>
            <p:cNvSpPr/>
            <p:nvPr/>
          </p:nvSpPr>
          <p:spPr>
            <a:xfrm>
              <a:off x="6736250" y="4181300"/>
              <a:ext cx="261950" cy="69375"/>
            </a:xfrm>
            <a:custGeom>
              <a:rect b="b" l="l" r="r" t="t"/>
              <a:pathLst>
                <a:path extrusionOk="0" h="2775" w="10478">
                  <a:moveTo>
                    <a:pt x="10442" y="0"/>
                  </a:moveTo>
                  <a:lnTo>
                    <a:pt x="4334" y="1382"/>
                  </a:lnTo>
                  <a:lnTo>
                    <a:pt x="3775" y="1513"/>
                  </a:lnTo>
                  <a:lnTo>
                    <a:pt x="0" y="2382"/>
                  </a:lnTo>
                  <a:lnTo>
                    <a:pt x="227" y="2775"/>
                  </a:lnTo>
                  <a:lnTo>
                    <a:pt x="4215" y="1870"/>
                  </a:lnTo>
                  <a:lnTo>
                    <a:pt x="4787" y="1739"/>
                  </a:lnTo>
                  <a:lnTo>
                    <a:pt x="10478" y="441"/>
                  </a:lnTo>
                  <a:cubicBezTo>
                    <a:pt x="10442" y="322"/>
                    <a:pt x="10406" y="203"/>
                    <a:pt x="10418" y="72"/>
                  </a:cubicBezTo>
                  <a:cubicBezTo>
                    <a:pt x="10418" y="36"/>
                    <a:pt x="10442" y="24"/>
                    <a:pt x="1044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5" name="Google Shape;2555;p19"/>
            <p:cNvSpPr/>
            <p:nvPr/>
          </p:nvSpPr>
          <p:spPr>
            <a:xfrm>
              <a:off x="6640400" y="4078600"/>
              <a:ext cx="213150" cy="382525"/>
            </a:xfrm>
            <a:custGeom>
              <a:rect b="b" l="l" r="r" t="t"/>
              <a:pathLst>
                <a:path extrusionOk="0" h="15301" w="8526">
                  <a:moveTo>
                    <a:pt x="405" y="1"/>
                  </a:moveTo>
                  <a:cubicBezTo>
                    <a:pt x="286" y="84"/>
                    <a:pt x="143" y="156"/>
                    <a:pt x="1" y="191"/>
                  </a:cubicBezTo>
                  <a:lnTo>
                    <a:pt x="3275" y="6275"/>
                  </a:lnTo>
                  <a:lnTo>
                    <a:pt x="3322" y="6275"/>
                  </a:lnTo>
                  <a:cubicBezTo>
                    <a:pt x="3537" y="6311"/>
                    <a:pt x="3703" y="6502"/>
                    <a:pt x="3691" y="6728"/>
                  </a:cubicBezTo>
                  <a:cubicBezTo>
                    <a:pt x="3680" y="6799"/>
                    <a:pt x="3644" y="6859"/>
                    <a:pt x="3620" y="6918"/>
                  </a:cubicBezTo>
                  <a:lnTo>
                    <a:pt x="3644" y="6978"/>
                  </a:lnTo>
                  <a:lnTo>
                    <a:pt x="8121" y="15300"/>
                  </a:lnTo>
                  <a:lnTo>
                    <a:pt x="8180" y="15193"/>
                  </a:lnTo>
                  <a:cubicBezTo>
                    <a:pt x="8204" y="15193"/>
                    <a:pt x="8204" y="15181"/>
                    <a:pt x="8216" y="15157"/>
                  </a:cubicBezTo>
                  <a:lnTo>
                    <a:pt x="8228" y="15146"/>
                  </a:lnTo>
                  <a:lnTo>
                    <a:pt x="8240" y="15134"/>
                  </a:lnTo>
                  <a:cubicBezTo>
                    <a:pt x="8240" y="15122"/>
                    <a:pt x="8263" y="15122"/>
                    <a:pt x="8263" y="15122"/>
                  </a:cubicBezTo>
                  <a:cubicBezTo>
                    <a:pt x="8263" y="15122"/>
                    <a:pt x="8263" y="15098"/>
                    <a:pt x="8275" y="15098"/>
                  </a:cubicBezTo>
                  <a:lnTo>
                    <a:pt x="8287" y="15098"/>
                  </a:lnTo>
                  <a:cubicBezTo>
                    <a:pt x="8287" y="15086"/>
                    <a:pt x="8299" y="15086"/>
                    <a:pt x="8299" y="15086"/>
                  </a:cubicBezTo>
                  <a:lnTo>
                    <a:pt x="8525" y="15026"/>
                  </a:lnTo>
                  <a:lnTo>
                    <a:pt x="4120" y="6871"/>
                  </a:lnTo>
                  <a:lnTo>
                    <a:pt x="3894" y="6466"/>
                  </a:lnTo>
                  <a:lnTo>
                    <a:pt x="441" y="72"/>
                  </a:lnTo>
                  <a:lnTo>
                    <a:pt x="40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6" name="Google Shape;2556;p19"/>
            <p:cNvSpPr/>
            <p:nvPr/>
          </p:nvSpPr>
          <p:spPr>
            <a:xfrm>
              <a:off x="6851450" y="4463175"/>
              <a:ext cx="184850" cy="115525"/>
            </a:xfrm>
            <a:custGeom>
              <a:rect b="b" l="l" r="r" t="t"/>
              <a:pathLst>
                <a:path extrusionOk="0" h="4621" w="7394">
                  <a:moveTo>
                    <a:pt x="488" y="1"/>
                  </a:moveTo>
                  <a:lnTo>
                    <a:pt x="60" y="108"/>
                  </a:lnTo>
                  <a:lnTo>
                    <a:pt x="0" y="227"/>
                  </a:lnTo>
                  <a:lnTo>
                    <a:pt x="7394" y="4620"/>
                  </a:lnTo>
                  <a:lnTo>
                    <a:pt x="7394" y="4096"/>
                  </a:lnTo>
                  <a:lnTo>
                    <a:pt x="48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7" name="Google Shape;2557;p19"/>
            <p:cNvSpPr/>
            <p:nvPr/>
          </p:nvSpPr>
          <p:spPr>
            <a:xfrm>
              <a:off x="6847575" y="4406025"/>
              <a:ext cx="188425" cy="60450"/>
            </a:xfrm>
            <a:custGeom>
              <a:rect b="b" l="l" r="r" t="t"/>
              <a:pathLst>
                <a:path extrusionOk="0" h="2418" w="7537">
                  <a:moveTo>
                    <a:pt x="17" y="1997"/>
                  </a:moveTo>
                  <a:cubicBezTo>
                    <a:pt x="11" y="1998"/>
                    <a:pt x="6" y="2000"/>
                    <a:pt x="0" y="2001"/>
                  </a:cubicBezTo>
                  <a:lnTo>
                    <a:pt x="17" y="1997"/>
                  </a:lnTo>
                  <a:close/>
                  <a:moveTo>
                    <a:pt x="7537" y="1"/>
                  </a:moveTo>
                  <a:lnTo>
                    <a:pt x="167" y="1965"/>
                  </a:lnTo>
                  <a:lnTo>
                    <a:pt x="17" y="1997"/>
                  </a:lnTo>
                  <a:lnTo>
                    <a:pt x="17" y="1997"/>
                  </a:lnTo>
                  <a:cubicBezTo>
                    <a:pt x="29" y="1995"/>
                    <a:pt x="43" y="1994"/>
                    <a:pt x="57" y="1994"/>
                  </a:cubicBezTo>
                  <a:cubicBezTo>
                    <a:pt x="92" y="1994"/>
                    <a:pt x="129" y="2002"/>
                    <a:pt x="167" y="2025"/>
                  </a:cubicBezTo>
                  <a:cubicBezTo>
                    <a:pt x="286" y="2084"/>
                    <a:pt x="310" y="2215"/>
                    <a:pt x="250" y="2322"/>
                  </a:cubicBezTo>
                  <a:lnTo>
                    <a:pt x="215" y="2418"/>
                  </a:lnTo>
                  <a:lnTo>
                    <a:pt x="631" y="2299"/>
                  </a:lnTo>
                  <a:lnTo>
                    <a:pt x="7537" y="453"/>
                  </a:lnTo>
                  <a:lnTo>
                    <a:pt x="753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8" name="Google Shape;2558;p19"/>
            <p:cNvSpPr/>
            <p:nvPr/>
          </p:nvSpPr>
          <p:spPr>
            <a:xfrm>
              <a:off x="6725825" y="4654575"/>
              <a:ext cx="17300" cy="9550"/>
            </a:xfrm>
            <a:custGeom>
              <a:rect b="b" l="l" r="r" t="t"/>
              <a:pathLst>
                <a:path extrusionOk="0" h="382" w="692">
                  <a:moveTo>
                    <a:pt x="227" y="0"/>
                  </a:moveTo>
                  <a:lnTo>
                    <a:pt x="1" y="381"/>
                  </a:lnTo>
                  <a:lnTo>
                    <a:pt x="525" y="381"/>
                  </a:lnTo>
                  <a:lnTo>
                    <a:pt x="691" y="84"/>
                  </a:ln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9" name="Google Shape;2559;p19"/>
            <p:cNvSpPr/>
            <p:nvPr/>
          </p:nvSpPr>
          <p:spPr>
            <a:xfrm>
              <a:off x="6737150" y="4455550"/>
              <a:ext cx="117875" cy="190425"/>
            </a:xfrm>
            <a:custGeom>
              <a:rect b="b" l="l" r="r" t="t"/>
              <a:pathLst>
                <a:path extrusionOk="0" h="7617" w="4715">
                  <a:moveTo>
                    <a:pt x="4478" y="0"/>
                  </a:moveTo>
                  <a:cubicBezTo>
                    <a:pt x="4455" y="0"/>
                    <a:pt x="4430" y="3"/>
                    <a:pt x="4405" y="8"/>
                  </a:cubicBezTo>
                  <a:cubicBezTo>
                    <a:pt x="4405" y="20"/>
                    <a:pt x="4382" y="20"/>
                    <a:pt x="4382" y="20"/>
                  </a:cubicBezTo>
                  <a:lnTo>
                    <a:pt x="4370" y="20"/>
                  </a:lnTo>
                  <a:lnTo>
                    <a:pt x="4358" y="32"/>
                  </a:lnTo>
                  <a:cubicBezTo>
                    <a:pt x="4358" y="56"/>
                    <a:pt x="4346" y="56"/>
                    <a:pt x="4346" y="56"/>
                  </a:cubicBezTo>
                  <a:lnTo>
                    <a:pt x="4334" y="68"/>
                  </a:lnTo>
                  <a:lnTo>
                    <a:pt x="4310" y="79"/>
                  </a:lnTo>
                  <a:cubicBezTo>
                    <a:pt x="4298" y="79"/>
                    <a:pt x="4298" y="91"/>
                    <a:pt x="4286" y="115"/>
                  </a:cubicBezTo>
                  <a:lnTo>
                    <a:pt x="4227" y="222"/>
                  </a:lnTo>
                  <a:lnTo>
                    <a:pt x="0" y="7521"/>
                  </a:lnTo>
                  <a:lnTo>
                    <a:pt x="453" y="7616"/>
                  </a:lnTo>
                  <a:lnTo>
                    <a:pt x="4548" y="508"/>
                  </a:lnTo>
                  <a:lnTo>
                    <a:pt x="4608" y="389"/>
                  </a:lnTo>
                  <a:lnTo>
                    <a:pt x="4655" y="318"/>
                  </a:lnTo>
                  <a:cubicBezTo>
                    <a:pt x="4715" y="210"/>
                    <a:pt x="4667" y="79"/>
                    <a:pt x="4560" y="20"/>
                  </a:cubicBezTo>
                  <a:cubicBezTo>
                    <a:pt x="4539" y="6"/>
                    <a:pt x="4510" y="0"/>
                    <a:pt x="447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0" name="Google Shape;2560;p19"/>
            <p:cNvSpPr/>
            <p:nvPr/>
          </p:nvSpPr>
          <p:spPr>
            <a:xfrm>
              <a:off x="6337975" y="4576300"/>
              <a:ext cx="3900" cy="5375"/>
            </a:xfrm>
            <a:custGeom>
              <a:rect b="b" l="l" r="r" t="t"/>
              <a:pathLst>
                <a:path extrusionOk="0" h="215" w="156">
                  <a:moveTo>
                    <a:pt x="1" y="0"/>
                  </a:moveTo>
                  <a:lnTo>
                    <a:pt x="1" y="0"/>
                  </a:lnTo>
                  <a:cubicBezTo>
                    <a:pt x="13" y="95"/>
                    <a:pt x="72" y="179"/>
                    <a:pt x="156" y="214"/>
                  </a:cubicBezTo>
                  <a:lnTo>
                    <a:pt x="156" y="48"/>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1" name="Google Shape;2561;p19"/>
            <p:cNvSpPr/>
            <p:nvPr/>
          </p:nvSpPr>
          <p:spPr>
            <a:xfrm>
              <a:off x="6410025" y="4583425"/>
              <a:ext cx="434000" cy="80700"/>
            </a:xfrm>
            <a:custGeom>
              <a:rect b="b" l="l" r="r" t="t"/>
              <a:pathLst>
                <a:path extrusionOk="0" h="3228" w="17360">
                  <a:moveTo>
                    <a:pt x="107" y="1"/>
                  </a:moveTo>
                  <a:cubicBezTo>
                    <a:pt x="95" y="144"/>
                    <a:pt x="60" y="298"/>
                    <a:pt x="0" y="429"/>
                  </a:cubicBezTo>
                  <a:lnTo>
                    <a:pt x="12859" y="2846"/>
                  </a:lnTo>
                  <a:lnTo>
                    <a:pt x="13323" y="2930"/>
                  </a:lnTo>
                  <a:lnTo>
                    <a:pt x="14931" y="3227"/>
                  </a:lnTo>
                  <a:lnTo>
                    <a:pt x="17359" y="3227"/>
                  </a:lnTo>
                  <a:lnTo>
                    <a:pt x="13561" y="2513"/>
                  </a:lnTo>
                  <a:lnTo>
                    <a:pt x="13097" y="2418"/>
                  </a:lnTo>
                  <a:lnTo>
                    <a:pt x="10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2" name="Google Shape;2562;p19"/>
            <p:cNvSpPr/>
            <p:nvPr/>
          </p:nvSpPr>
          <p:spPr>
            <a:xfrm>
              <a:off x="5778675" y="4344125"/>
              <a:ext cx="436700" cy="105675"/>
            </a:xfrm>
            <a:custGeom>
              <a:rect b="b" l="l" r="r" t="t"/>
              <a:pathLst>
                <a:path extrusionOk="0" h="4227" w="17468">
                  <a:moveTo>
                    <a:pt x="17384" y="0"/>
                  </a:moveTo>
                  <a:lnTo>
                    <a:pt x="1" y="3786"/>
                  </a:lnTo>
                  <a:cubicBezTo>
                    <a:pt x="25" y="3905"/>
                    <a:pt x="60" y="4048"/>
                    <a:pt x="49" y="4179"/>
                  </a:cubicBezTo>
                  <a:lnTo>
                    <a:pt x="49" y="4227"/>
                  </a:lnTo>
                  <a:lnTo>
                    <a:pt x="17467" y="429"/>
                  </a:lnTo>
                  <a:cubicBezTo>
                    <a:pt x="17432" y="286"/>
                    <a:pt x="17396" y="155"/>
                    <a:pt x="1738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3" name="Google Shape;2563;p19"/>
            <p:cNvSpPr/>
            <p:nvPr/>
          </p:nvSpPr>
          <p:spPr>
            <a:xfrm>
              <a:off x="5778975" y="4449775"/>
              <a:ext cx="566475" cy="127425"/>
            </a:xfrm>
            <a:custGeom>
              <a:rect b="b" l="l" r="r" t="t"/>
              <a:pathLst>
                <a:path extrusionOk="0" h="5097" w="22659">
                  <a:moveTo>
                    <a:pt x="48" y="1"/>
                  </a:moveTo>
                  <a:cubicBezTo>
                    <a:pt x="37" y="72"/>
                    <a:pt x="13" y="132"/>
                    <a:pt x="1" y="191"/>
                  </a:cubicBezTo>
                  <a:lnTo>
                    <a:pt x="691" y="596"/>
                  </a:lnTo>
                  <a:lnTo>
                    <a:pt x="22373" y="5061"/>
                  </a:lnTo>
                  <a:lnTo>
                    <a:pt x="22539" y="5097"/>
                  </a:lnTo>
                  <a:cubicBezTo>
                    <a:pt x="22551" y="4942"/>
                    <a:pt x="22575" y="4799"/>
                    <a:pt x="22658" y="4656"/>
                  </a:cubicBez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4" name="Google Shape;2564;p19"/>
            <p:cNvSpPr/>
            <p:nvPr/>
          </p:nvSpPr>
          <p:spPr>
            <a:xfrm>
              <a:off x="6395425" y="4603375"/>
              <a:ext cx="42600" cy="60750"/>
            </a:xfrm>
            <a:custGeom>
              <a:rect b="b" l="l" r="r" t="t"/>
              <a:pathLst>
                <a:path extrusionOk="0" h="2430" w="1704">
                  <a:moveTo>
                    <a:pt x="346" y="0"/>
                  </a:moveTo>
                  <a:cubicBezTo>
                    <a:pt x="239" y="120"/>
                    <a:pt x="144" y="215"/>
                    <a:pt x="1" y="286"/>
                  </a:cubicBezTo>
                  <a:lnTo>
                    <a:pt x="1191" y="2429"/>
                  </a:lnTo>
                  <a:lnTo>
                    <a:pt x="1703" y="2429"/>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5" name="Google Shape;2565;p19"/>
            <p:cNvSpPr/>
            <p:nvPr/>
          </p:nvSpPr>
          <p:spPr>
            <a:xfrm>
              <a:off x="6271300" y="4385800"/>
              <a:ext cx="100350" cy="163725"/>
            </a:xfrm>
            <a:custGeom>
              <a:rect b="b" l="l" r="r" t="t"/>
              <a:pathLst>
                <a:path extrusionOk="0" h="6549" w="4014">
                  <a:moveTo>
                    <a:pt x="429" y="0"/>
                  </a:moveTo>
                  <a:cubicBezTo>
                    <a:pt x="298" y="60"/>
                    <a:pt x="144" y="107"/>
                    <a:pt x="1" y="131"/>
                  </a:cubicBezTo>
                  <a:lnTo>
                    <a:pt x="3585" y="6548"/>
                  </a:lnTo>
                  <a:cubicBezTo>
                    <a:pt x="3716" y="6477"/>
                    <a:pt x="3870" y="6429"/>
                    <a:pt x="4013" y="6406"/>
                  </a:cubicBezTo>
                  <a:lnTo>
                    <a:pt x="42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6" name="Google Shape;2566;p19"/>
            <p:cNvSpPr/>
            <p:nvPr/>
          </p:nvSpPr>
          <p:spPr>
            <a:xfrm>
              <a:off x="5772725" y="4454250"/>
              <a:ext cx="364950" cy="209875"/>
            </a:xfrm>
            <a:custGeom>
              <a:rect b="b" l="l" r="r" t="t"/>
              <a:pathLst>
                <a:path extrusionOk="0" h="8395" w="14598">
                  <a:moveTo>
                    <a:pt x="239" y="0"/>
                  </a:moveTo>
                  <a:cubicBezTo>
                    <a:pt x="179" y="155"/>
                    <a:pt x="108" y="286"/>
                    <a:pt x="1" y="393"/>
                  </a:cubicBezTo>
                  <a:lnTo>
                    <a:pt x="13705" y="8394"/>
                  </a:lnTo>
                  <a:lnTo>
                    <a:pt x="14598" y="8394"/>
                  </a:lnTo>
                  <a:lnTo>
                    <a:pt x="918" y="417"/>
                  </a:ln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7" name="Google Shape;2567;p19"/>
            <p:cNvSpPr/>
            <p:nvPr/>
          </p:nvSpPr>
          <p:spPr>
            <a:xfrm>
              <a:off x="6341850" y="4544475"/>
              <a:ext cx="72350" cy="71050"/>
            </a:xfrm>
            <a:custGeom>
              <a:rect b="b" l="l" r="r" t="t"/>
              <a:pathLst>
                <a:path extrusionOk="0" h="2842" w="2894">
                  <a:moveTo>
                    <a:pt x="1417" y="1"/>
                  </a:moveTo>
                  <a:cubicBezTo>
                    <a:pt x="1338" y="1"/>
                    <a:pt x="1261" y="15"/>
                    <a:pt x="1179" y="23"/>
                  </a:cubicBezTo>
                  <a:cubicBezTo>
                    <a:pt x="1036" y="59"/>
                    <a:pt x="882" y="94"/>
                    <a:pt x="751" y="166"/>
                  </a:cubicBezTo>
                  <a:cubicBezTo>
                    <a:pt x="465" y="321"/>
                    <a:pt x="239" y="559"/>
                    <a:pt x="108" y="856"/>
                  </a:cubicBezTo>
                  <a:cubicBezTo>
                    <a:pt x="60" y="987"/>
                    <a:pt x="24" y="1142"/>
                    <a:pt x="1" y="1285"/>
                  </a:cubicBezTo>
                  <a:lnTo>
                    <a:pt x="1" y="1297"/>
                  </a:lnTo>
                  <a:lnTo>
                    <a:pt x="1" y="1464"/>
                  </a:lnTo>
                  <a:cubicBezTo>
                    <a:pt x="36" y="2178"/>
                    <a:pt x="584" y="2773"/>
                    <a:pt x="1298" y="2833"/>
                  </a:cubicBezTo>
                  <a:cubicBezTo>
                    <a:pt x="1351" y="2839"/>
                    <a:pt x="1403" y="2842"/>
                    <a:pt x="1455" y="2842"/>
                  </a:cubicBezTo>
                  <a:cubicBezTo>
                    <a:pt x="1707" y="2842"/>
                    <a:pt x="1946" y="2771"/>
                    <a:pt x="2144" y="2642"/>
                  </a:cubicBezTo>
                  <a:cubicBezTo>
                    <a:pt x="2287" y="2571"/>
                    <a:pt x="2382" y="2476"/>
                    <a:pt x="2489" y="2345"/>
                  </a:cubicBezTo>
                  <a:cubicBezTo>
                    <a:pt x="2584" y="2225"/>
                    <a:pt x="2656" y="2106"/>
                    <a:pt x="2715" y="1975"/>
                  </a:cubicBezTo>
                  <a:cubicBezTo>
                    <a:pt x="2775" y="1833"/>
                    <a:pt x="2799" y="1690"/>
                    <a:pt x="2822" y="1535"/>
                  </a:cubicBezTo>
                  <a:cubicBezTo>
                    <a:pt x="2894" y="761"/>
                    <a:pt x="2310" y="82"/>
                    <a:pt x="1525" y="11"/>
                  </a:cubicBezTo>
                  <a:cubicBezTo>
                    <a:pt x="1488" y="4"/>
                    <a:pt x="1452" y="1"/>
                    <a:pt x="141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8" name="Google Shape;2568;p19"/>
            <p:cNvSpPr/>
            <p:nvPr/>
          </p:nvSpPr>
          <p:spPr>
            <a:xfrm>
              <a:off x="6212375" y="4289200"/>
              <a:ext cx="100625" cy="100600"/>
            </a:xfrm>
            <a:custGeom>
              <a:rect b="b" l="l" r="r" t="t"/>
              <a:pathLst>
                <a:path extrusionOk="0" h="4024" w="4025">
                  <a:moveTo>
                    <a:pt x="2038" y="1"/>
                  </a:moveTo>
                  <a:cubicBezTo>
                    <a:pt x="1006" y="1"/>
                    <a:pt x="115" y="796"/>
                    <a:pt x="24" y="1840"/>
                  </a:cubicBezTo>
                  <a:cubicBezTo>
                    <a:pt x="0" y="1959"/>
                    <a:pt x="0" y="2078"/>
                    <a:pt x="24" y="2197"/>
                  </a:cubicBezTo>
                  <a:cubicBezTo>
                    <a:pt x="36" y="2352"/>
                    <a:pt x="60" y="2495"/>
                    <a:pt x="108" y="2626"/>
                  </a:cubicBezTo>
                  <a:cubicBezTo>
                    <a:pt x="358" y="3376"/>
                    <a:pt x="1036" y="3935"/>
                    <a:pt x="1846" y="4019"/>
                  </a:cubicBezTo>
                  <a:cubicBezTo>
                    <a:pt x="1890" y="4022"/>
                    <a:pt x="1934" y="4023"/>
                    <a:pt x="1978" y="4023"/>
                  </a:cubicBezTo>
                  <a:cubicBezTo>
                    <a:pt x="2107" y="4023"/>
                    <a:pt x="2230" y="4010"/>
                    <a:pt x="2346" y="3983"/>
                  </a:cubicBezTo>
                  <a:cubicBezTo>
                    <a:pt x="2501" y="3971"/>
                    <a:pt x="2655" y="3924"/>
                    <a:pt x="2786" y="3864"/>
                  </a:cubicBezTo>
                  <a:cubicBezTo>
                    <a:pt x="3417" y="3602"/>
                    <a:pt x="3894" y="3031"/>
                    <a:pt x="4013" y="2328"/>
                  </a:cubicBezTo>
                  <a:cubicBezTo>
                    <a:pt x="4013" y="2292"/>
                    <a:pt x="4025" y="2233"/>
                    <a:pt x="4025" y="2185"/>
                  </a:cubicBezTo>
                  <a:lnTo>
                    <a:pt x="4025" y="1899"/>
                  </a:lnTo>
                  <a:cubicBezTo>
                    <a:pt x="3989" y="1578"/>
                    <a:pt x="3906" y="1257"/>
                    <a:pt x="3739" y="995"/>
                  </a:cubicBezTo>
                  <a:cubicBezTo>
                    <a:pt x="3667" y="864"/>
                    <a:pt x="3572" y="745"/>
                    <a:pt x="3465" y="637"/>
                  </a:cubicBezTo>
                  <a:cubicBezTo>
                    <a:pt x="3144" y="292"/>
                    <a:pt x="2703" y="54"/>
                    <a:pt x="2191" y="6"/>
                  </a:cubicBezTo>
                  <a:cubicBezTo>
                    <a:pt x="2140" y="2"/>
                    <a:pt x="2089" y="1"/>
                    <a:pt x="20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9" name="Google Shape;2569;p19"/>
            <p:cNvSpPr/>
            <p:nvPr/>
          </p:nvSpPr>
          <p:spPr>
            <a:xfrm>
              <a:off x="6886575" y="1575550"/>
              <a:ext cx="19050" cy="17950"/>
            </a:xfrm>
            <a:custGeom>
              <a:rect b="b" l="l" r="r" t="t"/>
              <a:pathLst>
                <a:path extrusionOk="0" h="718" w="762">
                  <a:moveTo>
                    <a:pt x="367" y="0"/>
                  </a:moveTo>
                  <a:cubicBezTo>
                    <a:pt x="308" y="0"/>
                    <a:pt x="251" y="22"/>
                    <a:pt x="202" y="51"/>
                  </a:cubicBezTo>
                  <a:cubicBezTo>
                    <a:pt x="95" y="111"/>
                    <a:pt x="36" y="206"/>
                    <a:pt x="24" y="325"/>
                  </a:cubicBezTo>
                  <a:cubicBezTo>
                    <a:pt x="0" y="539"/>
                    <a:pt x="155" y="706"/>
                    <a:pt x="345" y="718"/>
                  </a:cubicBezTo>
                  <a:cubicBezTo>
                    <a:pt x="405" y="718"/>
                    <a:pt x="464" y="706"/>
                    <a:pt x="512" y="682"/>
                  </a:cubicBezTo>
                  <a:cubicBezTo>
                    <a:pt x="631" y="646"/>
                    <a:pt x="714" y="539"/>
                    <a:pt x="738" y="384"/>
                  </a:cubicBezTo>
                  <a:cubicBezTo>
                    <a:pt x="762" y="194"/>
                    <a:pt x="595" y="15"/>
                    <a:pt x="405" y="3"/>
                  </a:cubicBezTo>
                  <a:cubicBezTo>
                    <a:pt x="392" y="1"/>
                    <a:pt x="380" y="0"/>
                    <a:pt x="3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0" name="Google Shape;2570;p19"/>
            <p:cNvSpPr/>
            <p:nvPr/>
          </p:nvSpPr>
          <p:spPr>
            <a:xfrm>
              <a:off x="6612725" y="2909675"/>
              <a:ext cx="36925" cy="36225"/>
            </a:xfrm>
            <a:custGeom>
              <a:rect b="b" l="l" r="r" t="t"/>
              <a:pathLst>
                <a:path extrusionOk="0" h="1449" w="1477">
                  <a:moveTo>
                    <a:pt x="765" y="1"/>
                  </a:moveTo>
                  <a:cubicBezTo>
                    <a:pt x="380" y="1"/>
                    <a:pt x="59" y="291"/>
                    <a:pt x="36" y="669"/>
                  </a:cubicBezTo>
                  <a:cubicBezTo>
                    <a:pt x="0" y="1074"/>
                    <a:pt x="298" y="1419"/>
                    <a:pt x="703" y="1443"/>
                  </a:cubicBezTo>
                  <a:cubicBezTo>
                    <a:pt x="732" y="1446"/>
                    <a:pt x="761" y="1448"/>
                    <a:pt x="790" y="1448"/>
                  </a:cubicBezTo>
                  <a:cubicBezTo>
                    <a:pt x="1039" y="1448"/>
                    <a:pt x="1252" y="1312"/>
                    <a:pt x="1369" y="1109"/>
                  </a:cubicBezTo>
                  <a:cubicBezTo>
                    <a:pt x="1429" y="1014"/>
                    <a:pt x="1465" y="907"/>
                    <a:pt x="1477" y="788"/>
                  </a:cubicBezTo>
                  <a:cubicBezTo>
                    <a:pt x="1477" y="752"/>
                    <a:pt x="1477" y="705"/>
                    <a:pt x="1465" y="657"/>
                  </a:cubicBezTo>
                  <a:lnTo>
                    <a:pt x="1465" y="645"/>
                  </a:lnTo>
                  <a:cubicBezTo>
                    <a:pt x="1417" y="312"/>
                    <a:pt x="1167" y="38"/>
                    <a:pt x="810" y="2"/>
                  </a:cubicBezTo>
                  <a:cubicBezTo>
                    <a:pt x="795" y="1"/>
                    <a:pt x="780" y="1"/>
                    <a:pt x="7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1" name="Google Shape;2571;p19"/>
            <p:cNvSpPr/>
            <p:nvPr/>
          </p:nvSpPr>
          <p:spPr>
            <a:xfrm>
              <a:off x="6607950" y="4033250"/>
              <a:ext cx="50925" cy="50550"/>
            </a:xfrm>
            <a:custGeom>
              <a:rect b="b" l="l" r="r" t="t"/>
              <a:pathLst>
                <a:path extrusionOk="0" h="2022" w="2037">
                  <a:moveTo>
                    <a:pt x="1019" y="1"/>
                  </a:moveTo>
                  <a:cubicBezTo>
                    <a:pt x="930" y="1"/>
                    <a:pt x="843" y="14"/>
                    <a:pt x="763" y="41"/>
                  </a:cubicBezTo>
                  <a:cubicBezTo>
                    <a:pt x="358" y="148"/>
                    <a:pt x="48" y="505"/>
                    <a:pt x="13" y="934"/>
                  </a:cubicBezTo>
                  <a:cubicBezTo>
                    <a:pt x="1" y="1124"/>
                    <a:pt x="25" y="1291"/>
                    <a:pt x="108" y="1458"/>
                  </a:cubicBezTo>
                  <a:cubicBezTo>
                    <a:pt x="179" y="1600"/>
                    <a:pt x="275" y="1720"/>
                    <a:pt x="394" y="1815"/>
                  </a:cubicBezTo>
                  <a:cubicBezTo>
                    <a:pt x="537" y="1934"/>
                    <a:pt x="727" y="2005"/>
                    <a:pt x="941" y="2017"/>
                  </a:cubicBezTo>
                  <a:cubicBezTo>
                    <a:pt x="969" y="2020"/>
                    <a:pt x="997" y="2021"/>
                    <a:pt x="1024" y="2021"/>
                  </a:cubicBezTo>
                  <a:cubicBezTo>
                    <a:pt x="1110" y="2021"/>
                    <a:pt x="1187" y="2006"/>
                    <a:pt x="1251" y="1970"/>
                  </a:cubicBezTo>
                  <a:cubicBezTo>
                    <a:pt x="1406" y="1946"/>
                    <a:pt x="1537" y="1874"/>
                    <a:pt x="1656" y="1779"/>
                  </a:cubicBezTo>
                  <a:cubicBezTo>
                    <a:pt x="1775" y="1696"/>
                    <a:pt x="1858" y="1589"/>
                    <a:pt x="1918" y="1470"/>
                  </a:cubicBezTo>
                  <a:cubicBezTo>
                    <a:pt x="1977" y="1350"/>
                    <a:pt x="2013" y="1219"/>
                    <a:pt x="2025" y="1077"/>
                  </a:cubicBezTo>
                  <a:cubicBezTo>
                    <a:pt x="2037" y="874"/>
                    <a:pt x="2001" y="660"/>
                    <a:pt x="1894" y="505"/>
                  </a:cubicBezTo>
                  <a:cubicBezTo>
                    <a:pt x="1799" y="362"/>
                    <a:pt x="1703" y="267"/>
                    <a:pt x="1584" y="172"/>
                  </a:cubicBezTo>
                  <a:cubicBezTo>
                    <a:pt x="1465" y="100"/>
                    <a:pt x="1346" y="53"/>
                    <a:pt x="1203" y="29"/>
                  </a:cubicBezTo>
                  <a:cubicBezTo>
                    <a:pt x="1179" y="29"/>
                    <a:pt x="1132" y="5"/>
                    <a:pt x="1108" y="5"/>
                  </a:cubicBezTo>
                  <a:cubicBezTo>
                    <a:pt x="1078" y="2"/>
                    <a:pt x="1049" y="1"/>
                    <a:pt x="101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2" name="Google Shape;2572;p19"/>
            <p:cNvSpPr/>
            <p:nvPr/>
          </p:nvSpPr>
          <p:spPr>
            <a:xfrm>
              <a:off x="6996400" y="4166875"/>
              <a:ext cx="36325" cy="36000"/>
            </a:xfrm>
            <a:custGeom>
              <a:rect b="b" l="l" r="r" t="t"/>
              <a:pathLst>
                <a:path extrusionOk="0" h="1440" w="1453">
                  <a:moveTo>
                    <a:pt x="733" y="1"/>
                  </a:moveTo>
                  <a:cubicBezTo>
                    <a:pt x="700" y="1"/>
                    <a:pt x="671" y="6"/>
                    <a:pt x="631" y="6"/>
                  </a:cubicBezTo>
                  <a:cubicBezTo>
                    <a:pt x="465" y="18"/>
                    <a:pt x="334" y="101"/>
                    <a:pt x="227" y="196"/>
                  </a:cubicBezTo>
                  <a:cubicBezTo>
                    <a:pt x="119" y="304"/>
                    <a:pt x="60" y="423"/>
                    <a:pt x="36" y="577"/>
                  </a:cubicBezTo>
                  <a:cubicBezTo>
                    <a:pt x="36" y="601"/>
                    <a:pt x="12" y="613"/>
                    <a:pt x="12" y="649"/>
                  </a:cubicBezTo>
                  <a:cubicBezTo>
                    <a:pt x="0" y="780"/>
                    <a:pt x="36" y="899"/>
                    <a:pt x="84" y="1030"/>
                  </a:cubicBezTo>
                  <a:cubicBezTo>
                    <a:pt x="191" y="1256"/>
                    <a:pt x="405" y="1423"/>
                    <a:pt x="667" y="1435"/>
                  </a:cubicBezTo>
                  <a:cubicBezTo>
                    <a:pt x="696" y="1438"/>
                    <a:pt x="724" y="1440"/>
                    <a:pt x="752" y="1440"/>
                  </a:cubicBezTo>
                  <a:cubicBezTo>
                    <a:pt x="1119" y="1440"/>
                    <a:pt x="1419" y="1156"/>
                    <a:pt x="1441" y="780"/>
                  </a:cubicBezTo>
                  <a:cubicBezTo>
                    <a:pt x="1453" y="399"/>
                    <a:pt x="1155" y="42"/>
                    <a:pt x="786" y="6"/>
                  </a:cubicBezTo>
                  <a:cubicBezTo>
                    <a:pt x="766" y="2"/>
                    <a:pt x="749" y="1"/>
                    <a:pt x="73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3" name="Google Shape;2573;p19"/>
            <p:cNvSpPr/>
            <p:nvPr/>
          </p:nvSpPr>
          <p:spPr>
            <a:xfrm>
              <a:off x="6710350" y="4394000"/>
              <a:ext cx="37225" cy="35950"/>
            </a:xfrm>
            <a:custGeom>
              <a:rect b="b" l="l" r="r" t="t"/>
              <a:pathLst>
                <a:path extrusionOk="0" h="1438" w="1489">
                  <a:moveTo>
                    <a:pt x="737" y="0"/>
                  </a:moveTo>
                  <a:cubicBezTo>
                    <a:pt x="370" y="0"/>
                    <a:pt x="70" y="284"/>
                    <a:pt x="48" y="660"/>
                  </a:cubicBezTo>
                  <a:cubicBezTo>
                    <a:pt x="1" y="1053"/>
                    <a:pt x="298" y="1398"/>
                    <a:pt x="703" y="1434"/>
                  </a:cubicBezTo>
                  <a:cubicBezTo>
                    <a:pt x="724" y="1436"/>
                    <a:pt x="746" y="1437"/>
                    <a:pt x="767" y="1437"/>
                  </a:cubicBezTo>
                  <a:cubicBezTo>
                    <a:pt x="1133" y="1437"/>
                    <a:pt x="1443" y="1151"/>
                    <a:pt x="1477" y="779"/>
                  </a:cubicBezTo>
                  <a:cubicBezTo>
                    <a:pt x="1489" y="386"/>
                    <a:pt x="1203" y="41"/>
                    <a:pt x="822" y="5"/>
                  </a:cubicBezTo>
                  <a:cubicBezTo>
                    <a:pt x="793" y="2"/>
                    <a:pt x="765" y="0"/>
                    <a:pt x="73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4" name="Google Shape;2574;p19"/>
            <p:cNvSpPr/>
            <p:nvPr/>
          </p:nvSpPr>
          <p:spPr>
            <a:xfrm>
              <a:off x="6609750" y="3484075"/>
              <a:ext cx="35725" cy="35675"/>
            </a:xfrm>
            <a:custGeom>
              <a:rect b="b" l="l" r="r" t="t"/>
              <a:pathLst>
                <a:path extrusionOk="0" h="1427" w="1429">
                  <a:moveTo>
                    <a:pt x="700" y="1"/>
                  </a:moveTo>
                  <a:cubicBezTo>
                    <a:pt x="418" y="1"/>
                    <a:pt x="158" y="184"/>
                    <a:pt x="60" y="458"/>
                  </a:cubicBezTo>
                  <a:cubicBezTo>
                    <a:pt x="48" y="517"/>
                    <a:pt x="24" y="577"/>
                    <a:pt x="24" y="648"/>
                  </a:cubicBezTo>
                  <a:cubicBezTo>
                    <a:pt x="0" y="755"/>
                    <a:pt x="36" y="850"/>
                    <a:pt x="60" y="958"/>
                  </a:cubicBezTo>
                  <a:cubicBezTo>
                    <a:pt x="84" y="993"/>
                    <a:pt x="84" y="1005"/>
                    <a:pt x="95" y="1041"/>
                  </a:cubicBezTo>
                  <a:cubicBezTo>
                    <a:pt x="155" y="1172"/>
                    <a:pt x="274" y="1279"/>
                    <a:pt x="405" y="1350"/>
                  </a:cubicBezTo>
                  <a:cubicBezTo>
                    <a:pt x="417" y="1362"/>
                    <a:pt x="453" y="1362"/>
                    <a:pt x="465" y="1374"/>
                  </a:cubicBezTo>
                  <a:cubicBezTo>
                    <a:pt x="524" y="1398"/>
                    <a:pt x="584" y="1422"/>
                    <a:pt x="655" y="1422"/>
                  </a:cubicBezTo>
                  <a:cubicBezTo>
                    <a:pt x="683" y="1425"/>
                    <a:pt x="710" y="1427"/>
                    <a:pt x="736" y="1427"/>
                  </a:cubicBezTo>
                  <a:cubicBezTo>
                    <a:pt x="799" y="1427"/>
                    <a:pt x="858" y="1418"/>
                    <a:pt x="917" y="1410"/>
                  </a:cubicBezTo>
                  <a:cubicBezTo>
                    <a:pt x="1036" y="1374"/>
                    <a:pt x="1155" y="1315"/>
                    <a:pt x="1227" y="1243"/>
                  </a:cubicBezTo>
                  <a:lnTo>
                    <a:pt x="1238" y="1231"/>
                  </a:lnTo>
                  <a:cubicBezTo>
                    <a:pt x="1346" y="1112"/>
                    <a:pt x="1417" y="958"/>
                    <a:pt x="1429" y="779"/>
                  </a:cubicBezTo>
                  <a:cubicBezTo>
                    <a:pt x="1429" y="684"/>
                    <a:pt x="1429" y="600"/>
                    <a:pt x="1405" y="517"/>
                  </a:cubicBezTo>
                  <a:cubicBezTo>
                    <a:pt x="1358" y="362"/>
                    <a:pt x="1262" y="231"/>
                    <a:pt x="1143" y="148"/>
                  </a:cubicBezTo>
                  <a:cubicBezTo>
                    <a:pt x="1048" y="65"/>
                    <a:pt x="917" y="29"/>
                    <a:pt x="774" y="5"/>
                  </a:cubicBezTo>
                  <a:cubicBezTo>
                    <a:pt x="749" y="2"/>
                    <a:pt x="724" y="1"/>
                    <a:pt x="70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5" name="Google Shape;2575;p19"/>
            <p:cNvSpPr/>
            <p:nvPr/>
          </p:nvSpPr>
          <p:spPr>
            <a:xfrm>
              <a:off x="7027050" y="3205875"/>
              <a:ext cx="8950" cy="31275"/>
            </a:xfrm>
            <a:custGeom>
              <a:rect b="b" l="l" r="r" t="t"/>
              <a:pathLst>
                <a:path extrusionOk="0" h="1251" w="358">
                  <a:moveTo>
                    <a:pt x="358" y="1"/>
                  </a:moveTo>
                  <a:cubicBezTo>
                    <a:pt x="334" y="25"/>
                    <a:pt x="310" y="36"/>
                    <a:pt x="298" y="48"/>
                  </a:cubicBezTo>
                  <a:cubicBezTo>
                    <a:pt x="132" y="167"/>
                    <a:pt x="13" y="346"/>
                    <a:pt x="1" y="572"/>
                  </a:cubicBezTo>
                  <a:cubicBezTo>
                    <a:pt x="1" y="656"/>
                    <a:pt x="1" y="751"/>
                    <a:pt x="25" y="834"/>
                  </a:cubicBezTo>
                  <a:cubicBezTo>
                    <a:pt x="72" y="989"/>
                    <a:pt x="179" y="1108"/>
                    <a:pt x="275" y="1215"/>
                  </a:cubicBezTo>
                  <a:cubicBezTo>
                    <a:pt x="310" y="1227"/>
                    <a:pt x="322" y="1239"/>
                    <a:pt x="358" y="1251"/>
                  </a:cubicBezTo>
                  <a:lnTo>
                    <a:pt x="358" y="1"/>
                  </a:ln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6" name="Google Shape;2576;p19"/>
            <p:cNvSpPr/>
            <p:nvPr/>
          </p:nvSpPr>
          <p:spPr>
            <a:xfrm>
              <a:off x="6923175" y="1659900"/>
              <a:ext cx="35750" cy="35150"/>
            </a:xfrm>
            <a:custGeom>
              <a:rect b="b" l="l" r="r" t="t"/>
              <a:pathLst>
                <a:path extrusionOk="0" h="1406" w="1430">
                  <a:moveTo>
                    <a:pt x="681" y="1"/>
                  </a:moveTo>
                  <a:cubicBezTo>
                    <a:pt x="607" y="1"/>
                    <a:pt x="536" y="18"/>
                    <a:pt x="477" y="35"/>
                  </a:cubicBezTo>
                  <a:cubicBezTo>
                    <a:pt x="227" y="130"/>
                    <a:pt x="24" y="344"/>
                    <a:pt x="12" y="642"/>
                  </a:cubicBezTo>
                  <a:cubicBezTo>
                    <a:pt x="0" y="844"/>
                    <a:pt x="60" y="1035"/>
                    <a:pt x="179" y="1166"/>
                  </a:cubicBezTo>
                  <a:cubicBezTo>
                    <a:pt x="262" y="1285"/>
                    <a:pt x="405" y="1356"/>
                    <a:pt x="548" y="1392"/>
                  </a:cubicBezTo>
                  <a:cubicBezTo>
                    <a:pt x="584" y="1392"/>
                    <a:pt x="608" y="1404"/>
                    <a:pt x="655" y="1404"/>
                  </a:cubicBezTo>
                  <a:cubicBezTo>
                    <a:pt x="677" y="1405"/>
                    <a:pt x="698" y="1406"/>
                    <a:pt x="720" y="1406"/>
                  </a:cubicBezTo>
                  <a:cubicBezTo>
                    <a:pt x="874" y="1406"/>
                    <a:pt x="1016" y="1367"/>
                    <a:pt x="1132" y="1273"/>
                  </a:cubicBezTo>
                  <a:cubicBezTo>
                    <a:pt x="1263" y="1178"/>
                    <a:pt x="1370" y="1023"/>
                    <a:pt x="1394" y="844"/>
                  </a:cubicBezTo>
                  <a:cubicBezTo>
                    <a:pt x="1394" y="820"/>
                    <a:pt x="1417" y="797"/>
                    <a:pt x="1417" y="761"/>
                  </a:cubicBezTo>
                  <a:cubicBezTo>
                    <a:pt x="1429" y="546"/>
                    <a:pt x="1334" y="332"/>
                    <a:pt x="1191" y="189"/>
                  </a:cubicBezTo>
                  <a:cubicBezTo>
                    <a:pt x="1132" y="130"/>
                    <a:pt x="1060" y="82"/>
                    <a:pt x="977" y="46"/>
                  </a:cubicBezTo>
                  <a:cubicBezTo>
                    <a:pt x="917" y="35"/>
                    <a:pt x="846" y="11"/>
                    <a:pt x="774" y="11"/>
                  </a:cubicBezTo>
                  <a:cubicBezTo>
                    <a:pt x="743" y="4"/>
                    <a:pt x="712" y="1"/>
                    <a:pt x="6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7" name="Google Shape;2577;p19"/>
            <p:cNvSpPr/>
            <p:nvPr/>
          </p:nvSpPr>
          <p:spPr>
            <a:xfrm>
              <a:off x="6526400" y="2260750"/>
              <a:ext cx="36625" cy="35900"/>
            </a:xfrm>
            <a:custGeom>
              <a:rect b="b" l="l" r="r" t="t"/>
              <a:pathLst>
                <a:path extrusionOk="0" h="1436" w="1465">
                  <a:moveTo>
                    <a:pt x="756" y="1"/>
                  </a:moveTo>
                  <a:cubicBezTo>
                    <a:pt x="382" y="1"/>
                    <a:pt x="82" y="287"/>
                    <a:pt x="48" y="658"/>
                  </a:cubicBezTo>
                  <a:cubicBezTo>
                    <a:pt x="0" y="1063"/>
                    <a:pt x="298" y="1408"/>
                    <a:pt x="703" y="1432"/>
                  </a:cubicBezTo>
                  <a:cubicBezTo>
                    <a:pt x="727" y="1435"/>
                    <a:pt x="751" y="1436"/>
                    <a:pt x="775" y="1436"/>
                  </a:cubicBezTo>
                  <a:cubicBezTo>
                    <a:pt x="986" y="1436"/>
                    <a:pt x="1182" y="1343"/>
                    <a:pt x="1310" y="1182"/>
                  </a:cubicBezTo>
                  <a:cubicBezTo>
                    <a:pt x="1405" y="1075"/>
                    <a:pt x="1465" y="944"/>
                    <a:pt x="1465" y="765"/>
                  </a:cubicBezTo>
                  <a:lnTo>
                    <a:pt x="1465" y="754"/>
                  </a:lnTo>
                  <a:lnTo>
                    <a:pt x="1465" y="682"/>
                  </a:lnTo>
                  <a:cubicBezTo>
                    <a:pt x="1453" y="515"/>
                    <a:pt x="1393" y="384"/>
                    <a:pt x="1298" y="265"/>
                  </a:cubicBezTo>
                  <a:cubicBezTo>
                    <a:pt x="1179" y="123"/>
                    <a:pt x="1012" y="27"/>
                    <a:pt x="822" y="3"/>
                  </a:cubicBezTo>
                  <a:cubicBezTo>
                    <a:pt x="800" y="2"/>
                    <a:pt x="778" y="1"/>
                    <a:pt x="75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8" name="Google Shape;2578;p19"/>
            <p:cNvSpPr/>
            <p:nvPr/>
          </p:nvSpPr>
          <p:spPr>
            <a:xfrm>
              <a:off x="5728375" y="4421425"/>
              <a:ext cx="51825" cy="50475"/>
            </a:xfrm>
            <a:custGeom>
              <a:rect b="b" l="l" r="r" t="t"/>
              <a:pathLst>
                <a:path extrusionOk="0" h="2019" w="2073">
                  <a:moveTo>
                    <a:pt x="1045" y="0"/>
                  </a:moveTo>
                  <a:cubicBezTo>
                    <a:pt x="521" y="0"/>
                    <a:pt x="71" y="402"/>
                    <a:pt x="48" y="932"/>
                  </a:cubicBezTo>
                  <a:cubicBezTo>
                    <a:pt x="1" y="1492"/>
                    <a:pt x="418" y="1980"/>
                    <a:pt x="965" y="2016"/>
                  </a:cubicBezTo>
                  <a:cubicBezTo>
                    <a:pt x="992" y="2018"/>
                    <a:pt x="1019" y="2019"/>
                    <a:pt x="1046" y="2019"/>
                  </a:cubicBezTo>
                  <a:cubicBezTo>
                    <a:pt x="1333" y="2019"/>
                    <a:pt x="1579" y="1903"/>
                    <a:pt x="1775" y="1718"/>
                  </a:cubicBezTo>
                  <a:cubicBezTo>
                    <a:pt x="1870" y="1611"/>
                    <a:pt x="1965" y="1480"/>
                    <a:pt x="2013" y="1325"/>
                  </a:cubicBezTo>
                  <a:cubicBezTo>
                    <a:pt x="2037" y="1266"/>
                    <a:pt x="2037" y="1194"/>
                    <a:pt x="2061" y="1135"/>
                  </a:cubicBezTo>
                  <a:lnTo>
                    <a:pt x="2061" y="1123"/>
                  </a:lnTo>
                  <a:lnTo>
                    <a:pt x="2061" y="1075"/>
                  </a:lnTo>
                  <a:cubicBezTo>
                    <a:pt x="2072" y="944"/>
                    <a:pt x="2061" y="813"/>
                    <a:pt x="2013" y="671"/>
                  </a:cubicBezTo>
                  <a:cubicBezTo>
                    <a:pt x="1977" y="599"/>
                    <a:pt x="1942" y="528"/>
                    <a:pt x="1894" y="456"/>
                  </a:cubicBezTo>
                  <a:cubicBezTo>
                    <a:pt x="1822" y="337"/>
                    <a:pt x="1703" y="218"/>
                    <a:pt x="1561" y="135"/>
                  </a:cubicBezTo>
                  <a:cubicBezTo>
                    <a:pt x="1430" y="63"/>
                    <a:pt x="1275" y="16"/>
                    <a:pt x="1132" y="4"/>
                  </a:cubicBezTo>
                  <a:cubicBezTo>
                    <a:pt x="1103" y="1"/>
                    <a:pt x="1074" y="0"/>
                    <a:pt x="104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9" name="Google Shape;2579;p19"/>
            <p:cNvSpPr/>
            <p:nvPr/>
          </p:nvSpPr>
          <p:spPr>
            <a:xfrm>
              <a:off x="6710950" y="4235475"/>
              <a:ext cx="20850" cy="20600"/>
            </a:xfrm>
            <a:custGeom>
              <a:rect b="b" l="l" r="r" t="t"/>
              <a:pathLst>
                <a:path extrusionOk="0" h="824" w="834">
                  <a:moveTo>
                    <a:pt x="405" y="0"/>
                  </a:moveTo>
                  <a:cubicBezTo>
                    <a:pt x="203" y="0"/>
                    <a:pt x="24" y="155"/>
                    <a:pt x="0" y="369"/>
                  </a:cubicBezTo>
                  <a:lnTo>
                    <a:pt x="0" y="417"/>
                  </a:lnTo>
                  <a:cubicBezTo>
                    <a:pt x="24" y="608"/>
                    <a:pt x="143" y="762"/>
                    <a:pt x="322" y="810"/>
                  </a:cubicBezTo>
                  <a:cubicBezTo>
                    <a:pt x="334" y="822"/>
                    <a:pt x="358" y="822"/>
                    <a:pt x="381" y="822"/>
                  </a:cubicBezTo>
                  <a:cubicBezTo>
                    <a:pt x="394" y="823"/>
                    <a:pt x="406" y="824"/>
                    <a:pt x="418" y="824"/>
                  </a:cubicBezTo>
                  <a:cubicBezTo>
                    <a:pt x="520" y="824"/>
                    <a:pt x="604" y="780"/>
                    <a:pt x="679" y="727"/>
                  </a:cubicBezTo>
                  <a:cubicBezTo>
                    <a:pt x="703" y="703"/>
                    <a:pt x="739" y="667"/>
                    <a:pt x="750" y="643"/>
                  </a:cubicBezTo>
                  <a:cubicBezTo>
                    <a:pt x="798" y="584"/>
                    <a:pt x="822" y="524"/>
                    <a:pt x="822" y="453"/>
                  </a:cubicBezTo>
                  <a:cubicBezTo>
                    <a:pt x="834" y="227"/>
                    <a:pt x="679" y="36"/>
                    <a:pt x="4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0" name="Google Shape;2580;p19"/>
            <p:cNvSpPr/>
            <p:nvPr/>
          </p:nvSpPr>
          <p:spPr>
            <a:xfrm>
              <a:off x="6828225" y="3855375"/>
              <a:ext cx="21150" cy="20450"/>
            </a:xfrm>
            <a:custGeom>
              <a:rect b="b" l="l" r="r" t="t"/>
              <a:pathLst>
                <a:path extrusionOk="0" h="818" w="846">
                  <a:moveTo>
                    <a:pt x="465" y="0"/>
                  </a:moveTo>
                  <a:cubicBezTo>
                    <a:pt x="393" y="0"/>
                    <a:pt x="334" y="12"/>
                    <a:pt x="274" y="24"/>
                  </a:cubicBezTo>
                  <a:lnTo>
                    <a:pt x="250" y="24"/>
                  </a:lnTo>
                  <a:cubicBezTo>
                    <a:pt x="119" y="83"/>
                    <a:pt x="36" y="203"/>
                    <a:pt x="12" y="369"/>
                  </a:cubicBezTo>
                  <a:cubicBezTo>
                    <a:pt x="0" y="429"/>
                    <a:pt x="12" y="488"/>
                    <a:pt x="36" y="536"/>
                  </a:cubicBezTo>
                  <a:cubicBezTo>
                    <a:pt x="60" y="595"/>
                    <a:pt x="96" y="631"/>
                    <a:pt x="119" y="679"/>
                  </a:cubicBezTo>
                  <a:cubicBezTo>
                    <a:pt x="191" y="774"/>
                    <a:pt x="286" y="810"/>
                    <a:pt x="369" y="810"/>
                  </a:cubicBezTo>
                  <a:cubicBezTo>
                    <a:pt x="392" y="815"/>
                    <a:pt x="415" y="817"/>
                    <a:pt x="438" y="817"/>
                  </a:cubicBezTo>
                  <a:cubicBezTo>
                    <a:pt x="521" y="817"/>
                    <a:pt x="599" y="785"/>
                    <a:pt x="655" y="738"/>
                  </a:cubicBezTo>
                  <a:cubicBezTo>
                    <a:pt x="762" y="679"/>
                    <a:pt x="822" y="572"/>
                    <a:pt x="834" y="441"/>
                  </a:cubicBezTo>
                  <a:cubicBezTo>
                    <a:pt x="846" y="357"/>
                    <a:pt x="822" y="250"/>
                    <a:pt x="762" y="179"/>
                  </a:cubicBezTo>
                  <a:cubicBezTo>
                    <a:pt x="703" y="72"/>
                    <a:pt x="596" y="12"/>
                    <a:pt x="46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1" name="Google Shape;2581;p19"/>
            <p:cNvSpPr/>
            <p:nvPr/>
          </p:nvSpPr>
          <p:spPr>
            <a:xfrm>
              <a:off x="6930325" y="4028600"/>
              <a:ext cx="21450" cy="20575"/>
            </a:xfrm>
            <a:custGeom>
              <a:rect b="b" l="l" r="r" t="t"/>
              <a:pathLst>
                <a:path extrusionOk="0" h="823" w="858">
                  <a:moveTo>
                    <a:pt x="476" y="1"/>
                  </a:moveTo>
                  <a:cubicBezTo>
                    <a:pt x="357" y="1"/>
                    <a:pt x="250" y="36"/>
                    <a:pt x="179" y="96"/>
                  </a:cubicBezTo>
                  <a:cubicBezTo>
                    <a:pt x="84" y="155"/>
                    <a:pt x="24" y="251"/>
                    <a:pt x="12" y="370"/>
                  </a:cubicBezTo>
                  <a:cubicBezTo>
                    <a:pt x="0" y="608"/>
                    <a:pt x="143" y="810"/>
                    <a:pt x="381" y="822"/>
                  </a:cubicBezTo>
                  <a:cubicBezTo>
                    <a:pt x="453" y="822"/>
                    <a:pt x="512" y="810"/>
                    <a:pt x="572" y="786"/>
                  </a:cubicBezTo>
                  <a:cubicBezTo>
                    <a:pt x="727" y="751"/>
                    <a:pt x="834" y="608"/>
                    <a:pt x="846" y="453"/>
                  </a:cubicBezTo>
                  <a:cubicBezTo>
                    <a:pt x="857" y="215"/>
                    <a:pt x="679" y="12"/>
                    <a:pt x="4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2" name="Google Shape;2582;p19"/>
            <p:cNvSpPr/>
            <p:nvPr/>
          </p:nvSpPr>
          <p:spPr>
            <a:xfrm>
              <a:off x="6984800" y="3178775"/>
              <a:ext cx="21450" cy="20600"/>
            </a:xfrm>
            <a:custGeom>
              <a:rect b="b" l="l" r="r" t="t"/>
              <a:pathLst>
                <a:path extrusionOk="0" h="824" w="858">
                  <a:moveTo>
                    <a:pt x="440" y="1"/>
                  </a:moveTo>
                  <a:cubicBezTo>
                    <a:pt x="225" y="1"/>
                    <a:pt x="47" y="152"/>
                    <a:pt x="24" y="370"/>
                  </a:cubicBezTo>
                  <a:cubicBezTo>
                    <a:pt x="0" y="608"/>
                    <a:pt x="155" y="799"/>
                    <a:pt x="393" y="823"/>
                  </a:cubicBezTo>
                  <a:cubicBezTo>
                    <a:pt x="402" y="823"/>
                    <a:pt x="411" y="823"/>
                    <a:pt x="420" y="823"/>
                  </a:cubicBezTo>
                  <a:cubicBezTo>
                    <a:pt x="646" y="823"/>
                    <a:pt x="822" y="682"/>
                    <a:pt x="834" y="442"/>
                  </a:cubicBezTo>
                  <a:cubicBezTo>
                    <a:pt x="857" y="204"/>
                    <a:pt x="703" y="13"/>
                    <a:pt x="464" y="1"/>
                  </a:cubicBezTo>
                  <a:cubicBezTo>
                    <a:pt x="456" y="1"/>
                    <a:pt x="448" y="1"/>
                    <a:pt x="4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3" name="Google Shape;2583;p19"/>
            <p:cNvSpPr/>
            <p:nvPr/>
          </p:nvSpPr>
          <p:spPr>
            <a:xfrm>
              <a:off x="6950250" y="2089625"/>
              <a:ext cx="20875" cy="20600"/>
            </a:xfrm>
            <a:custGeom>
              <a:rect b="b" l="l" r="r" t="t"/>
              <a:pathLst>
                <a:path extrusionOk="0" h="824" w="835">
                  <a:moveTo>
                    <a:pt x="410" y="1"/>
                  </a:moveTo>
                  <a:cubicBezTo>
                    <a:pt x="287" y="1"/>
                    <a:pt x="183" y="47"/>
                    <a:pt x="108" y="121"/>
                  </a:cubicBezTo>
                  <a:cubicBezTo>
                    <a:pt x="49" y="205"/>
                    <a:pt x="1" y="276"/>
                    <a:pt x="1" y="383"/>
                  </a:cubicBezTo>
                  <a:lnTo>
                    <a:pt x="1" y="419"/>
                  </a:lnTo>
                  <a:cubicBezTo>
                    <a:pt x="1" y="574"/>
                    <a:pt x="72" y="693"/>
                    <a:pt x="191" y="764"/>
                  </a:cubicBezTo>
                  <a:cubicBezTo>
                    <a:pt x="239" y="800"/>
                    <a:pt x="299" y="824"/>
                    <a:pt x="370" y="824"/>
                  </a:cubicBezTo>
                  <a:cubicBezTo>
                    <a:pt x="441" y="824"/>
                    <a:pt x="525" y="812"/>
                    <a:pt x="584" y="776"/>
                  </a:cubicBezTo>
                  <a:cubicBezTo>
                    <a:pt x="692" y="741"/>
                    <a:pt x="751" y="657"/>
                    <a:pt x="787" y="574"/>
                  </a:cubicBezTo>
                  <a:cubicBezTo>
                    <a:pt x="811" y="538"/>
                    <a:pt x="822" y="502"/>
                    <a:pt x="822" y="455"/>
                  </a:cubicBezTo>
                  <a:cubicBezTo>
                    <a:pt x="834" y="324"/>
                    <a:pt x="787" y="217"/>
                    <a:pt x="703" y="121"/>
                  </a:cubicBezTo>
                  <a:cubicBezTo>
                    <a:pt x="656" y="98"/>
                    <a:pt x="608" y="50"/>
                    <a:pt x="549" y="38"/>
                  </a:cubicBezTo>
                  <a:cubicBezTo>
                    <a:pt x="525" y="26"/>
                    <a:pt x="489" y="2"/>
                    <a:pt x="453" y="2"/>
                  </a:cubicBezTo>
                  <a:cubicBezTo>
                    <a:pt x="439" y="1"/>
                    <a:pt x="424" y="1"/>
                    <a:pt x="4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4" name="Google Shape;2584;p19"/>
            <p:cNvSpPr/>
            <p:nvPr/>
          </p:nvSpPr>
          <p:spPr>
            <a:xfrm>
              <a:off x="6882700" y="3304975"/>
              <a:ext cx="21450" cy="20600"/>
            </a:xfrm>
            <a:custGeom>
              <a:rect b="b" l="l" r="r" t="t"/>
              <a:pathLst>
                <a:path extrusionOk="0" h="824" w="858">
                  <a:moveTo>
                    <a:pt x="425" y="1"/>
                  </a:moveTo>
                  <a:cubicBezTo>
                    <a:pt x="200" y="1"/>
                    <a:pt x="24" y="142"/>
                    <a:pt x="12" y="371"/>
                  </a:cubicBezTo>
                  <a:cubicBezTo>
                    <a:pt x="0" y="490"/>
                    <a:pt x="36" y="597"/>
                    <a:pt x="119" y="680"/>
                  </a:cubicBezTo>
                  <a:cubicBezTo>
                    <a:pt x="179" y="764"/>
                    <a:pt x="274" y="799"/>
                    <a:pt x="381" y="823"/>
                  </a:cubicBezTo>
                  <a:cubicBezTo>
                    <a:pt x="391" y="824"/>
                    <a:pt x="400" y="824"/>
                    <a:pt x="410" y="824"/>
                  </a:cubicBezTo>
                  <a:cubicBezTo>
                    <a:pt x="623" y="824"/>
                    <a:pt x="799" y="694"/>
                    <a:pt x="834" y="478"/>
                  </a:cubicBezTo>
                  <a:lnTo>
                    <a:pt x="834" y="442"/>
                  </a:lnTo>
                  <a:cubicBezTo>
                    <a:pt x="857" y="252"/>
                    <a:pt x="727" y="61"/>
                    <a:pt x="512" y="13"/>
                  </a:cubicBezTo>
                  <a:cubicBezTo>
                    <a:pt x="500" y="2"/>
                    <a:pt x="476" y="2"/>
                    <a:pt x="453" y="2"/>
                  </a:cubicBezTo>
                  <a:cubicBezTo>
                    <a:pt x="443" y="1"/>
                    <a:pt x="434" y="1"/>
                    <a:pt x="4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5" name="Google Shape;2585;p19"/>
            <p:cNvSpPr/>
            <p:nvPr/>
          </p:nvSpPr>
          <p:spPr>
            <a:xfrm>
              <a:off x="6801125" y="3180575"/>
              <a:ext cx="21475" cy="20600"/>
            </a:xfrm>
            <a:custGeom>
              <a:rect b="b" l="l" r="r" t="t"/>
              <a:pathLst>
                <a:path extrusionOk="0" h="824" w="859">
                  <a:moveTo>
                    <a:pt x="418" y="1"/>
                  </a:moveTo>
                  <a:cubicBezTo>
                    <a:pt x="203" y="1"/>
                    <a:pt x="25" y="155"/>
                    <a:pt x="13" y="370"/>
                  </a:cubicBezTo>
                  <a:cubicBezTo>
                    <a:pt x="1" y="620"/>
                    <a:pt x="144" y="810"/>
                    <a:pt x="382" y="822"/>
                  </a:cubicBezTo>
                  <a:cubicBezTo>
                    <a:pt x="392" y="823"/>
                    <a:pt x="402" y="823"/>
                    <a:pt x="412" y="823"/>
                  </a:cubicBezTo>
                  <a:cubicBezTo>
                    <a:pt x="579" y="823"/>
                    <a:pt x="731" y="730"/>
                    <a:pt x="799" y="572"/>
                  </a:cubicBezTo>
                  <a:cubicBezTo>
                    <a:pt x="822" y="536"/>
                    <a:pt x="834" y="489"/>
                    <a:pt x="834" y="453"/>
                  </a:cubicBezTo>
                  <a:cubicBezTo>
                    <a:pt x="858" y="227"/>
                    <a:pt x="703" y="25"/>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86" name="Google Shape;2586;p19"/>
          <p:cNvSpPr txBox="1"/>
          <p:nvPr>
            <p:ph type="title"/>
          </p:nvPr>
        </p:nvSpPr>
        <p:spPr>
          <a:xfrm>
            <a:off x="720000" y="1642350"/>
            <a:ext cx="3487200" cy="572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2587" name="Google Shape;2587;p19"/>
          <p:cNvSpPr txBox="1"/>
          <p:nvPr>
            <p:ph idx="1" type="subTitle"/>
          </p:nvPr>
        </p:nvSpPr>
        <p:spPr>
          <a:xfrm>
            <a:off x="720000" y="2215050"/>
            <a:ext cx="3487200" cy="1080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spTree>
      <p:nvGrpSpPr>
        <p:cNvPr id="2588" name="Shape 2588"/>
        <p:cNvGrpSpPr/>
        <p:nvPr/>
      </p:nvGrpSpPr>
      <p:grpSpPr>
        <a:xfrm>
          <a:off x="0" y="0"/>
          <a:ext cx="0" cy="0"/>
          <a:chOff x="0" y="0"/>
          <a:chExt cx="0" cy="0"/>
        </a:xfrm>
      </p:grpSpPr>
      <p:grpSp>
        <p:nvGrpSpPr>
          <p:cNvPr id="2589" name="Google Shape;2589;p20"/>
          <p:cNvGrpSpPr/>
          <p:nvPr/>
        </p:nvGrpSpPr>
        <p:grpSpPr>
          <a:xfrm rot="10800000">
            <a:off x="-9" y="7"/>
            <a:ext cx="951632" cy="1131613"/>
            <a:chOff x="3048875" y="2669025"/>
            <a:chExt cx="504550" cy="599975"/>
          </a:xfrm>
        </p:grpSpPr>
        <p:sp>
          <p:nvSpPr>
            <p:cNvPr id="2590" name="Google Shape;2590;p20"/>
            <p:cNvSpPr/>
            <p:nvPr/>
          </p:nvSpPr>
          <p:spPr>
            <a:xfrm>
              <a:off x="3048875" y="3200825"/>
              <a:ext cx="57175" cy="68175"/>
            </a:xfrm>
            <a:custGeom>
              <a:rect b="b" l="l" r="r" t="t"/>
              <a:pathLst>
                <a:path extrusionOk="0" h="2727" w="2287">
                  <a:moveTo>
                    <a:pt x="2215" y="0"/>
                  </a:moveTo>
                  <a:cubicBezTo>
                    <a:pt x="2180" y="0"/>
                    <a:pt x="2156" y="12"/>
                    <a:pt x="2120" y="36"/>
                  </a:cubicBezTo>
                  <a:lnTo>
                    <a:pt x="1" y="2727"/>
                  </a:lnTo>
                  <a:lnTo>
                    <a:pt x="358" y="2727"/>
                  </a:lnTo>
                  <a:lnTo>
                    <a:pt x="2287" y="286"/>
                  </a:lnTo>
                  <a:cubicBezTo>
                    <a:pt x="2275" y="250"/>
                    <a:pt x="2251" y="203"/>
                    <a:pt x="2239" y="179"/>
                  </a:cubicBezTo>
                  <a:cubicBezTo>
                    <a:pt x="2227" y="119"/>
                    <a:pt x="2215" y="60"/>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1" name="Google Shape;2591;p20"/>
            <p:cNvSpPr/>
            <p:nvPr/>
          </p:nvSpPr>
          <p:spPr>
            <a:xfrm>
              <a:off x="3117925" y="2833225"/>
              <a:ext cx="56300" cy="351550"/>
            </a:xfrm>
            <a:custGeom>
              <a:rect b="b" l="l" r="r" t="t"/>
              <a:pathLst>
                <a:path extrusionOk="0" h="14062" w="2252">
                  <a:moveTo>
                    <a:pt x="2251" y="0"/>
                  </a:moveTo>
                  <a:lnTo>
                    <a:pt x="2251" y="0"/>
                  </a:lnTo>
                  <a:cubicBezTo>
                    <a:pt x="2216" y="12"/>
                    <a:pt x="2204" y="36"/>
                    <a:pt x="2168" y="36"/>
                  </a:cubicBezTo>
                  <a:cubicBezTo>
                    <a:pt x="2140" y="50"/>
                    <a:pt x="2113" y="57"/>
                    <a:pt x="2088" y="57"/>
                  </a:cubicBezTo>
                  <a:cubicBezTo>
                    <a:pt x="2050" y="57"/>
                    <a:pt x="2013" y="41"/>
                    <a:pt x="1977" y="12"/>
                  </a:cubicBezTo>
                  <a:lnTo>
                    <a:pt x="1" y="14026"/>
                  </a:lnTo>
                  <a:cubicBezTo>
                    <a:pt x="72" y="14038"/>
                    <a:pt x="180" y="14049"/>
                    <a:pt x="275" y="14061"/>
                  </a:cubicBezTo>
                  <a:lnTo>
                    <a:pt x="225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2" name="Google Shape;2592;p20"/>
            <p:cNvSpPr/>
            <p:nvPr/>
          </p:nvSpPr>
          <p:spPr>
            <a:xfrm>
              <a:off x="3174200" y="2826975"/>
              <a:ext cx="144675" cy="8050"/>
            </a:xfrm>
            <a:custGeom>
              <a:rect b="b" l="l" r="r" t="t"/>
              <a:pathLst>
                <a:path extrusionOk="0" h="322" w="5787">
                  <a:moveTo>
                    <a:pt x="24" y="0"/>
                  </a:moveTo>
                  <a:lnTo>
                    <a:pt x="24" y="0"/>
                  </a:lnTo>
                  <a:cubicBezTo>
                    <a:pt x="48" y="12"/>
                    <a:pt x="48" y="24"/>
                    <a:pt x="60" y="36"/>
                  </a:cubicBezTo>
                  <a:cubicBezTo>
                    <a:pt x="72" y="119"/>
                    <a:pt x="60" y="203"/>
                    <a:pt x="0" y="262"/>
                  </a:cubicBezTo>
                  <a:lnTo>
                    <a:pt x="5763" y="322"/>
                  </a:lnTo>
                  <a:cubicBezTo>
                    <a:pt x="5739" y="226"/>
                    <a:pt x="5763" y="131"/>
                    <a:pt x="5787" y="60"/>
                  </a:cubicBez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3" name="Google Shape;2593;p20"/>
            <p:cNvSpPr/>
            <p:nvPr/>
          </p:nvSpPr>
          <p:spPr>
            <a:xfrm>
              <a:off x="3128650" y="3208250"/>
              <a:ext cx="68500" cy="60175"/>
            </a:xfrm>
            <a:custGeom>
              <a:rect b="b" l="l" r="r" t="t"/>
              <a:pathLst>
                <a:path extrusionOk="0" h="2407" w="2740">
                  <a:moveTo>
                    <a:pt x="203" y="1"/>
                  </a:moveTo>
                  <a:cubicBezTo>
                    <a:pt x="155" y="72"/>
                    <a:pt x="96" y="144"/>
                    <a:pt x="1" y="191"/>
                  </a:cubicBezTo>
                  <a:lnTo>
                    <a:pt x="2346" y="2406"/>
                  </a:lnTo>
                  <a:lnTo>
                    <a:pt x="2739" y="2406"/>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4" name="Google Shape;2594;p20"/>
            <p:cNvSpPr/>
            <p:nvPr/>
          </p:nvSpPr>
          <p:spPr>
            <a:xfrm>
              <a:off x="3202775" y="3124925"/>
              <a:ext cx="147350" cy="144075"/>
            </a:xfrm>
            <a:custGeom>
              <a:rect b="b" l="l" r="r" t="t"/>
              <a:pathLst>
                <a:path extrusionOk="0" h="5763" w="5894">
                  <a:moveTo>
                    <a:pt x="5703" y="0"/>
                  </a:moveTo>
                  <a:lnTo>
                    <a:pt x="0" y="5763"/>
                  </a:lnTo>
                  <a:lnTo>
                    <a:pt x="393" y="5763"/>
                  </a:lnTo>
                  <a:lnTo>
                    <a:pt x="5894" y="191"/>
                  </a:lnTo>
                  <a:cubicBezTo>
                    <a:pt x="5822" y="143"/>
                    <a:pt x="5751" y="84"/>
                    <a:pt x="570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5" name="Google Shape;2595;p20"/>
            <p:cNvSpPr/>
            <p:nvPr/>
          </p:nvSpPr>
          <p:spPr>
            <a:xfrm>
              <a:off x="3367375" y="2941850"/>
              <a:ext cx="161950" cy="165825"/>
            </a:xfrm>
            <a:custGeom>
              <a:rect b="b" l="l" r="r" t="t"/>
              <a:pathLst>
                <a:path extrusionOk="0" h="6633" w="6478">
                  <a:moveTo>
                    <a:pt x="6311" y="1"/>
                  </a:moveTo>
                  <a:lnTo>
                    <a:pt x="0" y="6442"/>
                  </a:lnTo>
                  <a:cubicBezTo>
                    <a:pt x="72" y="6490"/>
                    <a:pt x="131" y="6561"/>
                    <a:pt x="191" y="6633"/>
                  </a:cubicBezTo>
                  <a:lnTo>
                    <a:pt x="6477" y="203"/>
                  </a:lnTo>
                  <a:cubicBezTo>
                    <a:pt x="6466" y="191"/>
                    <a:pt x="6466" y="156"/>
                    <a:pt x="6466" y="144"/>
                  </a:cubicBezTo>
                  <a:cubicBezTo>
                    <a:pt x="6382" y="132"/>
                    <a:pt x="6323" y="72"/>
                    <a:pt x="631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6" name="Google Shape;2596;p20"/>
            <p:cNvSpPr/>
            <p:nvPr/>
          </p:nvSpPr>
          <p:spPr>
            <a:xfrm>
              <a:off x="3356050" y="3130875"/>
              <a:ext cx="23850" cy="137550"/>
            </a:xfrm>
            <a:custGeom>
              <a:rect b="b" l="l" r="r" t="t"/>
              <a:pathLst>
                <a:path extrusionOk="0" h="5502" w="954">
                  <a:moveTo>
                    <a:pt x="287" y="0"/>
                  </a:moveTo>
                  <a:cubicBezTo>
                    <a:pt x="231" y="28"/>
                    <a:pt x="175" y="40"/>
                    <a:pt x="119" y="40"/>
                  </a:cubicBezTo>
                  <a:cubicBezTo>
                    <a:pt x="80" y="40"/>
                    <a:pt x="40" y="34"/>
                    <a:pt x="1" y="24"/>
                  </a:cubicBezTo>
                  <a:lnTo>
                    <a:pt x="1" y="24"/>
                  </a:lnTo>
                  <a:lnTo>
                    <a:pt x="668" y="5501"/>
                  </a:lnTo>
                  <a:lnTo>
                    <a:pt x="953" y="5501"/>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7" name="Google Shape;2597;p20"/>
            <p:cNvSpPr/>
            <p:nvPr/>
          </p:nvSpPr>
          <p:spPr>
            <a:xfrm>
              <a:off x="3310225" y="2699575"/>
              <a:ext cx="19975" cy="123550"/>
            </a:xfrm>
            <a:custGeom>
              <a:rect b="b" l="l" r="r" t="t"/>
              <a:pathLst>
                <a:path extrusionOk="0" h="4942" w="799">
                  <a:moveTo>
                    <a:pt x="274" y="0"/>
                  </a:moveTo>
                  <a:cubicBezTo>
                    <a:pt x="262" y="0"/>
                    <a:pt x="239" y="12"/>
                    <a:pt x="227" y="12"/>
                  </a:cubicBezTo>
                  <a:cubicBezTo>
                    <a:pt x="155" y="48"/>
                    <a:pt x="84" y="48"/>
                    <a:pt x="0" y="48"/>
                  </a:cubicBezTo>
                  <a:lnTo>
                    <a:pt x="524" y="4941"/>
                  </a:lnTo>
                  <a:cubicBezTo>
                    <a:pt x="536" y="4929"/>
                    <a:pt x="572" y="4918"/>
                    <a:pt x="584" y="4918"/>
                  </a:cubicBezTo>
                  <a:cubicBezTo>
                    <a:pt x="629" y="4895"/>
                    <a:pt x="679" y="4887"/>
                    <a:pt x="725" y="4887"/>
                  </a:cubicBezTo>
                  <a:cubicBezTo>
                    <a:pt x="751" y="4887"/>
                    <a:pt x="776" y="4889"/>
                    <a:pt x="798" y="4894"/>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8" name="Google Shape;2598;p20"/>
            <p:cNvSpPr/>
            <p:nvPr/>
          </p:nvSpPr>
          <p:spPr>
            <a:xfrm>
              <a:off x="3338500" y="2828750"/>
              <a:ext cx="94675" cy="9550"/>
            </a:xfrm>
            <a:custGeom>
              <a:rect b="b" l="l" r="r" t="t"/>
              <a:pathLst>
                <a:path extrusionOk="0" h="382" w="3787">
                  <a:moveTo>
                    <a:pt x="1" y="1"/>
                  </a:moveTo>
                  <a:cubicBezTo>
                    <a:pt x="1" y="12"/>
                    <a:pt x="24" y="12"/>
                    <a:pt x="24" y="24"/>
                  </a:cubicBezTo>
                  <a:cubicBezTo>
                    <a:pt x="48" y="120"/>
                    <a:pt x="48" y="191"/>
                    <a:pt x="36" y="286"/>
                  </a:cubicBezTo>
                  <a:lnTo>
                    <a:pt x="3787" y="382"/>
                  </a:lnTo>
                  <a:cubicBezTo>
                    <a:pt x="3775" y="370"/>
                    <a:pt x="3775" y="358"/>
                    <a:pt x="3775" y="346"/>
                  </a:cubicBezTo>
                  <a:cubicBezTo>
                    <a:pt x="3739" y="251"/>
                    <a:pt x="3739" y="179"/>
                    <a:pt x="3751" y="108"/>
                  </a:cubicBez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9" name="Google Shape;2599;p20"/>
            <p:cNvSpPr/>
            <p:nvPr/>
          </p:nvSpPr>
          <p:spPr>
            <a:xfrm>
              <a:off x="3531375" y="2913875"/>
              <a:ext cx="22050" cy="23850"/>
            </a:xfrm>
            <a:custGeom>
              <a:rect b="b" l="l" r="r" t="t"/>
              <a:pathLst>
                <a:path extrusionOk="0" h="954" w="882">
                  <a:moveTo>
                    <a:pt x="882" y="1"/>
                  </a:moveTo>
                  <a:lnTo>
                    <a:pt x="1" y="787"/>
                  </a:lnTo>
                  <a:cubicBezTo>
                    <a:pt x="84" y="787"/>
                    <a:pt x="179" y="846"/>
                    <a:pt x="227" y="953"/>
                  </a:cubicBezTo>
                  <a:lnTo>
                    <a:pt x="882" y="370"/>
                  </a:lnTo>
                  <a:lnTo>
                    <a:pt x="88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0" name="Google Shape;2600;p20"/>
            <p:cNvSpPr/>
            <p:nvPr/>
          </p:nvSpPr>
          <p:spPr>
            <a:xfrm>
              <a:off x="3319750" y="2693325"/>
              <a:ext cx="118200" cy="135750"/>
            </a:xfrm>
            <a:custGeom>
              <a:rect b="b" l="l" r="r" t="t"/>
              <a:pathLst>
                <a:path extrusionOk="0" h="5430" w="4728">
                  <a:moveTo>
                    <a:pt x="191" y="0"/>
                  </a:moveTo>
                  <a:cubicBezTo>
                    <a:pt x="143" y="72"/>
                    <a:pt x="72" y="143"/>
                    <a:pt x="0" y="191"/>
                  </a:cubicBezTo>
                  <a:lnTo>
                    <a:pt x="4537" y="5429"/>
                  </a:lnTo>
                  <a:cubicBezTo>
                    <a:pt x="4584" y="5346"/>
                    <a:pt x="4644" y="5287"/>
                    <a:pt x="4727" y="5239"/>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1" name="Google Shape;2601;p20"/>
            <p:cNvSpPr/>
            <p:nvPr/>
          </p:nvSpPr>
          <p:spPr>
            <a:xfrm>
              <a:off x="3446250" y="2840650"/>
              <a:ext cx="82775" cy="98250"/>
            </a:xfrm>
            <a:custGeom>
              <a:rect b="b" l="l" r="r" t="t"/>
              <a:pathLst>
                <a:path extrusionOk="0" h="3930" w="3311">
                  <a:moveTo>
                    <a:pt x="215" y="1"/>
                  </a:moveTo>
                  <a:cubicBezTo>
                    <a:pt x="179" y="60"/>
                    <a:pt x="96" y="120"/>
                    <a:pt x="12" y="144"/>
                  </a:cubicBezTo>
                  <a:lnTo>
                    <a:pt x="1" y="144"/>
                  </a:lnTo>
                  <a:lnTo>
                    <a:pt x="3132" y="3930"/>
                  </a:lnTo>
                  <a:cubicBezTo>
                    <a:pt x="3156" y="3835"/>
                    <a:pt x="3215" y="3751"/>
                    <a:pt x="3311" y="3716"/>
                  </a:cubicBez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2" name="Google Shape;2602;p20"/>
            <p:cNvSpPr/>
            <p:nvPr/>
          </p:nvSpPr>
          <p:spPr>
            <a:xfrm>
              <a:off x="3528700" y="2944550"/>
              <a:ext cx="24725" cy="46750"/>
            </a:xfrm>
            <a:custGeom>
              <a:rect b="b" l="l" r="r" t="t"/>
              <a:pathLst>
                <a:path extrusionOk="0" h="1870" w="989">
                  <a:moveTo>
                    <a:pt x="274" y="0"/>
                  </a:moveTo>
                  <a:cubicBezTo>
                    <a:pt x="239" y="24"/>
                    <a:pt x="215" y="36"/>
                    <a:pt x="167" y="60"/>
                  </a:cubicBezTo>
                  <a:cubicBezTo>
                    <a:pt x="138" y="66"/>
                    <a:pt x="108" y="69"/>
                    <a:pt x="79" y="69"/>
                  </a:cubicBezTo>
                  <a:cubicBezTo>
                    <a:pt x="51" y="69"/>
                    <a:pt x="24" y="66"/>
                    <a:pt x="1" y="60"/>
                  </a:cubicBezTo>
                  <a:lnTo>
                    <a:pt x="1" y="60"/>
                  </a:lnTo>
                  <a:cubicBezTo>
                    <a:pt x="1" y="72"/>
                    <a:pt x="1" y="95"/>
                    <a:pt x="13" y="119"/>
                  </a:cubicBezTo>
                  <a:lnTo>
                    <a:pt x="989" y="1869"/>
                  </a:lnTo>
                  <a:lnTo>
                    <a:pt x="989" y="1310"/>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3" name="Google Shape;2603;p20"/>
            <p:cNvSpPr/>
            <p:nvPr/>
          </p:nvSpPr>
          <p:spPr>
            <a:xfrm>
              <a:off x="3292950" y="2669025"/>
              <a:ext cx="34550" cy="31750"/>
            </a:xfrm>
            <a:custGeom>
              <a:rect b="b" l="l" r="r" t="t"/>
              <a:pathLst>
                <a:path extrusionOk="0" h="1270" w="1382">
                  <a:moveTo>
                    <a:pt x="694" y="1"/>
                  </a:moveTo>
                  <a:cubicBezTo>
                    <a:pt x="629" y="1"/>
                    <a:pt x="564" y="11"/>
                    <a:pt x="501" y="32"/>
                  </a:cubicBezTo>
                  <a:cubicBezTo>
                    <a:pt x="179" y="151"/>
                    <a:pt x="1" y="508"/>
                    <a:pt x="96" y="841"/>
                  </a:cubicBezTo>
                  <a:cubicBezTo>
                    <a:pt x="191" y="1091"/>
                    <a:pt x="429" y="1258"/>
                    <a:pt x="680" y="1270"/>
                  </a:cubicBezTo>
                  <a:cubicBezTo>
                    <a:pt x="751" y="1270"/>
                    <a:pt x="822" y="1270"/>
                    <a:pt x="906" y="1234"/>
                  </a:cubicBezTo>
                  <a:cubicBezTo>
                    <a:pt x="953" y="1234"/>
                    <a:pt x="965" y="1222"/>
                    <a:pt x="965" y="1222"/>
                  </a:cubicBezTo>
                  <a:lnTo>
                    <a:pt x="1049" y="1175"/>
                  </a:lnTo>
                  <a:cubicBezTo>
                    <a:pt x="1132" y="1139"/>
                    <a:pt x="1203" y="1056"/>
                    <a:pt x="1251" y="984"/>
                  </a:cubicBezTo>
                  <a:cubicBezTo>
                    <a:pt x="1346" y="841"/>
                    <a:pt x="1382" y="627"/>
                    <a:pt x="1311" y="436"/>
                  </a:cubicBezTo>
                  <a:cubicBezTo>
                    <a:pt x="1215" y="169"/>
                    <a:pt x="958" y="1"/>
                    <a:pt x="69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4" name="Google Shape;2604;p20"/>
            <p:cNvSpPr/>
            <p:nvPr/>
          </p:nvSpPr>
          <p:spPr>
            <a:xfrm>
              <a:off x="3103950" y="3184550"/>
              <a:ext cx="32475" cy="31650"/>
            </a:xfrm>
            <a:custGeom>
              <a:rect b="b" l="l" r="r" t="t"/>
              <a:pathLst>
                <a:path extrusionOk="0" h="1266" w="1299">
                  <a:moveTo>
                    <a:pt x="669" y="1"/>
                  </a:moveTo>
                  <a:cubicBezTo>
                    <a:pt x="631" y="1"/>
                    <a:pt x="594" y="3"/>
                    <a:pt x="560" y="8"/>
                  </a:cubicBezTo>
                  <a:cubicBezTo>
                    <a:pt x="512" y="8"/>
                    <a:pt x="489" y="20"/>
                    <a:pt x="441" y="44"/>
                  </a:cubicBezTo>
                  <a:cubicBezTo>
                    <a:pt x="179" y="127"/>
                    <a:pt x="0" y="401"/>
                    <a:pt x="12" y="663"/>
                  </a:cubicBezTo>
                  <a:cubicBezTo>
                    <a:pt x="12" y="723"/>
                    <a:pt x="24" y="782"/>
                    <a:pt x="36" y="842"/>
                  </a:cubicBezTo>
                  <a:cubicBezTo>
                    <a:pt x="60" y="854"/>
                    <a:pt x="72" y="901"/>
                    <a:pt x="84" y="937"/>
                  </a:cubicBezTo>
                  <a:cubicBezTo>
                    <a:pt x="204" y="1141"/>
                    <a:pt x="419" y="1266"/>
                    <a:pt x="649" y="1266"/>
                  </a:cubicBezTo>
                  <a:cubicBezTo>
                    <a:pt x="714" y="1266"/>
                    <a:pt x="780" y="1256"/>
                    <a:pt x="846" y="1235"/>
                  </a:cubicBezTo>
                  <a:cubicBezTo>
                    <a:pt x="905" y="1211"/>
                    <a:pt x="953" y="1187"/>
                    <a:pt x="989" y="1151"/>
                  </a:cubicBezTo>
                  <a:cubicBezTo>
                    <a:pt x="1072" y="1092"/>
                    <a:pt x="1143" y="1032"/>
                    <a:pt x="1191" y="961"/>
                  </a:cubicBezTo>
                  <a:cubicBezTo>
                    <a:pt x="1274" y="818"/>
                    <a:pt x="1298" y="616"/>
                    <a:pt x="1239" y="425"/>
                  </a:cubicBezTo>
                  <a:cubicBezTo>
                    <a:pt x="1167" y="235"/>
                    <a:pt x="1024" y="80"/>
                    <a:pt x="834" y="20"/>
                  </a:cubicBezTo>
                  <a:cubicBezTo>
                    <a:pt x="778" y="6"/>
                    <a:pt x="722" y="1"/>
                    <a:pt x="66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5" name="Google Shape;2605;p20"/>
            <p:cNvSpPr/>
            <p:nvPr/>
          </p:nvSpPr>
          <p:spPr>
            <a:xfrm>
              <a:off x="3340000" y="3100100"/>
              <a:ext cx="35125" cy="32400"/>
            </a:xfrm>
            <a:custGeom>
              <a:rect b="b" l="l" r="r" t="t"/>
              <a:pathLst>
                <a:path extrusionOk="0" h="1296" w="1405">
                  <a:moveTo>
                    <a:pt x="710" y="1"/>
                  </a:moveTo>
                  <a:cubicBezTo>
                    <a:pt x="644" y="1"/>
                    <a:pt x="575" y="14"/>
                    <a:pt x="512" y="41"/>
                  </a:cubicBezTo>
                  <a:lnTo>
                    <a:pt x="500" y="41"/>
                  </a:lnTo>
                  <a:cubicBezTo>
                    <a:pt x="167" y="172"/>
                    <a:pt x="0" y="517"/>
                    <a:pt x="107" y="838"/>
                  </a:cubicBezTo>
                  <a:cubicBezTo>
                    <a:pt x="119" y="898"/>
                    <a:pt x="155" y="946"/>
                    <a:pt x="179" y="1005"/>
                  </a:cubicBezTo>
                  <a:cubicBezTo>
                    <a:pt x="238" y="1077"/>
                    <a:pt x="298" y="1136"/>
                    <a:pt x="393" y="1196"/>
                  </a:cubicBezTo>
                  <a:cubicBezTo>
                    <a:pt x="464" y="1243"/>
                    <a:pt x="560" y="1267"/>
                    <a:pt x="631" y="1291"/>
                  </a:cubicBezTo>
                  <a:cubicBezTo>
                    <a:pt x="652" y="1294"/>
                    <a:pt x="673" y="1295"/>
                    <a:pt x="695" y="1295"/>
                  </a:cubicBezTo>
                  <a:cubicBezTo>
                    <a:pt x="761" y="1295"/>
                    <a:pt x="831" y="1282"/>
                    <a:pt x="893" y="1255"/>
                  </a:cubicBezTo>
                  <a:cubicBezTo>
                    <a:pt x="1226" y="1136"/>
                    <a:pt x="1405" y="779"/>
                    <a:pt x="1298" y="457"/>
                  </a:cubicBezTo>
                  <a:cubicBezTo>
                    <a:pt x="1286" y="410"/>
                    <a:pt x="1274" y="362"/>
                    <a:pt x="1238" y="338"/>
                  </a:cubicBezTo>
                  <a:cubicBezTo>
                    <a:pt x="1226" y="231"/>
                    <a:pt x="1155" y="160"/>
                    <a:pt x="1072" y="112"/>
                  </a:cubicBezTo>
                  <a:cubicBezTo>
                    <a:pt x="988" y="53"/>
                    <a:pt x="881" y="5"/>
                    <a:pt x="774" y="5"/>
                  </a:cubicBezTo>
                  <a:cubicBezTo>
                    <a:pt x="753" y="2"/>
                    <a:pt x="732" y="1"/>
                    <a:pt x="7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6" name="Google Shape;2606;p20"/>
            <p:cNvSpPr/>
            <p:nvPr/>
          </p:nvSpPr>
          <p:spPr>
            <a:xfrm>
              <a:off x="3163775" y="2824375"/>
              <a:ext cx="12225" cy="10675"/>
            </a:xfrm>
            <a:custGeom>
              <a:rect b="b" l="l" r="r" t="t"/>
              <a:pathLst>
                <a:path extrusionOk="0" h="427" w="489">
                  <a:moveTo>
                    <a:pt x="251" y="0"/>
                  </a:moveTo>
                  <a:cubicBezTo>
                    <a:pt x="228" y="0"/>
                    <a:pt x="204" y="3"/>
                    <a:pt x="179" y="9"/>
                  </a:cubicBezTo>
                  <a:cubicBezTo>
                    <a:pt x="60" y="56"/>
                    <a:pt x="1" y="176"/>
                    <a:pt x="36" y="295"/>
                  </a:cubicBezTo>
                  <a:cubicBezTo>
                    <a:pt x="60" y="330"/>
                    <a:pt x="84" y="378"/>
                    <a:pt x="132" y="402"/>
                  </a:cubicBezTo>
                  <a:cubicBezTo>
                    <a:pt x="168" y="416"/>
                    <a:pt x="205" y="427"/>
                    <a:pt x="245" y="427"/>
                  </a:cubicBezTo>
                  <a:cubicBezTo>
                    <a:pt x="269" y="427"/>
                    <a:pt x="295" y="423"/>
                    <a:pt x="322" y="414"/>
                  </a:cubicBezTo>
                  <a:cubicBezTo>
                    <a:pt x="358" y="390"/>
                    <a:pt x="382" y="378"/>
                    <a:pt x="405" y="366"/>
                  </a:cubicBezTo>
                  <a:cubicBezTo>
                    <a:pt x="465" y="307"/>
                    <a:pt x="489" y="223"/>
                    <a:pt x="465" y="140"/>
                  </a:cubicBezTo>
                  <a:cubicBezTo>
                    <a:pt x="465" y="128"/>
                    <a:pt x="441" y="116"/>
                    <a:pt x="429" y="104"/>
                  </a:cubicBezTo>
                  <a:cubicBezTo>
                    <a:pt x="384" y="31"/>
                    <a:pt x="324" y="0"/>
                    <a:pt x="25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7" name="Google Shape;2607;p20"/>
            <p:cNvSpPr/>
            <p:nvPr/>
          </p:nvSpPr>
          <p:spPr>
            <a:xfrm>
              <a:off x="3431975" y="2823200"/>
              <a:ext cx="22625" cy="21500"/>
            </a:xfrm>
            <a:custGeom>
              <a:rect b="b" l="l" r="r" t="t"/>
              <a:pathLst>
                <a:path extrusionOk="0" h="860" w="905">
                  <a:moveTo>
                    <a:pt x="452" y="1"/>
                  </a:moveTo>
                  <a:cubicBezTo>
                    <a:pt x="401" y="1"/>
                    <a:pt x="349" y="11"/>
                    <a:pt x="298" y="32"/>
                  </a:cubicBezTo>
                  <a:cubicBezTo>
                    <a:pt x="274" y="44"/>
                    <a:pt x="250" y="44"/>
                    <a:pt x="238" y="56"/>
                  </a:cubicBezTo>
                  <a:cubicBezTo>
                    <a:pt x="155" y="80"/>
                    <a:pt x="95" y="163"/>
                    <a:pt x="48" y="234"/>
                  </a:cubicBezTo>
                  <a:cubicBezTo>
                    <a:pt x="36" y="270"/>
                    <a:pt x="36" y="294"/>
                    <a:pt x="12" y="330"/>
                  </a:cubicBezTo>
                  <a:cubicBezTo>
                    <a:pt x="0" y="401"/>
                    <a:pt x="0" y="484"/>
                    <a:pt x="36" y="568"/>
                  </a:cubicBezTo>
                  <a:cubicBezTo>
                    <a:pt x="36" y="580"/>
                    <a:pt x="48" y="580"/>
                    <a:pt x="48" y="592"/>
                  </a:cubicBezTo>
                  <a:cubicBezTo>
                    <a:pt x="105" y="764"/>
                    <a:pt x="270" y="859"/>
                    <a:pt x="444" y="859"/>
                  </a:cubicBezTo>
                  <a:cubicBezTo>
                    <a:pt x="486" y="859"/>
                    <a:pt x="529" y="853"/>
                    <a:pt x="572" y="842"/>
                  </a:cubicBezTo>
                  <a:lnTo>
                    <a:pt x="583" y="842"/>
                  </a:lnTo>
                  <a:cubicBezTo>
                    <a:pt x="667" y="818"/>
                    <a:pt x="750" y="770"/>
                    <a:pt x="786" y="699"/>
                  </a:cubicBezTo>
                  <a:cubicBezTo>
                    <a:pt x="881" y="592"/>
                    <a:pt x="905" y="425"/>
                    <a:pt x="845" y="294"/>
                  </a:cubicBezTo>
                  <a:cubicBezTo>
                    <a:pt x="790" y="119"/>
                    <a:pt x="628" y="1"/>
                    <a:pt x="45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8" name="Google Shape;2608;p20"/>
            <p:cNvSpPr/>
            <p:nvPr/>
          </p:nvSpPr>
          <p:spPr>
            <a:xfrm>
              <a:off x="3317375" y="2821475"/>
              <a:ext cx="22350" cy="22125"/>
            </a:xfrm>
            <a:custGeom>
              <a:rect b="b" l="l" r="r" t="t"/>
              <a:pathLst>
                <a:path extrusionOk="0" h="885" w="894">
                  <a:moveTo>
                    <a:pt x="455" y="1"/>
                  </a:moveTo>
                  <a:cubicBezTo>
                    <a:pt x="405" y="1"/>
                    <a:pt x="348" y="9"/>
                    <a:pt x="298" y="18"/>
                  </a:cubicBezTo>
                  <a:cubicBezTo>
                    <a:pt x="274" y="30"/>
                    <a:pt x="250" y="30"/>
                    <a:pt x="238" y="53"/>
                  </a:cubicBezTo>
                  <a:cubicBezTo>
                    <a:pt x="155" y="89"/>
                    <a:pt x="95" y="172"/>
                    <a:pt x="48" y="256"/>
                  </a:cubicBezTo>
                  <a:cubicBezTo>
                    <a:pt x="12" y="351"/>
                    <a:pt x="0" y="446"/>
                    <a:pt x="12" y="542"/>
                  </a:cubicBezTo>
                  <a:cubicBezTo>
                    <a:pt x="12" y="553"/>
                    <a:pt x="12" y="577"/>
                    <a:pt x="36" y="589"/>
                  </a:cubicBezTo>
                  <a:cubicBezTo>
                    <a:pt x="72" y="732"/>
                    <a:pt x="191" y="827"/>
                    <a:pt x="334" y="863"/>
                  </a:cubicBezTo>
                  <a:cubicBezTo>
                    <a:pt x="368" y="878"/>
                    <a:pt x="405" y="885"/>
                    <a:pt x="443" y="885"/>
                  </a:cubicBezTo>
                  <a:cubicBezTo>
                    <a:pt x="495" y="885"/>
                    <a:pt x="547" y="872"/>
                    <a:pt x="595" y="851"/>
                  </a:cubicBezTo>
                  <a:lnTo>
                    <a:pt x="607" y="851"/>
                  </a:lnTo>
                  <a:cubicBezTo>
                    <a:pt x="750" y="804"/>
                    <a:pt x="846" y="684"/>
                    <a:pt x="881" y="553"/>
                  </a:cubicBezTo>
                  <a:cubicBezTo>
                    <a:pt x="893" y="482"/>
                    <a:pt x="893" y="387"/>
                    <a:pt x="869" y="303"/>
                  </a:cubicBezTo>
                  <a:cubicBezTo>
                    <a:pt x="869" y="292"/>
                    <a:pt x="846" y="292"/>
                    <a:pt x="846" y="268"/>
                  </a:cubicBezTo>
                  <a:cubicBezTo>
                    <a:pt x="786" y="125"/>
                    <a:pt x="655" y="18"/>
                    <a:pt x="512" y="6"/>
                  </a:cubicBezTo>
                  <a:cubicBezTo>
                    <a:pt x="495" y="2"/>
                    <a:pt x="475" y="1"/>
                    <a:pt x="45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9" name="Google Shape;2609;p20"/>
            <p:cNvSpPr/>
            <p:nvPr/>
          </p:nvSpPr>
          <p:spPr>
            <a:xfrm>
              <a:off x="3196225" y="3268725"/>
              <a:ext cx="925" cy="275"/>
            </a:xfrm>
            <a:custGeom>
              <a:rect b="b" l="l" r="r" t="t"/>
              <a:pathLst>
                <a:path extrusionOk="0" h="11" w="37">
                  <a:moveTo>
                    <a:pt x="24" y="0"/>
                  </a:moveTo>
                  <a:cubicBezTo>
                    <a:pt x="16" y="0"/>
                    <a:pt x="8" y="11"/>
                    <a:pt x="0" y="11"/>
                  </a:cubicBezTo>
                  <a:lnTo>
                    <a:pt x="36" y="11"/>
                  </a:lnTo>
                  <a:cubicBezTo>
                    <a:pt x="32" y="3"/>
                    <a:pt x="28" y="0"/>
                    <a:pt x="2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0" name="Google Shape;2610;p20"/>
            <p:cNvSpPr/>
            <p:nvPr/>
          </p:nvSpPr>
          <p:spPr>
            <a:xfrm>
              <a:off x="3524525" y="2933525"/>
              <a:ext cx="14025" cy="12750"/>
            </a:xfrm>
            <a:custGeom>
              <a:rect b="b" l="l" r="r" t="t"/>
              <a:pathLst>
                <a:path extrusionOk="0" h="510" w="561">
                  <a:moveTo>
                    <a:pt x="287" y="1"/>
                  </a:moveTo>
                  <a:cubicBezTo>
                    <a:pt x="263" y="1"/>
                    <a:pt x="227" y="1"/>
                    <a:pt x="203" y="24"/>
                  </a:cubicBezTo>
                  <a:cubicBezTo>
                    <a:pt x="84" y="48"/>
                    <a:pt x="1" y="120"/>
                    <a:pt x="1" y="227"/>
                  </a:cubicBezTo>
                  <a:cubicBezTo>
                    <a:pt x="1" y="262"/>
                    <a:pt x="1" y="298"/>
                    <a:pt x="25" y="334"/>
                  </a:cubicBezTo>
                  <a:cubicBezTo>
                    <a:pt x="49" y="405"/>
                    <a:pt x="108" y="465"/>
                    <a:pt x="180" y="501"/>
                  </a:cubicBezTo>
                  <a:cubicBezTo>
                    <a:pt x="203" y="507"/>
                    <a:pt x="230" y="510"/>
                    <a:pt x="258" y="510"/>
                  </a:cubicBezTo>
                  <a:cubicBezTo>
                    <a:pt x="287" y="510"/>
                    <a:pt x="316" y="507"/>
                    <a:pt x="346" y="501"/>
                  </a:cubicBezTo>
                  <a:cubicBezTo>
                    <a:pt x="394" y="477"/>
                    <a:pt x="418" y="465"/>
                    <a:pt x="453" y="441"/>
                  </a:cubicBezTo>
                  <a:cubicBezTo>
                    <a:pt x="525" y="382"/>
                    <a:pt x="561" y="274"/>
                    <a:pt x="513" y="179"/>
                  </a:cubicBezTo>
                  <a:lnTo>
                    <a:pt x="513" y="167"/>
                  </a:lnTo>
                  <a:cubicBezTo>
                    <a:pt x="465" y="60"/>
                    <a:pt x="382" y="1"/>
                    <a:pt x="2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1" name="Google Shape;2611;p20"/>
            <p:cNvSpPr/>
            <p:nvPr/>
          </p:nvSpPr>
          <p:spPr>
            <a:xfrm>
              <a:off x="3325700" y="2843050"/>
              <a:ext cx="34250" cy="258075"/>
            </a:xfrm>
            <a:custGeom>
              <a:rect b="b" l="l" r="r" t="t"/>
              <a:pathLst>
                <a:path extrusionOk="0" h="10323" w="1370">
                  <a:moveTo>
                    <a:pt x="262" y="0"/>
                  </a:moveTo>
                  <a:cubicBezTo>
                    <a:pt x="210" y="23"/>
                    <a:pt x="152" y="31"/>
                    <a:pt x="96" y="31"/>
                  </a:cubicBezTo>
                  <a:cubicBezTo>
                    <a:pt x="63" y="31"/>
                    <a:pt x="31" y="28"/>
                    <a:pt x="1" y="24"/>
                  </a:cubicBezTo>
                  <a:lnTo>
                    <a:pt x="1" y="24"/>
                  </a:lnTo>
                  <a:lnTo>
                    <a:pt x="1096" y="10323"/>
                  </a:lnTo>
                  <a:cubicBezTo>
                    <a:pt x="1167" y="10296"/>
                    <a:pt x="1232" y="10283"/>
                    <a:pt x="1300" y="10283"/>
                  </a:cubicBezTo>
                  <a:cubicBezTo>
                    <a:pt x="1323" y="10283"/>
                    <a:pt x="1346" y="10284"/>
                    <a:pt x="1370" y="10287"/>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12" name="Google Shape;2612;p20"/>
          <p:cNvGrpSpPr/>
          <p:nvPr/>
        </p:nvGrpSpPr>
        <p:grpSpPr>
          <a:xfrm flipH="1" rot="10800000">
            <a:off x="8192366" y="7"/>
            <a:ext cx="951632" cy="1131613"/>
            <a:chOff x="3048875" y="2669025"/>
            <a:chExt cx="504550" cy="599975"/>
          </a:xfrm>
        </p:grpSpPr>
        <p:sp>
          <p:nvSpPr>
            <p:cNvPr id="2613" name="Google Shape;2613;p20"/>
            <p:cNvSpPr/>
            <p:nvPr/>
          </p:nvSpPr>
          <p:spPr>
            <a:xfrm>
              <a:off x="3048875" y="3200825"/>
              <a:ext cx="57175" cy="68175"/>
            </a:xfrm>
            <a:custGeom>
              <a:rect b="b" l="l" r="r" t="t"/>
              <a:pathLst>
                <a:path extrusionOk="0" h="2727" w="2287">
                  <a:moveTo>
                    <a:pt x="2215" y="0"/>
                  </a:moveTo>
                  <a:cubicBezTo>
                    <a:pt x="2180" y="0"/>
                    <a:pt x="2156" y="12"/>
                    <a:pt x="2120" y="36"/>
                  </a:cubicBezTo>
                  <a:lnTo>
                    <a:pt x="1" y="2727"/>
                  </a:lnTo>
                  <a:lnTo>
                    <a:pt x="358" y="2727"/>
                  </a:lnTo>
                  <a:lnTo>
                    <a:pt x="2287" y="286"/>
                  </a:lnTo>
                  <a:cubicBezTo>
                    <a:pt x="2275" y="250"/>
                    <a:pt x="2251" y="203"/>
                    <a:pt x="2239" y="179"/>
                  </a:cubicBezTo>
                  <a:cubicBezTo>
                    <a:pt x="2227" y="119"/>
                    <a:pt x="2215" y="60"/>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4" name="Google Shape;2614;p20"/>
            <p:cNvSpPr/>
            <p:nvPr/>
          </p:nvSpPr>
          <p:spPr>
            <a:xfrm>
              <a:off x="3117925" y="2833225"/>
              <a:ext cx="56300" cy="351550"/>
            </a:xfrm>
            <a:custGeom>
              <a:rect b="b" l="l" r="r" t="t"/>
              <a:pathLst>
                <a:path extrusionOk="0" h="14062" w="2252">
                  <a:moveTo>
                    <a:pt x="2251" y="0"/>
                  </a:moveTo>
                  <a:lnTo>
                    <a:pt x="2251" y="0"/>
                  </a:lnTo>
                  <a:cubicBezTo>
                    <a:pt x="2216" y="12"/>
                    <a:pt x="2204" y="36"/>
                    <a:pt x="2168" y="36"/>
                  </a:cubicBezTo>
                  <a:cubicBezTo>
                    <a:pt x="2140" y="50"/>
                    <a:pt x="2113" y="57"/>
                    <a:pt x="2088" y="57"/>
                  </a:cubicBezTo>
                  <a:cubicBezTo>
                    <a:pt x="2050" y="57"/>
                    <a:pt x="2013" y="41"/>
                    <a:pt x="1977" y="12"/>
                  </a:cubicBezTo>
                  <a:lnTo>
                    <a:pt x="1" y="14026"/>
                  </a:lnTo>
                  <a:cubicBezTo>
                    <a:pt x="72" y="14038"/>
                    <a:pt x="180" y="14049"/>
                    <a:pt x="275" y="14061"/>
                  </a:cubicBezTo>
                  <a:lnTo>
                    <a:pt x="225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5" name="Google Shape;2615;p20"/>
            <p:cNvSpPr/>
            <p:nvPr/>
          </p:nvSpPr>
          <p:spPr>
            <a:xfrm>
              <a:off x="3174200" y="2826975"/>
              <a:ext cx="144675" cy="8050"/>
            </a:xfrm>
            <a:custGeom>
              <a:rect b="b" l="l" r="r" t="t"/>
              <a:pathLst>
                <a:path extrusionOk="0" h="322" w="5787">
                  <a:moveTo>
                    <a:pt x="24" y="0"/>
                  </a:moveTo>
                  <a:lnTo>
                    <a:pt x="24" y="0"/>
                  </a:lnTo>
                  <a:cubicBezTo>
                    <a:pt x="48" y="12"/>
                    <a:pt x="48" y="24"/>
                    <a:pt x="60" y="36"/>
                  </a:cubicBezTo>
                  <a:cubicBezTo>
                    <a:pt x="72" y="119"/>
                    <a:pt x="60" y="203"/>
                    <a:pt x="0" y="262"/>
                  </a:cubicBezTo>
                  <a:lnTo>
                    <a:pt x="5763" y="322"/>
                  </a:lnTo>
                  <a:cubicBezTo>
                    <a:pt x="5739" y="226"/>
                    <a:pt x="5763" y="131"/>
                    <a:pt x="5787" y="60"/>
                  </a:cubicBez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6" name="Google Shape;2616;p20"/>
            <p:cNvSpPr/>
            <p:nvPr/>
          </p:nvSpPr>
          <p:spPr>
            <a:xfrm>
              <a:off x="3128650" y="3208250"/>
              <a:ext cx="68500" cy="60175"/>
            </a:xfrm>
            <a:custGeom>
              <a:rect b="b" l="l" r="r" t="t"/>
              <a:pathLst>
                <a:path extrusionOk="0" h="2407" w="2740">
                  <a:moveTo>
                    <a:pt x="203" y="1"/>
                  </a:moveTo>
                  <a:cubicBezTo>
                    <a:pt x="155" y="72"/>
                    <a:pt x="96" y="144"/>
                    <a:pt x="1" y="191"/>
                  </a:cubicBezTo>
                  <a:lnTo>
                    <a:pt x="2346" y="2406"/>
                  </a:lnTo>
                  <a:lnTo>
                    <a:pt x="2739" y="2406"/>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7" name="Google Shape;2617;p20"/>
            <p:cNvSpPr/>
            <p:nvPr/>
          </p:nvSpPr>
          <p:spPr>
            <a:xfrm>
              <a:off x="3202775" y="3124925"/>
              <a:ext cx="147350" cy="144075"/>
            </a:xfrm>
            <a:custGeom>
              <a:rect b="b" l="l" r="r" t="t"/>
              <a:pathLst>
                <a:path extrusionOk="0" h="5763" w="5894">
                  <a:moveTo>
                    <a:pt x="5703" y="0"/>
                  </a:moveTo>
                  <a:lnTo>
                    <a:pt x="0" y="5763"/>
                  </a:lnTo>
                  <a:lnTo>
                    <a:pt x="393" y="5763"/>
                  </a:lnTo>
                  <a:lnTo>
                    <a:pt x="5894" y="191"/>
                  </a:lnTo>
                  <a:cubicBezTo>
                    <a:pt x="5822" y="143"/>
                    <a:pt x="5751" y="84"/>
                    <a:pt x="570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8" name="Google Shape;2618;p20"/>
            <p:cNvSpPr/>
            <p:nvPr/>
          </p:nvSpPr>
          <p:spPr>
            <a:xfrm>
              <a:off x="3367375" y="2941850"/>
              <a:ext cx="161950" cy="165825"/>
            </a:xfrm>
            <a:custGeom>
              <a:rect b="b" l="l" r="r" t="t"/>
              <a:pathLst>
                <a:path extrusionOk="0" h="6633" w="6478">
                  <a:moveTo>
                    <a:pt x="6311" y="1"/>
                  </a:moveTo>
                  <a:lnTo>
                    <a:pt x="0" y="6442"/>
                  </a:lnTo>
                  <a:cubicBezTo>
                    <a:pt x="72" y="6490"/>
                    <a:pt x="131" y="6561"/>
                    <a:pt x="191" y="6633"/>
                  </a:cubicBezTo>
                  <a:lnTo>
                    <a:pt x="6477" y="203"/>
                  </a:lnTo>
                  <a:cubicBezTo>
                    <a:pt x="6466" y="191"/>
                    <a:pt x="6466" y="156"/>
                    <a:pt x="6466" y="144"/>
                  </a:cubicBezTo>
                  <a:cubicBezTo>
                    <a:pt x="6382" y="132"/>
                    <a:pt x="6323" y="72"/>
                    <a:pt x="631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9" name="Google Shape;2619;p20"/>
            <p:cNvSpPr/>
            <p:nvPr/>
          </p:nvSpPr>
          <p:spPr>
            <a:xfrm>
              <a:off x="3356050" y="3130875"/>
              <a:ext cx="23850" cy="137550"/>
            </a:xfrm>
            <a:custGeom>
              <a:rect b="b" l="l" r="r" t="t"/>
              <a:pathLst>
                <a:path extrusionOk="0" h="5502" w="954">
                  <a:moveTo>
                    <a:pt x="287" y="0"/>
                  </a:moveTo>
                  <a:cubicBezTo>
                    <a:pt x="231" y="28"/>
                    <a:pt x="175" y="40"/>
                    <a:pt x="119" y="40"/>
                  </a:cubicBezTo>
                  <a:cubicBezTo>
                    <a:pt x="80" y="40"/>
                    <a:pt x="40" y="34"/>
                    <a:pt x="1" y="24"/>
                  </a:cubicBezTo>
                  <a:lnTo>
                    <a:pt x="1" y="24"/>
                  </a:lnTo>
                  <a:lnTo>
                    <a:pt x="668" y="5501"/>
                  </a:lnTo>
                  <a:lnTo>
                    <a:pt x="953" y="5501"/>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0" name="Google Shape;2620;p20"/>
            <p:cNvSpPr/>
            <p:nvPr/>
          </p:nvSpPr>
          <p:spPr>
            <a:xfrm>
              <a:off x="3310225" y="2699575"/>
              <a:ext cx="19975" cy="123550"/>
            </a:xfrm>
            <a:custGeom>
              <a:rect b="b" l="l" r="r" t="t"/>
              <a:pathLst>
                <a:path extrusionOk="0" h="4942" w="799">
                  <a:moveTo>
                    <a:pt x="274" y="0"/>
                  </a:moveTo>
                  <a:cubicBezTo>
                    <a:pt x="262" y="0"/>
                    <a:pt x="239" y="12"/>
                    <a:pt x="227" y="12"/>
                  </a:cubicBezTo>
                  <a:cubicBezTo>
                    <a:pt x="155" y="48"/>
                    <a:pt x="84" y="48"/>
                    <a:pt x="0" y="48"/>
                  </a:cubicBezTo>
                  <a:lnTo>
                    <a:pt x="524" y="4941"/>
                  </a:lnTo>
                  <a:cubicBezTo>
                    <a:pt x="536" y="4929"/>
                    <a:pt x="572" y="4918"/>
                    <a:pt x="584" y="4918"/>
                  </a:cubicBezTo>
                  <a:cubicBezTo>
                    <a:pt x="629" y="4895"/>
                    <a:pt x="679" y="4887"/>
                    <a:pt x="725" y="4887"/>
                  </a:cubicBezTo>
                  <a:cubicBezTo>
                    <a:pt x="751" y="4887"/>
                    <a:pt x="776" y="4889"/>
                    <a:pt x="798" y="4894"/>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1" name="Google Shape;2621;p20"/>
            <p:cNvSpPr/>
            <p:nvPr/>
          </p:nvSpPr>
          <p:spPr>
            <a:xfrm>
              <a:off x="3338500" y="2828750"/>
              <a:ext cx="94675" cy="9550"/>
            </a:xfrm>
            <a:custGeom>
              <a:rect b="b" l="l" r="r" t="t"/>
              <a:pathLst>
                <a:path extrusionOk="0" h="382" w="3787">
                  <a:moveTo>
                    <a:pt x="1" y="1"/>
                  </a:moveTo>
                  <a:cubicBezTo>
                    <a:pt x="1" y="12"/>
                    <a:pt x="24" y="12"/>
                    <a:pt x="24" y="24"/>
                  </a:cubicBezTo>
                  <a:cubicBezTo>
                    <a:pt x="48" y="120"/>
                    <a:pt x="48" y="191"/>
                    <a:pt x="36" y="286"/>
                  </a:cubicBezTo>
                  <a:lnTo>
                    <a:pt x="3787" y="382"/>
                  </a:lnTo>
                  <a:cubicBezTo>
                    <a:pt x="3775" y="370"/>
                    <a:pt x="3775" y="358"/>
                    <a:pt x="3775" y="346"/>
                  </a:cubicBezTo>
                  <a:cubicBezTo>
                    <a:pt x="3739" y="251"/>
                    <a:pt x="3739" y="179"/>
                    <a:pt x="3751" y="108"/>
                  </a:cubicBez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2" name="Google Shape;2622;p20"/>
            <p:cNvSpPr/>
            <p:nvPr/>
          </p:nvSpPr>
          <p:spPr>
            <a:xfrm>
              <a:off x="3531375" y="2913875"/>
              <a:ext cx="22050" cy="23850"/>
            </a:xfrm>
            <a:custGeom>
              <a:rect b="b" l="l" r="r" t="t"/>
              <a:pathLst>
                <a:path extrusionOk="0" h="954" w="882">
                  <a:moveTo>
                    <a:pt x="882" y="1"/>
                  </a:moveTo>
                  <a:lnTo>
                    <a:pt x="1" y="787"/>
                  </a:lnTo>
                  <a:cubicBezTo>
                    <a:pt x="84" y="787"/>
                    <a:pt x="179" y="846"/>
                    <a:pt x="227" y="953"/>
                  </a:cubicBezTo>
                  <a:lnTo>
                    <a:pt x="882" y="370"/>
                  </a:lnTo>
                  <a:lnTo>
                    <a:pt x="88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3" name="Google Shape;2623;p20"/>
            <p:cNvSpPr/>
            <p:nvPr/>
          </p:nvSpPr>
          <p:spPr>
            <a:xfrm>
              <a:off x="3319750" y="2693325"/>
              <a:ext cx="118200" cy="135750"/>
            </a:xfrm>
            <a:custGeom>
              <a:rect b="b" l="l" r="r" t="t"/>
              <a:pathLst>
                <a:path extrusionOk="0" h="5430" w="4728">
                  <a:moveTo>
                    <a:pt x="191" y="0"/>
                  </a:moveTo>
                  <a:cubicBezTo>
                    <a:pt x="143" y="72"/>
                    <a:pt x="72" y="143"/>
                    <a:pt x="0" y="191"/>
                  </a:cubicBezTo>
                  <a:lnTo>
                    <a:pt x="4537" y="5429"/>
                  </a:lnTo>
                  <a:cubicBezTo>
                    <a:pt x="4584" y="5346"/>
                    <a:pt x="4644" y="5287"/>
                    <a:pt x="4727" y="5239"/>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4" name="Google Shape;2624;p20"/>
            <p:cNvSpPr/>
            <p:nvPr/>
          </p:nvSpPr>
          <p:spPr>
            <a:xfrm>
              <a:off x="3446250" y="2840650"/>
              <a:ext cx="82775" cy="98250"/>
            </a:xfrm>
            <a:custGeom>
              <a:rect b="b" l="l" r="r" t="t"/>
              <a:pathLst>
                <a:path extrusionOk="0" h="3930" w="3311">
                  <a:moveTo>
                    <a:pt x="215" y="1"/>
                  </a:moveTo>
                  <a:cubicBezTo>
                    <a:pt x="179" y="60"/>
                    <a:pt x="96" y="120"/>
                    <a:pt x="12" y="144"/>
                  </a:cubicBezTo>
                  <a:lnTo>
                    <a:pt x="1" y="144"/>
                  </a:lnTo>
                  <a:lnTo>
                    <a:pt x="3132" y="3930"/>
                  </a:lnTo>
                  <a:cubicBezTo>
                    <a:pt x="3156" y="3835"/>
                    <a:pt x="3215" y="3751"/>
                    <a:pt x="3311" y="3716"/>
                  </a:cubicBez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5" name="Google Shape;2625;p20"/>
            <p:cNvSpPr/>
            <p:nvPr/>
          </p:nvSpPr>
          <p:spPr>
            <a:xfrm>
              <a:off x="3528700" y="2944550"/>
              <a:ext cx="24725" cy="46750"/>
            </a:xfrm>
            <a:custGeom>
              <a:rect b="b" l="l" r="r" t="t"/>
              <a:pathLst>
                <a:path extrusionOk="0" h="1870" w="989">
                  <a:moveTo>
                    <a:pt x="274" y="0"/>
                  </a:moveTo>
                  <a:cubicBezTo>
                    <a:pt x="239" y="24"/>
                    <a:pt x="215" y="36"/>
                    <a:pt x="167" y="60"/>
                  </a:cubicBezTo>
                  <a:cubicBezTo>
                    <a:pt x="138" y="66"/>
                    <a:pt x="108" y="69"/>
                    <a:pt x="79" y="69"/>
                  </a:cubicBezTo>
                  <a:cubicBezTo>
                    <a:pt x="51" y="69"/>
                    <a:pt x="24" y="66"/>
                    <a:pt x="1" y="60"/>
                  </a:cubicBezTo>
                  <a:lnTo>
                    <a:pt x="1" y="60"/>
                  </a:lnTo>
                  <a:cubicBezTo>
                    <a:pt x="1" y="72"/>
                    <a:pt x="1" y="95"/>
                    <a:pt x="13" y="119"/>
                  </a:cubicBezTo>
                  <a:lnTo>
                    <a:pt x="989" y="1869"/>
                  </a:lnTo>
                  <a:lnTo>
                    <a:pt x="989" y="1310"/>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6" name="Google Shape;2626;p20"/>
            <p:cNvSpPr/>
            <p:nvPr/>
          </p:nvSpPr>
          <p:spPr>
            <a:xfrm>
              <a:off x="3292950" y="2669025"/>
              <a:ext cx="34550" cy="31750"/>
            </a:xfrm>
            <a:custGeom>
              <a:rect b="b" l="l" r="r" t="t"/>
              <a:pathLst>
                <a:path extrusionOk="0" h="1270" w="1382">
                  <a:moveTo>
                    <a:pt x="694" y="1"/>
                  </a:moveTo>
                  <a:cubicBezTo>
                    <a:pt x="629" y="1"/>
                    <a:pt x="564" y="11"/>
                    <a:pt x="501" y="32"/>
                  </a:cubicBezTo>
                  <a:cubicBezTo>
                    <a:pt x="179" y="151"/>
                    <a:pt x="1" y="508"/>
                    <a:pt x="96" y="841"/>
                  </a:cubicBezTo>
                  <a:cubicBezTo>
                    <a:pt x="191" y="1091"/>
                    <a:pt x="429" y="1258"/>
                    <a:pt x="680" y="1270"/>
                  </a:cubicBezTo>
                  <a:cubicBezTo>
                    <a:pt x="751" y="1270"/>
                    <a:pt x="822" y="1270"/>
                    <a:pt x="906" y="1234"/>
                  </a:cubicBezTo>
                  <a:cubicBezTo>
                    <a:pt x="953" y="1234"/>
                    <a:pt x="965" y="1222"/>
                    <a:pt x="965" y="1222"/>
                  </a:cubicBezTo>
                  <a:lnTo>
                    <a:pt x="1049" y="1175"/>
                  </a:lnTo>
                  <a:cubicBezTo>
                    <a:pt x="1132" y="1139"/>
                    <a:pt x="1203" y="1056"/>
                    <a:pt x="1251" y="984"/>
                  </a:cubicBezTo>
                  <a:cubicBezTo>
                    <a:pt x="1346" y="841"/>
                    <a:pt x="1382" y="627"/>
                    <a:pt x="1311" y="436"/>
                  </a:cubicBezTo>
                  <a:cubicBezTo>
                    <a:pt x="1215" y="169"/>
                    <a:pt x="958" y="1"/>
                    <a:pt x="69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7" name="Google Shape;2627;p20"/>
            <p:cNvSpPr/>
            <p:nvPr/>
          </p:nvSpPr>
          <p:spPr>
            <a:xfrm>
              <a:off x="3103950" y="3184550"/>
              <a:ext cx="32475" cy="31650"/>
            </a:xfrm>
            <a:custGeom>
              <a:rect b="b" l="l" r="r" t="t"/>
              <a:pathLst>
                <a:path extrusionOk="0" h="1266" w="1299">
                  <a:moveTo>
                    <a:pt x="669" y="1"/>
                  </a:moveTo>
                  <a:cubicBezTo>
                    <a:pt x="631" y="1"/>
                    <a:pt x="594" y="3"/>
                    <a:pt x="560" y="8"/>
                  </a:cubicBezTo>
                  <a:cubicBezTo>
                    <a:pt x="512" y="8"/>
                    <a:pt x="489" y="20"/>
                    <a:pt x="441" y="44"/>
                  </a:cubicBezTo>
                  <a:cubicBezTo>
                    <a:pt x="179" y="127"/>
                    <a:pt x="0" y="401"/>
                    <a:pt x="12" y="663"/>
                  </a:cubicBezTo>
                  <a:cubicBezTo>
                    <a:pt x="12" y="723"/>
                    <a:pt x="24" y="782"/>
                    <a:pt x="36" y="842"/>
                  </a:cubicBezTo>
                  <a:cubicBezTo>
                    <a:pt x="60" y="854"/>
                    <a:pt x="72" y="901"/>
                    <a:pt x="84" y="937"/>
                  </a:cubicBezTo>
                  <a:cubicBezTo>
                    <a:pt x="204" y="1141"/>
                    <a:pt x="419" y="1266"/>
                    <a:pt x="649" y="1266"/>
                  </a:cubicBezTo>
                  <a:cubicBezTo>
                    <a:pt x="714" y="1266"/>
                    <a:pt x="780" y="1256"/>
                    <a:pt x="846" y="1235"/>
                  </a:cubicBezTo>
                  <a:cubicBezTo>
                    <a:pt x="905" y="1211"/>
                    <a:pt x="953" y="1187"/>
                    <a:pt x="989" y="1151"/>
                  </a:cubicBezTo>
                  <a:cubicBezTo>
                    <a:pt x="1072" y="1092"/>
                    <a:pt x="1143" y="1032"/>
                    <a:pt x="1191" y="961"/>
                  </a:cubicBezTo>
                  <a:cubicBezTo>
                    <a:pt x="1274" y="818"/>
                    <a:pt x="1298" y="616"/>
                    <a:pt x="1239" y="425"/>
                  </a:cubicBezTo>
                  <a:cubicBezTo>
                    <a:pt x="1167" y="235"/>
                    <a:pt x="1024" y="80"/>
                    <a:pt x="834" y="20"/>
                  </a:cubicBezTo>
                  <a:cubicBezTo>
                    <a:pt x="778" y="6"/>
                    <a:pt x="722" y="1"/>
                    <a:pt x="66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8" name="Google Shape;2628;p20"/>
            <p:cNvSpPr/>
            <p:nvPr/>
          </p:nvSpPr>
          <p:spPr>
            <a:xfrm>
              <a:off x="3340000" y="3100100"/>
              <a:ext cx="35125" cy="32400"/>
            </a:xfrm>
            <a:custGeom>
              <a:rect b="b" l="l" r="r" t="t"/>
              <a:pathLst>
                <a:path extrusionOk="0" h="1296" w="1405">
                  <a:moveTo>
                    <a:pt x="710" y="1"/>
                  </a:moveTo>
                  <a:cubicBezTo>
                    <a:pt x="644" y="1"/>
                    <a:pt x="575" y="14"/>
                    <a:pt x="512" y="41"/>
                  </a:cubicBezTo>
                  <a:lnTo>
                    <a:pt x="500" y="41"/>
                  </a:lnTo>
                  <a:cubicBezTo>
                    <a:pt x="167" y="172"/>
                    <a:pt x="0" y="517"/>
                    <a:pt x="107" y="838"/>
                  </a:cubicBezTo>
                  <a:cubicBezTo>
                    <a:pt x="119" y="898"/>
                    <a:pt x="155" y="946"/>
                    <a:pt x="179" y="1005"/>
                  </a:cubicBezTo>
                  <a:cubicBezTo>
                    <a:pt x="238" y="1077"/>
                    <a:pt x="298" y="1136"/>
                    <a:pt x="393" y="1196"/>
                  </a:cubicBezTo>
                  <a:cubicBezTo>
                    <a:pt x="464" y="1243"/>
                    <a:pt x="560" y="1267"/>
                    <a:pt x="631" y="1291"/>
                  </a:cubicBezTo>
                  <a:cubicBezTo>
                    <a:pt x="652" y="1294"/>
                    <a:pt x="673" y="1295"/>
                    <a:pt x="695" y="1295"/>
                  </a:cubicBezTo>
                  <a:cubicBezTo>
                    <a:pt x="761" y="1295"/>
                    <a:pt x="831" y="1282"/>
                    <a:pt x="893" y="1255"/>
                  </a:cubicBezTo>
                  <a:cubicBezTo>
                    <a:pt x="1226" y="1136"/>
                    <a:pt x="1405" y="779"/>
                    <a:pt x="1298" y="457"/>
                  </a:cubicBezTo>
                  <a:cubicBezTo>
                    <a:pt x="1286" y="410"/>
                    <a:pt x="1274" y="362"/>
                    <a:pt x="1238" y="338"/>
                  </a:cubicBezTo>
                  <a:cubicBezTo>
                    <a:pt x="1226" y="231"/>
                    <a:pt x="1155" y="160"/>
                    <a:pt x="1072" y="112"/>
                  </a:cubicBezTo>
                  <a:cubicBezTo>
                    <a:pt x="988" y="53"/>
                    <a:pt x="881" y="5"/>
                    <a:pt x="774" y="5"/>
                  </a:cubicBezTo>
                  <a:cubicBezTo>
                    <a:pt x="753" y="2"/>
                    <a:pt x="732" y="1"/>
                    <a:pt x="7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9" name="Google Shape;2629;p20"/>
            <p:cNvSpPr/>
            <p:nvPr/>
          </p:nvSpPr>
          <p:spPr>
            <a:xfrm>
              <a:off x="3163775" y="2824375"/>
              <a:ext cx="12225" cy="10675"/>
            </a:xfrm>
            <a:custGeom>
              <a:rect b="b" l="l" r="r" t="t"/>
              <a:pathLst>
                <a:path extrusionOk="0" h="427" w="489">
                  <a:moveTo>
                    <a:pt x="251" y="0"/>
                  </a:moveTo>
                  <a:cubicBezTo>
                    <a:pt x="228" y="0"/>
                    <a:pt x="204" y="3"/>
                    <a:pt x="179" y="9"/>
                  </a:cubicBezTo>
                  <a:cubicBezTo>
                    <a:pt x="60" y="56"/>
                    <a:pt x="1" y="176"/>
                    <a:pt x="36" y="295"/>
                  </a:cubicBezTo>
                  <a:cubicBezTo>
                    <a:pt x="60" y="330"/>
                    <a:pt x="84" y="378"/>
                    <a:pt x="132" y="402"/>
                  </a:cubicBezTo>
                  <a:cubicBezTo>
                    <a:pt x="168" y="416"/>
                    <a:pt x="205" y="427"/>
                    <a:pt x="245" y="427"/>
                  </a:cubicBezTo>
                  <a:cubicBezTo>
                    <a:pt x="269" y="427"/>
                    <a:pt x="295" y="423"/>
                    <a:pt x="322" y="414"/>
                  </a:cubicBezTo>
                  <a:cubicBezTo>
                    <a:pt x="358" y="390"/>
                    <a:pt x="382" y="378"/>
                    <a:pt x="405" y="366"/>
                  </a:cubicBezTo>
                  <a:cubicBezTo>
                    <a:pt x="465" y="307"/>
                    <a:pt x="489" y="223"/>
                    <a:pt x="465" y="140"/>
                  </a:cubicBezTo>
                  <a:cubicBezTo>
                    <a:pt x="465" y="128"/>
                    <a:pt x="441" y="116"/>
                    <a:pt x="429" y="104"/>
                  </a:cubicBezTo>
                  <a:cubicBezTo>
                    <a:pt x="384" y="31"/>
                    <a:pt x="324" y="0"/>
                    <a:pt x="25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0" name="Google Shape;2630;p20"/>
            <p:cNvSpPr/>
            <p:nvPr/>
          </p:nvSpPr>
          <p:spPr>
            <a:xfrm>
              <a:off x="3431975" y="2823200"/>
              <a:ext cx="22625" cy="21500"/>
            </a:xfrm>
            <a:custGeom>
              <a:rect b="b" l="l" r="r" t="t"/>
              <a:pathLst>
                <a:path extrusionOk="0" h="860" w="905">
                  <a:moveTo>
                    <a:pt x="452" y="1"/>
                  </a:moveTo>
                  <a:cubicBezTo>
                    <a:pt x="401" y="1"/>
                    <a:pt x="349" y="11"/>
                    <a:pt x="298" y="32"/>
                  </a:cubicBezTo>
                  <a:cubicBezTo>
                    <a:pt x="274" y="44"/>
                    <a:pt x="250" y="44"/>
                    <a:pt x="238" y="56"/>
                  </a:cubicBezTo>
                  <a:cubicBezTo>
                    <a:pt x="155" y="80"/>
                    <a:pt x="95" y="163"/>
                    <a:pt x="48" y="234"/>
                  </a:cubicBezTo>
                  <a:cubicBezTo>
                    <a:pt x="36" y="270"/>
                    <a:pt x="36" y="294"/>
                    <a:pt x="12" y="330"/>
                  </a:cubicBezTo>
                  <a:cubicBezTo>
                    <a:pt x="0" y="401"/>
                    <a:pt x="0" y="484"/>
                    <a:pt x="36" y="568"/>
                  </a:cubicBezTo>
                  <a:cubicBezTo>
                    <a:pt x="36" y="580"/>
                    <a:pt x="48" y="580"/>
                    <a:pt x="48" y="592"/>
                  </a:cubicBezTo>
                  <a:cubicBezTo>
                    <a:pt x="105" y="764"/>
                    <a:pt x="270" y="859"/>
                    <a:pt x="444" y="859"/>
                  </a:cubicBezTo>
                  <a:cubicBezTo>
                    <a:pt x="486" y="859"/>
                    <a:pt x="529" y="853"/>
                    <a:pt x="572" y="842"/>
                  </a:cubicBezTo>
                  <a:lnTo>
                    <a:pt x="583" y="842"/>
                  </a:lnTo>
                  <a:cubicBezTo>
                    <a:pt x="667" y="818"/>
                    <a:pt x="750" y="770"/>
                    <a:pt x="786" y="699"/>
                  </a:cubicBezTo>
                  <a:cubicBezTo>
                    <a:pt x="881" y="592"/>
                    <a:pt x="905" y="425"/>
                    <a:pt x="845" y="294"/>
                  </a:cubicBezTo>
                  <a:cubicBezTo>
                    <a:pt x="790" y="119"/>
                    <a:pt x="628" y="1"/>
                    <a:pt x="45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1" name="Google Shape;2631;p20"/>
            <p:cNvSpPr/>
            <p:nvPr/>
          </p:nvSpPr>
          <p:spPr>
            <a:xfrm>
              <a:off x="3317375" y="2821475"/>
              <a:ext cx="22350" cy="22125"/>
            </a:xfrm>
            <a:custGeom>
              <a:rect b="b" l="l" r="r" t="t"/>
              <a:pathLst>
                <a:path extrusionOk="0" h="885" w="894">
                  <a:moveTo>
                    <a:pt x="455" y="1"/>
                  </a:moveTo>
                  <a:cubicBezTo>
                    <a:pt x="405" y="1"/>
                    <a:pt x="348" y="9"/>
                    <a:pt x="298" y="18"/>
                  </a:cubicBezTo>
                  <a:cubicBezTo>
                    <a:pt x="274" y="30"/>
                    <a:pt x="250" y="30"/>
                    <a:pt x="238" y="53"/>
                  </a:cubicBezTo>
                  <a:cubicBezTo>
                    <a:pt x="155" y="89"/>
                    <a:pt x="95" y="172"/>
                    <a:pt x="48" y="256"/>
                  </a:cubicBezTo>
                  <a:cubicBezTo>
                    <a:pt x="12" y="351"/>
                    <a:pt x="0" y="446"/>
                    <a:pt x="12" y="542"/>
                  </a:cubicBezTo>
                  <a:cubicBezTo>
                    <a:pt x="12" y="553"/>
                    <a:pt x="12" y="577"/>
                    <a:pt x="36" y="589"/>
                  </a:cubicBezTo>
                  <a:cubicBezTo>
                    <a:pt x="72" y="732"/>
                    <a:pt x="191" y="827"/>
                    <a:pt x="334" y="863"/>
                  </a:cubicBezTo>
                  <a:cubicBezTo>
                    <a:pt x="368" y="878"/>
                    <a:pt x="405" y="885"/>
                    <a:pt x="443" y="885"/>
                  </a:cubicBezTo>
                  <a:cubicBezTo>
                    <a:pt x="495" y="885"/>
                    <a:pt x="547" y="872"/>
                    <a:pt x="595" y="851"/>
                  </a:cubicBezTo>
                  <a:lnTo>
                    <a:pt x="607" y="851"/>
                  </a:lnTo>
                  <a:cubicBezTo>
                    <a:pt x="750" y="804"/>
                    <a:pt x="846" y="684"/>
                    <a:pt x="881" y="553"/>
                  </a:cubicBezTo>
                  <a:cubicBezTo>
                    <a:pt x="893" y="482"/>
                    <a:pt x="893" y="387"/>
                    <a:pt x="869" y="303"/>
                  </a:cubicBezTo>
                  <a:cubicBezTo>
                    <a:pt x="869" y="292"/>
                    <a:pt x="846" y="292"/>
                    <a:pt x="846" y="268"/>
                  </a:cubicBezTo>
                  <a:cubicBezTo>
                    <a:pt x="786" y="125"/>
                    <a:pt x="655" y="18"/>
                    <a:pt x="512" y="6"/>
                  </a:cubicBezTo>
                  <a:cubicBezTo>
                    <a:pt x="495" y="2"/>
                    <a:pt x="475" y="1"/>
                    <a:pt x="45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2" name="Google Shape;2632;p20"/>
            <p:cNvSpPr/>
            <p:nvPr/>
          </p:nvSpPr>
          <p:spPr>
            <a:xfrm>
              <a:off x="3196225" y="3268725"/>
              <a:ext cx="925" cy="275"/>
            </a:xfrm>
            <a:custGeom>
              <a:rect b="b" l="l" r="r" t="t"/>
              <a:pathLst>
                <a:path extrusionOk="0" h="11" w="37">
                  <a:moveTo>
                    <a:pt x="24" y="0"/>
                  </a:moveTo>
                  <a:cubicBezTo>
                    <a:pt x="16" y="0"/>
                    <a:pt x="8" y="11"/>
                    <a:pt x="0" y="11"/>
                  </a:cubicBezTo>
                  <a:lnTo>
                    <a:pt x="36" y="11"/>
                  </a:lnTo>
                  <a:cubicBezTo>
                    <a:pt x="32" y="3"/>
                    <a:pt x="28" y="0"/>
                    <a:pt x="2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3" name="Google Shape;2633;p20"/>
            <p:cNvSpPr/>
            <p:nvPr/>
          </p:nvSpPr>
          <p:spPr>
            <a:xfrm>
              <a:off x="3524525" y="2933525"/>
              <a:ext cx="14025" cy="12750"/>
            </a:xfrm>
            <a:custGeom>
              <a:rect b="b" l="l" r="r" t="t"/>
              <a:pathLst>
                <a:path extrusionOk="0" h="510" w="561">
                  <a:moveTo>
                    <a:pt x="287" y="1"/>
                  </a:moveTo>
                  <a:cubicBezTo>
                    <a:pt x="263" y="1"/>
                    <a:pt x="227" y="1"/>
                    <a:pt x="203" y="24"/>
                  </a:cubicBezTo>
                  <a:cubicBezTo>
                    <a:pt x="84" y="48"/>
                    <a:pt x="1" y="120"/>
                    <a:pt x="1" y="227"/>
                  </a:cubicBezTo>
                  <a:cubicBezTo>
                    <a:pt x="1" y="262"/>
                    <a:pt x="1" y="298"/>
                    <a:pt x="25" y="334"/>
                  </a:cubicBezTo>
                  <a:cubicBezTo>
                    <a:pt x="49" y="405"/>
                    <a:pt x="108" y="465"/>
                    <a:pt x="180" y="501"/>
                  </a:cubicBezTo>
                  <a:cubicBezTo>
                    <a:pt x="203" y="507"/>
                    <a:pt x="230" y="510"/>
                    <a:pt x="258" y="510"/>
                  </a:cubicBezTo>
                  <a:cubicBezTo>
                    <a:pt x="287" y="510"/>
                    <a:pt x="316" y="507"/>
                    <a:pt x="346" y="501"/>
                  </a:cubicBezTo>
                  <a:cubicBezTo>
                    <a:pt x="394" y="477"/>
                    <a:pt x="418" y="465"/>
                    <a:pt x="453" y="441"/>
                  </a:cubicBezTo>
                  <a:cubicBezTo>
                    <a:pt x="525" y="382"/>
                    <a:pt x="561" y="274"/>
                    <a:pt x="513" y="179"/>
                  </a:cubicBezTo>
                  <a:lnTo>
                    <a:pt x="513" y="167"/>
                  </a:lnTo>
                  <a:cubicBezTo>
                    <a:pt x="465" y="60"/>
                    <a:pt x="382" y="1"/>
                    <a:pt x="2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4" name="Google Shape;2634;p20"/>
            <p:cNvSpPr/>
            <p:nvPr/>
          </p:nvSpPr>
          <p:spPr>
            <a:xfrm>
              <a:off x="3325700" y="2843050"/>
              <a:ext cx="34250" cy="258075"/>
            </a:xfrm>
            <a:custGeom>
              <a:rect b="b" l="l" r="r" t="t"/>
              <a:pathLst>
                <a:path extrusionOk="0" h="10323" w="1370">
                  <a:moveTo>
                    <a:pt x="262" y="0"/>
                  </a:moveTo>
                  <a:cubicBezTo>
                    <a:pt x="210" y="23"/>
                    <a:pt x="152" y="31"/>
                    <a:pt x="96" y="31"/>
                  </a:cubicBezTo>
                  <a:cubicBezTo>
                    <a:pt x="63" y="31"/>
                    <a:pt x="31" y="28"/>
                    <a:pt x="1" y="24"/>
                  </a:cubicBezTo>
                  <a:lnTo>
                    <a:pt x="1" y="24"/>
                  </a:lnTo>
                  <a:lnTo>
                    <a:pt x="1096" y="10323"/>
                  </a:lnTo>
                  <a:cubicBezTo>
                    <a:pt x="1167" y="10296"/>
                    <a:pt x="1232" y="10283"/>
                    <a:pt x="1300" y="10283"/>
                  </a:cubicBezTo>
                  <a:cubicBezTo>
                    <a:pt x="1323" y="10283"/>
                    <a:pt x="1346" y="10284"/>
                    <a:pt x="1370" y="10287"/>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35" name="Google Shape;2635;p20"/>
          <p:cNvSpPr txBox="1"/>
          <p:nvPr>
            <p:ph idx="1" type="subTitle"/>
          </p:nvPr>
        </p:nvSpPr>
        <p:spPr>
          <a:xfrm>
            <a:off x="720000" y="1104400"/>
            <a:ext cx="7704000" cy="340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Char char="●"/>
              <a:defRPr>
                <a:solidFill>
                  <a:schemeClr val="dk1"/>
                </a:solidFill>
              </a:defRPr>
            </a:lvl1pPr>
            <a:lvl2pPr lvl="1" algn="ctr">
              <a:lnSpc>
                <a:spcPct val="100000"/>
              </a:lnSpc>
              <a:spcBef>
                <a:spcPts val="0"/>
              </a:spcBef>
              <a:spcAft>
                <a:spcPts val="0"/>
              </a:spcAft>
              <a:buSzPts val="1600"/>
              <a:buChar char="○"/>
              <a:defRPr/>
            </a:lvl2pPr>
            <a:lvl3pPr lvl="2" algn="ctr">
              <a:lnSpc>
                <a:spcPct val="100000"/>
              </a:lnSpc>
              <a:spcBef>
                <a:spcPts val="1600"/>
              </a:spcBef>
              <a:spcAft>
                <a:spcPts val="0"/>
              </a:spcAft>
              <a:buSzPts val="1600"/>
              <a:buChar char="■"/>
              <a:defRPr/>
            </a:lvl3pPr>
            <a:lvl4pPr lvl="3" algn="ctr">
              <a:lnSpc>
                <a:spcPct val="100000"/>
              </a:lnSpc>
              <a:spcBef>
                <a:spcPts val="1600"/>
              </a:spcBef>
              <a:spcAft>
                <a:spcPts val="0"/>
              </a:spcAft>
              <a:buSzPts val="1600"/>
              <a:buChar char="●"/>
              <a:defRPr/>
            </a:lvl4pPr>
            <a:lvl5pPr lvl="4" algn="ctr">
              <a:lnSpc>
                <a:spcPct val="100000"/>
              </a:lnSpc>
              <a:spcBef>
                <a:spcPts val="1600"/>
              </a:spcBef>
              <a:spcAft>
                <a:spcPts val="0"/>
              </a:spcAft>
              <a:buSzPts val="1600"/>
              <a:buChar char="○"/>
              <a:defRPr/>
            </a:lvl5pPr>
            <a:lvl6pPr lvl="5" algn="ctr">
              <a:lnSpc>
                <a:spcPct val="100000"/>
              </a:lnSpc>
              <a:spcBef>
                <a:spcPts val="1600"/>
              </a:spcBef>
              <a:spcAft>
                <a:spcPts val="0"/>
              </a:spcAft>
              <a:buSzPts val="1600"/>
              <a:buChar char="■"/>
              <a:defRPr/>
            </a:lvl6pPr>
            <a:lvl7pPr lvl="6" algn="ctr">
              <a:lnSpc>
                <a:spcPct val="100000"/>
              </a:lnSpc>
              <a:spcBef>
                <a:spcPts val="1600"/>
              </a:spcBef>
              <a:spcAft>
                <a:spcPts val="0"/>
              </a:spcAft>
              <a:buSzPts val="1600"/>
              <a:buChar char="●"/>
              <a:defRPr/>
            </a:lvl7pPr>
            <a:lvl8pPr lvl="7" algn="ctr">
              <a:lnSpc>
                <a:spcPct val="100000"/>
              </a:lnSpc>
              <a:spcBef>
                <a:spcPts val="1600"/>
              </a:spcBef>
              <a:spcAft>
                <a:spcPts val="0"/>
              </a:spcAft>
              <a:buSzPts val="1600"/>
              <a:buChar char="○"/>
              <a:defRPr/>
            </a:lvl8pPr>
            <a:lvl9pPr lvl="8" algn="ctr">
              <a:lnSpc>
                <a:spcPct val="100000"/>
              </a:lnSpc>
              <a:spcBef>
                <a:spcPts val="1600"/>
              </a:spcBef>
              <a:spcAft>
                <a:spcPts val="1600"/>
              </a:spcAft>
              <a:buSzPts val="1600"/>
              <a:buChar char="■"/>
              <a:defRPr/>
            </a:lvl9pPr>
          </a:lstStyle>
          <a:p/>
        </p:txBody>
      </p:sp>
      <p:sp>
        <p:nvSpPr>
          <p:cNvPr id="2636" name="Google Shape;2636;p2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637" name="Shape 2637"/>
        <p:cNvGrpSpPr/>
        <p:nvPr/>
      </p:nvGrpSpPr>
      <p:grpSpPr>
        <a:xfrm>
          <a:off x="0" y="0"/>
          <a:ext cx="0" cy="0"/>
          <a:chOff x="0" y="0"/>
          <a:chExt cx="0" cy="0"/>
        </a:xfrm>
      </p:grpSpPr>
      <p:grpSp>
        <p:nvGrpSpPr>
          <p:cNvPr id="2638" name="Google Shape;2638;p21"/>
          <p:cNvGrpSpPr/>
          <p:nvPr/>
        </p:nvGrpSpPr>
        <p:grpSpPr>
          <a:xfrm>
            <a:off x="4" y="16"/>
            <a:ext cx="1377452" cy="2398039"/>
            <a:chOff x="1083450" y="1318750"/>
            <a:chExt cx="624525" cy="1087250"/>
          </a:xfrm>
        </p:grpSpPr>
        <p:sp>
          <p:nvSpPr>
            <p:cNvPr id="2639" name="Google Shape;2639;p21"/>
            <p:cNvSpPr/>
            <p:nvPr/>
          </p:nvSpPr>
          <p:spPr>
            <a:xfrm>
              <a:off x="1083450" y="2340600"/>
              <a:ext cx="215525" cy="50325"/>
            </a:xfrm>
            <a:custGeom>
              <a:rect b="b" l="l" r="r" t="t"/>
              <a:pathLst>
                <a:path extrusionOk="0" h="2013" w="8621">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0" name="Google Shape;2640;p21"/>
            <p:cNvSpPr/>
            <p:nvPr/>
          </p:nvSpPr>
          <p:spPr>
            <a:xfrm>
              <a:off x="1083450" y="21304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1" name="Google Shape;2641;p21"/>
            <p:cNvSpPr/>
            <p:nvPr/>
          </p:nvSpPr>
          <p:spPr>
            <a:xfrm>
              <a:off x="1083450" y="1806900"/>
              <a:ext cx="20275" cy="7475"/>
            </a:xfrm>
            <a:custGeom>
              <a:rect b="b" l="l" r="r" t="t"/>
              <a:pathLst>
                <a:path extrusionOk="0" h="299" w="811">
                  <a:moveTo>
                    <a:pt x="703" y="0"/>
                  </a:moveTo>
                  <a:lnTo>
                    <a:pt x="1" y="24"/>
                  </a:lnTo>
                  <a:lnTo>
                    <a:pt x="1" y="298"/>
                  </a:lnTo>
                  <a:lnTo>
                    <a:pt x="810" y="274"/>
                  </a:lnTo>
                  <a:lnTo>
                    <a:pt x="7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2" name="Google Shape;2642;p21"/>
            <p:cNvSpPr/>
            <p:nvPr/>
          </p:nvSpPr>
          <p:spPr>
            <a:xfrm>
              <a:off x="1108150" y="1802425"/>
              <a:ext cx="180125" cy="11350"/>
            </a:xfrm>
            <a:custGeom>
              <a:rect b="b" l="l" r="r" t="t"/>
              <a:pathLst>
                <a:path extrusionOk="0" h="454" w="7205">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3" name="Google Shape;2643;p21"/>
            <p:cNvSpPr/>
            <p:nvPr/>
          </p:nvSpPr>
          <p:spPr>
            <a:xfrm>
              <a:off x="1194475" y="2040550"/>
              <a:ext cx="2425" cy="3600"/>
            </a:xfrm>
            <a:custGeom>
              <a:rect b="b" l="l" r="r" t="t"/>
              <a:pathLst>
                <a:path extrusionOk="0" h="144" w="97">
                  <a:moveTo>
                    <a:pt x="84" y="1"/>
                  </a:moveTo>
                  <a:lnTo>
                    <a:pt x="1" y="48"/>
                  </a:lnTo>
                  <a:lnTo>
                    <a:pt x="25" y="144"/>
                  </a:lnTo>
                  <a:cubicBezTo>
                    <a:pt x="72" y="108"/>
                    <a:pt x="96" y="48"/>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4" name="Google Shape;2644;p21"/>
            <p:cNvSpPr/>
            <p:nvPr/>
          </p:nvSpPr>
          <p:spPr>
            <a:xfrm>
              <a:off x="1083450" y="1741425"/>
              <a:ext cx="98250" cy="261650"/>
            </a:xfrm>
            <a:custGeom>
              <a:rect b="b" l="l" r="r" t="t"/>
              <a:pathLst>
                <a:path extrusionOk="0" h="10466" w="393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5" name="Google Shape;2645;p21"/>
            <p:cNvSpPr/>
            <p:nvPr/>
          </p:nvSpPr>
          <p:spPr>
            <a:xfrm>
              <a:off x="1113525" y="2178975"/>
              <a:ext cx="193200" cy="201825"/>
            </a:xfrm>
            <a:custGeom>
              <a:rect b="b" l="l" r="r" t="t"/>
              <a:pathLst>
                <a:path extrusionOk="0" h="8073" w="7728">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6" name="Google Shape;2646;p21"/>
            <p:cNvSpPr/>
            <p:nvPr/>
          </p:nvSpPr>
          <p:spPr>
            <a:xfrm>
              <a:off x="1187625" y="2041750"/>
              <a:ext cx="121175" cy="334600"/>
            </a:xfrm>
            <a:custGeom>
              <a:rect b="b" l="l" r="r" t="t"/>
              <a:pathLst>
                <a:path extrusionOk="0" h="13384" w="4847">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7" name="Google Shape;2647;p21"/>
            <p:cNvSpPr/>
            <p:nvPr/>
          </p:nvSpPr>
          <p:spPr>
            <a:xfrm>
              <a:off x="1188525" y="1816725"/>
              <a:ext cx="109275" cy="186650"/>
            </a:xfrm>
            <a:custGeom>
              <a:rect b="b" l="l" r="r" t="t"/>
              <a:pathLst>
                <a:path extrusionOk="0" h="7466" w="4371">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8" name="Google Shape;2648;p21"/>
            <p:cNvSpPr/>
            <p:nvPr/>
          </p:nvSpPr>
          <p:spPr>
            <a:xfrm>
              <a:off x="1113225" y="2036700"/>
              <a:ext cx="60750" cy="102100"/>
            </a:xfrm>
            <a:custGeom>
              <a:rect b="b" l="l" r="r" t="t"/>
              <a:pathLst>
                <a:path extrusionOk="0" h="4084" w="243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9" name="Google Shape;2649;p21"/>
            <p:cNvSpPr/>
            <p:nvPr/>
          </p:nvSpPr>
          <p:spPr>
            <a:xfrm>
              <a:off x="1299250" y="1820900"/>
              <a:ext cx="16700" cy="554550"/>
            </a:xfrm>
            <a:custGeom>
              <a:rect b="b" l="l" r="r" t="t"/>
              <a:pathLst>
                <a:path extrusionOk="0" h="22182" w="668">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0" name="Google Shape;2650;p21"/>
            <p:cNvSpPr/>
            <p:nvPr/>
          </p:nvSpPr>
          <p:spPr>
            <a:xfrm>
              <a:off x="1293600" y="1501500"/>
              <a:ext cx="11925" cy="289650"/>
            </a:xfrm>
            <a:custGeom>
              <a:rect b="b" l="l" r="r" t="t"/>
              <a:pathLst>
                <a:path extrusionOk="0" h="11586" w="477">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1" name="Google Shape;2651;p21"/>
            <p:cNvSpPr/>
            <p:nvPr/>
          </p:nvSpPr>
          <p:spPr>
            <a:xfrm>
              <a:off x="1418325" y="1523825"/>
              <a:ext cx="47050" cy="166425"/>
            </a:xfrm>
            <a:custGeom>
              <a:rect b="b" l="l" r="r" t="t"/>
              <a:pathLst>
                <a:path extrusionOk="0" h="6657" w="1882">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2" name="Google Shape;2652;p21"/>
            <p:cNvSpPr/>
            <p:nvPr/>
          </p:nvSpPr>
          <p:spPr>
            <a:xfrm>
              <a:off x="1083450" y="1458350"/>
              <a:ext cx="203625" cy="33050"/>
            </a:xfrm>
            <a:custGeom>
              <a:rect b="b" l="l" r="r" t="t"/>
              <a:pathLst>
                <a:path extrusionOk="0" h="1322" w="8145">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3" name="Google Shape;2653;p21"/>
            <p:cNvSpPr/>
            <p:nvPr/>
          </p:nvSpPr>
          <p:spPr>
            <a:xfrm>
              <a:off x="1291825" y="1342550"/>
              <a:ext cx="8050" cy="136050"/>
            </a:xfrm>
            <a:custGeom>
              <a:rect b="b" l="l" r="r" t="t"/>
              <a:pathLst>
                <a:path extrusionOk="0" h="5442" w="322">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4" name="Google Shape;2654;p21"/>
            <p:cNvSpPr/>
            <p:nvPr/>
          </p:nvSpPr>
          <p:spPr>
            <a:xfrm>
              <a:off x="1688000" y="154467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5" name="Google Shape;2655;p21"/>
            <p:cNvSpPr/>
            <p:nvPr/>
          </p:nvSpPr>
          <p:spPr>
            <a:xfrm>
              <a:off x="1309675" y="1487525"/>
              <a:ext cx="94675" cy="19650"/>
            </a:xfrm>
            <a:custGeom>
              <a:rect b="b" l="l" r="r" t="t"/>
              <a:pathLst>
                <a:path extrusionOk="0" h="786" w="3787">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6" name="Google Shape;2656;p21"/>
            <p:cNvSpPr/>
            <p:nvPr/>
          </p:nvSpPr>
          <p:spPr>
            <a:xfrm>
              <a:off x="1687700" y="15458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7" name="Google Shape;2657;p21"/>
            <p:cNvSpPr/>
            <p:nvPr/>
          </p:nvSpPr>
          <p:spPr>
            <a:xfrm>
              <a:off x="1430825" y="1504475"/>
              <a:ext cx="247675" cy="41700"/>
            </a:xfrm>
            <a:custGeom>
              <a:rect b="b" l="l" r="r" t="t"/>
              <a:pathLst>
                <a:path extrusionOk="0" h="1668" w="9907">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8" name="Google Shape;2658;p21"/>
            <p:cNvSpPr/>
            <p:nvPr/>
          </p:nvSpPr>
          <p:spPr>
            <a:xfrm>
              <a:off x="1687100" y="1546450"/>
              <a:ext cx="25" cy="625"/>
            </a:xfrm>
            <a:custGeom>
              <a:rect b="b" l="l" r="r" t="t"/>
              <a:pathLst>
                <a:path extrusionOk="0" h="25" w="1">
                  <a:moveTo>
                    <a:pt x="1" y="24"/>
                  </a:moveTo>
                  <a:lnTo>
                    <a:pt x="1" y="24"/>
                  </a:lnTo>
                  <a:cubicBezTo>
                    <a:pt x="1" y="1"/>
                    <a:pt x="1" y="24"/>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9" name="Google Shape;2659;p21"/>
            <p:cNvSpPr/>
            <p:nvPr/>
          </p:nvSpPr>
          <p:spPr>
            <a:xfrm>
              <a:off x="1687700" y="15455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0" name="Google Shape;2660;p21"/>
            <p:cNvSpPr/>
            <p:nvPr/>
          </p:nvSpPr>
          <p:spPr>
            <a:xfrm>
              <a:off x="1476075" y="1544675"/>
              <a:ext cx="211050" cy="154800"/>
            </a:xfrm>
            <a:custGeom>
              <a:rect b="b" l="l" r="r" t="t"/>
              <a:pathLst>
                <a:path extrusionOk="0" h="6192" w="8442">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1" name="Google Shape;2661;p21"/>
            <p:cNvSpPr/>
            <p:nvPr/>
          </p:nvSpPr>
          <p:spPr>
            <a:xfrm>
              <a:off x="1688000" y="1544675"/>
              <a:ext cx="25" cy="325"/>
            </a:xfrm>
            <a:custGeom>
              <a:rect b="b" l="l" r="r" t="t"/>
              <a:pathLst>
                <a:path extrusionOk="0" h="13" w="1">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2" name="Google Shape;2662;p21"/>
            <p:cNvSpPr/>
            <p:nvPr/>
          </p:nvSpPr>
          <p:spPr>
            <a:xfrm>
              <a:off x="1681750" y="1319350"/>
              <a:ext cx="26225" cy="225050"/>
            </a:xfrm>
            <a:custGeom>
              <a:rect b="b" l="l" r="r" t="t"/>
              <a:pathLst>
                <a:path extrusionOk="0" h="9002" w="1049">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3" name="Google Shape;2663;p21"/>
            <p:cNvSpPr/>
            <p:nvPr/>
          </p:nvSpPr>
          <p:spPr>
            <a:xfrm>
              <a:off x="1687100" y="1546450"/>
              <a:ext cx="25" cy="625"/>
            </a:xfrm>
            <a:custGeom>
              <a:rect b="b" l="l" r="r" t="t"/>
              <a:pathLst>
                <a:path extrusionOk="0" h="25" w="1">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4" name="Google Shape;2664;p21"/>
            <p:cNvSpPr/>
            <p:nvPr/>
          </p:nvSpPr>
          <p:spPr>
            <a:xfrm>
              <a:off x="1684125" y="1547650"/>
              <a:ext cx="625" cy="25"/>
            </a:xfrm>
            <a:custGeom>
              <a:rect b="b" l="l" r="r" t="t"/>
              <a:pathLst>
                <a:path extrusionOk="0" h="1" w="25">
                  <a:moveTo>
                    <a:pt x="24" y="0"/>
                  </a:moveTo>
                  <a:lnTo>
                    <a:pt x="1" y="0"/>
                  </a:lnTo>
                  <a:lnTo>
                    <a:pt x="24" y="0"/>
                  </a:lnTo>
                  <a:cubicBezTo>
                    <a:pt x="12" y="0"/>
                    <a:pt x="24" y="0"/>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5" name="Google Shape;2665;p21"/>
            <p:cNvSpPr/>
            <p:nvPr/>
          </p:nvSpPr>
          <p:spPr>
            <a:xfrm>
              <a:off x="1687700" y="1545550"/>
              <a:ext cx="25" cy="325"/>
            </a:xfrm>
            <a:custGeom>
              <a:rect b="b" l="l" r="r" t="t"/>
              <a:pathLst>
                <a:path extrusionOk="0" h="13" w="1">
                  <a:moveTo>
                    <a:pt x="0" y="13"/>
                  </a:moveTo>
                  <a:lnTo>
                    <a:pt x="0" y="13"/>
                  </a:lnTo>
                  <a:lnTo>
                    <a:pt x="0" y="13"/>
                  </a:lnTo>
                  <a:cubicBezTo>
                    <a:pt x="0" y="1"/>
                    <a:pt x="0" y="1"/>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6" name="Google Shape;2666;p21"/>
            <p:cNvSpPr/>
            <p:nvPr/>
          </p:nvSpPr>
          <p:spPr>
            <a:xfrm>
              <a:off x="1684725" y="1547650"/>
              <a:ext cx="25" cy="25"/>
            </a:xfrm>
            <a:custGeom>
              <a:rect b="b" l="l" r="r" t="t"/>
              <a:pathLst>
                <a:path extrusionOk="0" h="1" w="1">
                  <a:moveTo>
                    <a:pt x="0"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7" name="Google Shape;2667;p21"/>
            <p:cNvSpPr/>
            <p:nvPr/>
          </p:nvSpPr>
          <p:spPr>
            <a:xfrm>
              <a:off x="1323375" y="1333625"/>
              <a:ext cx="364650" cy="214350"/>
            </a:xfrm>
            <a:custGeom>
              <a:rect b="b" l="l" r="r" t="t"/>
              <a:pathLst>
                <a:path extrusionOk="0" h="8574" w="14586">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8" name="Google Shape;2668;p21"/>
            <p:cNvSpPr/>
            <p:nvPr/>
          </p:nvSpPr>
          <p:spPr>
            <a:xfrm>
              <a:off x="1273950" y="1318750"/>
              <a:ext cx="60750" cy="26600"/>
            </a:xfrm>
            <a:custGeom>
              <a:rect b="b" l="l" r="r" t="t"/>
              <a:pathLst>
                <a:path extrusionOk="0" h="1064" w="243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9" name="Google Shape;2669;p21"/>
            <p:cNvSpPr/>
            <p:nvPr/>
          </p:nvSpPr>
          <p:spPr>
            <a:xfrm>
              <a:off x="1159350" y="2001350"/>
              <a:ext cx="50050" cy="42850"/>
            </a:xfrm>
            <a:custGeom>
              <a:rect b="b" l="l" r="r" t="t"/>
              <a:pathLst>
                <a:path extrusionOk="0" h="1714" w="2002">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0" name="Google Shape;2670;p21"/>
            <p:cNvSpPr/>
            <p:nvPr/>
          </p:nvSpPr>
          <p:spPr>
            <a:xfrm>
              <a:off x="1083450" y="2128475"/>
              <a:ext cx="44675" cy="61325"/>
            </a:xfrm>
            <a:custGeom>
              <a:rect b="b" l="l" r="r" t="t"/>
              <a:pathLst>
                <a:path extrusionOk="0" h="2453" w="1787">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1" name="Google Shape;2671;p21"/>
            <p:cNvSpPr/>
            <p:nvPr/>
          </p:nvSpPr>
          <p:spPr>
            <a:xfrm>
              <a:off x="1288250" y="1790575"/>
              <a:ext cx="32175" cy="31125"/>
            </a:xfrm>
            <a:custGeom>
              <a:rect b="b" l="l" r="r" t="t"/>
              <a:pathLst>
                <a:path extrusionOk="0" h="1245" w="1287">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2" name="Google Shape;2672;p21"/>
            <p:cNvSpPr/>
            <p:nvPr/>
          </p:nvSpPr>
          <p:spPr>
            <a:xfrm>
              <a:off x="1297475" y="2375200"/>
              <a:ext cx="32775" cy="30800"/>
            </a:xfrm>
            <a:custGeom>
              <a:rect b="b" l="l" r="r" t="t"/>
              <a:pathLst>
                <a:path extrusionOk="0" h="1232" w="1311">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3" name="Google Shape;2673;p21"/>
            <p:cNvSpPr/>
            <p:nvPr/>
          </p:nvSpPr>
          <p:spPr>
            <a:xfrm>
              <a:off x="1445100" y="1689025"/>
              <a:ext cx="39025" cy="34575"/>
            </a:xfrm>
            <a:custGeom>
              <a:rect b="b" l="l" r="r" t="t"/>
              <a:pathLst>
                <a:path extrusionOk="0" h="1383" w="1561">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4" name="Google Shape;2674;p21"/>
            <p:cNvSpPr/>
            <p:nvPr/>
          </p:nvSpPr>
          <p:spPr>
            <a:xfrm>
              <a:off x="1285875" y="1477700"/>
              <a:ext cx="24725" cy="24425"/>
            </a:xfrm>
            <a:custGeom>
              <a:rect b="b" l="l" r="r" t="t"/>
              <a:pathLst>
                <a:path extrusionOk="0" h="977" w="989">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5" name="Google Shape;2675;p21"/>
            <p:cNvSpPr/>
            <p:nvPr/>
          </p:nvSpPr>
          <p:spPr>
            <a:xfrm>
              <a:off x="1400175" y="1494100"/>
              <a:ext cx="32750" cy="31300"/>
            </a:xfrm>
            <a:custGeom>
              <a:rect b="b" l="l" r="r" t="t"/>
              <a:pathLst>
                <a:path extrusionOk="0" h="1252" w="131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76" name="Google Shape;2676;p21"/>
          <p:cNvGrpSpPr/>
          <p:nvPr/>
        </p:nvGrpSpPr>
        <p:grpSpPr>
          <a:xfrm flipH="1">
            <a:off x="7766704" y="16"/>
            <a:ext cx="1377452" cy="2398039"/>
            <a:chOff x="1083450" y="1318750"/>
            <a:chExt cx="624525" cy="1087250"/>
          </a:xfrm>
        </p:grpSpPr>
        <p:sp>
          <p:nvSpPr>
            <p:cNvPr id="2677" name="Google Shape;2677;p21"/>
            <p:cNvSpPr/>
            <p:nvPr/>
          </p:nvSpPr>
          <p:spPr>
            <a:xfrm>
              <a:off x="1083450" y="2340600"/>
              <a:ext cx="215525" cy="50325"/>
            </a:xfrm>
            <a:custGeom>
              <a:rect b="b" l="l" r="r" t="t"/>
              <a:pathLst>
                <a:path extrusionOk="0" h="2013" w="8621">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8" name="Google Shape;2678;p21"/>
            <p:cNvSpPr/>
            <p:nvPr/>
          </p:nvSpPr>
          <p:spPr>
            <a:xfrm>
              <a:off x="1083450" y="21304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9" name="Google Shape;2679;p21"/>
            <p:cNvSpPr/>
            <p:nvPr/>
          </p:nvSpPr>
          <p:spPr>
            <a:xfrm>
              <a:off x="1083450" y="1806900"/>
              <a:ext cx="20275" cy="7475"/>
            </a:xfrm>
            <a:custGeom>
              <a:rect b="b" l="l" r="r" t="t"/>
              <a:pathLst>
                <a:path extrusionOk="0" h="299" w="811">
                  <a:moveTo>
                    <a:pt x="703" y="0"/>
                  </a:moveTo>
                  <a:lnTo>
                    <a:pt x="1" y="24"/>
                  </a:lnTo>
                  <a:lnTo>
                    <a:pt x="1" y="298"/>
                  </a:lnTo>
                  <a:lnTo>
                    <a:pt x="810" y="274"/>
                  </a:lnTo>
                  <a:lnTo>
                    <a:pt x="7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0" name="Google Shape;2680;p21"/>
            <p:cNvSpPr/>
            <p:nvPr/>
          </p:nvSpPr>
          <p:spPr>
            <a:xfrm>
              <a:off x="1108150" y="1802425"/>
              <a:ext cx="180125" cy="11350"/>
            </a:xfrm>
            <a:custGeom>
              <a:rect b="b" l="l" r="r" t="t"/>
              <a:pathLst>
                <a:path extrusionOk="0" h="454" w="7205">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1" name="Google Shape;2681;p21"/>
            <p:cNvSpPr/>
            <p:nvPr/>
          </p:nvSpPr>
          <p:spPr>
            <a:xfrm>
              <a:off x="1194475" y="2040550"/>
              <a:ext cx="2425" cy="3600"/>
            </a:xfrm>
            <a:custGeom>
              <a:rect b="b" l="l" r="r" t="t"/>
              <a:pathLst>
                <a:path extrusionOk="0" h="144" w="97">
                  <a:moveTo>
                    <a:pt x="84" y="1"/>
                  </a:moveTo>
                  <a:lnTo>
                    <a:pt x="1" y="48"/>
                  </a:lnTo>
                  <a:lnTo>
                    <a:pt x="25" y="144"/>
                  </a:lnTo>
                  <a:cubicBezTo>
                    <a:pt x="72" y="108"/>
                    <a:pt x="96" y="48"/>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2" name="Google Shape;2682;p21"/>
            <p:cNvSpPr/>
            <p:nvPr/>
          </p:nvSpPr>
          <p:spPr>
            <a:xfrm>
              <a:off x="1083450" y="1741425"/>
              <a:ext cx="98250" cy="261650"/>
            </a:xfrm>
            <a:custGeom>
              <a:rect b="b" l="l" r="r" t="t"/>
              <a:pathLst>
                <a:path extrusionOk="0" h="10466" w="393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3" name="Google Shape;2683;p21"/>
            <p:cNvSpPr/>
            <p:nvPr/>
          </p:nvSpPr>
          <p:spPr>
            <a:xfrm>
              <a:off x="1113525" y="2178975"/>
              <a:ext cx="193200" cy="201825"/>
            </a:xfrm>
            <a:custGeom>
              <a:rect b="b" l="l" r="r" t="t"/>
              <a:pathLst>
                <a:path extrusionOk="0" h="8073" w="7728">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4" name="Google Shape;2684;p21"/>
            <p:cNvSpPr/>
            <p:nvPr/>
          </p:nvSpPr>
          <p:spPr>
            <a:xfrm>
              <a:off x="1187625" y="2041750"/>
              <a:ext cx="121175" cy="334600"/>
            </a:xfrm>
            <a:custGeom>
              <a:rect b="b" l="l" r="r" t="t"/>
              <a:pathLst>
                <a:path extrusionOk="0" h="13384" w="4847">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5" name="Google Shape;2685;p21"/>
            <p:cNvSpPr/>
            <p:nvPr/>
          </p:nvSpPr>
          <p:spPr>
            <a:xfrm>
              <a:off x="1188525" y="1816725"/>
              <a:ext cx="109275" cy="186650"/>
            </a:xfrm>
            <a:custGeom>
              <a:rect b="b" l="l" r="r" t="t"/>
              <a:pathLst>
                <a:path extrusionOk="0" h="7466" w="4371">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6" name="Google Shape;2686;p21"/>
            <p:cNvSpPr/>
            <p:nvPr/>
          </p:nvSpPr>
          <p:spPr>
            <a:xfrm>
              <a:off x="1113225" y="2036700"/>
              <a:ext cx="60750" cy="102100"/>
            </a:xfrm>
            <a:custGeom>
              <a:rect b="b" l="l" r="r" t="t"/>
              <a:pathLst>
                <a:path extrusionOk="0" h="4084" w="243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7" name="Google Shape;2687;p21"/>
            <p:cNvSpPr/>
            <p:nvPr/>
          </p:nvSpPr>
          <p:spPr>
            <a:xfrm>
              <a:off x="1299250" y="1820900"/>
              <a:ext cx="16700" cy="554550"/>
            </a:xfrm>
            <a:custGeom>
              <a:rect b="b" l="l" r="r" t="t"/>
              <a:pathLst>
                <a:path extrusionOk="0" h="22182" w="668">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8" name="Google Shape;2688;p21"/>
            <p:cNvSpPr/>
            <p:nvPr/>
          </p:nvSpPr>
          <p:spPr>
            <a:xfrm>
              <a:off x="1293600" y="1501500"/>
              <a:ext cx="11925" cy="289650"/>
            </a:xfrm>
            <a:custGeom>
              <a:rect b="b" l="l" r="r" t="t"/>
              <a:pathLst>
                <a:path extrusionOk="0" h="11586" w="477">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9" name="Google Shape;2689;p21"/>
            <p:cNvSpPr/>
            <p:nvPr/>
          </p:nvSpPr>
          <p:spPr>
            <a:xfrm>
              <a:off x="1418325" y="1523825"/>
              <a:ext cx="47050" cy="166425"/>
            </a:xfrm>
            <a:custGeom>
              <a:rect b="b" l="l" r="r" t="t"/>
              <a:pathLst>
                <a:path extrusionOk="0" h="6657" w="1882">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0" name="Google Shape;2690;p21"/>
            <p:cNvSpPr/>
            <p:nvPr/>
          </p:nvSpPr>
          <p:spPr>
            <a:xfrm>
              <a:off x="1083450" y="1458350"/>
              <a:ext cx="203625" cy="33050"/>
            </a:xfrm>
            <a:custGeom>
              <a:rect b="b" l="l" r="r" t="t"/>
              <a:pathLst>
                <a:path extrusionOk="0" h="1322" w="8145">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1" name="Google Shape;2691;p21"/>
            <p:cNvSpPr/>
            <p:nvPr/>
          </p:nvSpPr>
          <p:spPr>
            <a:xfrm>
              <a:off x="1291825" y="1342550"/>
              <a:ext cx="8050" cy="136050"/>
            </a:xfrm>
            <a:custGeom>
              <a:rect b="b" l="l" r="r" t="t"/>
              <a:pathLst>
                <a:path extrusionOk="0" h="5442" w="322">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2" name="Google Shape;2692;p21"/>
            <p:cNvSpPr/>
            <p:nvPr/>
          </p:nvSpPr>
          <p:spPr>
            <a:xfrm>
              <a:off x="1688000" y="154467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3" name="Google Shape;2693;p21"/>
            <p:cNvSpPr/>
            <p:nvPr/>
          </p:nvSpPr>
          <p:spPr>
            <a:xfrm>
              <a:off x="1309675" y="1487525"/>
              <a:ext cx="94675" cy="19650"/>
            </a:xfrm>
            <a:custGeom>
              <a:rect b="b" l="l" r="r" t="t"/>
              <a:pathLst>
                <a:path extrusionOk="0" h="786" w="3787">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4" name="Google Shape;2694;p21"/>
            <p:cNvSpPr/>
            <p:nvPr/>
          </p:nvSpPr>
          <p:spPr>
            <a:xfrm>
              <a:off x="1687700" y="15458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5" name="Google Shape;2695;p21"/>
            <p:cNvSpPr/>
            <p:nvPr/>
          </p:nvSpPr>
          <p:spPr>
            <a:xfrm>
              <a:off x="1430825" y="1504475"/>
              <a:ext cx="247675" cy="41700"/>
            </a:xfrm>
            <a:custGeom>
              <a:rect b="b" l="l" r="r" t="t"/>
              <a:pathLst>
                <a:path extrusionOk="0" h="1668" w="9907">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6" name="Google Shape;2696;p21"/>
            <p:cNvSpPr/>
            <p:nvPr/>
          </p:nvSpPr>
          <p:spPr>
            <a:xfrm>
              <a:off x="1687100" y="1546450"/>
              <a:ext cx="25" cy="625"/>
            </a:xfrm>
            <a:custGeom>
              <a:rect b="b" l="l" r="r" t="t"/>
              <a:pathLst>
                <a:path extrusionOk="0" h="25" w="1">
                  <a:moveTo>
                    <a:pt x="1" y="24"/>
                  </a:moveTo>
                  <a:lnTo>
                    <a:pt x="1" y="24"/>
                  </a:lnTo>
                  <a:cubicBezTo>
                    <a:pt x="1" y="1"/>
                    <a:pt x="1" y="24"/>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7" name="Google Shape;2697;p21"/>
            <p:cNvSpPr/>
            <p:nvPr/>
          </p:nvSpPr>
          <p:spPr>
            <a:xfrm>
              <a:off x="1687700" y="15455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8" name="Google Shape;2698;p21"/>
            <p:cNvSpPr/>
            <p:nvPr/>
          </p:nvSpPr>
          <p:spPr>
            <a:xfrm>
              <a:off x="1476075" y="1544675"/>
              <a:ext cx="211050" cy="154800"/>
            </a:xfrm>
            <a:custGeom>
              <a:rect b="b" l="l" r="r" t="t"/>
              <a:pathLst>
                <a:path extrusionOk="0" h="6192" w="8442">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9" name="Google Shape;2699;p21"/>
            <p:cNvSpPr/>
            <p:nvPr/>
          </p:nvSpPr>
          <p:spPr>
            <a:xfrm>
              <a:off x="1688000" y="1544675"/>
              <a:ext cx="25" cy="325"/>
            </a:xfrm>
            <a:custGeom>
              <a:rect b="b" l="l" r="r" t="t"/>
              <a:pathLst>
                <a:path extrusionOk="0" h="13" w="1">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0" name="Google Shape;2700;p21"/>
            <p:cNvSpPr/>
            <p:nvPr/>
          </p:nvSpPr>
          <p:spPr>
            <a:xfrm>
              <a:off x="1681750" y="1319350"/>
              <a:ext cx="26225" cy="225050"/>
            </a:xfrm>
            <a:custGeom>
              <a:rect b="b" l="l" r="r" t="t"/>
              <a:pathLst>
                <a:path extrusionOk="0" h="9002" w="1049">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1" name="Google Shape;2701;p21"/>
            <p:cNvSpPr/>
            <p:nvPr/>
          </p:nvSpPr>
          <p:spPr>
            <a:xfrm>
              <a:off x="1687100" y="1546450"/>
              <a:ext cx="25" cy="625"/>
            </a:xfrm>
            <a:custGeom>
              <a:rect b="b" l="l" r="r" t="t"/>
              <a:pathLst>
                <a:path extrusionOk="0" h="25" w="1">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2" name="Google Shape;2702;p21"/>
            <p:cNvSpPr/>
            <p:nvPr/>
          </p:nvSpPr>
          <p:spPr>
            <a:xfrm>
              <a:off x="1684125" y="1547650"/>
              <a:ext cx="625" cy="25"/>
            </a:xfrm>
            <a:custGeom>
              <a:rect b="b" l="l" r="r" t="t"/>
              <a:pathLst>
                <a:path extrusionOk="0" h="1" w="25">
                  <a:moveTo>
                    <a:pt x="24" y="0"/>
                  </a:moveTo>
                  <a:lnTo>
                    <a:pt x="1" y="0"/>
                  </a:lnTo>
                  <a:lnTo>
                    <a:pt x="24" y="0"/>
                  </a:lnTo>
                  <a:cubicBezTo>
                    <a:pt x="12" y="0"/>
                    <a:pt x="24" y="0"/>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3" name="Google Shape;2703;p21"/>
            <p:cNvSpPr/>
            <p:nvPr/>
          </p:nvSpPr>
          <p:spPr>
            <a:xfrm>
              <a:off x="1687700" y="1545550"/>
              <a:ext cx="25" cy="325"/>
            </a:xfrm>
            <a:custGeom>
              <a:rect b="b" l="l" r="r" t="t"/>
              <a:pathLst>
                <a:path extrusionOk="0" h="13" w="1">
                  <a:moveTo>
                    <a:pt x="0" y="13"/>
                  </a:moveTo>
                  <a:lnTo>
                    <a:pt x="0" y="13"/>
                  </a:lnTo>
                  <a:lnTo>
                    <a:pt x="0" y="13"/>
                  </a:lnTo>
                  <a:cubicBezTo>
                    <a:pt x="0" y="1"/>
                    <a:pt x="0" y="1"/>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4" name="Google Shape;2704;p21"/>
            <p:cNvSpPr/>
            <p:nvPr/>
          </p:nvSpPr>
          <p:spPr>
            <a:xfrm>
              <a:off x="1684725" y="1547650"/>
              <a:ext cx="25" cy="25"/>
            </a:xfrm>
            <a:custGeom>
              <a:rect b="b" l="l" r="r" t="t"/>
              <a:pathLst>
                <a:path extrusionOk="0" h="1" w="1">
                  <a:moveTo>
                    <a:pt x="0"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5" name="Google Shape;2705;p21"/>
            <p:cNvSpPr/>
            <p:nvPr/>
          </p:nvSpPr>
          <p:spPr>
            <a:xfrm>
              <a:off x="1323375" y="1333625"/>
              <a:ext cx="364650" cy="214350"/>
            </a:xfrm>
            <a:custGeom>
              <a:rect b="b" l="l" r="r" t="t"/>
              <a:pathLst>
                <a:path extrusionOk="0" h="8574" w="14586">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6" name="Google Shape;2706;p21"/>
            <p:cNvSpPr/>
            <p:nvPr/>
          </p:nvSpPr>
          <p:spPr>
            <a:xfrm>
              <a:off x="1273950" y="1318750"/>
              <a:ext cx="60750" cy="26600"/>
            </a:xfrm>
            <a:custGeom>
              <a:rect b="b" l="l" r="r" t="t"/>
              <a:pathLst>
                <a:path extrusionOk="0" h="1064" w="243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7" name="Google Shape;2707;p21"/>
            <p:cNvSpPr/>
            <p:nvPr/>
          </p:nvSpPr>
          <p:spPr>
            <a:xfrm>
              <a:off x="1159350" y="2001350"/>
              <a:ext cx="50050" cy="42850"/>
            </a:xfrm>
            <a:custGeom>
              <a:rect b="b" l="l" r="r" t="t"/>
              <a:pathLst>
                <a:path extrusionOk="0" h="1714" w="2002">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8" name="Google Shape;2708;p21"/>
            <p:cNvSpPr/>
            <p:nvPr/>
          </p:nvSpPr>
          <p:spPr>
            <a:xfrm>
              <a:off x="1083450" y="2128475"/>
              <a:ext cx="44675" cy="61325"/>
            </a:xfrm>
            <a:custGeom>
              <a:rect b="b" l="l" r="r" t="t"/>
              <a:pathLst>
                <a:path extrusionOk="0" h="2453" w="1787">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9" name="Google Shape;2709;p21"/>
            <p:cNvSpPr/>
            <p:nvPr/>
          </p:nvSpPr>
          <p:spPr>
            <a:xfrm>
              <a:off x="1288250" y="1790575"/>
              <a:ext cx="32175" cy="31125"/>
            </a:xfrm>
            <a:custGeom>
              <a:rect b="b" l="l" r="r" t="t"/>
              <a:pathLst>
                <a:path extrusionOk="0" h="1245" w="1287">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0" name="Google Shape;2710;p21"/>
            <p:cNvSpPr/>
            <p:nvPr/>
          </p:nvSpPr>
          <p:spPr>
            <a:xfrm>
              <a:off x="1297475" y="2375200"/>
              <a:ext cx="32775" cy="30800"/>
            </a:xfrm>
            <a:custGeom>
              <a:rect b="b" l="l" r="r" t="t"/>
              <a:pathLst>
                <a:path extrusionOk="0" h="1232" w="1311">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1" name="Google Shape;2711;p21"/>
            <p:cNvSpPr/>
            <p:nvPr/>
          </p:nvSpPr>
          <p:spPr>
            <a:xfrm>
              <a:off x="1445100" y="1689025"/>
              <a:ext cx="39025" cy="34575"/>
            </a:xfrm>
            <a:custGeom>
              <a:rect b="b" l="l" r="r" t="t"/>
              <a:pathLst>
                <a:path extrusionOk="0" h="1383" w="1561">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2" name="Google Shape;2712;p21"/>
            <p:cNvSpPr/>
            <p:nvPr/>
          </p:nvSpPr>
          <p:spPr>
            <a:xfrm>
              <a:off x="1285875" y="1477700"/>
              <a:ext cx="24725" cy="24425"/>
            </a:xfrm>
            <a:custGeom>
              <a:rect b="b" l="l" r="r" t="t"/>
              <a:pathLst>
                <a:path extrusionOk="0" h="977" w="989">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3" name="Google Shape;2713;p21"/>
            <p:cNvSpPr/>
            <p:nvPr/>
          </p:nvSpPr>
          <p:spPr>
            <a:xfrm>
              <a:off x="1400175" y="1494100"/>
              <a:ext cx="32750" cy="31300"/>
            </a:xfrm>
            <a:custGeom>
              <a:rect b="b" l="l" r="r" t="t"/>
              <a:pathLst>
                <a:path extrusionOk="0" h="1252" w="131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14" name="Google Shape;2714;p21"/>
          <p:cNvGrpSpPr/>
          <p:nvPr/>
        </p:nvGrpSpPr>
        <p:grpSpPr>
          <a:xfrm>
            <a:off x="31" y="4274145"/>
            <a:ext cx="3353245" cy="869408"/>
            <a:chOff x="2582150" y="3714800"/>
            <a:chExt cx="2689050" cy="697200"/>
          </a:xfrm>
        </p:grpSpPr>
        <p:sp>
          <p:nvSpPr>
            <p:cNvPr id="2715" name="Google Shape;2715;p21"/>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6" name="Google Shape;2716;p21"/>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7" name="Google Shape;2717;p21"/>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8" name="Google Shape;2718;p21"/>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9" name="Google Shape;2719;p21"/>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0" name="Google Shape;2720;p21"/>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1" name="Google Shape;2721;p21"/>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2" name="Google Shape;2722;p21"/>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3" name="Google Shape;2723;p21"/>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4" name="Google Shape;2724;p21"/>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5" name="Google Shape;2725;p21"/>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6" name="Google Shape;2726;p21"/>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7" name="Google Shape;2727;p21"/>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8" name="Google Shape;2728;p21"/>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9" name="Google Shape;2729;p21"/>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0" name="Google Shape;2730;p21"/>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1" name="Google Shape;2731;p21"/>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2" name="Google Shape;2732;p21"/>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3" name="Google Shape;2733;p21"/>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4" name="Google Shape;2734;p21"/>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5" name="Google Shape;2735;p21"/>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6" name="Google Shape;2736;p21"/>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7" name="Google Shape;2737;p21"/>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8" name="Google Shape;2738;p21"/>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9" name="Google Shape;2739;p21"/>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0" name="Google Shape;2740;p21"/>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1" name="Google Shape;2741;p21"/>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2" name="Google Shape;2742;p21"/>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3" name="Google Shape;2743;p21"/>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4" name="Google Shape;2744;p21"/>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5" name="Google Shape;2745;p21"/>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6" name="Google Shape;2746;p21"/>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7" name="Google Shape;2747;p21"/>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8" name="Google Shape;2748;p21"/>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9" name="Google Shape;2749;p21"/>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0" name="Google Shape;2750;p21"/>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1" name="Google Shape;2751;p21"/>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2" name="Google Shape;2752;p21"/>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3" name="Google Shape;2753;p21"/>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4" name="Google Shape;2754;p21"/>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5" name="Google Shape;2755;p21"/>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6" name="Google Shape;2756;p21"/>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7" name="Google Shape;2757;p21"/>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8" name="Google Shape;2758;p21"/>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9" name="Google Shape;2759;p21"/>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0" name="Google Shape;2760;p21"/>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1" name="Google Shape;2761;p21"/>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2" name="Google Shape;2762;p21"/>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3" name="Google Shape;2763;p21"/>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4" name="Google Shape;2764;p21"/>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5" name="Google Shape;2765;p21"/>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6" name="Google Shape;2766;p21"/>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7" name="Google Shape;2767;p21"/>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8" name="Google Shape;2768;p21"/>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9" name="Google Shape;2769;p21"/>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0" name="Google Shape;2770;p21"/>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1" name="Google Shape;2771;p21"/>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2" name="Google Shape;2772;p21"/>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3" name="Google Shape;2773;p21"/>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4" name="Google Shape;2774;p21"/>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75" name="Google Shape;2775;p21"/>
          <p:cNvGrpSpPr/>
          <p:nvPr/>
        </p:nvGrpSpPr>
        <p:grpSpPr>
          <a:xfrm flipH="1">
            <a:off x="5790906" y="4274145"/>
            <a:ext cx="3353245" cy="869408"/>
            <a:chOff x="2582150" y="3714800"/>
            <a:chExt cx="2689050" cy="697200"/>
          </a:xfrm>
        </p:grpSpPr>
        <p:sp>
          <p:nvSpPr>
            <p:cNvPr id="2776" name="Google Shape;2776;p21"/>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7" name="Google Shape;2777;p21"/>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8" name="Google Shape;2778;p21"/>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9" name="Google Shape;2779;p21"/>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0" name="Google Shape;2780;p21"/>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1" name="Google Shape;2781;p21"/>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2" name="Google Shape;2782;p21"/>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3" name="Google Shape;2783;p21"/>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4" name="Google Shape;2784;p21"/>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5" name="Google Shape;2785;p21"/>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6" name="Google Shape;2786;p21"/>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7" name="Google Shape;2787;p21"/>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8" name="Google Shape;2788;p21"/>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9" name="Google Shape;2789;p21"/>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0" name="Google Shape;2790;p21"/>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1" name="Google Shape;2791;p21"/>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2" name="Google Shape;2792;p21"/>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3" name="Google Shape;2793;p21"/>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4" name="Google Shape;2794;p21"/>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5" name="Google Shape;2795;p21"/>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6" name="Google Shape;2796;p21"/>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7" name="Google Shape;2797;p21"/>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8" name="Google Shape;2798;p21"/>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9" name="Google Shape;2799;p21"/>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0" name="Google Shape;2800;p21"/>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1" name="Google Shape;2801;p21"/>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2" name="Google Shape;2802;p21"/>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3" name="Google Shape;2803;p21"/>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4" name="Google Shape;2804;p21"/>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5" name="Google Shape;2805;p21"/>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6" name="Google Shape;2806;p21"/>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7" name="Google Shape;2807;p21"/>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8" name="Google Shape;2808;p21"/>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9" name="Google Shape;2809;p21"/>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0" name="Google Shape;2810;p21"/>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1" name="Google Shape;2811;p21"/>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2" name="Google Shape;2812;p21"/>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3" name="Google Shape;2813;p21"/>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4" name="Google Shape;2814;p21"/>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5" name="Google Shape;2815;p21"/>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6" name="Google Shape;2816;p21"/>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7" name="Google Shape;2817;p21"/>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8" name="Google Shape;2818;p21"/>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9" name="Google Shape;2819;p21"/>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0" name="Google Shape;2820;p21"/>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1" name="Google Shape;2821;p21"/>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2" name="Google Shape;2822;p21"/>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3" name="Google Shape;2823;p21"/>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4" name="Google Shape;2824;p21"/>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5" name="Google Shape;2825;p21"/>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6" name="Google Shape;2826;p21"/>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7" name="Google Shape;2827;p21"/>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8" name="Google Shape;2828;p21"/>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9" name="Google Shape;2829;p21"/>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0" name="Google Shape;2830;p21"/>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1" name="Google Shape;2831;p21"/>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2" name="Google Shape;2832;p21"/>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3" name="Google Shape;2833;p21"/>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4" name="Google Shape;2834;p21"/>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5" name="Google Shape;2835;p21"/>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36" name="Google Shape;2836;p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2837" name="Google Shape;2837;p21"/>
          <p:cNvSpPr txBox="1"/>
          <p:nvPr>
            <p:ph idx="2" type="title"/>
          </p:nvPr>
        </p:nvSpPr>
        <p:spPr>
          <a:xfrm>
            <a:off x="844350" y="2622275"/>
            <a:ext cx="23619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838" name="Google Shape;2838;p21"/>
          <p:cNvSpPr txBox="1"/>
          <p:nvPr>
            <p:ph idx="1" type="subTitle"/>
          </p:nvPr>
        </p:nvSpPr>
        <p:spPr>
          <a:xfrm>
            <a:off x="844300" y="2947400"/>
            <a:ext cx="23619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2839" name="Google Shape;2839;p21"/>
          <p:cNvSpPr txBox="1"/>
          <p:nvPr>
            <p:ph idx="3" type="title"/>
          </p:nvPr>
        </p:nvSpPr>
        <p:spPr>
          <a:xfrm>
            <a:off x="3391125" y="2622275"/>
            <a:ext cx="23619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840" name="Google Shape;2840;p21"/>
          <p:cNvSpPr txBox="1"/>
          <p:nvPr>
            <p:ph idx="4" type="subTitle"/>
          </p:nvPr>
        </p:nvSpPr>
        <p:spPr>
          <a:xfrm>
            <a:off x="3391052" y="2947400"/>
            <a:ext cx="23619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2841" name="Google Shape;2841;p21"/>
          <p:cNvSpPr txBox="1"/>
          <p:nvPr>
            <p:ph idx="5" type="title"/>
          </p:nvPr>
        </p:nvSpPr>
        <p:spPr>
          <a:xfrm>
            <a:off x="5937850" y="2622275"/>
            <a:ext cx="23619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842" name="Google Shape;2842;p21"/>
          <p:cNvSpPr txBox="1"/>
          <p:nvPr>
            <p:ph idx="6" type="subTitle"/>
          </p:nvPr>
        </p:nvSpPr>
        <p:spPr>
          <a:xfrm>
            <a:off x="5937804" y="2947400"/>
            <a:ext cx="23619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843" name="Shape 2843"/>
        <p:cNvGrpSpPr/>
        <p:nvPr/>
      </p:nvGrpSpPr>
      <p:grpSpPr>
        <a:xfrm>
          <a:off x="0" y="0"/>
          <a:ext cx="0" cy="0"/>
          <a:chOff x="0" y="0"/>
          <a:chExt cx="0" cy="0"/>
        </a:xfrm>
      </p:grpSpPr>
      <p:grpSp>
        <p:nvGrpSpPr>
          <p:cNvPr id="2844" name="Google Shape;2844;p22"/>
          <p:cNvGrpSpPr/>
          <p:nvPr/>
        </p:nvGrpSpPr>
        <p:grpSpPr>
          <a:xfrm>
            <a:off x="5568927" y="-63"/>
            <a:ext cx="3574601" cy="869376"/>
            <a:chOff x="3877250" y="939525"/>
            <a:chExt cx="2541125" cy="618025"/>
          </a:xfrm>
        </p:grpSpPr>
        <p:sp>
          <p:nvSpPr>
            <p:cNvPr id="2845" name="Google Shape;2845;p22"/>
            <p:cNvSpPr/>
            <p:nvPr/>
          </p:nvSpPr>
          <p:spPr>
            <a:xfrm>
              <a:off x="4697300" y="939825"/>
              <a:ext cx="57475" cy="13725"/>
            </a:xfrm>
            <a:custGeom>
              <a:rect b="b" l="l" r="r" t="t"/>
              <a:pathLst>
                <a:path extrusionOk="0" h="549" w="2299">
                  <a:moveTo>
                    <a:pt x="1" y="1"/>
                  </a:moveTo>
                  <a:lnTo>
                    <a:pt x="2298" y="548"/>
                  </a:lnTo>
                  <a:lnTo>
                    <a:pt x="2251" y="263"/>
                  </a:lnTo>
                  <a:lnTo>
                    <a:pt x="11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6" name="Google Shape;2846;p22"/>
            <p:cNvSpPr/>
            <p:nvPr/>
          </p:nvSpPr>
          <p:spPr>
            <a:xfrm>
              <a:off x="4760400" y="947875"/>
              <a:ext cx="126525" cy="36025"/>
            </a:xfrm>
            <a:custGeom>
              <a:rect b="b" l="l" r="r" t="t"/>
              <a:pathLst>
                <a:path extrusionOk="0" h="1441" w="5061">
                  <a:moveTo>
                    <a:pt x="1" y="0"/>
                  </a:moveTo>
                  <a:lnTo>
                    <a:pt x="36" y="286"/>
                  </a:lnTo>
                  <a:lnTo>
                    <a:pt x="4977" y="1441"/>
                  </a:lnTo>
                  <a:cubicBezTo>
                    <a:pt x="4977" y="1357"/>
                    <a:pt x="5001" y="1262"/>
                    <a:pt x="5061" y="1191"/>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7" name="Google Shape;2847;p22"/>
            <p:cNvSpPr/>
            <p:nvPr/>
          </p:nvSpPr>
          <p:spPr>
            <a:xfrm>
              <a:off x="3888875" y="939825"/>
              <a:ext cx="51500" cy="75925"/>
            </a:xfrm>
            <a:custGeom>
              <a:rect b="b" l="l" r="r" t="t"/>
              <a:pathLst>
                <a:path extrusionOk="0" h="3037" w="2060">
                  <a:moveTo>
                    <a:pt x="1762" y="1"/>
                  </a:moveTo>
                  <a:lnTo>
                    <a:pt x="0" y="2989"/>
                  </a:lnTo>
                  <a:cubicBezTo>
                    <a:pt x="72" y="2989"/>
                    <a:pt x="155" y="3001"/>
                    <a:pt x="214" y="3037"/>
                  </a:cubicBezTo>
                  <a:lnTo>
                    <a:pt x="310" y="2953"/>
                  </a:lnTo>
                  <a:lnTo>
                    <a:pt x="20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8" name="Google Shape;2848;p22"/>
            <p:cNvSpPr/>
            <p:nvPr/>
          </p:nvSpPr>
          <p:spPr>
            <a:xfrm>
              <a:off x="4222250" y="939825"/>
              <a:ext cx="22050" cy="8950"/>
            </a:xfrm>
            <a:custGeom>
              <a:rect b="b" l="l" r="r" t="t"/>
              <a:pathLst>
                <a:path extrusionOk="0" h="358" w="882">
                  <a:moveTo>
                    <a:pt x="0" y="1"/>
                  </a:moveTo>
                  <a:lnTo>
                    <a:pt x="834" y="358"/>
                  </a:lnTo>
                  <a:cubicBezTo>
                    <a:pt x="822" y="334"/>
                    <a:pt x="822" y="310"/>
                    <a:pt x="822" y="298"/>
                  </a:cubicBezTo>
                  <a:cubicBezTo>
                    <a:pt x="810" y="215"/>
                    <a:pt x="822" y="144"/>
                    <a:pt x="881" y="96"/>
                  </a:cubicBezTo>
                  <a:lnTo>
                    <a:pt x="65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9" name="Google Shape;2849;p22"/>
            <p:cNvSpPr/>
            <p:nvPr/>
          </p:nvSpPr>
          <p:spPr>
            <a:xfrm>
              <a:off x="3894225" y="942800"/>
              <a:ext cx="103300" cy="77725"/>
            </a:xfrm>
            <a:custGeom>
              <a:rect b="b" l="l" r="r" t="t"/>
              <a:pathLst>
                <a:path extrusionOk="0" h="3109" w="4132">
                  <a:moveTo>
                    <a:pt x="3941" y="1"/>
                  </a:moveTo>
                  <a:lnTo>
                    <a:pt x="96" y="2834"/>
                  </a:lnTo>
                  <a:lnTo>
                    <a:pt x="0" y="2918"/>
                  </a:lnTo>
                  <a:cubicBezTo>
                    <a:pt x="72" y="2953"/>
                    <a:pt x="131" y="3013"/>
                    <a:pt x="155" y="3108"/>
                  </a:cubicBezTo>
                  <a:lnTo>
                    <a:pt x="4132" y="155"/>
                  </a:lnTo>
                  <a:cubicBezTo>
                    <a:pt x="4108" y="132"/>
                    <a:pt x="4072" y="84"/>
                    <a:pt x="4049" y="36"/>
                  </a:cubicBezTo>
                  <a:lnTo>
                    <a:pt x="394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0" name="Google Shape;2850;p22"/>
            <p:cNvSpPr/>
            <p:nvPr/>
          </p:nvSpPr>
          <p:spPr>
            <a:xfrm>
              <a:off x="4006450" y="946075"/>
              <a:ext cx="190525" cy="100350"/>
            </a:xfrm>
            <a:custGeom>
              <a:rect b="b" l="l" r="r" t="t"/>
              <a:pathLst>
                <a:path extrusionOk="0" h="4014" w="7621">
                  <a:moveTo>
                    <a:pt x="250" y="1"/>
                  </a:moveTo>
                  <a:cubicBezTo>
                    <a:pt x="191" y="72"/>
                    <a:pt x="107" y="132"/>
                    <a:pt x="0" y="155"/>
                  </a:cubicBezTo>
                  <a:lnTo>
                    <a:pt x="7525" y="4001"/>
                  </a:lnTo>
                  <a:cubicBezTo>
                    <a:pt x="7561" y="4013"/>
                    <a:pt x="7596" y="4013"/>
                    <a:pt x="7620" y="4013"/>
                  </a:cubicBezTo>
                  <a:cubicBezTo>
                    <a:pt x="7608" y="3977"/>
                    <a:pt x="7584" y="3906"/>
                    <a:pt x="7573" y="3846"/>
                  </a:cubicBezTo>
                  <a:cubicBezTo>
                    <a:pt x="7596" y="3799"/>
                    <a:pt x="7596" y="3763"/>
                    <a:pt x="7596" y="3739"/>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1" name="Google Shape;2851;p22"/>
            <p:cNvSpPr/>
            <p:nvPr/>
          </p:nvSpPr>
          <p:spPr>
            <a:xfrm>
              <a:off x="3987100" y="939825"/>
              <a:ext cx="8350" cy="4500"/>
            </a:xfrm>
            <a:custGeom>
              <a:rect b="b" l="l" r="r" t="t"/>
              <a:pathLst>
                <a:path extrusionOk="0" h="180" w="334">
                  <a:moveTo>
                    <a:pt x="0" y="1"/>
                  </a:moveTo>
                  <a:lnTo>
                    <a:pt x="226" y="120"/>
                  </a:lnTo>
                  <a:lnTo>
                    <a:pt x="334" y="179"/>
                  </a:lnTo>
                  <a:cubicBezTo>
                    <a:pt x="310" y="132"/>
                    <a:pt x="298" y="84"/>
                    <a:pt x="298" y="36"/>
                  </a:cubicBez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2" name="Google Shape;2852;p22"/>
            <p:cNvSpPr/>
            <p:nvPr/>
          </p:nvSpPr>
          <p:spPr>
            <a:xfrm>
              <a:off x="4215100" y="1051750"/>
              <a:ext cx="184275" cy="282800"/>
            </a:xfrm>
            <a:custGeom>
              <a:rect b="b" l="l" r="r" t="t"/>
              <a:pathLst>
                <a:path extrusionOk="0" h="11312" w="7371">
                  <a:moveTo>
                    <a:pt x="227" y="0"/>
                  </a:moveTo>
                  <a:cubicBezTo>
                    <a:pt x="167" y="60"/>
                    <a:pt x="96" y="108"/>
                    <a:pt x="0" y="119"/>
                  </a:cubicBezTo>
                  <a:lnTo>
                    <a:pt x="7120" y="11311"/>
                  </a:lnTo>
                  <a:cubicBezTo>
                    <a:pt x="7168" y="11264"/>
                    <a:pt x="7228" y="11216"/>
                    <a:pt x="7287" y="11216"/>
                  </a:cubicBezTo>
                  <a:cubicBezTo>
                    <a:pt x="7311" y="11216"/>
                    <a:pt x="7347" y="11216"/>
                    <a:pt x="7370" y="11240"/>
                  </a:cubicBez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3" name="Google Shape;2853;p22"/>
            <p:cNvSpPr/>
            <p:nvPr/>
          </p:nvSpPr>
          <p:spPr>
            <a:xfrm>
              <a:off x="4399650" y="1275000"/>
              <a:ext cx="125925" cy="62825"/>
            </a:xfrm>
            <a:custGeom>
              <a:rect b="b" l="l" r="r" t="t"/>
              <a:pathLst>
                <a:path extrusionOk="0" h="2513" w="5037">
                  <a:moveTo>
                    <a:pt x="4906" y="0"/>
                  </a:moveTo>
                  <a:lnTo>
                    <a:pt x="0" y="2286"/>
                  </a:lnTo>
                  <a:cubicBezTo>
                    <a:pt x="84" y="2322"/>
                    <a:pt x="119" y="2381"/>
                    <a:pt x="143" y="2465"/>
                  </a:cubicBezTo>
                  <a:lnTo>
                    <a:pt x="143" y="2512"/>
                  </a:lnTo>
                  <a:lnTo>
                    <a:pt x="5037" y="226"/>
                  </a:lnTo>
                  <a:cubicBezTo>
                    <a:pt x="4977" y="155"/>
                    <a:pt x="4918" y="83"/>
                    <a:pt x="490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4" name="Google Shape;2854;p22"/>
            <p:cNvSpPr/>
            <p:nvPr/>
          </p:nvSpPr>
          <p:spPr>
            <a:xfrm>
              <a:off x="4213300" y="950850"/>
              <a:ext cx="37250" cy="77700"/>
            </a:xfrm>
            <a:custGeom>
              <a:rect b="b" l="l" r="r" t="t"/>
              <a:pathLst>
                <a:path extrusionOk="0" h="3108" w="1490">
                  <a:moveTo>
                    <a:pt x="1227" y="0"/>
                  </a:moveTo>
                  <a:lnTo>
                    <a:pt x="1" y="3012"/>
                  </a:lnTo>
                  <a:cubicBezTo>
                    <a:pt x="96" y="3024"/>
                    <a:pt x="168" y="3048"/>
                    <a:pt x="239" y="3108"/>
                  </a:cubicBezTo>
                  <a:lnTo>
                    <a:pt x="1489" y="48"/>
                  </a:lnTo>
                  <a:lnTo>
                    <a:pt x="1489" y="48"/>
                  </a:lnTo>
                  <a:cubicBezTo>
                    <a:pt x="1477" y="60"/>
                    <a:pt x="1442" y="60"/>
                    <a:pt x="1418" y="60"/>
                  </a:cubicBezTo>
                  <a:cubicBezTo>
                    <a:pt x="1406" y="62"/>
                    <a:pt x="1394" y="63"/>
                    <a:pt x="1382" y="63"/>
                  </a:cubicBezTo>
                  <a:cubicBezTo>
                    <a:pt x="1326" y="63"/>
                    <a:pt x="1277" y="40"/>
                    <a:pt x="122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5" name="Google Shape;2855;p22"/>
            <p:cNvSpPr/>
            <p:nvPr/>
          </p:nvSpPr>
          <p:spPr>
            <a:xfrm>
              <a:off x="4248425" y="939825"/>
              <a:ext cx="7475" cy="3600"/>
            </a:xfrm>
            <a:custGeom>
              <a:rect b="b" l="l" r="r" t="t"/>
              <a:pathLst>
                <a:path extrusionOk="0" h="144" w="299">
                  <a:moveTo>
                    <a:pt x="13" y="1"/>
                  </a:moveTo>
                  <a:lnTo>
                    <a:pt x="1" y="24"/>
                  </a:lnTo>
                  <a:cubicBezTo>
                    <a:pt x="84" y="36"/>
                    <a:pt x="156" y="72"/>
                    <a:pt x="203" y="144"/>
                  </a:cubicBezTo>
                  <a:cubicBezTo>
                    <a:pt x="215" y="132"/>
                    <a:pt x="239" y="132"/>
                    <a:pt x="251" y="132"/>
                  </a:cubicBezTo>
                  <a:lnTo>
                    <a:pt x="29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6" name="Google Shape;2856;p22"/>
            <p:cNvSpPr/>
            <p:nvPr/>
          </p:nvSpPr>
          <p:spPr>
            <a:xfrm>
              <a:off x="4253500" y="942650"/>
              <a:ext cx="181900" cy="74600"/>
            </a:xfrm>
            <a:custGeom>
              <a:rect b="b" l="l" r="r" t="t"/>
              <a:pathLst>
                <a:path extrusionOk="0" h="2984" w="7276">
                  <a:moveTo>
                    <a:pt x="84" y="1"/>
                  </a:moveTo>
                  <a:cubicBezTo>
                    <a:pt x="72" y="1"/>
                    <a:pt x="60" y="7"/>
                    <a:pt x="48" y="19"/>
                  </a:cubicBezTo>
                  <a:cubicBezTo>
                    <a:pt x="12" y="19"/>
                    <a:pt x="0" y="19"/>
                    <a:pt x="0" y="31"/>
                  </a:cubicBezTo>
                  <a:cubicBezTo>
                    <a:pt x="12" y="66"/>
                    <a:pt x="36" y="90"/>
                    <a:pt x="36" y="138"/>
                  </a:cubicBezTo>
                  <a:cubicBezTo>
                    <a:pt x="36" y="185"/>
                    <a:pt x="36" y="221"/>
                    <a:pt x="12" y="257"/>
                  </a:cubicBezTo>
                  <a:lnTo>
                    <a:pt x="36" y="257"/>
                  </a:lnTo>
                  <a:lnTo>
                    <a:pt x="7180" y="2983"/>
                  </a:lnTo>
                  <a:cubicBezTo>
                    <a:pt x="7192" y="2888"/>
                    <a:pt x="7216" y="2817"/>
                    <a:pt x="7275" y="2745"/>
                  </a:cubicBezTo>
                  <a:lnTo>
                    <a:pt x="119" y="19"/>
                  </a:lnTo>
                  <a:cubicBezTo>
                    <a:pt x="107" y="7"/>
                    <a:pt x="96" y="1"/>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7" name="Google Shape;2857;p22"/>
            <p:cNvSpPr/>
            <p:nvPr/>
          </p:nvSpPr>
          <p:spPr>
            <a:xfrm>
              <a:off x="4459775" y="1021675"/>
              <a:ext cx="198850" cy="82475"/>
            </a:xfrm>
            <a:custGeom>
              <a:rect b="b" l="l" r="r" t="t"/>
              <a:pathLst>
                <a:path extrusionOk="0" h="3299" w="7954">
                  <a:moveTo>
                    <a:pt x="84" y="1"/>
                  </a:moveTo>
                  <a:cubicBezTo>
                    <a:pt x="72" y="84"/>
                    <a:pt x="36" y="156"/>
                    <a:pt x="0" y="239"/>
                  </a:cubicBezTo>
                  <a:lnTo>
                    <a:pt x="7882" y="3299"/>
                  </a:lnTo>
                  <a:cubicBezTo>
                    <a:pt x="7882" y="3227"/>
                    <a:pt x="7894" y="3156"/>
                    <a:pt x="7954" y="3108"/>
                  </a:cubicBezTo>
                  <a:cubicBezTo>
                    <a:pt x="7954" y="3096"/>
                    <a:pt x="7942" y="3073"/>
                    <a:pt x="7942" y="3049"/>
                  </a:cubicBezTo>
                  <a:lnTo>
                    <a:pt x="8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8" name="Google Shape;2858;p22"/>
            <p:cNvSpPr/>
            <p:nvPr/>
          </p:nvSpPr>
          <p:spPr>
            <a:xfrm>
              <a:off x="4418400" y="939825"/>
              <a:ext cx="27100" cy="67300"/>
            </a:xfrm>
            <a:custGeom>
              <a:rect b="b" l="l" r="r" t="t"/>
              <a:pathLst>
                <a:path extrusionOk="0" h="2692" w="1084">
                  <a:moveTo>
                    <a:pt x="0" y="1"/>
                  </a:moveTo>
                  <a:lnTo>
                    <a:pt x="846" y="2691"/>
                  </a:lnTo>
                  <a:cubicBezTo>
                    <a:pt x="917" y="2644"/>
                    <a:pt x="1001" y="2620"/>
                    <a:pt x="1084" y="2596"/>
                  </a:cubicBezTo>
                  <a:lnTo>
                    <a:pt x="26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9" name="Google Shape;2859;p22"/>
            <p:cNvSpPr/>
            <p:nvPr/>
          </p:nvSpPr>
          <p:spPr>
            <a:xfrm>
              <a:off x="4448750" y="1033600"/>
              <a:ext cx="82475" cy="232175"/>
            </a:xfrm>
            <a:custGeom>
              <a:rect b="b" l="l" r="r" t="t"/>
              <a:pathLst>
                <a:path extrusionOk="0" h="9287" w="3299">
                  <a:moveTo>
                    <a:pt x="239" y="0"/>
                  </a:moveTo>
                  <a:cubicBezTo>
                    <a:pt x="168" y="12"/>
                    <a:pt x="84" y="36"/>
                    <a:pt x="1" y="60"/>
                  </a:cubicBezTo>
                  <a:lnTo>
                    <a:pt x="3061" y="9287"/>
                  </a:lnTo>
                  <a:cubicBezTo>
                    <a:pt x="3120" y="9239"/>
                    <a:pt x="3192" y="9192"/>
                    <a:pt x="3275" y="9192"/>
                  </a:cubicBezTo>
                  <a:lnTo>
                    <a:pt x="3299" y="9192"/>
                  </a:ln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0" name="Google Shape;2860;p22"/>
            <p:cNvSpPr/>
            <p:nvPr/>
          </p:nvSpPr>
          <p:spPr>
            <a:xfrm>
              <a:off x="4530625" y="1282125"/>
              <a:ext cx="42875" cy="110750"/>
            </a:xfrm>
            <a:custGeom>
              <a:rect b="b" l="l" r="r" t="t"/>
              <a:pathLst>
                <a:path extrusionOk="0" h="4430" w="1715">
                  <a:moveTo>
                    <a:pt x="262" y="1"/>
                  </a:moveTo>
                  <a:cubicBezTo>
                    <a:pt x="202" y="25"/>
                    <a:pt x="143" y="60"/>
                    <a:pt x="83" y="60"/>
                  </a:cubicBezTo>
                  <a:lnTo>
                    <a:pt x="0" y="60"/>
                  </a:lnTo>
                  <a:lnTo>
                    <a:pt x="1465" y="4430"/>
                  </a:lnTo>
                  <a:cubicBezTo>
                    <a:pt x="1524" y="4406"/>
                    <a:pt x="1595" y="4370"/>
                    <a:pt x="1667" y="4370"/>
                  </a:cubicBezTo>
                  <a:lnTo>
                    <a:pt x="1715" y="4370"/>
                  </a:lnTo>
                  <a:lnTo>
                    <a:pt x="26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1" name="Google Shape;2861;p22"/>
            <p:cNvSpPr/>
            <p:nvPr/>
          </p:nvSpPr>
          <p:spPr>
            <a:xfrm>
              <a:off x="4539550" y="1228550"/>
              <a:ext cx="81275" cy="44675"/>
            </a:xfrm>
            <a:custGeom>
              <a:rect b="b" l="l" r="r" t="t"/>
              <a:pathLst>
                <a:path extrusionOk="0" h="1787" w="3251">
                  <a:moveTo>
                    <a:pt x="3155" y="1"/>
                  </a:moveTo>
                  <a:lnTo>
                    <a:pt x="0" y="1548"/>
                  </a:lnTo>
                  <a:cubicBezTo>
                    <a:pt x="48" y="1584"/>
                    <a:pt x="95" y="1668"/>
                    <a:pt x="95" y="1751"/>
                  </a:cubicBezTo>
                  <a:lnTo>
                    <a:pt x="95" y="1787"/>
                  </a:lnTo>
                  <a:lnTo>
                    <a:pt x="3251" y="239"/>
                  </a:lnTo>
                  <a:cubicBezTo>
                    <a:pt x="3203" y="179"/>
                    <a:pt x="3179" y="96"/>
                    <a:pt x="3155" y="25"/>
                  </a:cubicBezTo>
                  <a:lnTo>
                    <a:pt x="315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2" name="Google Shape;2862;p22"/>
            <p:cNvSpPr/>
            <p:nvPr/>
          </p:nvSpPr>
          <p:spPr>
            <a:xfrm>
              <a:off x="4665450" y="1102950"/>
              <a:ext cx="99750" cy="35750"/>
            </a:xfrm>
            <a:custGeom>
              <a:rect b="b" l="l" r="r" t="t"/>
              <a:pathLst>
                <a:path extrusionOk="0" h="1430" w="3990">
                  <a:moveTo>
                    <a:pt x="132" y="0"/>
                  </a:moveTo>
                  <a:cubicBezTo>
                    <a:pt x="132" y="107"/>
                    <a:pt x="84" y="203"/>
                    <a:pt x="1" y="226"/>
                  </a:cubicBezTo>
                  <a:lnTo>
                    <a:pt x="3906" y="1429"/>
                  </a:lnTo>
                  <a:cubicBezTo>
                    <a:pt x="3930" y="1346"/>
                    <a:pt x="3953" y="1274"/>
                    <a:pt x="3989" y="1179"/>
                  </a:cubicBezTo>
                  <a:lnTo>
                    <a:pt x="13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3" name="Google Shape;2863;p22"/>
            <p:cNvSpPr/>
            <p:nvPr/>
          </p:nvSpPr>
          <p:spPr>
            <a:xfrm>
              <a:off x="4576150" y="1236000"/>
              <a:ext cx="52125" cy="157775"/>
            </a:xfrm>
            <a:custGeom>
              <a:rect b="b" l="l" r="r" t="t"/>
              <a:pathLst>
                <a:path extrusionOk="0" h="6311" w="2085">
                  <a:moveTo>
                    <a:pt x="1846" y="0"/>
                  </a:moveTo>
                  <a:lnTo>
                    <a:pt x="1" y="6215"/>
                  </a:lnTo>
                  <a:cubicBezTo>
                    <a:pt x="84" y="6227"/>
                    <a:pt x="167" y="6263"/>
                    <a:pt x="239" y="6311"/>
                  </a:cubicBezTo>
                  <a:lnTo>
                    <a:pt x="2084" y="84"/>
                  </a:lnTo>
                  <a:cubicBezTo>
                    <a:pt x="1989" y="84"/>
                    <a:pt x="1906" y="36"/>
                    <a:pt x="184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4" name="Google Shape;2864;p22"/>
            <p:cNvSpPr/>
            <p:nvPr/>
          </p:nvSpPr>
          <p:spPr>
            <a:xfrm>
              <a:off x="4627050" y="1106525"/>
              <a:ext cx="36050" cy="112225"/>
            </a:xfrm>
            <a:custGeom>
              <a:rect b="b" l="l" r="r" t="t"/>
              <a:pathLst>
                <a:path extrusionOk="0" h="4489" w="1442">
                  <a:moveTo>
                    <a:pt x="1227" y="0"/>
                  </a:moveTo>
                  <a:lnTo>
                    <a:pt x="1" y="4441"/>
                  </a:lnTo>
                  <a:lnTo>
                    <a:pt x="13" y="4441"/>
                  </a:lnTo>
                  <a:cubicBezTo>
                    <a:pt x="35" y="4438"/>
                    <a:pt x="56" y="4437"/>
                    <a:pt x="76" y="4437"/>
                  </a:cubicBezTo>
                  <a:cubicBezTo>
                    <a:pt x="142" y="4437"/>
                    <a:pt x="196" y="4452"/>
                    <a:pt x="251" y="4489"/>
                  </a:cubicBezTo>
                  <a:lnTo>
                    <a:pt x="1441" y="107"/>
                  </a:lnTo>
                  <a:lnTo>
                    <a:pt x="1441" y="107"/>
                  </a:lnTo>
                  <a:cubicBezTo>
                    <a:pt x="1427" y="111"/>
                    <a:pt x="1412" y="113"/>
                    <a:pt x="1397" y="113"/>
                  </a:cubicBezTo>
                  <a:cubicBezTo>
                    <a:pt x="1327" y="113"/>
                    <a:pt x="1257" y="69"/>
                    <a:pt x="122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5" name="Google Shape;2865;p22"/>
            <p:cNvSpPr/>
            <p:nvPr/>
          </p:nvSpPr>
          <p:spPr>
            <a:xfrm>
              <a:off x="4658600" y="939825"/>
              <a:ext cx="18475" cy="159275"/>
            </a:xfrm>
            <a:custGeom>
              <a:rect b="b" l="l" r="r" t="t"/>
              <a:pathLst>
                <a:path extrusionOk="0" h="6371" w="739">
                  <a:moveTo>
                    <a:pt x="477" y="1"/>
                  </a:moveTo>
                  <a:lnTo>
                    <a:pt x="1" y="6311"/>
                  </a:lnTo>
                  <a:cubicBezTo>
                    <a:pt x="1" y="6323"/>
                    <a:pt x="1" y="6347"/>
                    <a:pt x="13" y="6370"/>
                  </a:cubicBezTo>
                  <a:cubicBezTo>
                    <a:pt x="48" y="6335"/>
                    <a:pt x="96" y="6323"/>
                    <a:pt x="156" y="6311"/>
                  </a:cubicBezTo>
                  <a:cubicBezTo>
                    <a:pt x="191" y="6311"/>
                    <a:pt x="227" y="6311"/>
                    <a:pt x="263" y="6323"/>
                  </a:cubicBezTo>
                  <a:lnTo>
                    <a:pt x="7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6" name="Google Shape;2866;p22"/>
            <p:cNvSpPr/>
            <p:nvPr/>
          </p:nvSpPr>
          <p:spPr>
            <a:xfrm>
              <a:off x="4752075" y="939825"/>
              <a:ext cx="37225" cy="176550"/>
            </a:xfrm>
            <a:custGeom>
              <a:rect b="b" l="l" r="r" t="t"/>
              <a:pathLst>
                <a:path extrusionOk="0" h="7062" w="1489">
                  <a:moveTo>
                    <a:pt x="0" y="1"/>
                  </a:moveTo>
                  <a:lnTo>
                    <a:pt x="48" y="263"/>
                  </a:lnTo>
                  <a:lnTo>
                    <a:pt x="96" y="548"/>
                  </a:lnTo>
                  <a:lnTo>
                    <a:pt x="1215" y="7061"/>
                  </a:lnTo>
                  <a:cubicBezTo>
                    <a:pt x="1310" y="7037"/>
                    <a:pt x="1393" y="7025"/>
                    <a:pt x="1489" y="7002"/>
                  </a:cubicBezTo>
                  <a:lnTo>
                    <a:pt x="369" y="608"/>
                  </a:lnTo>
                  <a:lnTo>
                    <a:pt x="334" y="322"/>
                  </a:ln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7" name="Google Shape;2867;p22"/>
            <p:cNvSpPr/>
            <p:nvPr/>
          </p:nvSpPr>
          <p:spPr>
            <a:xfrm>
              <a:off x="4804450" y="989825"/>
              <a:ext cx="88725" cy="131000"/>
            </a:xfrm>
            <a:custGeom>
              <a:rect b="b" l="l" r="r" t="t"/>
              <a:pathLst>
                <a:path extrusionOk="0" h="5240" w="3549">
                  <a:moveTo>
                    <a:pt x="3323" y="1"/>
                  </a:moveTo>
                  <a:lnTo>
                    <a:pt x="1" y="5109"/>
                  </a:lnTo>
                  <a:cubicBezTo>
                    <a:pt x="84" y="5144"/>
                    <a:pt x="156" y="5192"/>
                    <a:pt x="227" y="5240"/>
                  </a:cubicBezTo>
                  <a:lnTo>
                    <a:pt x="3549" y="144"/>
                  </a:lnTo>
                  <a:cubicBezTo>
                    <a:pt x="3454" y="120"/>
                    <a:pt x="3382" y="84"/>
                    <a:pt x="332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8" name="Google Shape;2868;p22"/>
            <p:cNvSpPr/>
            <p:nvPr/>
          </p:nvSpPr>
          <p:spPr>
            <a:xfrm>
              <a:off x="4897925" y="939825"/>
              <a:ext cx="29775" cy="37525"/>
            </a:xfrm>
            <a:custGeom>
              <a:rect b="b" l="l" r="r" t="t"/>
              <a:pathLst>
                <a:path extrusionOk="0" h="1501" w="1191">
                  <a:moveTo>
                    <a:pt x="881" y="1"/>
                  </a:moveTo>
                  <a:lnTo>
                    <a:pt x="0" y="1346"/>
                  </a:lnTo>
                  <a:cubicBezTo>
                    <a:pt x="96" y="1382"/>
                    <a:pt x="167" y="1429"/>
                    <a:pt x="227" y="1501"/>
                  </a:cubicBezTo>
                  <a:lnTo>
                    <a:pt x="119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9" name="Google Shape;2869;p22"/>
            <p:cNvSpPr/>
            <p:nvPr/>
          </p:nvSpPr>
          <p:spPr>
            <a:xfrm>
              <a:off x="4904775" y="979125"/>
              <a:ext cx="209875" cy="36925"/>
            </a:xfrm>
            <a:custGeom>
              <a:rect b="b" l="l" r="r" t="t"/>
              <a:pathLst>
                <a:path extrusionOk="0" h="1477" w="8395">
                  <a:moveTo>
                    <a:pt x="0" y="0"/>
                  </a:moveTo>
                  <a:cubicBezTo>
                    <a:pt x="12" y="48"/>
                    <a:pt x="24" y="96"/>
                    <a:pt x="24" y="131"/>
                  </a:cubicBezTo>
                  <a:lnTo>
                    <a:pt x="24" y="250"/>
                  </a:lnTo>
                  <a:lnTo>
                    <a:pt x="8394" y="1477"/>
                  </a:lnTo>
                  <a:lnTo>
                    <a:pt x="7870" y="1131"/>
                  </a:ln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0" name="Google Shape;2870;p22"/>
            <p:cNvSpPr/>
            <p:nvPr/>
          </p:nvSpPr>
          <p:spPr>
            <a:xfrm>
              <a:off x="5115500" y="939825"/>
              <a:ext cx="73850" cy="73250"/>
            </a:xfrm>
            <a:custGeom>
              <a:rect b="b" l="l" r="r" t="t"/>
              <a:pathLst>
                <a:path extrusionOk="0" h="2930" w="2954">
                  <a:moveTo>
                    <a:pt x="2608" y="1"/>
                  </a:moveTo>
                  <a:lnTo>
                    <a:pt x="1" y="2775"/>
                  </a:lnTo>
                  <a:lnTo>
                    <a:pt x="227" y="2930"/>
                  </a:lnTo>
                  <a:lnTo>
                    <a:pt x="295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1" name="Google Shape;2871;p22"/>
            <p:cNvSpPr/>
            <p:nvPr/>
          </p:nvSpPr>
          <p:spPr>
            <a:xfrm>
              <a:off x="4996450" y="939825"/>
              <a:ext cx="347975" cy="224175"/>
            </a:xfrm>
            <a:custGeom>
              <a:rect b="b" l="l" r="r" t="t"/>
              <a:pathLst>
                <a:path extrusionOk="0" h="8967" w="13919">
                  <a:moveTo>
                    <a:pt x="0" y="1"/>
                  </a:moveTo>
                  <a:lnTo>
                    <a:pt x="4203" y="2715"/>
                  </a:lnTo>
                  <a:lnTo>
                    <a:pt x="4715" y="3061"/>
                  </a:lnTo>
                  <a:lnTo>
                    <a:pt x="13835" y="8966"/>
                  </a:lnTo>
                  <a:cubicBezTo>
                    <a:pt x="13847" y="8907"/>
                    <a:pt x="13871" y="8871"/>
                    <a:pt x="13919" y="8835"/>
                  </a:cubicBezTo>
                  <a:lnTo>
                    <a:pt x="13776" y="8633"/>
                  </a:lnTo>
                  <a:lnTo>
                    <a:pt x="4977" y="2918"/>
                  </a:lnTo>
                  <a:lnTo>
                    <a:pt x="4751" y="2763"/>
                  </a:lnTo>
                  <a:lnTo>
                    <a:pt x="47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2" name="Google Shape;2872;p22"/>
            <p:cNvSpPr/>
            <p:nvPr/>
          </p:nvSpPr>
          <p:spPr>
            <a:xfrm>
              <a:off x="5192300" y="939825"/>
              <a:ext cx="157775" cy="220900"/>
            </a:xfrm>
            <a:custGeom>
              <a:rect b="b" l="l" r="r" t="t"/>
              <a:pathLst>
                <a:path extrusionOk="0" h="8836" w="6311">
                  <a:moveTo>
                    <a:pt x="1" y="1"/>
                  </a:moveTo>
                  <a:lnTo>
                    <a:pt x="5942" y="8633"/>
                  </a:lnTo>
                  <a:lnTo>
                    <a:pt x="6073" y="8835"/>
                  </a:lnTo>
                  <a:cubicBezTo>
                    <a:pt x="6132" y="8764"/>
                    <a:pt x="6216" y="8716"/>
                    <a:pt x="6311" y="8704"/>
                  </a:cubicBez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3" name="Google Shape;2873;p22"/>
            <p:cNvSpPr/>
            <p:nvPr/>
          </p:nvSpPr>
          <p:spPr>
            <a:xfrm>
              <a:off x="5357500" y="995500"/>
              <a:ext cx="208675" cy="168500"/>
            </a:xfrm>
            <a:custGeom>
              <a:rect b="b" l="l" r="r" t="t"/>
              <a:pathLst>
                <a:path extrusionOk="0" h="6740" w="8347">
                  <a:moveTo>
                    <a:pt x="8168" y="0"/>
                  </a:moveTo>
                  <a:lnTo>
                    <a:pt x="1" y="6537"/>
                  </a:lnTo>
                  <a:cubicBezTo>
                    <a:pt x="72" y="6584"/>
                    <a:pt x="132" y="6656"/>
                    <a:pt x="155" y="6739"/>
                  </a:cubicBezTo>
                  <a:lnTo>
                    <a:pt x="8347" y="191"/>
                  </a:lnTo>
                  <a:cubicBezTo>
                    <a:pt x="8275" y="131"/>
                    <a:pt x="8216" y="72"/>
                    <a:pt x="8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4" name="Google Shape;2874;p22"/>
            <p:cNvSpPr/>
            <p:nvPr/>
          </p:nvSpPr>
          <p:spPr>
            <a:xfrm>
              <a:off x="5531925" y="939825"/>
              <a:ext cx="36650" cy="39025"/>
            </a:xfrm>
            <a:custGeom>
              <a:rect b="b" l="l" r="r" t="t"/>
              <a:pathLst>
                <a:path extrusionOk="0" h="1561" w="1466">
                  <a:moveTo>
                    <a:pt x="1" y="1"/>
                  </a:moveTo>
                  <a:lnTo>
                    <a:pt x="1251" y="1560"/>
                  </a:lnTo>
                  <a:cubicBezTo>
                    <a:pt x="1298" y="1501"/>
                    <a:pt x="1370" y="1453"/>
                    <a:pt x="1465" y="1406"/>
                  </a:cubicBez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5" name="Google Shape;2875;p22"/>
            <p:cNvSpPr/>
            <p:nvPr/>
          </p:nvSpPr>
          <p:spPr>
            <a:xfrm>
              <a:off x="5412275" y="940125"/>
              <a:ext cx="30075" cy="14900"/>
            </a:xfrm>
            <a:custGeom>
              <a:rect b="b" l="l" r="r" t="t"/>
              <a:pathLst>
                <a:path extrusionOk="0" h="596" w="1203">
                  <a:moveTo>
                    <a:pt x="0" y="1"/>
                  </a:moveTo>
                  <a:lnTo>
                    <a:pt x="1084" y="596"/>
                  </a:lnTo>
                  <a:cubicBezTo>
                    <a:pt x="1108" y="489"/>
                    <a:pt x="1143" y="417"/>
                    <a:pt x="1203" y="358"/>
                  </a:cubicBezTo>
                  <a:lnTo>
                    <a:pt x="5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6" name="Google Shape;2876;p22"/>
            <p:cNvSpPr/>
            <p:nvPr/>
          </p:nvSpPr>
          <p:spPr>
            <a:xfrm>
              <a:off x="5448000" y="940125"/>
              <a:ext cx="7750" cy="6575"/>
            </a:xfrm>
            <a:custGeom>
              <a:rect b="b" l="l" r="r" t="t"/>
              <a:pathLst>
                <a:path extrusionOk="0" h="263" w="310">
                  <a:moveTo>
                    <a:pt x="36" y="1"/>
                  </a:moveTo>
                  <a:lnTo>
                    <a:pt x="0" y="251"/>
                  </a:lnTo>
                  <a:cubicBezTo>
                    <a:pt x="12" y="251"/>
                    <a:pt x="24" y="251"/>
                    <a:pt x="36" y="239"/>
                  </a:cubicBezTo>
                  <a:cubicBezTo>
                    <a:pt x="58" y="235"/>
                    <a:pt x="80" y="234"/>
                    <a:pt x="100" y="234"/>
                  </a:cubicBezTo>
                  <a:cubicBezTo>
                    <a:pt x="157" y="234"/>
                    <a:pt x="207" y="245"/>
                    <a:pt x="250" y="262"/>
                  </a:cubicBez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7" name="Google Shape;2877;p22"/>
            <p:cNvSpPr/>
            <p:nvPr/>
          </p:nvSpPr>
          <p:spPr>
            <a:xfrm>
              <a:off x="5654850" y="939825"/>
              <a:ext cx="128625" cy="201250"/>
            </a:xfrm>
            <a:custGeom>
              <a:rect b="b" l="l" r="r" t="t"/>
              <a:pathLst>
                <a:path extrusionOk="0" h="8050" w="5145">
                  <a:moveTo>
                    <a:pt x="1" y="1"/>
                  </a:moveTo>
                  <a:lnTo>
                    <a:pt x="4978" y="8049"/>
                  </a:lnTo>
                  <a:cubicBezTo>
                    <a:pt x="5025" y="8002"/>
                    <a:pt x="5085" y="7954"/>
                    <a:pt x="5144" y="7906"/>
                  </a:cubicBezTo>
                  <a:lnTo>
                    <a:pt x="5097" y="7775"/>
                  </a:lnTo>
                  <a:lnTo>
                    <a:pt x="29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8" name="Google Shape;2878;p22"/>
            <p:cNvSpPr/>
            <p:nvPr/>
          </p:nvSpPr>
          <p:spPr>
            <a:xfrm>
              <a:off x="5575375" y="939825"/>
              <a:ext cx="14925" cy="36050"/>
            </a:xfrm>
            <a:custGeom>
              <a:rect b="b" l="l" r="r" t="t"/>
              <a:pathLst>
                <a:path extrusionOk="0" h="1442" w="597">
                  <a:moveTo>
                    <a:pt x="346" y="1"/>
                  </a:moveTo>
                  <a:lnTo>
                    <a:pt x="1" y="1370"/>
                  </a:lnTo>
                  <a:cubicBezTo>
                    <a:pt x="96" y="1370"/>
                    <a:pt x="180" y="1394"/>
                    <a:pt x="239" y="1441"/>
                  </a:cubicBezTo>
                  <a:lnTo>
                    <a:pt x="5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9" name="Google Shape;2879;p22"/>
            <p:cNvSpPr/>
            <p:nvPr/>
          </p:nvSpPr>
          <p:spPr>
            <a:xfrm>
              <a:off x="5742075" y="939825"/>
              <a:ext cx="47350" cy="198275"/>
            </a:xfrm>
            <a:custGeom>
              <a:rect b="b" l="l" r="r" t="t"/>
              <a:pathLst>
                <a:path extrusionOk="0" h="7931" w="1894">
                  <a:moveTo>
                    <a:pt x="0" y="1"/>
                  </a:moveTo>
                  <a:lnTo>
                    <a:pt x="1608" y="7775"/>
                  </a:lnTo>
                  <a:lnTo>
                    <a:pt x="1644" y="7930"/>
                  </a:lnTo>
                  <a:cubicBezTo>
                    <a:pt x="1715" y="7894"/>
                    <a:pt x="1775" y="7871"/>
                    <a:pt x="1870" y="7871"/>
                  </a:cubicBezTo>
                  <a:lnTo>
                    <a:pt x="1894" y="7871"/>
                  </a:ln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0" name="Google Shape;2880;p22"/>
            <p:cNvSpPr/>
            <p:nvPr/>
          </p:nvSpPr>
          <p:spPr>
            <a:xfrm>
              <a:off x="5789400" y="1164550"/>
              <a:ext cx="90525" cy="353650"/>
            </a:xfrm>
            <a:custGeom>
              <a:rect b="b" l="l" r="r" t="t"/>
              <a:pathLst>
                <a:path extrusionOk="0" h="14146" w="3621">
                  <a:moveTo>
                    <a:pt x="251" y="1"/>
                  </a:moveTo>
                  <a:cubicBezTo>
                    <a:pt x="215" y="13"/>
                    <a:pt x="155" y="25"/>
                    <a:pt x="96" y="37"/>
                  </a:cubicBezTo>
                  <a:lnTo>
                    <a:pt x="1" y="37"/>
                  </a:lnTo>
                  <a:lnTo>
                    <a:pt x="3370" y="14145"/>
                  </a:lnTo>
                  <a:cubicBezTo>
                    <a:pt x="3441" y="14122"/>
                    <a:pt x="3513" y="14110"/>
                    <a:pt x="3584" y="14086"/>
                  </a:cubicBezTo>
                  <a:lnTo>
                    <a:pt x="3620" y="14086"/>
                  </a:lnTo>
                  <a:lnTo>
                    <a:pt x="2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1" name="Google Shape;2881;p22"/>
            <p:cNvSpPr/>
            <p:nvPr/>
          </p:nvSpPr>
          <p:spPr>
            <a:xfrm>
              <a:off x="6017400" y="939525"/>
              <a:ext cx="8075" cy="4500"/>
            </a:xfrm>
            <a:custGeom>
              <a:rect b="b" l="l" r="r" t="t"/>
              <a:pathLst>
                <a:path extrusionOk="0" h="180" w="323">
                  <a:moveTo>
                    <a:pt x="1" y="1"/>
                  </a:moveTo>
                  <a:lnTo>
                    <a:pt x="108" y="179"/>
                  </a:lnTo>
                  <a:cubicBezTo>
                    <a:pt x="156" y="144"/>
                    <a:pt x="203" y="96"/>
                    <a:pt x="239" y="72"/>
                  </a:cubicBezTo>
                  <a:cubicBezTo>
                    <a:pt x="275" y="48"/>
                    <a:pt x="298" y="36"/>
                    <a:pt x="322" y="25"/>
                  </a:cubicBez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2" name="Google Shape;2882;p22"/>
            <p:cNvSpPr/>
            <p:nvPr/>
          </p:nvSpPr>
          <p:spPr>
            <a:xfrm>
              <a:off x="5798625" y="956500"/>
              <a:ext cx="225350" cy="187850"/>
            </a:xfrm>
            <a:custGeom>
              <a:rect b="b" l="l" r="r" t="t"/>
              <a:pathLst>
                <a:path extrusionOk="0" h="7514" w="9014">
                  <a:moveTo>
                    <a:pt x="8835" y="0"/>
                  </a:moveTo>
                  <a:lnTo>
                    <a:pt x="1" y="7299"/>
                  </a:lnTo>
                  <a:cubicBezTo>
                    <a:pt x="84" y="7370"/>
                    <a:pt x="144" y="7442"/>
                    <a:pt x="167" y="7513"/>
                  </a:cubicBezTo>
                  <a:lnTo>
                    <a:pt x="9014" y="191"/>
                  </a:lnTo>
                  <a:cubicBezTo>
                    <a:pt x="8954" y="167"/>
                    <a:pt x="8895" y="96"/>
                    <a:pt x="8847" y="24"/>
                  </a:cubicBezTo>
                  <a:cubicBezTo>
                    <a:pt x="8847" y="12"/>
                    <a:pt x="8835" y="12"/>
                    <a:pt x="883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3" name="Google Shape;2883;p22"/>
            <p:cNvSpPr/>
            <p:nvPr/>
          </p:nvSpPr>
          <p:spPr>
            <a:xfrm>
              <a:off x="6031700" y="959775"/>
              <a:ext cx="71750" cy="111650"/>
            </a:xfrm>
            <a:custGeom>
              <a:rect b="b" l="l" r="r" t="t"/>
              <a:pathLst>
                <a:path extrusionOk="0" h="4466" w="2870">
                  <a:moveTo>
                    <a:pt x="238" y="0"/>
                  </a:moveTo>
                  <a:cubicBezTo>
                    <a:pt x="226" y="12"/>
                    <a:pt x="191" y="36"/>
                    <a:pt x="155" y="60"/>
                  </a:cubicBezTo>
                  <a:cubicBezTo>
                    <a:pt x="107" y="72"/>
                    <a:pt x="60" y="96"/>
                    <a:pt x="0" y="108"/>
                  </a:cubicBezTo>
                  <a:lnTo>
                    <a:pt x="2691" y="4465"/>
                  </a:lnTo>
                  <a:cubicBezTo>
                    <a:pt x="2739" y="4394"/>
                    <a:pt x="2798" y="4322"/>
                    <a:pt x="2870" y="4263"/>
                  </a:cubicBezTo>
                  <a:lnTo>
                    <a:pt x="23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4" name="Google Shape;2884;p22"/>
            <p:cNvSpPr/>
            <p:nvPr/>
          </p:nvSpPr>
          <p:spPr>
            <a:xfrm>
              <a:off x="6036450" y="939825"/>
              <a:ext cx="12825" cy="7475"/>
            </a:xfrm>
            <a:custGeom>
              <a:rect b="b" l="l" r="r" t="t"/>
              <a:pathLst>
                <a:path extrusionOk="0" h="299" w="513">
                  <a:moveTo>
                    <a:pt x="108" y="1"/>
                  </a:moveTo>
                  <a:lnTo>
                    <a:pt x="1" y="84"/>
                  </a:lnTo>
                  <a:cubicBezTo>
                    <a:pt x="48" y="120"/>
                    <a:pt x="96" y="155"/>
                    <a:pt x="120" y="203"/>
                  </a:cubicBezTo>
                  <a:lnTo>
                    <a:pt x="167" y="298"/>
                  </a:lnTo>
                  <a:lnTo>
                    <a:pt x="51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5" name="Google Shape;2885;p22"/>
            <p:cNvSpPr/>
            <p:nvPr/>
          </p:nvSpPr>
          <p:spPr>
            <a:xfrm>
              <a:off x="5965325" y="1184200"/>
              <a:ext cx="453050" cy="198075"/>
            </a:xfrm>
            <a:custGeom>
              <a:rect b="b" l="l" r="r" t="t"/>
              <a:pathLst>
                <a:path extrusionOk="0" h="7923" w="18122">
                  <a:moveTo>
                    <a:pt x="18121" y="1"/>
                  </a:moveTo>
                  <a:lnTo>
                    <a:pt x="143" y="7633"/>
                  </a:lnTo>
                  <a:lnTo>
                    <a:pt x="0" y="7883"/>
                  </a:lnTo>
                  <a:cubicBezTo>
                    <a:pt x="27" y="7909"/>
                    <a:pt x="67" y="7923"/>
                    <a:pt x="106" y="7923"/>
                  </a:cubicBezTo>
                  <a:cubicBezTo>
                    <a:pt x="118" y="7923"/>
                    <a:pt x="131" y="7921"/>
                    <a:pt x="143" y="7918"/>
                  </a:cubicBezTo>
                  <a:lnTo>
                    <a:pt x="18121" y="286"/>
                  </a:lnTo>
                  <a:lnTo>
                    <a:pt x="1812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6" name="Google Shape;2886;p22"/>
            <p:cNvSpPr/>
            <p:nvPr/>
          </p:nvSpPr>
          <p:spPr>
            <a:xfrm>
              <a:off x="6126650" y="939825"/>
              <a:ext cx="68775" cy="119975"/>
            </a:xfrm>
            <a:custGeom>
              <a:rect b="b" l="l" r="r" t="t"/>
              <a:pathLst>
                <a:path extrusionOk="0" h="4799" w="2751">
                  <a:moveTo>
                    <a:pt x="2465" y="1"/>
                  </a:moveTo>
                  <a:lnTo>
                    <a:pt x="0" y="4739"/>
                  </a:lnTo>
                  <a:cubicBezTo>
                    <a:pt x="84" y="4763"/>
                    <a:pt x="179" y="4775"/>
                    <a:pt x="250" y="4799"/>
                  </a:cubicBezTo>
                  <a:lnTo>
                    <a:pt x="27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7" name="Google Shape;2887;p22"/>
            <p:cNvSpPr/>
            <p:nvPr/>
          </p:nvSpPr>
          <p:spPr>
            <a:xfrm>
              <a:off x="5887625" y="1106525"/>
              <a:ext cx="218800" cy="414050"/>
            </a:xfrm>
            <a:custGeom>
              <a:rect b="b" l="l" r="r" t="t"/>
              <a:pathLst>
                <a:path extrusionOk="0" h="16562" w="8752">
                  <a:moveTo>
                    <a:pt x="8561" y="0"/>
                  </a:moveTo>
                  <a:lnTo>
                    <a:pt x="1" y="16443"/>
                  </a:lnTo>
                  <a:cubicBezTo>
                    <a:pt x="96" y="16466"/>
                    <a:pt x="167" y="16502"/>
                    <a:pt x="227" y="16562"/>
                  </a:cubicBezTo>
                  <a:lnTo>
                    <a:pt x="3132" y="10990"/>
                  </a:lnTo>
                  <a:lnTo>
                    <a:pt x="3263" y="10740"/>
                  </a:lnTo>
                  <a:lnTo>
                    <a:pt x="8752" y="179"/>
                  </a:lnTo>
                  <a:cubicBezTo>
                    <a:pt x="8680" y="131"/>
                    <a:pt x="8621" y="72"/>
                    <a:pt x="856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8" name="Google Shape;2888;p22"/>
            <p:cNvSpPr/>
            <p:nvPr/>
          </p:nvSpPr>
          <p:spPr>
            <a:xfrm>
              <a:off x="4762775" y="1114700"/>
              <a:ext cx="59275" cy="58100"/>
            </a:xfrm>
            <a:custGeom>
              <a:rect b="b" l="l" r="r" t="t"/>
              <a:pathLst>
                <a:path extrusionOk="0" h="2324" w="2371">
                  <a:moveTo>
                    <a:pt x="1166" y="0"/>
                  </a:moveTo>
                  <a:cubicBezTo>
                    <a:pt x="1130" y="0"/>
                    <a:pt x="1095" y="2"/>
                    <a:pt x="1061" y="7"/>
                  </a:cubicBezTo>
                  <a:cubicBezTo>
                    <a:pt x="977" y="18"/>
                    <a:pt x="882" y="42"/>
                    <a:pt x="811" y="66"/>
                  </a:cubicBezTo>
                  <a:cubicBezTo>
                    <a:pt x="477" y="173"/>
                    <a:pt x="227" y="423"/>
                    <a:pt x="96" y="721"/>
                  </a:cubicBezTo>
                  <a:cubicBezTo>
                    <a:pt x="60" y="804"/>
                    <a:pt x="37" y="888"/>
                    <a:pt x="25" y="983"/>
                  </a:cubicBezTo>
                  <a:cubicBezTo>
                    <a:pt x="1" y="1078"/>
                    <a:pt x="1" y="1185"/>
                    <a:pt x="1" y="1292"/>
                  </a:cubicBezTo>
                  <a:cubicBezTo>
                    <a:pt x="78" y="1890"/>
                    <a:pt x="568" y="2324"/>
                    <a:pt x="1144" y="2324"/>
                  </a:cubicBezTo>
                  <a:cubicBezTo>
                    <a:pt x="1187" y="2324"/>
                    <a:pt x="1231" y="2321"/>
                    <a:pt x="1275" y="2316"/>
                  </a:cubicBezTo>
                  <a:cubicBezTo>
                    <a:pt x="1906" y="2245"/>
                    <a:pt x="2370" y="1673"/>
                    <a:pt x="2299" y="1054"/>
                  </a:cubicBezTo>
                  <a:cubicBezTo>
                    <a:pt x="2263" y="721"/>
                    <a:pt x="2108" y="459"/>
                    <a:pt x="1870" y="268"/>
                  </a:cubicBezTo>
                  <a:cubicBezTo>
                    <a:pt x="1787" y="209"/>
                    <a:pt x="1727" y="161"/>
                    <a:pt x="1644" y="126"/>
                  </a:cubicBezTo>
                  <a:cubicBezTo>
                    <a:pt x="1506" y="47"/>
                    <a:pt x="1335" y="0"/>
                    <a:pt x="116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9" name="Google Shape;2889;p22"/>
            <p:cNvSpPr/>
            <p:nvPr/>
          </p:nvSpPr>
          <p:spPr>
            <a:xfrm>
              <a:off x="4558600" y="1391375"/>
              <a:ext cx="30975" cy="29875"/>
            </a:xfrm>
            <a:custGeom>
              <a:rect b="b" l="l" r="r" t="t"/>
              <a:pathLst>
                <a:path extrusionOk="0" h="1195" w="1239">
                  <a:moveTo>
                    <a:pt x="548" y="0"/>
                  </a:moveTo>
                  <a:cubicBezTo>
                    <a:pt x="476" y="12"/>
                    <a:pt x="405" y="36"/>
                    <a:pt x="346" y="60"/>
                  </a:cubicBezTo>
                  <a:cubicBezTo>
                    <a:pt x="131" y="167"/>
                    <a:pt x="0" y="405"/>
                    <a:pt x="12" y="655"/>
                  </a:cubicBezTo>
                  <a:cubicBezTo>
                    <a:pt x="57" y="966"/>
                    <a:pt x="308" y="1195"/>
                    <a:pt x="603" y="1195"/>
                  </a:cubicBezTo>
                  <a:cubicBezTo>
                    <a:pt x="624" y="1195"/>
                    <a:pt x="646" y="1193"/>
                    <a:pt x="667" y="1191"/>
                  </a:cubicBezTo>
                  <a:cubicBezTo>
                    <a:pt x="1000" y="1167"/>
                    <a:pt x="1238" y="870"/>
                    <a:pt x="1203" y="536"/>
                  </a:cubicBezTo>
                  <a:cubicBezTo>
                    <a:pt x="1191" y="346"/>
                    <a:pt x="1084" y="191"/>
                    <a:pt x="941" y="108"/>
                  </a:cubicBezTo>
                  <a:cubicBezTo>
                    <a:pt x="869" y="60"/>
                    <a:pt x="786" y="36"/>
                    <a:pt x="703" y="12"/>
                  </a:cubicBezTo>
                  <a:cubicBezTo>
                    <a:pt x="667" y="0"/>
                    <a:pt x="643" y="0"/>
                    <a:pt x="59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0" name="Google Shape;2890;p22"/>
            <p:cNvSpPr/>
            <p:nvPr/>
          </p:nvSpPr>
          <p:spPr>
            <a:xfrm>
              <a:off x="4196350" y="1025325"/>
              <a:ext cx="30075" cy="30150"/>
            </a:xfrm>
            <a:custGeom>
              <a:rect b="b" l="l" r="r" t="t"/>
              <a:pathLst>
                <a:path extrusionOk="0" h="1206" w="1203">
                  <a:moveTo>
                    <a:pt x="622" y="1"/>
                  </a:moveTo>
                  <a:cubicBezTo>
                    <a:pt x="596" y="1"/>
                    <a:pt x="566" y="4"/>
                    <a:pt x="536" y="10"/>
                  </a:cubicBezTo>
                  <a:cubicBezTo>
                    <a:pt x="238" y="45"/>
                    <a:pt x="24" y="283"/>
                    <a:pt x="0" y="569"/>
                  </a:cubicBezTo>
                  <a:lnTo>
                    <a:pt x="0" y="664"/>
                  </a:lnTo>
                  <a:cubicBezTo>
                    <a:pt x="0" y="724"/>
                    <a:pt x="12" y="772"/>
                    <a:pt x="36" y="831"/>
                  </a:cubicBezTo>
                  <a:cubicBezTo>
                    <a:pt x="123" y="1048"/>
                    <a:pt x="337" y="1205"/>
                    <a:pt x="581" y="1205"/>
                  </a:cubicBezTo>
                  <a:cubicBezTo>
                    <a:pt x="606" y="1205"/>
                    <a:pt x="630" y="1204"/>
                    <a:pt x="655" y="1200"/>
                  </a:cubicBezTo>
                  <a:cubicBezTo>
                    <a:pt x="679" y="1200"/>
                    <a:pt x="727" y="1188"/>
                    <a:pt x="750" y="1188"/>
                  </a:cubicBezTo>
                  <a:cubicBezTo>
                    <a:pt x="846" y="1165"/>
                    <a:pt x="917" y="1117"/>
                    <a:pt x="977" y="1069"/>
                  </a:cubicBezTo>
                  <a:cubicBezTo>
                    <a:pt x="1131" y="938"/>
                    <a:pt x="1203" y="748"/>
                    <a:pt x="1191" y="545"/>
                  </a:cubicBezTo>
                  <a:cubicBezTo>
                    <a:pt x="1167" y="367"/>
                    <a:pt x="1072" y="224"/>
                    <a:pt x="929" y="117"/>
                  </a:cubicBezTo>
                  <a:cubicBezTo>
                    <a:pt x="858" y="69"/>
                    <a:pt x="786" y="33"/>
                    <a:pt x="691" y="10"/>
                  </a:cubicBezTo>
                  <a:cubicBezTo>
                    <a:pt x="673" y="4"/>
                    <a:pt x="649" y="1"/>
                    <a:pt x="62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1" name="Google Shape;2891;p22"/>
            <p:cNvSpPr/>
            <p:nvPr/>
          </p:nvSpPr>
          <p:spPr>
            <a:xfrm>
              <a:off x="4432100" y="1005225"/>
              <a:ext cx="30075" cy="29900"/>
            </a:xfrm>
            <a:custGeom>
              <a:rect b="b" l="l" r="r" t="t"/>
              <a:pathLst>
                <a:path extrusionOk="0" h="1196" w="1203">
                  <a:moveTo>
                    <a:pt x="614" y="0"/>
                  </a:moveTo>
                  <a:cubicBezTo>
                    <a:pt x="592" y="0"/>
                    <a:pt x="570" y="2"/>
                    <a:pt x="548" y="4"/>
                  </a:cubicBezTo>
                  <a:cubicBezTo>
                    <a:pt x="464" y="16"/>
                    <a:pt x="369" y="40"/>
                    <a:pt x="310" y="87"/>
                  </a:cubicBezTo>
                  <a:cubicBezTo>
                    <a:pt x="238" y="135"/>
                    <a:pt x="179" y="195"/>
                    <a:pt x="131" y="254"/>
                  </a:cubicBezTo>
                  <a:cubicBezTo>
                    <a:pt x="83" y="325"/>
                    <a:pt x="48" y="397"/>
                    <a:pt x="24" y="492"/>
                  </a:cubicBezTo>
                  <a:cubicBezTo>
                    <a:pt x="12" y="540"/>
                    <a:pt x="0" y="599"/>
                    <a:pt x="12" y="659"/>
                  </a:cubicBezTo>
                  <a:cubicBezTo>
                    <a:pt x="47" y="961"/>
                    <a:pt x="309" y="1195"/>
                    <a:pt x="631" y="1195"/>
                  </a:cubicBezTo>
                  <a:cubicBezTo>
                    <a:pt x="639" y="1195"/>
                    <a:pt x="647" y="1195"/>
                    <a:pt x="655" y="1195"/>
                  </a:cubicBezTo>
                  <a:lnTo>
                    <a:pt x="667" y="1195"/>
                  </a:lnTo>
                  <a:cubicBezTo>
                    <a:pt x="762" y="1171"/>
                    <a:pt x="834" y="1159"/>
                    <a:pt x="905" y="1111"/>
                  </a:cubicBezTo>
                  <a:cubicBezTo>
                    <a:pt x="1000" y="1076"/>
                    <a:pt x="1072" y="992"/>
                    <a:pt x="1119" y="909"/>
                  </a:cubicBezTo>
                  <a:cubicBezTo>
                    <a:pt x="1155" y="837"/>
                    <a:pt x="1191" y="754"/>
                    <a:pt x="1203" y="671"/>
                  </a:cubicBezTo>
                  <a:lnTo>
                    <a:pt x="1203" y="540"/>
                  </a:lnTo>
                  <a:cubicBezTo>
                    <a:pt x="1180" y="229"/>
                    <a:pt x="920" y="0"/>
                    <a:pt x="61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2" name="Google Shape;2892;p22"/>
            <p:cNvSpPr/>
            <p:nvPr/>
          </p:nvSpPr>
          <p:spPr>
            <a:xfrm>
              <a:off x="4392800" y="1332150"/>
              <a:ext cx="9850" cy="10525"/>
            </a:xfrm>
            <a:custGeom>
              <a:rect b="b" l="l" r="r" t="t"/>
              <a:pathLst>
                <a:path extrusionOk="0" h="421" w="394">
                  <a:moveTo>
                    <a:pt x="179" y="0"/>
                  </a:moveTo>
                  <a:cubicBezTo>
                    <a:pt x="96" y="0"/>
                    <a:pt x="60" y="48"/>
                    <a:pt x="24" y="107"/>
                  </a:cubicBezTo>
                  <a:cubicBezTo>
                    <a:pt x="12" y="131"/>
                    <a:pt x="0" y="179"/>
                    <a:pt x="0" y="238"/>
                  </a:cubicBezTo>
                  <a:cubicBezTo>
                    <a:pt x="11" y="343"/>
                    <a:pt x="77" y="421"/>
                    <a:pt x="175" y="421"/>
                  </a:cubicBezTo>
                  <a:cubicBezTo>
                    <a:pt x="188" y="421"/>
                    <a:pt x="201" y="420"/>
                    <a:pt x="215" y="417"/>
                  </a:cubicBezTo>
                  <a:cubicBezTo>
                    <a:pt x="322" y="405"/>
                    <a:pt x="381" y="333"/>
                    <a:pt x="393" y="238"/>
                  </a:cubicBezTo>
                  <a:lnTo>
                    <a:pt x="393" y="191"/>
                  </a:lnTo>
                  <a:cubicBezTo>
                    <a:pt x="393" y="107"/>
                    <a:pt x="334" y="36"/>
                    <a:pt x="262" y="24"/>
                  </a:cubicBezTo>
                  <a:cubicBezTo>
                    <a:pt x="239" y="0"/>
                    <a:pt x="203" y="0"/>
                    <a:pt x="17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3" name="Google Shape;2893;p22"/>
            <p:cNvSpPr/>
            <p:nvPr/>
          </p:nvSpPr>
          <p:spPr>
            <a:xfrm>
              <a:off x="5860550" y="1516575"/>
              <a:ext cx="42275" cy="40975"/>
            </a:xfrm>
            <a:custGeom>
              <a:rect b="b" l="l" r="r" t="t"/>
              <a:pathLst>
                <a:path extrusionOk="0" h="1639" w="1691">
                  <a:moveTo>
                    <a:pt x="853" y="0"/>
                  </a:moveTo>
                  <a:cubicBezTo>
                    <a:pt x="827" y="0"/>
                    <a:pt x="801" y="2"/>
                    <a:pt x="774" y="5"/>
                  </a:cubicBezTo>
                  <a:lnTo>
                    <a:pt x="762" y="5"/>
                  </a:lnTo>
                  <a:cubicBezTo>
                    <a:pt x="679" y="29"/>
                    <a:pt x="595" y="41"/>
                    <a:pt x="536" y="64"/>
                  </a:cubicBezTo>
                  <a:cubicBezTo>
                    <a:pt x="203" y="207"/>
                    <a:pt x="0" y="541"/>
                    <a:pt x="24" y="898"/>
                  </a:cubicBezTo>
                  <a:cubicBezTo>
                    <a:pt x="69" y="1327"/>
                    <a:pt x="436" y="1639"/>
                    <a:pt x="850" y="1639"/>
                  </a:cubicBezTo>
                  <a:cubicBezTo>
                    <a:pt x="872" y="1639"/>
                    <a:pt x="895" y="1638"/>
                    <a:pt x="917" y="1636"/>
                  </a:cubicBezTo>
                  <a:cubicBezTo>
                    <a:pt x="1369" y="1588"/>
                    <a:pt x="1691" y="1184"/>
                    <a:pt x="1655" y="743"/>
                  </a:cubicBezTo>
                  <a:cubicBezTo>
                    <a:pt x="1619" y="505"/>
                    <a:pt x="1500" y="291"/>
                    <a:pt x="1310" y="160"/>
                  </a:cubicBezTo>
                  <a:cubicBezTo>
                    <a:pt x="1238" y="112"/>
                    <a:pt x="1155" y="64"/>
                    <a:pt x="1084" y="41"/>
                  </a:cubicBezTo>
                  <a:cubicBezTo>
                    <a:pt x="1003" y="14"/>
                    <a:pt x="930" y="0"/>
                    <a:pt x="8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4" name="Google Shape;2894;p22"/>
            <p:cNvSpPr/>
            <p:nvPr/>
          </p:nvSpPr>
          <p:spPr>
            <a:xfrm>
              <a:off x="5775700" y="1136275"/>
              <a:ext cx="29800" cy="28900"/>
            </a:xfrm>
            <a:custGeom>
              <a:rect b="b" l="l" r="r" t="t"/>
              <a:pathLst>
                <a:path extrusionOk="0" h="1156" w="1192">
                  <a:moveTo>
                    <a:pt x="537" y="1"/>
                  </a:moveTo>
                  <a:cubicBezTo>
                    <a:pt x="465" y="1"/>
                    <a:pt x="382" y="25"/>
                    <a:pt x="322" y="60"/>
                  </a:cubicBezTo>
                  <a:cubicBezTo>
                    <a:pt x="263" y="84"/>
                    <a:pt x="203" y="132"/>
                    <a:pt x="168" y="191"/>
                  </a:cubicBezTo>
                  <a:cubicBezTo>
                    <a:pt x="60" y="310"/>
                    <a:pt x="1" y="453"/>
                    <a:pt x="25" y="632"/>
                  </a:cubicBezTo>
                  <a:cubicBezTo>
                    <a:pt x="60" y="918"/>
                    <a:pt x="299" y="1144"/>
                    <a:pt x="560" y="1156"/>
                  </a:cubicBezTo>
                  <a:lnTo>
                    <a:pt x="656" y="1156"/>
                  </a:lnTo>
                  <a:cubicBezTo>
                    <a:pt x="680" y="1156"/>
                    <a:pt x="739" y="1144"/>
                    <a:pt x="799" y="1108"/>
                  </a:cubicBezTo>
                  <a:cubicBezTo>
                    <a:pt x="1025" y="1025"/>
                    <a:pt x="1192" y="787"/>
                    <a:pt x="1156" y="513"/>
                  </a:cubicBezTo>
                  <a:cubicBezTo>
                    <a:pt x="1156" y="441"/>
                    <a:pt x="1132" y="370"/>
                    <a:pt x="1096" y="310"/>
                  </a:cubicBezTo>
                  <a:cubicBezTo>
                    <a:pt x="1061" y="227"/>
                    <a:pt x="1013" y="156"/>
                    <a:pt x="941" y="108"/>
                  </a:cubicBezTo>
                  <a:cubicBezTo>
                    <a:pt x="834" y="36"/>
                    <a:pt x="703" y="1"/>
                    <a:pt x="56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5" name="Google Shape;2895;p22"/>
            <p:cNvSpPr/>
            <p:nvPr/>
          </p:nvSpPr>
          <p:spPr>
            <a:xfrm>
              <a:off x="5559325" y="973750"/>
              <a:ext cx="30375" cy="28950"/>
            </a:xfrm>
            <a:custGeom>
              <a:rect b="b" l="l" r="r" t="t"/>
              <a:pathLst>
                <a:path extrusionOk="0" h="1158" w="1215">
                  <a:moveTo>
                    <a:pt x="679" y="1"/>
                  </a:moveTo>
                  <a:lnTo>
                    <a:pt x="548" y="13"/>
                  </a:lnTo>
                  <a:cubicBezTo>
                    <a:pt x="488" y="13"/>
                    <a:pt x="429" y="25"/>
                    <a:pt x="369" y="49"/>
                  </a:cubicBezTo>
                  <a:cubicBezTo>
                    <a:pt x="286" y="84"/>
                    <a:pt x="214" y="144"/>
                    <a:pt x="155" y="203"/>
                  </a:cubicBezTo>
                  <a:cubicBezTo>
                    <a:pt x="48" y="322"/>
                    <a:pt x="0" y="465"/>
                    <a:pt x="24" y="632"/>
                  </a:cubicBezTo>
                  <a:cubicBezTo>
                    <a:pt x="36" y="727"/>
                    <a:pt x="48" y="799"/>
                    <a:pt x="95" y="858"/>
                  </a:cubicBezTo>
                  <a:cubicBezTo>
                    <a:pt x="143" y="930"/>
                    <a:pt x="202" y="989"/>
                    <a:pt x="274" y="1049"/>
                  </a:cubicBezTo>
                  <a:cubicBezTo>
                    <a:pt x="370" y="1113"/>
                    <a:pt x="485" y="1158"/>
                    <a:pt x="611" y="1158"/>
                  </a:cubicBezTo>
                  <a:cubicBezTo>
                    <a:pt x="626" y="1158"/>
                    <a:pt x="640" y="1157"/>
                    <a:pt x="655" y="1156"/>
                  </a:cubicBezTo>
                  <a:cubicBezTo>
                    <a:pt x="976" y="1120"/>
                    <a:pt x="1214" y="834"/>
                    <a:pt x="1179" y="525"/>
                  </a:cubicBezTo>
                  <a:cubicBezTo>
                    <a:pt x="1167" y="334"/>
                    <a:pt x="1060" y="191"/>
                    <a:pt x="917" y="84"/>
                  </a:cubicBezTo>
                  <a:cubicBezTo>
                    <a:pt x="833" y="37"/>
                    <a:pt x="750" y="1"/>
                    <a:pt x="67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6" name="Google Shape;2896;p22"/>
            <p:cNvSpPr/>
            <p:nvPr/>
          </p:nvSpPr>
          <p:spPr>
            <a:xfrm>
              <a:off x="4618425" y="1217425"/>
              <a:ext cx="22050" cy="20375"/>
            </a:xfrm>
            <a:custGeom>
              <a:rect b="b" l="l" r="r" t="t"/>
              <a:pathLst>
                <a:path extrusionOk="0" h="815" w="882">
                  <a:moveTo>
                    <a:pt x="442" y="1"/>
                  </a:moveTo>
                  <a:cubicBezTo>
                    <a:pt x="422" y="1"/>
                    <a:pt x="402" y="2"/>
                    <a:pt x="381" y="5"/>
                  </a:cubicBezTo>
                  <a:lnTo>
                    <a:pt x="358" y="5"/>
                  </a:lnTo>
                  <a:cubicBezTo>
                    <a:pt x="155" y="41"/>
                    <a:pt x="0" y="219"/>
                    <a:pt x="24" y="422"/>
                  </a:cubicBezTo>
                  <a:lnTo>
                    <a:pt x="24" y="458"/>
                  </a:lnTo>
                  <a:cubicBezTo>
                    <a:pt x="36" y="541"/>
                    <a:pt x="60" y="600"/>
                    <a:pt x="108" y="660"/>
                  </a:cubicBezTo>
                  <a:cubicBezTo>
                    <a:pt x="119" y="684"/>
                    <a:pt x="143" y="708"/>
                    <a:pt x="167" y="720"/>
                  </a:cubicBezTo>
                  <a:cubicBezTo>
                    <a:pt x="227" y="779"/>
                    <a:pt x="322" y="815"/>
                    <a:pt x="405" y="815"/>
                  </a:cubicBezTo>
                  <a:lnTo>
                    <a:pt x="477" y="815"/>
                  </a:lnTo>
                  <a:cubicBezTo>
                    <a:pt x="703" y="803"/>
                    <a:pt x="881" y="589"/>
                    <a:pt x="858" y="362"/>
                  </a:cubicBezTo>
                  <a:cubicBezTo>
                    <a:pt x="834" y="219"/>
                    <a:pt x="750" y="100"/>
                    <a:pt x="643" y="41"/>
                  </a:cubicBezTo>
                  <a:cubicBezTo>
                    <a:pt x="563" y="14"/>
                    <a:pt x="503" y="1"/>
                    <a:pt x="44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7" name="Google Shape;2897;p22"/>
            <p:cNvSpPr/>
            <p:nvPr/>
          </p:nvSpPr>
          <p:spPr>
            <a:xfrm>
              <a:off x="5439650" y="946275"/>
              <a:ext cx="21175" cy="20375"/>
            </a:xfrm>
            <a:custGeom>
              <a:rect b="b" l="l" r="r" t="t"/>
              <a:pathLst>
                <a:path extrusionOk="0" h="815" w="847">
                  <a:moveTo>
                    <a:pt x="430" y="0"/>
                  </a:moveTo>
                  <a:cubicBezTo>
                    <a:pt x="411" y="0"/>
                    <a:pt x="391" y="2"/>
                    <a:pt x="370" y="5"/>
                  </a:cubicBezTo>
                  <a:cubicBezTo>
                    <a:pt x="358" y="5"/>
                    <a:pt x="346" y="5"/>
                    <a:pt x="334" y="16"/>
                  </a:cubicBezTo>
                  <a:cubicBezTo>
                    <a:pt x="239" y="40"/>
                    <a:pt x="179" y="76"/>
                    <a:pt x="120" y="136"/>
                  </a:cubicBezTo>
                  <a:cubicBezTo>
                    <a:pt x="60" y="195"/>
                    <a:pt x="13" y="290"/>
                    <a:pt x="13" y="374"/>
                  </a:cubicBezTo>
                  <a:cubicBezTo>
                    <a:pt x="11" y="372"/>
                    <a:pt x="10" y="371"/>
                    <a:pt x="8" y="371"/>
                  </a:cubicBezTo>
                  <a:cubicBezTo>
                    <a:pt x="1" y="371"/>
                    <a:pt x="1" y="402"/>
                    <a:pt x="1" y="433"/>
                  </a:cubicBezTo>
                  <a:cubicBezTo>
                    <a:pt x="35" y="652"/>
                    <a:pt x="214" y="815"/>
                    <a:pt x="430" y="815"/>
                  </a:cubicBezTo>
                  <a:cubicBezTo>
                    <a:pt x="438" y="815"/>
                    <a:pt x="446" y="815"/>
                    <a:pt x="453" y="814"/>
                  </a:cubicBezTo>
                  <a:cubicBezTo>
                    <a:pt x="667" y="790"/>
                    <a:pt x="846" y="588"/>
                    <a:pt x="822" y="362"/>
                  </a:cubicBezTo>
                  <a:cubicBezTo>
                    <a:pt x="810" y="219"/>
                    <a:pt x="715" y="100"/>
                    <a:pt x="584" y="40"/>
                  </a:cubicBezTo>
                  <a:cubicBezTo>
                    <a:pt x="539" y="14"/>
                    <a:pt x="488" y="0"/>
                    <a:pt x="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8" name="Google Shape;2898;p22"/>
            <p:cNvSpPr/>
            <p:nvPr/>
          </p:nvSpPr>
          <p:spPr>
            <a:xfrm>
              <a:off x="5341125" y="1157350"/>
              <a:ext cx="21450" cy="20100"/>
            </a:xfrm>
            <a:custGeom>
              <a:rect b="b" l="l" r="r" t="t"/>
              <a:pathLst>
                <a:path extrusionOk="0" h="804" w="858">
                  <a:moveTo>
                    <a:pt x="436" y="0"/>
                  </a:moveTo>
                  <a:cubicBezTo>
                    <a:pt x="418" y="0"/>
                    <a:pt x="400" y="1"/>
                    <a:pt x="382" y="3"/>
                  </a:cubicBezTo>
                  <a:lnTo>
                    <a:pt x="346" y="3"/>
                  </a:lnTo>
                  <a:cubicBezTo>
                    <a:pt x="251" y="15"/>
                    <a:pt x="179" y="63"/>
                    <a:pt x="120" y="122"/>
                  </a:cubicBezTo>
                  <a:lnTo>
                    <a:pt x="25" y="253"/>
                  </a:lnTo>
                  <a:cubicBezTo>
                    <a:pt x="13" y="313"/>
                    <a:pt x="1" y="372"/>
                    <a:pt x="13" y="432"/>
                  </a:cubicBezTo>
                  <a:cubicBezTo>
                    <a:pt x="46" y="643"/>
                    <a:pt x="215" y="803"/>
                    <a:pt x="422" y="803"/>
                  </a:cubicBezTo>
                  <a:cubicBezTo>
                    <a:pt x="436" y="803"/>
                    <a:pt x="451" y="802"/>
                    <a:pt x="465" y="801"/>
                  </a:cubicBezTo>
                  <a:cubicBezTo>
                    <a:pt x="679" y="789"/>
                    <a:pt x="858" y="587"/>
                    <a:pt x="834" y="360"/>
                  </a:cubicBezTo>
                  <a:cubicBezTo>
                    <a:pt x="834" y="325"/>
                    <a:pt x="822" y="301"/>
                    <a:pt x="798" y="253"/>
                  </a:cubicBezTo>
                  <a:cubicBezTo>
                    <a:pt x="787" y="182"/>
                    <a:pt x="727" y="110"/>
                    <a:pt x="656" y="63"/>
                  </a:cubicBezTo>
                  <a:cubicBezTo>
                    <a:pt x="596" y="23"/>
                    <a:pt x="521" y="0"/>
                    <a:pt x="43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9" name="Google Shape;2899;p22"/>
            <p:cNvSpPr/>
            <p:nvPr/>
          </p:nvSpPr>
          <p:spPr>
            <a:xfrm>
              <a:off x="4884825" y="973175"/>
              <a:ext cx="20850" cy="20850"/>
            </a:xfrm>
            <a:custGeom>
              <a:rect b="b" l="l" r="r" t="t"/>
              <a:pathLst>
                <a:path extrusionOk="0" h="834" w="834">
                  <a:moveTo>
                    <a:pt x="381" y="0"/>
                  </a:moveTo>
                  <a:cubicBezTo>
                    <a:pt x="239" y="12"/>
                    <a:pt x="143" y="72"/>
                    <a:pt x="84" y="179"/>
                  </a:cubicBezTo>
                  <a:cubicBezTo>
                    <a:pt x="36" y="250"/>
                    <a:pt x="0" y="345"/>
                    <a:pt x="0" y="429"/>
                  </a:cubicBezTo>
                  <a:lnTo>
                    <a:pt x="0" y="464"/>
                  </a:lnTo>
                  <a:cubicBezTo>
                    <a:pt x="24" y="548"/>
                    <a:pt x="48" y="631"/>
                    <a:pt x="108" y="691"/>
                  </a:cubicBezTo>
                  <a:cubicBezTo>
                    <a:pt x="167" y="762"/>
                    <a:pt x="239" y="810"/>
                    <a:pt x="334" y="822"/>
                  </a:cubicBezTo>
                  <a:cubicBezTo>
                    <a:pt x="381" y="834"/>
                    <a:pt x="417" y="834"/>
                    <a:pt x="465" y="834"/>
                  </a:cubicBezTo>
                  <a:cubicBezTo>
                    <a:pt x="655" y="822"/>
                    <a:pt x="798" y="691"/>
                    <a:pt x="822" y="512"/>
                  </a:cubicBezTo>
                  <a:cubicBezTo>
                    <a:pt x="822" y="464"/>
                    <a:pt x="834" y="417"/>
                    <a:pt x="822" y="369"/>
                  </a:cubicBezTo>
                  <a:cubicBezTo>
                    <a:pt x="822" y="334"/>
                    <a:pt x="810" y="286"/>
                    <a:pt x="798" y="238"/>
                  </a:cubicBezTo>
                  <a:cubicBezTo>
                    <a:pt x="774" y="214"/>
                    <a:pt x="762" y="179"/>
                    <a:pt x="751" y="167"/>
                  </a:cubicBezTo>
                  <a:cubicBezTo>
                    <a:pt x="691" y="95"/>
                    <a:pt x="620" y="48"/>
                    <a:pt x="536" y="12"/>
                  </a:cubicBezTo>
                  <a:cubicBezTo>
                    <a:pt x="501" y="0"/>
                    <a:pt x="441" y="0"/>
                    <a:pt x="38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0" name="Google Shape;2900;p22"/>
            <p:cNvSpPr/>
            <p:nvPr/>
          </p:nvSpPr>
          <p:spPr>
            <a:xfrm>
              <a:off x="3994525" y="940125"/>
              <a:ext cx="20575" cy="10200"/>
            </a:xfrm>
            <a:custGeom>
              <a:rect b="b" l="l" r="r" t="t"/>
              <a:pathLst>
                <a:path extrusionOk="0" h="408" w="823">
                  <a:moveTo>
                    <a:pt x="1" y="1"/>
                  </a:moveTo>
                  <a:lnTo>
                    <a:pt x="1" y="48"/>
                  </a:lnTo>
                  <a:cubicBezTo>
                    <a:pt x="1" y="84"/>
                    <a:pt x="13" y="132"/>
                    <a:pt x="37" y="167"/>
                  </a:cubicBezTo>
                  <a:cubicBezTo>
                    <a:pt x="49" y="203"/>
                    <a:pt x="72" y="251"/>
                    <a:pt x="120" y="286"/>
                  </a:cubicBezTo>
                  <a:cubicBezTo>
                    <a:pt x="205" y="361"/>
                    <a:pt x="310" y="407"/>
                    <a:pt x="417" y="407"/>
                  </a:cubicBezTo>
                  <a:cubicBezTo>
                    <a:pt x="429" y="407"/>
                    <a:pt x="441" y="407"/>
                    <a:pt x="453" y="405"/>
                  </a:cubicBezTo>
                  <a:cubicBezTo>
                    <a:pt x="465" y="405"/>
                    <a:pt x="477" y="405"/>
                    <a:pt x="489" y="382"/>
                  </a:cubicBezTo>
                  <a:cubicBezTo>
                    <a:pt x="596" y="370"/>
                    <a:pt x="691" y="310"/>
                    <a:pt x="751" y="239"/>
                  </a:cubicBezTo>
                  <a:cubicBezTo>
                    <a:pt x="787" y="167"/>
                    <a:pt x="822" y="84"/>
                    <a:pt x="82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1" name="Google Shape;2901;p22"/>
            <p:cNvSpPr/>
            <p:nvPr/>
          </p:nvSpPr>
          <p:spPr>
            <a:xfrm>
              <a:off x="4521100" y="1262650"/>
              <a:ext cx="21150" cy="20400"/>
            </a:xfrm>
            <a:custGeom>
              <a:rect b="b" l="l" r="r" t="t"/>
              <a:pathLst>
                <a:path extrusionOk="0" h="816" w="846">
                  <a:moveTo>
                    <a:pt x="463" y="1"/>
                  </a:moveTo>
                  <a:cubicBezTo>
                    <a:pt x="443" y="1"/>
                    <a:pt x="424" y="2"/>
                    <a:pt x="405" y="6"/>
                  </a:cubicBezTo>
                  <a:lnTo>
                    <a:pt x="381" y="6"/>
                  </a:lnTo>
                  <a:cubicBezTo>
                    <a:pt x="298" y="18"/>
                    <a:pt x="226" y="42"/>
                    <a:pt x="167" y="89"/>
                  </a:cubicBezTo>
                  <a:cubicBezTo>
                    <a:pt x="60" y="173"/>
                    <a:pt x="0" y="315"/>
                    <a:pt x="12" y="446"/>
                  </a:cubicBezTo>
                  <a:cubicBezTo>
                    <a:pt x="12" y="458"/>
                    <a:pt x="12" y="482"/>
                    <a:pt x="24" y="494"/>
                  </a:cubicBezTo>
                  <a:cubicBezTo>
                    <a:pt x="48" y="577"/>
                    <a:pt x="107" y="649"/>
                    <a:pt x="167" y="720"/>
                  </a:cubicBezTo>
                  <a:cubicBezTo>
                    <a:pt x="226" y="780"/>
                    <a:pt x="310" y="804"/>
                    <a:pt x="405" y="816"/>
                  </a:cubicBezTo>
                  <a:lnTo>
                    <a:pt x="476" y="816"/>
                  </a:lnTo>
                  <a:cubicBezTo>
                    <a:pt x="536" y="816"/>
                    <a:pt x="595" y="804"/>
                    <a:pt x="655" y="756"/>
                  </a:cubicBezTo>
                  <a:cubicBezTo>
                    <a:pt x="774" y="685"/>
                    <a:pt x="845" y="554"/>
                    <a:pt x="833" y="399"/>
                  </a:cubicBezTo>
                  <a:lnTo>
                    <a:pt x="833" y="375"/>
                  </a:lnTo>
                  <a:cubicBezTo>
                    <a:pt x="822" y="280"/>
                    <a:pt x="786" y="208"/>
                    <a:pt x="738" y="149"/>
                  </a:cubicBezTo>
                  <a:cubicBezTo>
                    <a:pt x="677" y="57"/>
                    <a:pt x="573" y="1"/>
                    <a:pt x="4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2" name="Google Shape;2902;p22"/>
            <p:cNvSpPr/>
            <p:nvPr/>
          </p:nvSpPr>
          <p:spPr>
            <a:xfrm>
              <a:off x="3877250" y="1014750"/>
              <a:ext cx="22050" cy="20675"/>
            </a:xfrm>
            <a:custGeom>
              <a:rect b="b" l="l" r="r" t="t"/>
              <a:pathLst>
                <a:path extrusionOk="0" h="827" w="882">
                  <a:moveTo>
                    <a:pt x="491" y="1"/>
                  </a:moveTo>
                  <a:cubicBezTo>
                    <a:pt x="479" y="1"/>
                    <a:pt x="466" y="2"/>
                    <a:pt x="453" y="4"/>
                  </a:cubicBezTo>
                  <a:lnTo>
                    <a:pt x="406" y="4"/>
                  </a:lnTo>
                  <a:cubicBezTo>
                    <a:pt x="179" y="16"/>
                    <a:pt x="1" y="230"/>
                    <a:pt x="37" y="456"/>
                  </a:cubicBezTo>
                  <a:cubicBezTo>
                    <a:pt x="60" y="664"/>
                    <a:pt x="249" y="826"/>
                    <a:pt x="455" y="826"/>
                  </a:cubicBezTo>
                  <a:cubicBezTo>
                    <a:pt x="463" y="826"/>
                    <a:pt x="470" y="826"/>
                    <a:pt x="477" y="826"/>
                  </a:cubicBezTo>
                  <a:cubicBezTo>
                    <a:pt x="703" y="814"/>
                    <a:pt x="882" y="599"/>
                    <a:pt x="858" y="373"/>
                  </a:cubicBezTo>
                  <a:cubicBezTo>
                    <a:pt x="858" y="337"/>
                    <a:pt x="834" y="290"/>
                    <a:pt x="822" y="254"/>
                  </a:cubicBezTo>
                  <a:cubicBezTo>
                    <a:pt x="810" y="159"/>
                    <a:pt x="751" y="99"/>
                    <a:pt x="656" y="52"/>
                  </a:cubicBezTo>
                  <a:cubicBezTo>
                    <a:pt x="607" y="22"/>
                    <a:pt x="550" y="1"/>
                    <a:pt x="49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3" name="Google Shape;2903;p22"/>
            <p:cNvSpPr/>
            <p:nvPr/>
          </p:nvSpPr>
          <p:spPr>
            <a:xfrm>
              <a:off x="6017400" y="939525"/>
              <a:ext cx="25025" cy="23025"/>
            </a:xfrm>
            <a:custGeom>
              <a:rect b="b" l="l" r="r" t="t"/>
              <a:pathLst>
                <a:path extrusionOk="0" h="921" w="1001">
                  <a:moveTo>
                    <a:pt x="370" y="1"/>
                  </a:moveTo>
                  <a:cubicBezTo>
                    <a:pt x="358" y="1"/>
                    <a:pt x="334" y="25"/>
                    <a:pt x="310" y="25"/>
                  </a:cubicBezTo>
                  <a:cubicBezTo>
                    <a:pt x="287" y="36"/>
                    <a:pt x="251" y="48"/>
                    <a:pt x="239" y="72"/>
                  </a:cubicBezTo>
                  <a:cubicBezTo>
                    <a:pt x="191" y="96"/>
                    <a:pt x="156" y="144"/>
                    <a:pt x="120" y="191"/>
                  </a:cubicBezTo>
                  <a:cubicBezTo>
                    <a:pt x="13" y="322"/>
                    <a:pt x="1" y="513"/>
                    <a:pt x="96" y="679"/>
                  </a:cubicBezTo>
                  <a:cubicBezTo>
                    <a:pt x="96" y="691"/>
                    <a:pt x="108" y="691"/>
                    <a:pt x="108" y="703"/>
                  </a:cubicBezTo>
                  <a:cubicBezTo>
                    <a:pt x="144" y="763"/>
                    <a:pt x="203" y="822"/>
                    <a:pt x="263" y="858"/>
                  </a:cubicBezTo>
                  <a:cubicBezTo>
                    <a:pt x="332" y="897"/>
                    <a:pt x="417" y="921"/>
                    <a:pt x="512" y="921"/>
                  </a:cubicBezTo>
                  <a:cubicBezTo>
                    <a:pt x="532" y="921"/>
                    <a:pt x="552" y="920"/>
                    <a:pt x="572" y="918"/>
                  </a:cubicBezTo>
                  <a:cubicBezTo>
                    <a:pt x="632" y="894"/>
                    <a:pt x="691" y="882"/>
                    <a:pt x="727" y="858"/>
                  </a:cubicBezTo>
                  <a:cubicBezTo>
                    <a:pt x="763" y="846"/>
                    <a:pt x="775" y="822"/>
                    <a:pt x="810" y="798"/>
                  </a:cubicBezTo>
                  <a:cubicBezTo>
                    <a:pt x="941" y="679"/>
                    <a:pt x="1001" y="465"/>
                    <a:pt x="929" y="310"/>
                  </a:cubicBezTo>
                  <a:lnTo>
                    <a:pt x="882" y="215"/>
                  </a:lnTo>
                  <a:cubicBezTo>
                    <a:pt x="846" y="167"/>
                    <a:pt x="810" y="120"/>
                    <a:pt x="775" y="96"/>
                  </a:cubicBezTo>
                  <a:cubicBezTo>
                    <a:pt x="727" y="48"/>
                    <a:pt x="668" y="25"/>
                    <a:pt x="59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4" name="Google Shape;2904;p22"/>
            <p:cNvSpPr/>
            <p:nvPr/>
          </p:nvSpPr>
          <p:spPr>
            <a:xfrm>
              <a:off x="4869650" y="949325"/>
              <a:ext cx="12825" cy="12000"/>
            </a:xfrm>
            <a:custGeom>
              <a:rect b="b" l="l" r="r" t="t"/>
              <a:pathLst>
                <a:path extrusionOk="0" h="480" w="513">
                  <a:moveTo>
                    <a:pt x="251" y="1"/>
                  </a:moveTo>
                  <a:cubicBezTo>
                    <a:pt x="243" y="1"/>
                    <a:pt x="235" y="1"/>
                    <a:pt x="226" y="2"/>
                  </a:cubicBezTo>
                  <a:cubicBezTo>
                    <a:pt x="96" y="14"/>
                    <a:pt x="0" y="133"/>
                    <a:pt x="12" y="275"/>
                  </a:cubicBezTo>
                  <a:cubicBezTo>
                    <a:pt x="34" y="398"/>
                    <a:pt x="140" y="479"/>
                    <a:pt x="261" y="479"/>
                  </a:cubicBezTo>
                  <a:cubicBezTo>
                    <a:pt x="269" y="479"/>
                    <a:pt x="278" y="479"/>
                    <a:pt x="286" y="478"/>
                  </a:cubicBezTo>
                  <a:cubicBezTo>
                    <a:pt x="417" y="466"/>
                    <a:pt x="512" y="347"/>
                    <a:pt x="488" y="216"/>
                  </a:cubicBezTo>
                  <a:cubicBezTo>
                    <a:pt x="477" y="82"/>
                    <a:pt x="372" y="1"/>
                    <a:pt x="25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5" name="Google Shape;2905;p22"/>
            <p:cNvSpPr/>
            <p:nvPr/>
          </p:nvSpPr>
          <p:spPr>
            <a:xfrm>
              <a:off x="4743150" y="1107375"/>
              <a:ext cx="12225" cy="12000"/>
            </a:xfrm>
            <a:custGeom>
              <a:rect b="b" l="l" r="r" t="t"/>
              <a:pathLst>
                <a:path extrusionOk="0" h="480" w="489">
                  <a:moveTo>
                    <a:pt x="251" y="1"/>
                  </a:moveTo>
                  <a:cubicBezTo>
                    <a:pt x="243" y="1"/>
                    <a:pt x="235" y="1"/>
                    <a:pt x="226" y="2"/>
                  </a:cubicBezTo>
                  <a:cubicBezTo>
                    <a:pt x="95" y="14"/>
                    <a:pt x="0" y="145"/>
                    <a:pt x="12" y="276"/>
                  </a:cubicBezTo>
                  <a:cubicBezTo>
                    <a:pt x="23" y="388"/>
                    <a:pt x="140" y="479"/>
                    <a:pt x="264" y="479"/>
                  </a:cubicBezTo>
                  <a:cubicBezTo>
                    <a:pt x="271" y="479"/>
                    <a:pt x="278" y="479"/>
                    <a:pt x="286" y="478"/>
                  </a:cubicBezTo>
                  <a:cubicBezTo>
                    <a:pt x="405" y="454"/>
                    <a:pt x="488" y="347"/>
                    <a:pt x="488" y="216"/>
                  </a:cubicBezTo>
                  <a:cubicBezTo>
                    <a:pt x="477" y="82"/>
                    <a:pt x="372" y="1"/>
                    <a:pt x="25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6" name="Google Shape;2906;p22"/>
            <p:cNvSpPr/>
            <p:nvPr/>
          </p:nvSpPr>
          <p:spPr>
            <a:xfrm>
              <a:off x="4242175" y="940725"/>
              <a:ext cx="12525" cy="11700"/>
            </a:xfrm>
            <a:custGeom>
              <a:rect b="b" l="l" r="r" t="t"/>
              <a:pathLst>
                <a:path extrusionOk="0" h="468" w="501">
                  <a:moveTo>
                    <a:pt x="227" y="0"/>
                  </a:moveTo>
                  <a:cubicBezTo>
                    <a:pt x="168" y="0"/>
                    <a:pt x="120" y="36"/>
                    <a:pt x="84" y="60"/>
                  </a:cubicBezTo>
                  <a:cubicBezTo>
                    <a:pt x="37" y="108"/>
                    <a:pt x="1" y="179"/>
                    <a:pt x="1" y="250"/>
                  </a:cubicBezTo>
                  <a:cubicBezTo>
                    <a:pt x="1" y="274"/>
                    <a:pt x="25" y="298"/>
                    <a:pt x="25" y="310"/>
                  </a:cubicBezTo>
                  <a:cubicBezTo>
                    <a:pt x="37" y="346"/>
                    <a:pt x="49" y="369"/>
                    <a:pt x="84" y="405"/>
                  </a:cubicBezTo>
                  <a:cubicBezTo>
                    <a:pt x="124" y="445"/>
                    <a:pt x="179" y="468"/>
                    <a:pt x="238" y="468"/>
                  </a:cubicBezTo>
                  <a:cubicBezTo>
                    <a:pt x="250" y="468"/>
                    <a:pt x="262" y="467"/>
                    <a:pt x="275" y="465"/>
                  </a:cubicBezTo>
                  <a:cubicBezTo>
                    <a:pt x="310" y="465"/>
                    <a:pt x="322" y="453"/>
                    <a:pt x="346" y="453"/>
                  </a:cubicBezTo>
                  <a:cubicBezTo>
                    <a:pt x="406" y="417"/>
                    <a:pt x="441" y="393"/>
                    <a:pt x="465" y="334"/>
                  </a:cubicBezTo>
                  <a:cubicBezTo>
                    <a:pt x="477" y="286"/>
                    <a:pt x="501" y="250"/>
                    <a:pt x="477" y="215"/>
                  </a:cubicBezTo>
                  <a:cubicBezTo>
                    <a:pt x="477" y="167"/>
                    <a:pt x="465" y="131"/>
                    <a:pt x="453" y="108"/>
                  </a:cubicBezTo>
                  <a:cubicBezTo>
                    <a:pt x="406" y="36"/>
                    <a:pt x="334" y="0"/>
                    <a:pt x="26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7" name="Google Shape;2907;p22"/>
            <p:cNvSpPr/>
            <p:nvPr/>
          </p:nvSpPr>
          <p:spPr>
            <a:xfrm>
              <a:off x="4657125" y="1097575"/>
              <a:ext cx="11925" cy="11350"/>
            </a:xfrm>
            <a:custGeom>
              <a:rect b="b" l="l" r="r" t="t"/>
              <a:pathLst>
                <a:path extrusionOk="0" h="454" w="477">
                  <a:moveTo>
                    <a:pt x="215" y="1"/>
                  </a:moveTo>
                  <a:cubicBezTo>
                    <a:pt x="155" y="1"/>
                    <a:pt x="107" y="25"/>
                    <a:pt x="72" y="60"/>
                  </a:cubicBezTo>
                  <a:cubicBezTo>
                    <a:pt x="36" y="96"/>
                    <a:pt x="0" y="180"/>
                    <a:pt x="0" y="251"/>
                  </a:cubicBezTo>
                  <a:cubicBezTo>
                    <a:pt x="0" y="275"/>
                    <a:pt x="12" y="322"/>
                    <a:pt x="36" y="334"/>
                  </a:cubicBezTo>
                  <a:cubicBezTo>
                    <a:pt x="72" y="418"/>
                    <a:pt x="167" y="453"/>
                    <a:pt x="250" y="453"/>
                  </a:cubicBezTo>
                  <a:cubicBezTo>
                    <a:pt x="286" y="453"/>
                    <a:pt x="322" y="441"/>
                    <a:pt x="334" y="430"/>
                  </a:cubicBezTo>
                  <a:cubicBezTo>
                    <a:pt x="417" y="418"/>
                    <a:pt x="476" y="322"/>
                    <a:pt x="465" y="215"/>
                  </a:cubicBezTo>
                  <a:cubicBezTo>
                    <a:pt x="453" y="120"/>
                    <a:pt x="393" y="37"/>
                    <a:pt x="322" y="13"/>
                  </a:cubicBezTo>
                  <a:cubicBezTo>
                    <a:pt x="286" y="1"/>
                    <a:pt x="238" y="1"/>
                    <a:pt x="21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8" name="Google Shape;2908;p22"/>
            <p:cNvSpPr/>
            <p:nvPr/>
          </p:nvSpPr>
          <p:spPr>
            <a:xfrm>
              <a:off x="5125025" y="1028500"/>
              <a:ext cx="12525" cy="12050"/>
            </a:xfrm>
            <a:custGeom>
              <a:rect b="b" l="l" r="r" t="t"/>
              <a:pathLst>
                <a:path extrusionOk="0" h="482" w="501">
                  <a:moveTo>
                    <a:pt x="239" y="1"/>
                  </a:moveTo>
                  <a:cubicBezTo>
                    <a:pt x="231" y="1"/>
                    <a:pt x="223" y="1"/>
                    <a:pt x="215" y="2"/>
                  </a:cubicBezTo>
                  <a:cubicBezTo>
                    <a:pt x="84" y="26"/>
                    <a:pt x="1" y="145"/>
                    <a:pt x="13" y="276"/>
                  </a:cubicBezTo>
                  <a:cubicBezTo>
                    <a:pt x="23" y="393"/>
                    <a:pt x="120" y="482"/>
                    <a:pt x="234" y="482"/>
                  </a:cubicBezTo>
                  <a:cubicBezTo>
                    <a:pt x="248" y="482"/>
                    <a:pt x="261" y="480"/>
                    <a:pt x="275" y="478"/>
                  </a:cubicBezTo>
                  <a:cubicBezTo>
                    <a:pt x="418" y="466"/>
                    <a:pt x="501" y="347"/>
                    <a:pt x="489" y="216"/>
                  </a:cubicBezTo>
                  <a:cubicBezTo>
                    <a:pt x="455" y="92"/>
                    <a:pt x="369" y="1"/>
                    <a:pt x="23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9" name="Google Shape;2909;p22"/>
            <p:cNvSpPr/>
            <p:nvPr/>
          </p:nvSpPr>
          <p:spPr>
            <a:xfrm>
              <a:off x="6093300" y="1058450"/>
              <a:ext cx="60150" cy="57725"/>
            </a:xfrm>
            <a:custGeom>
              <a:rect b="b" l="l" r="r" t="t"/>
              <a:pathLst>
                <a:path extrusionOk="0" h="2309" w="2406">
                  <a:moveTo>
                    <a:pt x="1190" y="0"/>
                  </a:moveTo>
                  <a:cubicBezTo>
                    <a:pt x="1150" y="0"/>
                    <a:pt x="1108" y="6"/>
                    <a:pt x="1061" y="18"/>
                  </a:cubicBezTo>
                  <a:cubicBezTo>
                    <a:pt x="810" y="42"/>
                    <a:pt x="572" y="161"/>
                    <a:pt x="394" y="328"/>
                  </a:cubicBezTo>
                  <a:cubicBezTo>
                    <a:pt x="334" y="387"/>
                    <a:pt x="275" y="459"/>
                    <a:pt x="215" y="530"/>
                  </a:cubicBezTo>
                  <a:cubicBezTo>
                    <a:pt x="84" y="733"/>
                    <a:pt x="1" y="994"/>
                    <a:pt x="37" y="1280"/>
                  </a:cubicBezTo>
                  <a:cubicBezTo>
                    <a:pt x="60" y="1530"/>
                    <a:pt x="168" y="1756"/>
                    <a:pt x="322" y="1923"/>
                  </a:cubicBezTo>
                  <a:cubicBezTo>
                    <a:pt x="382" y="1983"/>
                    <a:pt x="441" y="2030"/>
                    <a:pt x="513" y="2102"/>
                  </a:cubicBezTo>
                  <a:cubicBezTo>
                    <a:pt x="711" y="2237"/>
                    <a:pt x="936" y="2309"/>
                    <a:pt x="1188" y="2309"/>
                  </a:cubicBezTo>
                  <a:cubicBezTo>
                    <a:pt x="1224" y="2309"/>
                    <a:pt x="1261" y="2307"/>
                    <a:pt x="1299" y="2304"/>
                  </a:cubicBezTo>
                  <a:cubicBezTo>
                    <a:pt x="1942" y="2233"/>
                    <a:pt x="2406" y="1661"/>
                    <a:pt x="2323" y="1042"/>
                  </a:cubicBezTo>
                  <a:cubicBezTo>
                    <a:pt x="2287" y="590"/>
                    <a:pt x="1965" y="221"/>
                    <a:pt x="1572" y="78"/>
                  </a:cubicBezTo>
                  <a:cubicBezTo>
                    <a:pt x="1477" y="42"/>
                    <a:pt x="1406" y="30"/>
                    <a:pt x="1311" y="18"/>
                  </a:cubicBezTo>
                  <a:cubicBezTo>
                    <a:pt x="1269" y="6"/>
                    <a:pt x="1230" y="0"/>
                    <a:pt x="11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10" name="Google Shape;2910;p22"/>
          <p:cNvGrpSpPr/>
          <p:nvPr/>
        </p:nvGrpSpPr>
        <p:grpSpPr>
          <a:xfrm flipH="1">
            <a:off x="2" y="-63"/>
            <a:ext cx="3574601" cy="869376"/>
            <a:chOff x="3877250" y="939525"/>
            <a:chExt cx="2541125" cy="618025"/>
          </a:xfrm>
        </p:grpSpPr>
        <p:sp>
          <p:nvSpPr>
            <p:cNvPr id="2911" name="Google Shape;2911;p22"/>
            <p:cNvSpPr/>
            <p:nvPr/>
          </p:nvSpPr>
          <p:spPr>
            <a:xfrm>
              <a:off x="4697300" y="939825"/>
              <a:ext cx="57475" cy="13725"/>
            </a:xfrm>
            <a:custGeom>
              <a:rect b="b" l="l" r="r" t="t"/>
              <a:pathLst>
                <a:path extrusionOk="0" h="549" w="2299">
                  <a:moveTo>
                    <a:pt x="1" y="1"/>
                  </a:moveTo>
                  <a:lnTo>
                    <a:pt x="2298" y="548"/>
                  </a:lnTo>
                  <a:lnTo>
                    <a:pt x="2251" y="263"/>
                  </a:lnTo>
                  <a:lnTo>
                    <a:pt x="11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2" name="Google Shape;2912;p22"/>
            <p:cNvSpPr/>
            <p:nvPr/>
          </p:nvSpPr>
          <p:spPr>
            <a:xfrm>
              <a:off x="4760400" y="947875"/>
              <a:ext cx="126525" cy="36025"/>
            </a:xfrm>
            <a:custGeom>
              <a:rect b="b" l="l" r="r" t="t"/>
              <a:pathLst>
                <a:path extrusionOk="0" h="1441" w="5061">
                  <a:moveTo>
                    <a:pt x="1" y="0"/>
                  </a:moveTo>
                  <a:lnTo>
                    <a:pt x="36" y="286"/>
                  </a:lnTo>
                  <a:lnTo>
                    <a:pt x="4977" y="1441"/>
                  </a:lnTo>
                  <a:cubicBezTo>
                    <a:pt x="4977" y="1357"/>
                    <a:pt x="5001" y="1262"/>
                    <a:pt x="5061" y="1191"/>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3" name="Google Shape;2913;p22"/>
            <p:cNvSpPr/>
            <p:nvPr/>
          </p:nvSpPr>
          <p:spPr>
            <a:xfrm>
              <a:off x="3888875" y="939825"/>
              <a:ext cx="51500" cy="75925"/>
            </a:xfrm>
            <a:custGeom>
              <a:rect b="b" l="l" r="r" t="t"/>
              <a:pathLst>
                <a:path extrusionOk="0" h="3037" w="2060">
                  <a:moveTo>
                    <a:pt x="1762" y="1"/>
                  </a:moveTo>
                  <a:lnTo>
                    <a:pt x="0" y="2989"/>
                  </a:lnTo>
                  <a:cubicBezTo>
                    <a:pt x="72" y="2989"/>
                    <a:pt x="155" y="3001"/>
                    <a:pt x="214" y="3037"/>
                  </a:cubicBezTo>
                  <a:lnTo>
                    <a:pt x="310" y="2953"/>
                  </a:lnTo>
                  <a:lnTo>
                    <a:pt x="20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4" name="Google Shape;2914;p22"/>
            <p:cNvSpPr/>
            <p:nvPr/>
          </p:nvSpPr>
          <p:spPr>
            <a:xfrm>
              <a:off x="4222250" y="939825"/>
              <a:ext cx="22050" cy="8950"/>
            </a:xfrm>
            <a:custGeom>
              <a:rect b="b" l="l" r="r" t="t"/>
              <a:pathLst>
                <a:path extrusionOk="0" h="358" w="882">
                  <a:moveTo>
                    <a:pt x="0" y="1"/>
                  </a:moveTo>
                  <a:lnTo>
                    <a:pt x="834" y="358"/>
                  </a:lnTo>
                  <a:cubicBezTo>
                    <a:pt x="822" y="334"/>
                    <a:pt x="822" y="310"/>
                    <a:pt x="822" y="298"/>
                  </a:cubicBezTo>
                  <a:cubicBezTo>
                    <a:pt x="810" y="215"/>
                    <a:pt x="822" y="144"/>
                    <a:pt x="881" y="96"/>
                  </a:cubicBezTo>
                  <a:lnTo>
                    <a:pt x="65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5" name="Google Shape;2915;p22"/>
            <p:cNvSpPr/>
            <p:nvPr/>
          </p:nvSpPr>
          <p:spPr>
            <a:xfrm>
              <a:off x="3894225" y="942800"/>
              <a:ext cx="103300" cy="77725"/>
            </a:xfrm>
            <a:custGeom>
              <a:rect b="b" l="l" r="r" t="t"/>
              <a:pathLst>
                <a:path extrusionOk="0" h="3109" w="4132">
                  <a:moveTo>
                    <a:pt x="3941" y="1"/>
                  </a:moveTo>
                  <a:lnTo>
                    <a:pt x="96" y="2834"/>
                  </a:lnTo>
                  <a:lnTo>
                    <a:pt x="0" y="2918"/>
                  </a:lnTo>
                  <a:cubicBezTo>
                    <a:pt x="72" y="2953"/>
                    <a:pt x="131" y="3013"/>
                    <a:pt x="155" y="3108"/>
                  </a:cubicBezTo>
                  <a:lnTo>
                    <a:pt x="4132" y="155"/>
                  </a:lnTo>
                  <a:cubicBezTo>
                    <a:pt x="4108" y="132"/>
                    <a:pt x="4072" y="84"/>
                    <a:pt x="4049" y="36"/>
                  </a:cubicBezTo>
                  <a:lnTo>
                    <a:pt x="394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6" name="Google Shape;2916;p22"/>
            <p:cNvSpPr/>
            <p:nvPr/>
          </p:nvSpPr>
          <p:spPr>
            <a:xfrm>
              <a:off x="4006450" y="946075"/>
              <a:ext cx="190525" cy="100350"/>
            </a:xfrm>
            <a:custGeom>
              <a:rect b="b" l="l" r="r" t="t"/>
              <a:pathLst>
                <a:path extrusionOk="0" h="4014" w="7621">
                  <a:moveTo>
                    <a:pt x="250" y="1"/>
                  </a:moveTo>
                  <a:cubicBezTo>
                    <a:pt x="191" y="72"/>
                    <a:pt x="107" y="132"/>
                    <a:pt x="0" y="155"/>
                  </a:cubicBezTo>
                  <a:lnTo>
                    <a:pt x="7525" y="4001"/>
                  </a:lnTo>
                  <a:cubicBezTo>
                    <a:pt x="7561" y="4013"/>
                    <a:pt x="7596" y="4013"/>
                    <a:pt x="7620" y="4013"/>
                  </a:cubicBezTo>
                  <a:cubicBezTo>
                    <a:pt x="7608" y="3977"/>
                    <a:pt x="7584" y="3906"/>
                    <a:pt x="7573" y="3846"/>
                  </a:cubicBezTo>
                  <a:cubicBezTo>
                    <a:pt x="7596" y="3799"/>
                    <a:pt x="7596" y="3763"/>
                    <a:pt x="7596" y="3739"/>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7" name="Google Shape;2917;p22"/>
            <p:cNvSpPr/>
            <p:nvPr/>
          </p:nvSpPr>
          <p:spPr>
            <a:xfrm>
              <a:off x="3987100" y="939825"/>
              <a:ext cx="8350" cy="4500"/>
            </a:xfrm>
            <a:custGeom>
              <a:rect b="b" l="l" r="r" t="t"/>
              <a:pathLst>
                <a:path extrusionOk="0" h="180" w="334">
                  <a:moveTo>
                    <a:pt x="0" y="1"/>
                  </a:moveTo>
                  <a:lnTo>
                    <a:pt x="226" y="120"/>
                  </a:lnTo>
                  <a:lnTo>
                    <a:pt x="334" y="179"/>
                  </a:lnTo>
                  <a:cubicBezTo>
                    <a:pt x="310" y="132"/>
                    <a:pt x="298" y="84"/>
                    <a:pt x="298" y="36"/>
                  </a:cubicBez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8" name="Google Shape;2918;p22"/>
            <p:cNvSpPr/>
            <p:nvPr/>
          </p:nvSpPr>
          <p:spPr>
            <a:xfrm>
              <a:off x="4215100" y="1051750"/>
              <a:ext cx="184275" cy="282800"/>
            </a:xfrm>
            <a:custGeom>
              <a:rect b="b" l="l" r="r" t="t"/>
              <a:pathLst>
                <a:path extrusionOk="0" h="11312" w="7371">
                  <a:moveTo>
                    <a:pt x="227" y="0"/>
                  </a:moveTo>
                  <a:cubicBezTo>
                    <a:pt x="167" y="60"/>
                    <a:pt x="96" y="108"/>
                    <a:pt x="0" y="119"/>
                  </a:cubicBezTo>
                  <a:lnTo>
                    <a:pt x="7120" y="11311"/>
                  </a:lnTo>
                  <a:cubicBezTo>
                    <a:pt x="7168" y="11264"/>
                    <a:pt x="7228" y="11216"/>
                    <a:pt x="7287" y="11216"/>
                  </a:cubicBezTo>
                  <a:cubicBezTo>
                    <a:pt x="7311" y="11216"/>
                    <a:pt x="7347" y="11216"/>
                    <a:pt x="7370" y="11240"/>
                  </a:cubicBez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9" name="Google Shape;2919;p22"/>
            <p:cNvSpPr/>
            <p:nvPr/>
          </p:nvSpPr>
          <p:spPr>
            <a:xfrm>
              <a:off x="4399650" y="1275000"/>
              <a:ext cx="125925" cy="62825"/>
            </a:xfrm>
            <a:custGeom>
              <a:rect b="b" l="l" r="r" t="t"/>
              <a:pathLst>
                <a:path extrusionOk="0" h="2513" w="5037">
                  <a:moveTo>
                    <a:pt x="4906" y="0"/>
                  </a:moveTo>
                  <a:lnTo>
                    <a:pt x="0" y="2286"/>
                  </a:lnTo>
                  <a:cubicBezTo>
                    <a:pt x="84" y="2322"/>
                    <a:pt x="119" y="2381"/>
                    <a:pt x="143" y="2465"/>
                  </a:cubicBezTo>
                  <a:lnTo>
                    <a:pt x="143" y="2512"/>
                  </a:lnTo>
                  <a:lnTo>
                    <a:pt x="5037" y="226"/>
                  </a:lnTo>
                  <a:cubicBezTo>
                    <a:pt x="4977" y="155"/>
                    <a:pt x="4918" y="83"/>
                    <a:pt x="490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0" name="Google Shape;2920;p22"/>
            <p:cNvSpPr/>
            <p:nvPr/>
          </p:nvSpPr>
          <p:spPr>
            <a:xfrm>
              <a:off x="4213300" y="950850"/>
              <a:ext cx="37250" cy="77700"/>
            </a:xfrm>
            <a:custGeom>
              <a:rect b="b" l="l" r="r" t="t"/>
              <a:pathLst>
                <a:path extrusionOk="0" h="3108" w="1490">
                  <a:moveTo>
                    <a:pt x="1227" y="0"/>
                  </a:moveTo>
                  <a:lnTo>
                    <a:pt x="1" y="3012"/>
                  </a:lnTo>
                  <a:cubicBezTo>
                    <a:pt x="96" y="3024"/>
                    <a:pt x="168" y="3048"/>
                    <a:pt x="239" y="3108"/>
                  </a:cubicBezTo>
                  <a:lnTo>
                    <a:pt x="1489" y="48"/>
                  </a:lnTo>
                  <a:lnTo>
                    <a:pt x="1489" y="48"/>
                  </a:lnTo>
                  <a:cubicBezTo>
                    <a:pt x="1477" y="60"/>
                    <a:pt x="1442" y="60"/>
                    <a:pt x="1418" y="60"/>
                  </a:cubicBezTo>
                  <a:cubicBezTo>
                    <a:pt x="1406" y="62"/>
                    <a:pt x="1394" y="63"/>
                    <a:pt x="1382" y="63"/>
                  </a:cubicBezTo>
                  <a:cubicBezTo>
                    <a:pt x="1326" y="63"/>
                    <a:pt x="1277" y="40"/>
                    <a:pt x="122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1" name="Google Shape;2921;p22"/>
            <p:cNvSpPr/>
            <p:nvPr/>
          </p:nvSpPr>
          <p:spPr>
            <a:xfrm>
              <a:off x="4248425" y="939825"/>
              <a:ext cx="7475" cy="3600"/>
            </a:xfrm>
            <a:custGeom>
              <a:rect b="b" l="l" r="r" t="t"/>
              <a:pathLst>
                <a:path extrusionOk="0" h="144" w="299">
                  <a:moveTo>
                    <a:pt x="13" y="1"/>
                  </a:moveTo>
                  <a:lnTo>
                    <a:pt x="1" y="24"/>
                  </a:lnTo>
                  <a:cubicBezTo>
                    <a:pt x="84" y="36"/>
                    <a:pt x="156" y="72"/>
                    <a:pt x="203" y="144"/>
                  </a:cubicBezTo>
                  <a:cubicBezTo>
                    <a:pt x="215" y="132"/>
                    <a:pt x="239" y="132"/>
                    <a:pt x="251" y="132"/>
                  </a:cubicBezTo>
                  <a:lnTo>
                    <a:pt x="29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2" name="Google Shape;2922;p22"/>
            <p:cNvSpPr/>
            <p:nvPr/>
          </p:nvSpPr>
          <p:spPr>
            <a:xfrm>
              <a:off x="4253500" y="942650"/>
              <a:ext cx="181900" cy="74600"/>
            </a:xfrm>
            <a:custGeom>
              <a:rect b="b" l="l" r="r" t="t"/>
              <a:pathLst>
                <a:path extrusionOk="0" h="2984" w="7276">
                  <a:moveTo>
                    <a:pt x="84" y="1"/>
                  </a:moveTo>
                  <a:cubicBezTo>
                    <a:pt x="72" y="1"/>
                    <a:pt x="60" y="7"/>
                    <a:pt x="48" y="19"/>
                  </a:cubicBezTo>
                  <a:cubicBezTo>
                    <a:pt x="12" y="19"/>
                    <a:pt x="0" y="19"/>
                    <a:pt x="0" y="31"/>
                  </a:cubicBezTo>
                  <a:cubicBezTo>
                    <a:pt x="12" y="66"/>
                    <a:pt x="36" y="90"/>
                    <a:pt x="36" y="138"/>
                  </a:cubicBezTo>
                  <a:cubicBezTo>
                    <a:pt x="36" y="185"/>
                    <a:pt x="36" y="221"/>
                    <a:pt x="12" y="257"/>
                  </a:cubicBezTo>
                  <a:lnTo>
                    <a:pt x="36" y="257"/>
                  </a:lnTo>
                  <a:lnTo>
                    <a:pt x="7180" y="2983"/>
                  </a:lnTo>
                  <a:cubicBezTo>
                    <a:pt x="7192" y="2888"/>
                    <a:pt x="7216" y="2817"/>
                    <a:pt x="7275" y="2745"/>
                  </a:cubicBezTo>
                  <a:lnTo>
                    <a:pt x="119" y="19"/>
                  </a:lnTo>
                  <a:cubicBezTo>
                    <a:pt x="107" y="7"/>
                    <a:pt x="96" y="1"/>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3" name="Google Shape;2923;p22"/>
            <p:cNvSpPr/>
            <p:nvPr/>
          </p:nvSpPr>
          <p:spPr>
            <a:xfrm>
              <a:off x="4459775" y="1021675"/>
              <a:ext cx="198850" cy="82475"/>
            </a:xfrm>
            <a:custGeom>
              <a:rect b="b" l="l" r="r" t="t"/>
              <a:pathLst>
                <a:path extrusionOk="0" h="3299" w="7954">
                  <a:moveTo>
                    <a:pt x="84" y="1"/>
                  </a:moveTo>
                  <a:cubicBezTo>
                    <a:pt x="72" y="84"/>
                    <a:pt x="36" y="156"/>
                    <a:pt x="0" y="239"/>
                  </a:cubicBezTo>
                  <a:lnTo>
                    <a:pt x="7882" y="3299"/>
                  </a:lnTo>
                  <a:cubicBezTo>
                    <a:pt x="7882" y="3227"/>
                    <a:pt x="7894" y="3156"/>
                    <a:pt x="7954" y="3108"/>
                  </a:cubicBezTo>
                  <a:cubicBezTo>
                    <a:pt x="7954" y="3096"/>
                    <a:pt x="7942" y="3073"/>
                    <a:pt x="7942" y="3049"/>
                  </a:cubicBezTo>
                  <a:lnTo>
                    <a:pt x="8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4" name="Google Shape;2924;p22"/>
            <p:cNvSpPr/>
            <p:nvPr/>
          </p:nvSpPr>
          <p:spPr>
            <a:xfrm>
              <a:off x="4418400" y="939825"/>
              <a:ext cx="27100" cy="67300"/>
            </a:xfrm>
            <a:custGeom>
              <a:rect b="b" l="l" r="r" t="t"/>
              <a:pathLst>
                <a:path extrusionOk="0" h="2692" w="1084">
                  <a:moveTo>
                    <a:pt x="0" y="1"/>
                  </a:moveTo>
                  <a:lnTo>
                    <a:pt x="846" y="2691"/>
                  </a:lnTo>
                  <a:cubicBezTo>
                    <a:pt x="917" y="2644"/>
                    <a:pt x="1001" y="2620"/>
                    <a:pt x="1084" y="2596"/>
                  </a:cubicBezTo>
                  <a:lnTo>
                    <a:pt x="26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5" name="Google Shape;2925;p22"/>
            <p:cNvSpPr/>
            <p:nvPr/>
          </p:nvSpPr>
          <p:spPr>
            <a:xfrm>
              <a:off x="4448750" y="1033600"/>
              <a:ext cx="82475" cy="232175"/>
            </a:xfrm>
            <a:custGeom>
              <a:rect b="b" l="l" r="r" t="t"/>
              <a:pathLst>
                <a:path extrusionOk="0" h="9287" w="3299">
                  <a:moveTo>
                    <a:pt x="239" y="0"/>
                  </a:moveTo>
                  <a:cubicBezTo>
                    <a:pt x="168" y="12"/>
                    <a:pt x="84" y="36"/>
                    <a:pt x="1" y="60"/>
                  </a:cubicBezTo>
                  <a:lnTo>
                    <a:pt x="3061" y="9287"/>
                  </a:lnTo>
                  <a:cubicBezTo>
                    <a:pt x="3120" y="9239"/>
                    <a:pt x="3192" y="9192"/>
                    <a:pt x="3275" y="9192"/>
                  </a:cubicBezTo>
                  <a:lnTo>
                    <a:pt x="3299" y="9192"/>
                  </a:ln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6" name="Google Shape;2926;p22"/>
            <p:cNvSpPr/>
            <p:nvPr/>
          </p:nvSpPr>
          <p:spPr>
            <a:xfrm>
              <a:off x="4530625" y="1282125"/>
              <a:ext cx="42875" cy="110750"/>
            </a:xfrm>
            <a:custGeom>
              <a:rect b="b" l="l" r="r" t="t"/>
              <a:pathLst>
                <a:path extrusionOk="0" h="4430" w="1715">
                  <a:moveTo>
                    <a:pt x="262" y="1"/>
                  </a:moveTo>
                  <a:cubicBezTo>
                    <a:pt x="202" y="25"/>
                    <a:pt x="143" y="60"/>
                    <a:pt x="83" y="60"/>
                  </a:cubicBezTo>
                  <a:lnTo>
                    <a:pt x="0" y="60"/>
                  </a:lnTo>
                  <a:lnTo>
                    <a:pt x="1465" y="4430"/>
                  </a:lnTo>
                  <a:cubicBezTo>
                    <a:pt x="1524" y="4406"/>
                    <a:pt x="1595" y="4370"/>
                    <a:pt x="1667" y="4370"/>
                  </a:cubicBezTo>
                  <a:lnTo>
                    <a:pt x="1715" y="4370"/>
                  </a:lnTo>
                  <a:lnTo>
                    <a:pt x="26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7" name="Google Shape;2927;p22"/>
            <p:cNvSpPr/>
            <p:nvPr/>
          </p:nvSpPr>
          <p:spPr>
            <a:xfrm>
              <a:off x="4539550" y="1228550"/>
              <a:ext cx="81275" cy="44675"/>
            </a:xfrm>
            <a:custGeom>
              <a:rect b="b" l="l" r="r" t="t"/>
              <a:pathLst>
                <a:path extrusionOk="0" h="1787" w="3251">
                  <a:moveTo>
                    <a:pt x="3155" y="1"/>
                  </a:moveTo>
                  <a:lnTo>
                    <a:pt x="0" y="1548"/>
                  </a:lnTo>
                  <a:cubicBezTo>
                    <a:pt x="48" y="1584"/>
                    <a:pt x="95" y="1668"/>
                    <a:pt x="95" y="1751"/>
                  </a:cubicBezTo>
                  <a:lnTo>
                    <a:pt x="95" y="1787"/>
                  </a:lnTo>
                  <a:lnTo>
                    <a:pt x="3251" y="239"/>
                  </a:lnTo>
                  <a:cubicBezTo>
                    <a:pt x="3203" y="179"/>
                    <a:pt x="3179" y="96"/>
                    <a:pt x="3155" y="25"/>
                  </a:cubicBezTo>
                  <a:lnTo>
                    <a:pt x="315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8" name="Google Shape;2928;p22"/>
            <p:cNvSpPr/>
            <p:nvPr/>
          </p:nvSpPr>
          <p:spPr>
            <a:xfrm>
              <a:off x="4665450" y="1102950"/>
              <a:ext cx="99750" cy="35750"/>
            </a:xfrm>
            <a:custGeom>
              <a:rect b="b" l="l" r="r" t="t"/>
              <a:pathLst>
                <a:path extrusionOk="0" h="1430" w="3990">
                  <a:moveTo>
                    <a:pt x="132" y="0"/>
                  </a:moveTo>
                  <a:cubicBezTo>
                    <a:pt x="132" y="107"/>
                    <a:pt x="84" y="203"/>
                    <a:pt x="1" y="226"/>
                  </a:cubicBezTo>
                  <a:lnTo>
                    <a:pt x="3906" y="1429"/>
                  </a:lnTo>
                  <a:cubicBezTo>
                    <a:pt x="3930" y="1346"/>
                    <a:pt x="3953" y="1274"/>
                    <a:pt x="3989" y="1179"/>
                  </a:cubicBezTo>
                  <a:lnTo>
                    <a:pt x="13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9" name="Google Shape;2929;p22"/>
            <p:cNvSpPr/>
            <p:nvPr/>
          </p:nvSpPr>
          <p:spPr>
            <a:xfrm>
              <a:off x="4576150" y="1236000"/>
              <a:ext cx="52125" cy="157775"/>
            </a:xfrm>
            <a:custGeom>
              <a:rect b="b" l="l" r="r" t="t"/>
              <a:pathLst>
                <a:path extrusionOk="0" h="6311" w="2085">
                  <a:moveTo>
                    <a:pt x="1846" y="0"/>
                  </a:moveTo>
                  <a:lnTo>
                    <a:pt x="1" y="6215"/>
                  </a:lnTo>
                  <a:cubicBezTo>
                    <a:pt x="84" y="6227"/>
                    <a:pt x="167" y="6263"/>
                    <a:pt x="239" y="6311"/>
                  </a:cubicBezTo>
                  <a:lnTo>
                    <a:pt x="2084" y="84"/>
                  </a:lnTo>
                  <a:cubicBezTo>
                    <a:pt x="1989" y="84"/>
                    <a:pt x="1906" y="36"/>
                    <a:pt x="184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0" name="Google Shape;2930;p22"/>
            <p:cNvSpPr/>
            <p:nvPr/>
          </p:nvSpPr>
          <p:spPr>
            <a:xfrm>
              <a:off x="4627050" y="1106525"/>
              <a:ext cx="36050" cy="112225"/>
            </a:xfrm>
            <a:custGeom>
              <a:rect b="b" l="l" r="r" t="t"/>
              <a:pathLst>
                <a:path extrusionOk="0" h="4489" w="1442">
                  <a:moveTo>
                    <a:pt x="1227" y="0"/>
                  </a:moveTo>
                  <a:lnTo>
                    <a:pt x="1" y="4441"/>
                  </a:lnTo>
                  <a:lnTo>
                    <a:pt x="13" y="4441"/>
                  </a:lnTo>
                  <a:cubicBezTo>
                    <a:pt x="35" y="4438"/>
                    <a:pt x="56" y="4437"/>
                    <a:pt x="76" y="4437"/>
                  </a:cubicBezTo>
                  <a:cubicBezTo>
                    <a:pt x="142" y="4437"/>
                    <a:pt x="196" y="4452"/>
                    <a:pt x="251" y="4489"/>
                  </a:cubicBezTo>
                  <a:lnTo>
                    <a:pt x="1441" y="107"/>
                  </a:lnTo>
                  <a:lnTo>
                    <a:pt x="1441" y="107"/>
                  </a:lnTo>
                  <a:cubicBezTo>
                    <a:pt x="1427" y="111"/>
                    <a:pt x="1412" y="113"/>
                    <a:pt x="1397" y="113"/>
                  </a:cubicBezTo>
                  <a:cubicBezTo>
                    <a:pt x="1327" y="113"/>
                    <a:pt x="1257" y="69"/>
                    <a:pt x="122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1" name="Google Shape;2931;p22"/>
            <p:cNvSpPr/>
            <p:nvPr/>
          </p:nvSpPr>
          <p:spPr>
            <a:xfrm>
              <a:off x="4658600" y="939825"/>
              <a:ext cx="18475" cy="159275"/>
            </a:xfrm>
            <a:custGeom>
              <a:rect b="b" l="l" r="r" t="t"/>
              <a:pathLst>
                <a:path extrusionOk="0" h="6371" w="739">
                  <a:moveTo>
                    <a:pt x="477" y="1"/>
                  </a:moveTo>
                  <a:lnTo>
                    <a:pt x="1" y="6311"/>
                  </a:lnTo>
                  <a:cubicBezTo>
                    <a:pt x="1" y="6323"/>
                    <a:pt x="1" y="6347"/>
                    <a:pt x="13" y="6370"/>
                  </a:cubicBezTo>
                  <a:cubicBezTo>
                    <a:pt x="48" y="6335"/>
                    <a:pt x="96" y="6323"/>
                    <a:pt x="156" y="6311"/>
                  </a:cubicBezTo>
                  <a:cubicBezTo>
                    <a:pt x="191" y="6311"/>
                    <a:pt x="227" y="6311"/>
                    <a:pt x="263" y="6323"/>
                  </a:cubicBezTo>
                  <a:lnTo>
                    <a:pt x="7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2" name="Google Shape;2932;p22"/>
            <p:cNvSpPr/>
            <p:nvPr/>
          </p:nvSpPr>
          <p:spPr>
            <a:xfrm>
              <a:off x="4752075" y="939825"/>
              <a:ext cx="37225" cy="176550"/>
            </a:xfrm>
            <a:custGeom>
              <a:rect b="b" l="l" r="r" t="t"/>
              <a:pathLst>
                <a:path extrusionOk="0" h="7062" w="1489">
                  <a:moveTo>
                    <a:pt x="0" y="1"/>
                  </a:moveTo>
                  <a:lnTo>
                    <a:pt x="48" y="263"/>
                  </a:lnTo>
                  <a:lnTo>
                    <a:pt x="96" y="548"/>
                  </a:lnTo>
                  <a:lnTo>
                    <a:pt x="1215" y="7061"/>
                  </a:lnTo>
                  <a:cubicBezTo>
                    <a:pt x="1310" y="7037"/>
                    <a:pt x="1393" y="7025"/>
                    <a:pt x="1489" y="7002"/>
                  </a:cubicBezTo>
                  <a:lnTo>
                    <a:pt x="369" y="608"/>
                  </a:lnTo>
                  <a:lnTo>
                    <a:pt x="334" y="322"/>
                  </a:ln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3" name="Google Shape;2933;p22"/>
            <p:cNvSpPr/>
            <p:nvPr/>
          </p:nvSpPr>
          <p:spPr>
            <a:xfrm>
              <a:off x="4804450" y="989825"/>
              <a:ext cx="88725" cy="131000"/>
            </a:xfrm>
            <a:custGeom>
              <a:rect b="b" l="l" r="r" t="t"/>
              <a:pathLst>
                <a:path extrusionOk="0" h="5240" w="3549">
                  <a:moveTo>
                    <a:pt x="3323" y="1"/>
                  </a:moveTo>
                  <a:lnTo>
                    <a:pt x="1" y="5109"/>
                  </a:lnTo>
                  <a:cubicBezTo>
                    <a:pt x="84" y="5144"/>
                    <a:pt x="156" y="5192"/>
                    <a:pt x="227" y="5240"/>
                  </a:cubicBezTo>
                  <a:lnTo>
                    <a:pt x="3549" y="144"/>
                  </a:lnTo>
                  <a:cubicBezTo>
                    <a:pt x="3454" y="120"/>
                    <a:pt x="3382" y="84"/>
                    <a:pt x="332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4" name="Google Shape;2934;p22"/>
            <p:cNvSpPr/>
            <p:nvPr/>
          </p:nvSpPr>
          <p:spPr>
            <a:xfrm>
              <a:off x="4897925" y="939825"/>
              <a:ext cx="29775" cy="37525"/>
            </a:xfrm>
            <a:custGeom>
              <a:rect b="b" l="l" r="r" t="t"/>
              <a:pathLst>
                <a:path extrusionOk="0" h="1501" w="1191">
                  <a:moveTo>
                    <a:pt x="881" y="1"/>
                  </a:moveTo>
                  <a:lnTo>
                    <a:pt x="0" y="1346"/>
                  </a:lnTo>
                  <a:cubicBezTo>
                    <a:pt x="96" y="1382"/>
                    <a:pt x="167" y="1429"/>
                    <a:pt x="227" y="1501"/>
                  </a:cubicBezTo>
                  <a:lnTo>
                    <a:pt x="119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5" name="Google Shape;2935;p22"/>
            <p:cNvSpPr/>
            <p:nvPr/>
          </p:nvSpPr>
          <p:spPr>
            <a:xfrm>
              <a:off x="4904775" y="979125"/>
              <a:ext cx="209875" cy="36925"/>
            </a:xfrm>
            <a:custGeom>
              <a:rect b="b" l="l" r="r" t="t"/>
              <a:pathLst>
                <a:path extrusionOk="0" h="1477" w="8395">
                  <a:moveTo>
                    <a:pt x="0" y="0"/>
                  </a:moveTo>
                  <a:cubicBezTo>
                    <a:pt x="12" y="48"/>
                    <a:pt x="24" y="96"/>
                    <a:pt x="24" y="131"/>
                  </a:cubicBezTo>
                  <a:lnTo>
                    <a:pt x="24" y="250"/>
                  </a:lnTo>
                  <a:lnTo>
                    <a:pt x="8394" y="1477"/>
                  </a:lnTo>
                  <a:lnTo>
                    <a:pt x="7870" y="1131"/>
                  </a:ln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6" name="Google Shape;2936;p22"/>
            <p:cNvSpPr/>
            <p:nvPr/>
          </p:nvSpPr>
          <p:spPr>
            <a:xfrm>
              <a:off x="5115500" y="939825"/>
              <a:ext cx="73850" cy="73250"/>
            </a:xfrm>
            <a:custGeom>
              <a:rect b="b" l="l" r="r" t="t"/>
              <a:pathLst>
                <a:path extrusionOk="0" h="2930" w="2954">
                  <a:moveTo>
                    <a:pt x="2608" y="1"/>
                  </a:moveTo>
                  <a:lnTo>
                    <a:pt x="1" y="2775"/>
                  </a:lnTo>
                  <a:lnTo>
                    <a:pt x="227" y="2930"/>
                  </a:lnTo>
                  <a:lnTo>
                    <a:pt x="295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7" name="Google Shape;2937;p22"/>
            <p:cNvSpPr/>
            <p:nvPr/>
          </p:nvSpPr>
          <p:spPr>
            <a:xfrm>
              <a:off x="4996450" y="939825"/>
              <a:ext cx="347975" cy="224175"/>
            </a:xfrm>
            <a:custGeom>
              <a:rect b="b" l="l" r="r" t="t"/>
              <a:pathLst>
                <a:path extrusionOk="0" h="8967" w="13919">
                  <a:moveTo>
                    <a:pt x="0" y="1"/>
                  </a:moveTo>
                  <a:lnTo>
                    <a:pt x="4203" y="2715"/>
                  </a:lnTo>
                  <a:lnTo>
                    <a:pt x="4715" y="3061"/>
                  </a:lnTo>
                  <a:lnTo>
                    <a:pt x="13835" y="8966"/>
                  </a:lnTo>
                  <a:cubicBezTo>
                    <a:pt x="13847" y="8907"/>
                    <a:pt x="13871" y="8871"/>
                    <a:pt x="13919" y="8835"/>
                  </a:cubicBezTo>
                  <a:lnTo>
                    <a:pt x="13776" y="8633"/>
                  </a:lnTo>
                  <a:lnTo>
                    <a:pt x="4977" y="2918"/>
                  </a:lnTo>
                  <a:lnTo>
                    <a:pt x="4751" y="2763"/>
                  </a:lnTo>
                  <a:lnTo>
                    <a:pt x="47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8" name="Google Shape;2938;p22"/>
            <p:cNvSpPr/>
            <p:nvPr/>
          </p:nvSpPr>
          <p:spPr>
            <a:xfrm>
              <a:off x="5192300" y="939825"/>
              <a:ext cx="157775" cy="220900"/>
            </a:xfrm>
            <a:custGeom>
              <a:rect b="b" l="l" r="r" t="t"/>
              <a:pathLst>
                <a:path extrusionOk="0" h="8836" w="6311">
                  <a:moveTo>
                    <a:pt x="1" y="1"/>
                  </a:moveTo>
                  <a:lnTo>
                    <a:pt x="5942" y="8633"/>
                  </a:lnTo>
                  <a:lnTo>
                    <a:pt x="6073" y="8835"/>
                  </a:lnTo>
                  <a:cubicBezTo>
                    <a:pt x="6132" y="8764"/>
                    <a:pt x="6216" y="8716"/>
                    <a:pt x="6311" y="8704"/>
                  </a:cubicBez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9" name="Google Shape;2939;p22"/>
            <p:cNvSpPr/>
            <p:nvPr/>
          </p:nvSpPr>
          <p:spPr>
            <a:xfrm>
              <a:off x="5357500" y="995500"/>
              <a:ext cx="208675" cy="168500"/>
            </a:xfrm>
            <a:custGeom>
              <a:rect b="b" l="l" r="r" t="t"/>
              <a:pathLst>
                <a:path extrusionOk="0" h="6740" w="8347">
                  <a:moveTo>
                    <a:pt x="8168" y="0"/>
                  </a:moveTo>
                  <a:lnTo>
                    <a:pt x="1" y="6537"/>
                  </a:lnTo>
                  <a:cubicBezTo>
                    <a:pt x="72" y="6584"/>
                    <a:pt x="132" y="6656"/>
                    <a:pt x="155" y="6739"/>
                  </a:cubicBezTo>
                  <a:lnTo>
                    <a:pt x="8347" y="191"/>
                  </a:lnTo>
                  <a:cubicBezTo>
                    <a:pt x="8275" y="131"/>
                    <a:pt x="8216" y="72"/>
                    <a:pt x="8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0" name="Google Shape;2940;p22"/>
            <p:cNvSpPr/>
            <p:nvPr/>
          </p:nvSpPr>
          <p:spPr>
            <a:xfrm>
              <a:off x="5531925" y="939825"/>
              <a:ext cx="36650" cy="39025"/>
            </a:xfrm>
            <a:custGeom>
              <a:rect b="b" l="l" r="r" t="t"/>
              <a:pathLst>
                <a:path extrusionOk="0" h="1561" w="1466">
                  <a:moveTo>
                    <a:pt x="1" y="1"/>
                  </a:moveTo>
                  <a:lnTo>
                    <a:pt x="1251" y="1560"/>
                  </a:lnTo>
                  <a:cubicBezTo>
                    <a:pt x="1298" y="1501"/>
                    <a:pt x="1370" y="1453"/>
                    <a:pt x="1465" y="1406"/>
                  </a:cubicBez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1" name="Google Shape;2941;p22"/>
            <p:cNvSpPr/>
            <p:nvPr/>
          </p:nvSpPr>
          <p:spPr>
            <a:xfrm>
              <a:off x="5412275" y="940125"/>
              <a:ext cx="30075" cy="14900"/>
            </a:xfrm>
            <a:custGeom>
              <a:rect b="b" l="l" r="r" t="t"/>
              <a:pathLst>
                <a:path extrusionOk="0" h="596" w="1203">
                  <a:moveTo>
                    <a:pt x="0" y="1"/>
                  </a:moveTo>
                  <a:lnTo>
                    <a:pt x="1084" y="596"/>
                  </a:lnTo>
                  <a:cubicBezTo>
                    <a:pt x="1108" y="489"/>
                    <a:pt x="1143" y="417"/>
                    <a:pt x="1203" y="358"/>
                  </a:cubicBezTo>
                  <a:lnTo>
                    <a:pt x="5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2" name="Google Shape;2942;p22"/>
            <p:cNvSpPr/>
            <p:nvPr/>
          </p:nvSpPr>
          <p:spPr>
            <a:xfrm>
              <a:off x="5448000" y="940125"/>
              <a:ext cx="7750" cy="6575"/>
            </a:xfrm>
            <a:custGeom>
              <a:rect b="b" l="l" r="r" t="t"/>
              <a:pathLst>
                <a:path extrusionOk="0" h="263" w="310">
                  <a:moveTo>
                    <a:pt x="36" y="1"/>
                  </a:moveTo>
                  <a:lnTo>
                    <a:pt x="0" y="251"/>
                  </a:lnTo>
                  <a:cubicBezTo>
                    <a:pt x="12" y="251"/>
                    <a:pt x="24" y="251"/>
                    <a:pt x="36" y="239"/>
                  </a:cubicBezTo>
                  <a:cubicBezTo>
                    <a:pt x="58" y="235"/>
                    <a:pt x="80" y="234"/>
                    <a:pt x="100" y="234"/>
                  </a:cubicBezTo>
                  <a:cubicBezTo>
                    <a:pt x="157" y="234"/>
                    <a:pt x="207" y="245"/>
                    <a:pt x="250" y="262"/>
                  </a:cubicBez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3" name="Google Shape;2943;p22"/>
            <p:cNvSpPr/>
            <p:nvPr/>
          </p:nvSpPr>
          <p:spPr>
            <a:xfrm>
              <a:off x="5654850" y="939825"/>
              <a:ext cx="128625" cy="201250"/>
            </a:xfrm>
            <a:custGeom>
              <a:rect b="b" l="l" r="r" t="t"/>
              <a:pathLst>
                <a:path extrusionOk="0" h="8050" w="5145">
                  <a:moveTo>
                    <a:pt x="1" y="1"/>
                  </a:moveTo>
                  <a:lnTo>
                    <a:pt x="4978" y="8049"/>
                  </a:lnTo>
                  <a:cubicBezTo>
                    <a:pt x="5025" y="8002"/>
                    <a:pt x="5085" y="7954"/>
                    <a:pt x="5144" y="7906"/>
                  </a:cubicBezTo>
                  <a:lnTo>
                    <a:pt x="5097" y="7775"/>
                  </a:lnTo>
                  <a:lnTo>
                    <a:pt x="29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4" name="Google Shape;2944;p22"/>
            <p:cNvSpPr/>
            <p:nvPr/>
          </p:nvSpPr>
          <p:spPr>
            <a:xfrm>
              <a:off x="5575375" y="939825"/>
              <a:ext cx="14925" cy="36050"/>
            </a:xfrm>
            <a:custGeom>
              <a:rect b="b" l="l" r="r" t="t"/>
              <a:pathLst>
                <a:path extrusionOk="0" h="1442" w="597">
                  <a:moveTo>
                    <a:pt x="346" y="1"/>
                  </a:moveTo>
                  <a:lnTo>
                    <a:pt x="1" y="1370"/>
                  </a:lnTo>
                  <a:cubicBezTo>
                    <a:pt x="96" y="1370"/>
                    <a:pt x="180" y="1394"/>
                    <a:pt x="239" y="1441"/>
                  </a:cubicBezTo>
                  <a:lnTo>
                    <a:pt x="5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5" name="Google Shape;2945;p22"/>
            <p:cNvSpPr/>
            <p:nvPr/>
          </p:nvSpPr>
          <p:spPr>
            <a:xfrm>
              <a:off x="5742075" y="939825"/>
              <a:ext cx="47350" cy="198275"/>
            </a:xfrm>
            <a:custGeom>
              <a:rect b="b" l="l" r="r" t="t"/>
              <a:pathLst>
                <a:path extrusionOk="0" h="7931" w="1894">
                  <a:moveTo>
                    <a:pt x="0" y="1"/>
                  </a:moveTo>
                  <a:lnTo>
                    <a:pt x="1608" y="7775"/>
                  </a:lnTo>
                  <a:lnTo>
                    <a:pt x="1644" y="7930"/>
                  </a:lnTo>
                  <a:cubicBezTo>
                    <a:pt x="1715" y="7894"/>
                    <a:pt x="1775" y="7871"/>
                    <a:pt x="1870" y="7871"/>
                  </a:cubicBezTo>
                  <a:lnTo>
                    <a:pt x="1894" y="7871"/>
                  </a:ln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6" name="Google Shape;2946;p22"/>
            <p:cNvSpPr/>
            <p:nvPr/>
          </p:nvSpPr>
          <p:spPr>
            <a:xfrm>
              <a:off x="5789400" y="1164550"/>
              <a:ext cx="90525" cy="353650"/>
            </a:xfrm>
            <a:custGeom>
              <a:rect b="b" l="l" r="r" t="t"/>
              <a:pathLst>
                <a:path extrusionOk="0" h="14146" w="3621">
                  <a:moveTo>
                    <a:pt x="251" y="1"/>
                  </a:moveTo>
                  <a:cubicBezTo>
                    <a:pt x="215" y="13"/>
                    <a:pt x="155" y="25"/>
                    <a:pt x="96" y="37"/>
                  </a:cubicBezTo>
                  <a:lnTo>
                    <a:pt x="1" y="37"/>
                  </a:lnTo>
                  <a:lnTo>
                    <a:pt x="3370" y="14145"/>
                  </a:lnTo>
                  <a:cubicBezTo>
                    <a:pt x="3441" y="14122"/>
                    <a:pt x="3513" y="14110"/>
                    <a:pt x="3584" y="14086"/>
                  </a:cubicBezTo>
                  <a:lnTo>
                    <a:pt x="3620" y="14086"/>
                  </a:lnTo>
                  <a:lnTo>
                    <a:pt x="2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7" name="Google Shape;2947;p22"/>
            <p:cNvSpPr/>
            <p:nvPr/>
          </p:nvSpPr>
          <p:spPr>
            <a:xfrm>
              <a:off x="6017400" y="939525"/>
              <a:ext cx="8075" cy="4500"/>
            </a:xfrm>
            <a:custGeom>
              <a:rect b="b" l="l" r="r" t="t"/>
              <a:pathLst>
                <a:path extrusionOk="0" h="180" w="323">
                  <a:moveTo>
                    <a:pt x="1" y="1"/>
                  </a:moveTo>
                  <a:lnTo>
                    <a:pt x="108" y="179"/>
                  </a:lnTo>
                  <a:cubicBezTo>
                    <a:pt x="156" y="144"/>
                    <a:pt x="203" y="96"/>
                    <a:pt x="239" y="72"/>
                  </a:cubicBezTo>
                  <a:cubicBezTo>
                    <a:pt x="275" y="48"/>
                    <a:pt x="298" y="36"/>
                    <a:pt x="322" y="25"/>
                  </a:cubicBez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8" name="Google Shape;2948;p22"/>
            <p:cNvSpPr/>
            <p:nvPr/>
          </p:nvSpPr>
          <p:spPr>
            <a:xfrm>
              <a:off x="5798625" y="956500"/>
              <a:ext cx="225350" cy="187850"/>
            </a:xfrm>
            <a:custGeom>
              <a:rect b="b" l="l" r="r" t="t"/>
              <a:pathLst>
                <a:path extrusionOk="0" h="7514" w="9014">
                  <a:moveTo>
                    <a:pt x="8835" y="0"/>
                  </a:moveTo>
                  <a:lnTo>
                    <a:pt x="1" y="7299"/>
                  </a:lnTo>
                  <a:cubicBezTo>
                    <a:pt x="84" y="7370"/>
                    <a:pt x="144" y="7442"/>
                    <a:pt x="167" y="7513"/>
                  </a:cubicBezTo>
                  <a:lnTo>
                    <a:pt x="9014" y="191"/>
                  </a:lnTo>
                  <a:cubicBezTo>
                    <a:pt x="8954" y="167"/>
                    <a:pt x="8895" y="96"/>
                    <a:pt x="8847" y="24"/>
                  </a:cubicBezTo>
                  <a:cubicBezTo>
                    <a:pt x="8847" y="12"/>
                    <a:pt x="8835" y="12"/>
                    <a:pt x="883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9" name="Google Shape;2949;p22"/>
            <p:cNvSpPr/>
            <p:nvPr/>
          </p:nvSpPr>
          <p:spPr>
            <a:xfrm>
              <a:off x="6031700" y="959775"/>
              <a:ext cx="71750" cy="111650"/>
            </a:xfrm>
            <a:custGeom>
              <a:rect b="b" l="l" r="r" t="t"/>
              <a:pathLst>
                <a:path extrusionOk="0" h="4466" w="2870">
                  <a:moveTo>
                    <a:pt x="238" y="0"/>
                  </a:moveTo>
                  <a:cubicBezTo>
                    <a:pt x="226" y="12"/>
                    <a:pt x="191" y="36"/>
                    <a:pt x="155" y="60"/>
                  </a:cubicBezTo>
                  <a:cubicBezTo>
                    <a:pt x="107" y="72"/>
                    <a:pt x="60" y="96"/>
                    <a:pt x="0" y="108"/>
                  </a:cubicBezTo>
                  <a:lnTo>
                    <a:pt x="2691" y="4465"/>
                  </a:lnTo>
                  <a:cubicBezTo>
                    <a:pt x="2739" y="4394"/>
                    <a:pt x="2798" y="4322"/>
                    <a:pt x="2870" y="4263"/>
                  </a:cubicBezTo>
                  <a:lnTo>
                    <a:pt x="23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0" name="Google Shape;2950;p22"/>
            <p:cNvSpPr/>
            <p:nvPr/>
          </p:nvSpPr>
          <p:spPr>
            <a:xfrm>
              <a:off x="6036450" y="939825"/>
              <a:ext cx="12825" cy="7475"/>
            </a:xfrm>
            <a:custGeom>
              <a:rect b="b" l="l" r="r" t="t"/>
              <a:pathLst>
                <a:path extrusionOk="0" h="299" w="513">
                  <a:moveTo>
                    <a:pt x="108" y="1"/>
                  </a:moveTo>
                  <a:lnTo>
                    <a:pt x="1" y="84"/>
                  </a:lnTo>
                  <a:cubicBezTo>
                    <a:pt x="48" y="120"/>
                    <a:pt x="96" y="155"/>
                    <a:pt x="120" y="203"/>
                  </a:cubicBezTo>
                  <a:lnTo>
                    <a:pt x="167" y="298"/>
                  </a:lnTo>
                  <a:lnTo>
                    <a:pt x="51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1" name="Google Shape;2951;p22"/>
            <p:cNvSpPr/>
            <p:nvPr/>
          </p:nvSpPr>
          <p:spPr>
            <a:xfrm>
              <a:off x="5965325" y="1184200"/>
              <a:ext cx="453050" cy="198075"/>
            </a:xfrm>
            <a:custGeom>
              <a:rect b="b" l="l" r="r" t="t"/>
              <a:pathLst>
                <a:path extrusionOk="0" h="7923" w="18122">
                  <a:moveTo>
                    <a:pt x="18121" y="1"/>
                  </a:moveTo>
                  <a:lnTo>
                    <a:pt x="143" y="7633"/>
                  </a:lnTo>
                  <a:lnTo>
                    <a:pt x="0" y="7883"/>
                  </a:lnTo>
                  <a:cubicBezTo>
                    <a:pt x="27" y="7909"/>
                    <a:pt x="67" y="7923"/>
                    <a:pt x="106" y="7923"/>
                  </a:cubicBezTo>
                  <a:cubicBezTo>
                    <a:pt x="118" y="7923"/>
                    <a:pt x="131" y="7921"/>
                    <a:pt x="143" y="7918"/>
                  </a:cubicBezTo>
                  <a:lnTo>
                    <a:pt x="18121" y="286"/>
                  </a:lnTo>
                  <a:lnTo>
                    <a:pt x="1812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2" name="Google Shape;2952;p22"/>
            <p:cNvSpPr/>
            <p:nvPr/>
          </p:nvSpPr>
          <p:spPr>
            <a:xfrm>
              <a:off x="6126650" y="939825"/>
              <a:ext cx="68775" cy="119975"/>
            </a:xfrm>
            <a:custGeom>
              <a:rect b="b" l="l" r="r" t="t"/>
              <a:pathLst>
                <a:path extrusionOk="0" h="4799" w="2751">
                  <a:moveTo>
                    <a:pt x="2465" y="1"/>
                  </a:moveTo>
                  <a:lnTo>
                    <a:pt x="0" y="4739"/>
                  </a:lnTo>
                  <a:cubicBezTo>
                    <a:pt x="84" y="4763"/>
                    <a:pt x="179" y="4775"/>
                    <a:pt x="250" y="4799"/>
                  </a:cubicBezTo>
                  <a:lnTo>
                    <a:pt x="27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3" name="Google Shape;2953;p22"/>
            <p:cNvSpPr/>
            <p:nvPr/>
          </p:nvSpPr>
          <p:spPr>
            <a:xfrm>
              <a:off x="5887625" y="1106525"/>
              <a:ext cx="218800" cy="414050"/>
            </a:xfrm>
            <a:custGeom>
              <a:rect b="b" l="l" r="r" t="t"/>
              <a:pathLst>
                <a:path extrusionOk="0" h="16562" w="8752">
                  <a:moveTo>
                    <a:pt x="8561" y="0"/>
                  </a:moveTo>
                  <a:lnTo>
                    <a:pt x="1" y="16443"/>
                  </a:lnTo>
                  <a:cubicBezTo>
                    <a:pt x="96" y="16466"/>
                    <a:pt x="167" y="16502"/>
                    <a:pt x="227" y="16562"/>
                  </a:cubicBezTo>
                  <a:lnTo>
                    <a:pt x="3132" y="10990"/>
                  </a:lnTo>
                  <a:lnTo>
                    <a:pt x="3263" y="10740"/>
                  </a:lnTo>
                  <a:lnTo>
                    <a:pt x="8752" y="179"/>
                  </a:lnTo>
                  <a:cubicBezTo>
                    <a:pt x="8680" y="131"/>
                    <a:pt x="8621" y="72"/>
                    <a:pt x="856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4" name="Google Shape;2954;p22"/>
            <p:cNvSpPr/>
            <p:nvPr/>
          </p:nvSpPr>
          <p:spPr>
            <a:xfrm>
              <a:off x="4762775" y="1114700"/>
              <a:ext cx="59275" cy="58100"/>
            </a:xfrm>
            <a:custGeom>
              <a:rect b="b" l="l" r="r" t="t"/>
              <a:pathLst>
                <a:path extrusionOk="0" h="2324" w="2371">
                  <a:moveTo>
                    <a:pt x="1166" y="0"/>
                  </a:moveTo>
                  <a:cubicBezTo>
                    <a:pt x="1130" y="0"/>
                    <a:pt x="1095" y="2"/>
                    <a:pt x="1061" y="7"/>
                  </a:cubicBezTo>
                  <a:cubicBezTo>
                    <a:pt x="977" y="18"/>
                    <a:pt x="882" y="42"/>
                    <a:pt x="811" y="66"/>
                  </a:cubicBezTo>
                  <a:cubicBezTo>
                    <a:pt x="477" y="173"/>
                    <a:pt x="227" y="423"/>
                    <a:pt x="96" y="721"/>
                  </a:cubicBezTo>
                  <a:cubicBezTo>
                    <a:pt x="60" y="804"/>
                    <a:pt x="37" y="888"/>
                    <a:pt x="25" y="983"/>
                  </a:cubicBezTo>
                  <a:cubicBezTo>
                    <a:pt x="1" y="1078"/>
                    <a:pt x="1" y="1185"/>
                    <a:pt x="1" y="1292"/>
                  </a:cubicBezTo>
                  <a:cubicBezTo>
                    <a:pt x="78" y="1890"/>
                    <a:pt x="568" y="2324"/>
                    <a:pt x="1144" y="2324"/>
                  </a:cubicBezTo>
                  <a:cubicBezTo>
                    <a:pt x="1187" y="2324"/>
                    <a:pt x="1231" y="2321"/>
                    <a:pt x="1275" y="2316"/>
                  </a:cubicBezTo>
                  <a:cubicBezTo>
                    <a:pt x="1906" y="2245"/>
                    <a:pt x="2370" y="1673"/>
                    <a:pt x="2299" y="1054"/>
                  </a:cubicBezTo>
                  <a:cubicBezTo>
                    <a:pt x="2263" y="721"/>
                    <a:pt x="2108" y="459"/>
                    <a:pt x="1870" y="268"/>
                  </a:cubicBezTo>
                  <a:cubicBezTo>
                    <a:pt x="1787" y="209"/>
                    <a:pt x="1727" y="161"/>
                    <a:pt x="1644" y="126"/>
                  </a:cubicBezTo>
                  <a:cubicBezTo>
                    <a:pt x="1506" y="47"/>
                    <a:pt x="1335" y="0"/>
                    <a:pt x="116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5" name="Google Shape;2955;p22"/>
            <p:cNvSpPr/>
            <p:nvPr/>
          </p:nvSpPr>
          <p:spPr>
            <a:xfrm>
              <a:off x="4558600" y="1391375"/>
              <a:ext cx="30975" cy="29875"/>
            </a:xfrm>
            <a:custGeom>
              <a:rect b="b" l="l" r="r" t="t"/>
              <a:pathLst>
                <a:path extrusionOk="0" h="1195" w="1239">
                  <a:moveTo>
                    <a:pt x="548" y="0"/>
                  </a:moveTo>
                  <a:cubicBezTo>
                    <a:pt x="476" y="12"/>
                    <a:pt x="405" y="36"/>
                    <a:pt x="346" y="60"/>
                  </a:cubicBezTo>
                  <a:cubicBezTo>
                    <a:pt x="131" y="167"/>
                    <a:pt x="0" y="405"/>
                    <a:pt x="12" y="655"/>
                  </a:cubicBezTo>
                  <a:cubicBezTo>
                    <a:pt x="57" y="966"/>
                    <a:pt x="308" y="1195"/>
                    <a:pt x="603" y="1195"/>
                  </a:cubicBezTo>
                  <a:cubicBezTo>
                    <a:pt x="624" y="1195"/>
                    <a:pt x="646" y="1193"/>
                    <a:pt x="667" y="1191"/>
                  </a:cubicBezTo>
                  <a:cubicBezTo>
                    <a:pt x="1000" y="1167"/>
                    <a:pt x="1238" y="870"/>
                    <a:pt x="1203" y="536"/>
                  </a:cubicBezTo>
                  <a:cubicBezTo>
                    <a:pt x="1191" y="346"/>
                    <a:pt x="1084" y="191"/>
                    <a:pt x="941" y="108"/>
                  </a:cubicBezTo>
                  <a:cubicBezTo>
                    <a:pt x="869" y="60"/>
                    <a:pt x="786" y="36"/>
                    <a:pt x="703" y="12"/>
                  </a:cubicBezTo>
                  <a:cubicBezTo>
                    <a:pt x="667" y="0"/>
                    <a:pt x="643" y="0"/>
                    <a:pt x="59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6" name="Google Shape;2956;p22"/>
            <p:cNvSpPr/>
            <p:nvPr/>
          </p:nvSpPr>
          <p:spPr>
            <a:xfrm>
              <a:off x="4196350" y="1025325"/>
              <a:ext cx="30075" cy="30150"/>
            </a:xfrm>
            <a:custGeom>
              <a:rect b="b" l="l" r="r" t="t"/>
              <a:pathLst>
                <a:path extrusionOk="0" h="1206" w="1203">
                  <a:moveTo>
                    <a:pt x="622" y="1"/>
                  </a:moveTo>
                  <a:cubicBezTo>
                    <a:pt x="596" y="1"/>
                    <a:pt x="566" y="4"/>
                    <a:pt x="536" y="10"/>
                  </a:cubicBezTo>
                  <a:cubicBezTo>
                    <a:pt x="238" y="45"/>
                    <a:pt x="24" y="283"/>
                    <a:pt x="0" y="569"/>
                  </a:cubicBezTo>
                  <a:lnTo>
                    <a:pt x="0" y="664"/>
                  </a:lnTo>
                  <a:cubicBezTo>
                    <a:pt x="0" y="724"/>
                    <a:pt x="12" y="772"/>
                    <a:pt x="36" y="831"/>
                  </a:cubicBezTo>
                  <a:cubicBezTo>
                    <a:pt x="123" y="1048"/>
                    <a:pt x="337" y="1205"/>
                    <a:pt x="581" y="1205"/>
                  </a:cubicBezTo>
                  <a:cubicBezTo>
                    <a:pt x="606" y="1205"/>
                    <a:pt x="630" y="1204"/>
                    <a:pt x="655" y="1200"/>
                  </a:cubicBezTo>
                  <a:cubicBezTo>
                    <a:pt x="679" y="1200"/>
                    <a:pt x="727" y="1188"/>
                    <a:pt x="750" y="1188"/>
                  </a:cubicBezTo>
                  <a:cubicBezTo>
                    <a:pt x="846" y="1165"/>
                    <a:pt x="917" y="1117"/>
                    <a:pt x="977" y="1069"/>
                  </a:cubicBezTo>
                  <a:cubicBezTo>
                    <a:pt x="1131" y="938"/>
                    <a:pt x="1203" y="748"/>
                    <a:pt x="1191" y="545"/>
                  </a:cubicBezTo>
                  <a:cubicBezTo>
                    <a:pt x="1167" y="367"/>
                    <a:pt x="1072" y="224"/>
                    <a:pt x="929" y="117"/>
                  </a:cubicBezTo>
                  <a:cubicBezTo>
                    <a:pt x="858" y="69"/>
                    <a:pt x="786" y="33"/>
                    <a:pt x="691" y="10"/>
                  </a:cubicBezTo>
                  <a:cubicBezTo>
                    <a:pt x="673" y="4"/>
                    <a:pt x="649" y="1"/>
                    <a:pt x="62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7" name="Google Shape;2957;p22"/>
            <p:cNvSpPr/>
            <p:nvPr/>
          </p:nvSpPr>
          <p:spPr>
            <a:xfrm>
              <a:off x="4432100" y="1005225"/>
              <a:ext cx="30075" cy="29900"/>
            </a:xfrm>
            <a:custGeom>
              <a:rect b="b" l="l" r="r" t="t"/>
              <a:pathLst>
                <a:path extrusionOk="0" h="1196" w="1203">
                  <a:moveTo>
                    <a:pt x="614" y="0"/>
                  </a:moveTo>
                  <a:cubicBezTo>
                    <a:pt x="592" y="0"/>
                    <a:pt x="570" y="2"/>
                    <a:pt x="548" y="4"/>
                  </a:cubicBezTo>
                  <a:cubicBezTo>
                    <a:pt x="464" y="16"/>
                    <a:pt x="369" y="40"/>
                    <a:pt x="310" y="87"/>
                  </a:cubicBezTo>
                  <a:cubicBezTo>
                    <a:pt x="238" y="135"/>
                    <a:pt x="179" y="195"/>
                    <a:pt x="131" y="254"/>
                  </a:cubicBezTo>
                  <a:cubicBezTo>
                    <a:pt x="83" y="325"/>
                    <a:pt x="48" y="397"/>
                    <a:pt x="24" y="492"/>
                  </a:cubicBezTo>
                  <a:cubicBezTo>
                    <a:pt x="12" y="540"/>
                    <a:pt x="0" y="599"/>
                    <a:pt x="12" y="659"/>
                  </a:cubicBezTo>
                  <a:cubicBezTo>
                    <a:pt x="47" y="961"/>
                    <a:pt x="309" y="1195"/>
                    <a:pt x="631" y="1195"/>
                  </a:cubicBezTo>
                  <a:cubicBezTo>
                    <a:pt x="639" y="1195"/>
                    <a:pt x="647" y="1195"/>
                    <a:pt x="655" y="1195"/>
                  </a:cubicBezTo>
                  <a:lnTo>
                    <a:pt x="667" y="1195"/>
                  </a:lnTo>
                  <a:cubicBezTo>
                    <a:pt x="762" y="1171"/>
                    <a:pt x="834" y="1159"/>
                    <a:pt x="905" y="1111"/>
                  </a:cubicBezTo>
                  <a:cubicBezTo>
                    <a:pt x="1000" y="1076"/>
                    <a:pt x="1072" y="992"/>
                    <a:pt x="1119" y="909"/>
                  </a:cubicBezTo>
                  <a:cubicBezTo>
                    <a:pt x="1155" y="837"/>
                    <a:pt x="1191" y="754"/>
                    <a:pt x="1203" y="671"/>
                  </a:cubicBezTo>
                  <a:lnTo>
                    <a:pt x="1203" y="540"/>
                  </a:lnTo>
                  <a:cubicBezTo>
                    <a:pt x="1180" y="229"/>
                    <a:pt x="920" y="0"/>
                    <a:pt x="61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8" name="Google Shape;2958;p22"/>
            <p:cNvSpPr/>
            <p:nvPr/>
          </p:nvSpPr>
          <p:spPr>
            <a:xfrm>
              <a:off x="4392800" y="1332150"/>
              <a:ext cx="9850" cy="10525"/>
            </a:xfrm>
            <a:custGeom>
              <a:rect b="b" l="l" r="r" t="t"/>
              <a:pathLst>
                <a:path extrusionOk="0" h="421" w="394">
                  <a:moveTo>
                    <a:pt x="179" y="0"/>
                  </a:moveTo>
                  <a:cubicBezTo>
                    <a:pt x="96" y="0"/>
                    <a:pt x="60" y="48"/>
                    <a:pt x="24" y="107"/>
                  </a:cubicBezTo>
                  <a:cubicBezTo>
                    <a:pt x="12" y="131"/>
                    <a:pt x="0" y="179"/>
                    <a:pt x="0" y="238"/>
                  </a:cubicBezTo>
                  <a:cubicBezTo>
                    <a:pt x="11" y="343"/>
                    <a:pt x="77" y="421"/>
                    <a:pt x="175" y="421"/>
                  </a:cubicBezTo>
                  <a:cubicBezTo>
                    <a:pt x="188" y="421"/>
                    <a:pt x="201" y="420"/>
                    <a:pt x="215" y="417"/>
                  </a:cubicBezTo>
                  <a:cubicBezTo>
                    <a:pt x="322" y="405"/>
                    <a:pt x="381" y="333"/>
                    <a:pt x="393" y="238"/>
                  </a:cubicBezTo>
                  <a:lnTo>
                    <a:pt x="393" y="191"/>
                  </a:lnTo>
                  <a:cubicBezTo>
                    <a:pt x="393" y="107"/>
                    <a:pt x="334" y="36"/>
                    <a:pt x="262" y="24"/>
                  </a:cubicBezTo>
                  <a:cubicBezTo>
                    <a:pt x="239" y="0"/>
                    <a:pt x="203" y="0"/>
                    <a:pt x="17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9" name="Google Shape;2959;p22"/>
            <p:cNvSpPr/>
            <p:nvPr/>
          </p:nvSpPr>
          <p:spPr>
            <a:xfrm>
              <a:off x="5860550" y="1516575"/>
              <a:ext cx="42275" cy="40975"/>
            </a:xfrm>
            <a:custGeom>
              <a:rect b="b" l="l" r="r" t="t"/>
              <a:pathLst>
                <a:path extrusionOk="0" h="1639" w="1691">
                  <a:moveTo>
                    <a:pt x="853" y="0"/>
                  </a:moveTo>
                  <a:cubicBezTo>
                    <a:pt x="827" y="0"/>
                    <a:pt x="801" y="2"/>
                    <a:pt x="774" y="5"/>
                  </a:cubicBezTo>
                  <a:lnTo>
                    <a:pt x="762" y="5"/>
                  </a:lnTo>
                  <a:cubicBezTo>
                    <a:pt x="679" y="29"/>
                    <a:pt x="595" y="41"/>
                    <a:pt x="536" y="64"/>
                  </a:cubicBezTo>
                  <a:cubicBezTo>
                    <a:pt x="203" y="207"/>
                    <a:pt x="0" y="541"/>
                    <a:pt x="24" y="898"/>
                  </a:cubicBezTo>
                  <a:cubicBezTo>
                    <a:pt x="69" y="1327"/>
                    <a:pt x="436" y="1639"/>
                    <a:pt x="850" y="1639"/>
                  </a:cubicBezTo>
                  <a:cubicBezTo>
                    <a:pt x="872" y="1639"/>
                    <a:pt x="895" y="1638"/>
                    <a:pt x="917" y="1636"/>
                  </a:cubicBezTo>
                  <a:cubicBezTo>
                    <a:pt x="1369" y="1588"/>
                    <a:pt x="1691" y="1184"/>
                    <a:pt x="1655" y="743"/>
                  </a:cubicBezTo>
                  <a:cubicBezTo>
                    <a:pt x="1619" y="505"/>
                    <a:pt x="1500" y="291"/>
                    <a:pt x="1310" y="160"/>
                  </a:cubicBezTo>
                  <a:cubicBezTo>
                    <a:pt x="1238" y="112"/>
                    <a:pt x="1155" y="64"/>
                    <a:pt x="1084" y="41"/>
                  </a:cubicBezTo>
                  <a:cubicBezTo>
                    <a:pt x="1003" y="14"/>
                    <a:pt x="930" y="0"/>
                    <a:pt x="8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0" name="Google Shape;2960;p22"/>
            <p:cNvSpPr/>
            <p:nvPr/>
          </p:nvSpPr>
          <p:spPr>
            <a:xfrm>
              <a:off x="5775700" y="1136275"/>
              <a:ext cx="29800" cy="28900"/>
            </a:xfrm>
            <a:custGeom>
              <a:rect b="b" l="l" r="r" t="t"/>
              <a:pathLst>
                <a:path extrusionOk="0" h="1156" w="1192">
                  <a:moveTo>
                    <a:pt x="537" y="1"/>
                  </a:moveTo>
                  <a:cubicBezTo>
                    <a:pt x="465" y="1"/>
                    <a:pt x="382" y="25"/>
                    <a:pt x="322" y="60"/>
                  </a:cubicBezTo>
                  <a:cubicBezTo>
                    <a:pt x="263" y="84"/>
                    <a:pt x="203" y="132"/>
                    <a:pt x="168" y="191"/>
                  </a:cubicBezTo>
                  <a:cubicBezTo>
                    <a:pt x="60" y="310"/>
                    <a:pt x="1" y="453"/>
                    <a:pt x="25" y="632"/>
                  </a:cubicBezTo>
                  <a:cubicBezTo>
                    <a:pt x="60" y="918"/>
                    <a:pt x="299" y="1144"/>
                    <a:pt x="560" y="1156"/>
                  </a:cubicBezTo>
                  <a:lnTo>
                    <a:pt x="656" y="1156"/>
                  </a:lnTo>
                  <a:cubicBezTo>
                    <a:pt x="680" y="1156"/>
                    <a:pt x="739" y="1144"/>
                    <a:pt x="799" y="1108"/>
                  </a:cubicBezTo>
                  <a:cubicBezTo>
                    <a:pt x="1025" y="1025"/>
                    <a:pt x="1192" y="787"/>
                    <a:pt x="1156" y="513"/>
                  </a:cubicBezTo>
                  <a:cubicBezTo>
                    <a:pt x="1156" y="441"/>
                    <a:pt x="1132" y="370"/>
                    <a:pt x="1096" y="310"/>
                  </a:cubicBezTo>
                  <a:cubicBezTo>
                    <a:pt x="1061" y="227"/>
                    <a:pt x="1013" y="156"/>
                    <a:pt x="941" y="108"/>
                  </a:cubicBezTo>
                  <a:cubicBezTo>
                    <a:pt x="834" y="36"/>
                    <a:pt x="703" y="1"/>
                    <a:pt x="56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1" name="Google Shape;2961;p22"/>
            <p:cNvSpPr/>
            <p:nvPr/>
          </p:nvSpPr>
          <p:spPr>
            <a:xfrm>
              <a:off x="5559325" y="973750"/>
              <a:ext cx="30375" cy="28950"/>
            </a:xfrm>
            <a:custGeom>
              <a:rect b="b" l="l" r="r" t="t"/>
              <a:pathLst>
                <a:path extrusionOk="0" h="1158" w="1215">
                  <a:moveTo>
                    <a:pt x="679" y="1"/>
                  </a:moveTo>
                  <a:lnTo>
                    <a:pt x="548" y="13"/>
                  </a:lnTo>
                  <a:cubicBezTo>
                    <a:pt x="488" y="13"/>
                    <a:pt x="429" y="25"/>
                    <a:pt x="369" y="49"/>
                  </a:cubicBezTo>
                  <a:cubicBezTo>
                    <a:pt x="286" y="84"/>
                    <a:pt x="214" y="144"/>
                    <a:pt x="155" y="203"/>
                  </a:cubicBezTo>
                  <a:cubicBezTo>
                    <a:pt x="48" y="322"/>
                    <a:pt x="0" y="465"/>
                    <a:pt x="24" y="632"/>
                  </a:cubicBezTo>
                  <a:cubicBezTo>
                    <a:pt x="36" y="727"/>
                    <a:pt x="48" y="799"/>
                    <a:pt x="95" y="858"/>
                  </a:cubicBezTo>
                  <a:cubicBezTo>
                    <a:pt x="143" y="930"/>
                    <a:pt x="202" y="989"/>
                    <a:pt x="274" y="1049"/>
                  </a:cubicBezTo>
                  <a:cubicBezTo>
                    <a:pt x="370" y="1113"/>
                    <a:pt x="485" y="1158"/>
                    <a:pt x="611" y="1158"/>
                  </a:cubicBezTo>
                  <a:cubicBezTo>
                    <a:pt x="626" y="1158"/>
                    <a:pt x="640" y="1157"/>
                    <a:pt x="655" y="1156"/>
                  </a:cubicBezTo>
                  <a:cubicBezTo>
                    <a:pt x="976" y="1120"/>
                    <a:pt x="1214" y="834"/>
                    <a:pt x="1179" y="525"/>
                  </a:cubicBezTo>
                  <a:cubicBezTo>
                    <a:pt x="1167" y="334"/>
                    <a:pt x="1060" y="191"/>
                    <a:pt x="917" y="84"/>
                  </a:cubicBezTo>
                  <a:cubicBezTo>
                    <a:pt x="833" y="37"/>
                    <a:pt x="750" y="1"/>
                    <a:pt x="67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2" name="Google Shape;2962;p22"/>
            <p:cNvSpPr/>
            <p:nvPr/>
          </p:nvSpPr>
          <p:spPr>
            <a:xfrm>
              <a:off x="4618425" y="1217425"/>
              <a:ext cx="22050" cy="20375"/>
            </a:xfrm>
            <a:custGeom>
              <a:rect b="b" l="l" r="r" t="t"/>
              <a:pathLst>
                <a:path extrusionOk="0" h="815" w="882">
                  <a:moveTo>
                    <a:pt x="442" y="1"/>
                  </a:moveTo>
                  <a:cubicBezTo>
                    <a:pt x="422" y="1"/>
                    <a:pt x="402" y="2"/>
                    <a:pt x="381" y="5"/>
                  </a:cubicBezTo>
                  <a:lnTo>
                    <a:pt x="358" y="5"/>
                  </a:lnTo>
                  <a:cubicBezTo>
                    <a:pt x="155" y="41"/>
                    <a:pt x="0" y="219"/>
                    <a:pt x="24" y="422"/>
                  </a:cubicBezTo>
                  <a:lnTo>
                    <a:pt x="24" y="458"/>
                  </a:lnTo>
                  <a:cubicBezTo>
                    <a:pt x="36" y="541"/>
                    <a:pt x="60" y="600"/>
                    <a:pt x="108" y="660"/>
                  </a:cubicBezTo>
                  <a:cubicBezTo>
                    <a:pt x="119" y="684"/>
                    <a:pt x="143" y="708"/>
                    <a:pt x="167" y="720"/>
                  </a:cubicBezTo>
                  <a:cubicBezTo>
                    <a:pt x="227" y="779"/>
                    <a:pt x="322" y="815"/>
                    <a:pt x="405" y="815"/>
                  </a:cubicBezTo>
                  <a:lnTo>
                    <a:pt x="477" y="815"/>
                  </a:lnTo>
                  <a:cubicBezTo>
                    <a:pt x="703" y="803"/>
                    <a:pt x="881" y="589"/>
                    <a:pt x="858" y="362"/>
                  </a:cubicBezTo>
                  <a:cubicBezTo>
                    <a:pt x="834" y="219"/>
                    <a:pt x="750" y="100"/>
                    <a:pt x="643" y="41"/>
                  </a:cubicBezTo>
                  <a:cubicBezTo>
                    <a:pt x="563" y="14"/>
                    <a:pt x="503" y="1"/>
                    <a:pt x="44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3" name="Google Shape;2963;p22"/>
            <p:cNvSpPr/>
            <p:nvPr/>
          </p:nvSpPr>
          <p:spPr>
            <a:xfrm>
              <a:off x="5439650" y="946275"/>
              <a:ext cx="21175" cy="20375"/>
            </a:xfrm>
            <a:custGeom>
              <a:rect b="b" l="l" r="r" t="t"/>
              <a:pathLst>
                <a:path extrusionOk="0" h="815" w="847">
                  <a:moveTo>
                    <a:pt x="430" y="0"/>
                  </a:moveTo>
                  <a:cubicBezTo>
                    <a:pt x="411" y="0"/>
                    <a:pt x="391" y="2"/>
                    <a:pt x="370" y="5"/>
                  </a:cubicBezTo>
                  <a:cubicBezTo>
                    <a:pt x="358" y="5"/>
                    <a:pt x="346" y="5"/>
                    <a:pt x="334" y="16"/>
                  </a:cubicBezTo>
                  <a:cubicBezTo>
                    <a:pt x="239" y="40"/>
                    <a:pt x="179" y="76"/>
                    <a:pt x="120" y="136"/>
                  </a:cubicBezTo>
                  <a:cubicBezTo>
                    <a:pt x="60" y="195"/>
                    <a:pt x="13" y="290"/>
                    <a:pt x="13" y="374"/>
                  </a:cubicBezTo>
                  <a:cubicBezTo>
                    <a:pt x="11" y="372"/>
                    <a:pt x="10" y="371"/>
                    <a:pt x="8" y="371"/>
                  </a:cubicBezTo>
                  <a:cubicBezTo>
                    <a:pt x="1" y="371"/>
                    <a:pt x="1" y="402"/>
                    <a:pt x="1" y="433"/>
                  </a:cubicBezTo>
                  <a:cubicBezTo>
                    <a:pt x="35" y="652"/>
                    <a:pt x="214" y="815"/>
                    <a:pt x="430" y="815"/>
                  </a:cubicBezTo>
                  <a:cubicBezTo>
                    <a:pt x="438" y="815"/>
                    <a:pt x="446" y="815"/>
                    <a:pt x="453" y="814"/>
                  </a:cubicBezTo>
                  <a:cubicBezTo>
                    <a:pt x="667" y="790"/>
                    <a:pt x="846" y="588"/>
                    <a:pt x="822" y="362"/>
                  </a:cubicBezTo>
                  <a:cubicBezTo>
                    <a:pt x="810" y="219"/>
                    <a:pt x="715" y="100"/>
                    <a:pt x="584" y="40"/>
                  </a:cubicBezTo>
                  <a:cubicBezTo>
                    <a:pt x="539" y="14"/>
                    <a:pt x="488" y="0"/>
                    <a:pt x="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4" name="Google Shape;2964;p22"/>
            <p:cNvSpPr/>
            <p:nvPr/>
          </p:nvSpPr>
          <p:spPr>
            <a:xfrm>
              <a:off x="5341125" y="1157350"/>
              <a:ext cx="21450" cy="20100"/>
            </a:xfrm>
            <a:custGeom>
              <a:rect b="b" l="l" r="r" t="t"/>
              <a:pathLst>
                <a:path extrusionOk="0" h="804" w="858">
                  <a:moveTo>
                    <a:pt x="436" y="0"/>
                  </a:moveTo>
                  <a:cubicBezTo>
                    <a:pt x="418" y="0"/>
                    <a:pt x="400" y="1"/>
                    <a:pt x="382" y="3"/>
                  </a:cubicBezTo>
                  <a:lnTo>
                    <a:pt x="346" y="3"/>
                  </a:lnTo>
                  <a:cubicBezTo>
                    <a:pt x="251" y="15"/>
                    <a:pt x="179" y="63"/>
                    <a:pt x="120" y="122"/>
                  </a:cubicBezTo>
                  <a:lnTo>
                    <a:pt x="25" y="253"/>
                  </a:lnTo>
                  <a:cubicBezTo>
                    <a:pt x="13" y="313"/>
                    <a:pt x="1" y="372"/>
                    <a:pt x="13" y="432"/>
                  </a:cubicBezTo>
                  <a:cubicBezTo>
                    <a:pt x="46" y="643"/>
                    <a:pt x="215" y="803"/>
                    <a:pt x="422" y="803"/>
                  </a:cubicBezTo>
                  <a:cubicBezTo>
                    <a:pt x="436" y="803"/>
                    <a:pt x="451" y="802"/>
                    <a:pt x="465" y="801"/>
                  </a:cubicBezTo>
                  <a:cubicBezTo>
                    <a:pt x="679" y="789"/>
                    <a:pt x="858" y="587"/>
                    <a:pt x="834" y="360"/>
                  </a:cubicBezTo>
                  <a:cubicBezTo>
                    <a:pt x="834" y="325"/>
                    <a:pt x="822" y="301"/>
                    <a:pt x="798" y="253"/>
                  </a:cubicBezTo>
                  <a:cubicBezTo>
                    <a:pt x="787" y="182"/>
                    <a:pt x="727" y="110"/>
                    <a:pt x="656" y="63"/>
                  </a:cubicBezTo>
                  <a:cubicBezTo>
                    <a:pt x="596" y="23"/>
                    <a:pt x="521" y="0"/>
                    <a:pt x="43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5" name="Google Shape;2965;p22"/>
            <p:cNvSpPr/>
            <p:nvPr/>
          </p:nvSpPr>
          <p:spPr>
            <a:xfrm>
              <a:off x="4884825" y="973175"/>
              <a:ext cx="20850" cy="20850"/>
            </a:xfrm>
            <a:custGeom>
              <a:rect b="b" l="l" r="r" t="t"/>
              <a:pathLst>
                <a:path extrusionOk="0" h="834" w="834">
                  <a:moveTo>
                    <a:pt x="381" y="0"/>
                  </a:moveTo>
                  <a:cubicBezTo>
                    <a:pt x="239" y="12"/>
                    <a:pt x="143" y="72"/>
                    <a:pt x="84" y="179"/>
                  </a:cubicBezTo>
                  <a:cubicBezTo>
                    <a:pt x="36" y="250"/>
                    <a:pt x="0" y="345"/>
                    <a:pt x="0" y="429"/>
                  </a:cubicBezTo>
                  <a:lnTo>
                    <a:pt x="0" y="464"/>
                  </a:lnTo>
                  <a:cubicBezTo>
                    <a:pt x="24" y="548"/>
                    <a:pt x="48" y="631"/>
                    <a:pt x="108" y="691"/>
                  </a:cubicBezTo>
                  <a:cubicBezTo>
                    <a:pt x="167" y="762"/>
                    <a:pt x="239" y="810"/>
                    <a:pt x="334" y="822"/>
                  </a:cubicBezTo>
                  <a:cubicBezTo>
                    <a:pt x="381" y="834"/>
                    <a:pt x="417" y="834"/>
                    <a:pt x="465" y="834"/>
                  </a:cubicBezTo>
                  <a:cubicBezTo>
                    <a:pt x="655" y="822"/>
                    <a:pt x="798" y="691"/>
                    <a:pt x="822" y="512"/>
                  </a:cubicBezTo>
                  <a:cubicBezTo>
                    <a:pt x="822" y="464"/>
                    <a:pt x="834" y="417"/>
                    <a:pt x="822" y="369"/>
                  </a:cubicBezTo>
                  <a:cubicBezTo>
                    <a:pt x="822" y="334"/>
                    <a:pt x="810" y="286"/>
                    <a:pt x="798" y="238"/>
                  </a:cubicBezTo>
                  <a:cubicBezTo>
                    <a:pt x="774" y="214"/>
                    <a:pt x="762" y="179"/>
                    <a:pt x="751" y="167"/>
                  </a:cubicBezTo>
                  <a:cubicBezTo>
                    <a:pt x="691" y="95"/>
                    <a:pt x="620" y="48"/>
                    <a:pt x="536" y="12"/>
                  </a:cubicBezTo>
                  <a:cubicBezTo>
                    <a:pt x="501" y="0"/>
                    <a:pt x="441" y="0"/>
                    <a:pt x="38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6" name="Google Shape;2966;p22"/>
            <p:cNvSpPr/>
            <p:nvPr/>
          </p:nvSpPr>
          <p:spPr>
            <a:xfrm>
              <a:off x="3994525" y="940125"/>
              <a:ext cx="20575" cy="10200"/>
            </a:xfrm>
            <a:custGeom>
              <a:rect b="b" l="l" r="r" t="t"/>
              <a:pathLst>
                <a:path extrusionOk="0" h="408" w="823">
                  <a:moveTo>
                    <a:pt x="1" y="1"/>
                  </a:moveTo>
                  <a:lnTo>
                    <a:pt x="1" y="48"/>
                  </a:lnTo>
                  <a:cubicBezTo>
                    <a:pt x="1" y="84"/>
                    <a:pt x="13" y="132"/>
                    <a:pt x="37" y="167"/>
                  </a:cubicBezTo>
                  <a:cubicBezTo>
                    <a:pt x="49" y="203"/>
                    <a:pt x="72" y="251"/>
                    <a:pt x="120" y="286"/>
                  </a:cubicBezTo>
                  <a:cubicBezTo>
                    <a:pt x="205" y="361"/>
                    <a:pt x="310" y="407"/>
                    <a:pt x="417" y="407"/>
                  </a:cubicBezTo>
                  <a:cubicBezTo>
                    <a:pt x="429" y="407"/>
                    <a:pt x="441" y="407"/>
                    <a:pt x="453" y="405"/>
                  </a:cubicBezTo>
                  <a:cubicBezTo>
                    <a:pt x="465" y="405"/>
                    <a:pt x="477" y="405"/>
                    <a:pt x="489" y="382"/>
                  </a:cubicBezTo>
                  <a:cubicBezTo>
                    <a:pt x="596" y="370"/>
                    <a:pt x="691" y="310"/>
                    <a:pt x="751" y="239"/>
                  </a:cubicBezTo>
                  <a:cubicBezTo>
                    <a:pt x="787" y="167"/>
                    <a:pt x="822" y="84"/>
                    <a:pt x="82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7" name="Google Shape;2967;p22"/>
            <p:cNvSpPr/>
            <p:nvPr/>
          </p:nvSpPr>
          <p:spPr>
            <a:xfrm>
              <a:off x="4521100" y="1262650"/>
              <a:ext cx="21150" cy="20400"/>
            </a:xfrm>
            <a:custGeom>
              <a:rect b="b" l="l" r="r" t="t"/>
              <a:pathLst>
                <a:path extrusionOk="0" h="816" w="846">
                  <a:moveTo>
                    <a:pt x="463" y="1"/>
                  </a:moveTo>
                  <a:cubicBezTo>
                    <a:pt x="443" y="1"/>
                    <a:pt x="424" y="2"/>
                    <a:pt x="405" y="6"/>
                  </a:cubicBezTo>
                  <a:lnTo>
                    <a:pt x="381" y="6"/>
                  </a:lnTo>
                  <a:cubicBezTo>
                    <a:pt x="298" y="18"/>
                    <a:pt x="226" y="42"/>
                    <a:pt x="167" y="89"/>
                  </a:cubicBezTo>
                  <a:cubicBezTo>
                    <a:pt x="60" y="173"/>
                    <a:pt x="0" y="315"/>
                    <a:pt x="12" y="446"/>
                  </a:cubicBezTo>
                  <a:cubicBezTo>
                    <a:pt x="12" y="458"/>
                    <a:pt x="12" y="482"/>
                    <a:pt x="24" y="494"/>
                  </a:cubicBezTo>
                  <a:cubicBezTo>
                    <a:pt x="48" y="577"/>
                    <a:pt x="107" y="649"/>
                    <a:pt x="167" y="720"/>
                  </a:cubicBezTo>
                  <a:cubicBezTo>
                    <a:pt x="226" y="780"/>
                    <a:pt x="310" y="804"/>
                    <a:pt x="405" y="816"/>
                  </a:cubicBezTo>
                  <a:lnTo>
                    <a:pt x="476" y="816"/>
                  </a:lnTo>
                  <a:cubicBezTo>
                    <a:pt x="536" y="816"/>
                    <a:pt x="595" y="804"/>
                    <a:pt x="655" y="756"/>
                  </a:cubicBezTo>
                  <a:cubicBezTo>
                    <a:pt x="774" y="685"/>
                    <a:pt x="845" y="554"/>
                    <a:pt x="833" y="399"/>
                  </a:cubicBezTo>
                  <a:lnTo>
                    <a:pt x="833" y="375"/>
                  </a:lnTo>
                  <a:cubicBezTo>
                    <a:pt x="822" y="280"/>
                    <a:pt x="786" y="208"/>
                    <a:pt x="738" y="149"/>
                  </a:cubicBezTo>
                  <a:cubicBezTo>
                    <a:pt x="677" y="57"/>
                    <a:pt x="573" y="1"/>
                    <a:pt x="4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8" name="Google Shape;2968;p22"/>
            <p:cNvSpPr/>
            <p:nvPr/>
          </p:nvSpPr>
          <p:spPr>
            <a:xfrm>
              <a:off x="3877250" y="1014750"/>
              <a:ext cx="22050" cy="20675"/>
            </a:xfrm>
            <a:custGeom>
              <a:rect b="b" l="l" r="r" t="t"/>
              <a:pathLst>
                <a:path extrusionOk="0" h="827" w="882">
                  <a:moveTo>
                    <a:pt x="491" y="1"/>
                  </a:moveTo>
                  <a:cubicBezTo>
                    <a:pt x="479" y="1"/>
                    <a:pt x="466" y="2"/>
                    <a:pt x="453" y="4"/>
                  </a:cubicBezTo>
                  <a:lnTo>
                    <a:pt x="406" y="4"/>
                  </a:lnTo>
                  <a:cubicBezTo>
                    <a:pt x="179" y="16"/>
                    <a:pt x="1" y="230"/>
                    <a:pt x="37" y="456"/>
                  </a:cubicBezTo>
                  <a:cubicBezTo>
                    <a:pt x="60" y="664"/>
                    <a:pt x="249" y="826"/>
                    <a:pt x="455" y="826"/>
                  </a:cubicBezTo>
                  <a:cubicBezTo>
                    <a:pt x="463" y="826"/>
                    <a:pt x="470" y="826"/>
                    <a:pt x="477" y="826"/>
                  </a:cubicBezTo>
                  <a:cubicBezTo>
                    <a:pt x="703" y="814"/>
                    <a:pt x="882" y="599"/>
                    <a:pt x="858" y="373"/>
                  </a:cubicBezTo>
                  <a:cubicBezTo>
                    <a:pt x="858" y="337"/>
                    <a:pt x="834" y="290"/>
                    <a:pt x="822" y="254"/>
                  </a:cubicBezTo>
                  <a:cubicBezTo>
                    <a:pt x="810" y="159"/>
                    <a:pt x="751" y="99"/>
                    <a:pt x="656" y="52"/>
                  </a:cubicBezTo>
                  <a:cubicBezTo>
                    <a:pt x="607" y="22"/>
                    <a:pt x="550" y="1"/>
                    <a:pt x="49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9" name="Google Shape;2969;p22"/>
            <p:cNvSpPr/>
            <p:nvPr/>
          </p:nvSpPr>
          <p:spPr>
            <a:xfrm>
              <a:off x="6017400" y="939525"/>
              <a:ext cx="25025" cy="23025"/>
            </a:xfrm>
            <a:custGeom>
              <a:rect b="b" l="l" r="r" t="t"/>
              <a:pathLst>
                <a:path extrusionOk="0" h="921" w="1001">
                  <a:moveTo>
                    <a:pt x="370" y="1"/>
                  </a:moveTo>
                  <a:cubicBezTo>
                    <a:pt x="358" y="1"/>
                    <a:pt x="334" y="25"/>
                    <a:pt x="310" y="25"/>
                  </a:cubicBezTo>
                  <a:cubicBezTo>
                    <a:pt x="287" y="36"/>
                    <a:pt x="251" y="48"/>
                    <a:pt x="239" y="72"/>
                  </a:cubicBezTo>
                  <a:cubicBezTo>
                    <a:pt x="191" y="96"/>
                    <a:pt x="156" y="144"/>
                    <a:pt x="120" y="191"/>
                  </a:cubicBezTo>
                  <a:cubicBezTo>
                    <a:pt x="13" y="322"/>
                    <a:pt x="1" y="513"/>
                    <a:pt x="96" y="679"/>
                  </a:cubicBezTo>
                  <a:cubicBezTo>
                    <a:pt x="96" y="691"/>
                    <a:pt x="108" y="691"/>
                    <a:pt x="108" y="703"/>
                  </a:cubicBezTo>
                  <a:cubicBezTo>
                    <a:pt x="144" y="763"/>
                    <a:pt x="203" y="822"/>
                    <a:pt x="263" y="858"/>
                  </a:cubicBezTo>
                  <a:cubicBezTo>
                    <a:pt x="332" y="897"/>
                    <a:pt x="417" y="921"/>
                    <a:pt x="512" y="921"/>
                  </a:cubicBezTo>
                  <a:cubicBezTo>
                    <a:pt x="532" y="921"/>
                    <a:pt x="552" y="920"/>
                    <a:pt x="572" y="918"/>
                  </a:cubicBezTo>
                  <a:cubicBezTo>
                    <a:pt x="632" y="894"/>
                    <a:pt x="691" y="882"/>
                    <a:pt x="727" y="858"/>
                  </a:cubicBezTo>
                  <a:cubicBezTo>
                    <a:pt x="763" y="846"/>
                    <a:pt x="775" y="822"/>
                    <a:pt x="810" y="798"/>
                  </a:cubicBezTo>
                  <a:cubicBezTo>
                    <a:pt x="941" y="679"/>
                    <a:pt x="1001" y="465"/>
                    <a:pt x="929" y="310"/>
                  </a:cubicBezTo>
                  <a:lnTo>
                    <a:pt x="882" y="215"/>
                  </a:lnTo>
                  <a:cubicBezTo>
                    <a:pt x="846" y="167"/>
                    <a:pt x="810" y="120"/>
                    <a:pt x="775" y="96"/>
                  </a:cubicBezTo>
                  <a:cubicBezTo>
                    <a:pt x="727" y="48"/>
                    <a:pt x="668" y="25"/>
                    <a:pt x="59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0" name="Google Shape;2970;p22"/>
            <p:cNvSpPr/>
            <p:nvPr/>
          </p:nvSpPr>
          <p:spPr>
            <a:xfrm>
              <a:off x="4869650" y="949325"/>
              <a:ext cx="12825" cy="12000"/>
            </a:xfrm>
            <a:custGeom>
              <a:rect b="b" l="l" r="r" t="t"/>
              <a:pathLst>
                <a:path extrusionOk="0" h="480" w="513">
                  <a:moveTo>
                    <a:pt x="251" y="1"/>
                  </a:moveTo>
                  <a:cubicBezTo>
                    <a:pt x="243" y="1"/>
                    <a:pt x="235" y="1"/>
                    <a:pt x="226" y="2"/>
                  </a:cubicBezTo>
                  <a:cubicBezTo>
                    <a:pt x="96" y="14"/>
                    <a:pt x="0" y="133"/>
                    <a:pt x="12" y="275"/>
                  </a:cubicBezTo>
                  <a:cubicBezTo>
                    <a:pt x="34" y="398"/>
                    <a:pt x="140" y="479"/>
                    <a:pt x="261" y="479"/>
                  </a:cubicBezTo>
                  <a:cubicBezTo>
                    <a:pt x="269" y="479"/>
                    <a:pt x="278" y="479"/>
                    <a:pt x="286" y="478"/>
                  </a:cubicBezTo>
                  <a:cubicBezTo>
                    <a:pt x="417" y="466"/>
                    <a:pt x="512" y="347"/>
                    <a:pt x="488" y="216"/>
                  </a:cubicBezTo>
                  <a:cubicBezTo>
                    <a:pt x="477" y="82"/>
                    <a:pt x="372" y="1"/>
                    <a:pt x="25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1" name="Google Shape;2971;p22"/>
            <p:cNvSpPr/>
            <p:nvPr/>
          </p:nvSpPr>
          <p:spPr>
            <a:xfrm>
              <a:off x="4743150" y="1107375"/>
              <a:ext cx="12225" cy="12000"/>
            </a:xfrm>
            <a:custGeom>
              <a:rect b="b" l="l" r="r" t="t"/>
              <a:pathLst>
                <a:path extrusionOk="0" h="480" w="489">
                  <a:moveTo>
                    <a:pt x="251" y="1"/>
                  </a:moveTo>
                  <a:cubicBezTo>
                    <a:pt x="243" y="1"/>
                    <a:pt x="235" y="1"/>
                    <a:pt x="226" y="2"/>
                  </a:cubicBezTo>
                  <a:cubicBezTo>
                    <a:pt x="95" y="14"/>
                    <a:pt x="0" y="145"/>
                    <a:pt x="12" y="276"/>
                  </a:cubicBezTo>
                  <a:cubicBezTo>
                    <a:pt x="23" y="388"/>
                    <a:pt x="140" y="479"/>
                    <a:pt x="264" y="479"/>
                  </a:cubicBezTo>
                  <a:cubicBezTo>
                    <a:pt x="271" y="479"/>
                    <a:pt x="278" y="479"/>
                    <a:pt x="286" y="478"/>
                  </a:cubicBezTo>
                  <a:cubicBezTo>
                    <a:pt x="405" y="454"/>
                    <a:pt x="488" y="347"/>
                    <a:pt x="488" y="216"/>
                  </a:cubicBezTo>
                  <a:cubicBezTo>
                    <a:pt x="477" y="82"/>
                    <a:pt x="372" y="1"/>
                    <a:pt x="25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2" name="Google Shape;2972;p22"/>
            <p:cNvSpPr/>
            <p:nvPr/>
          </p:nvSpPr>
          <p:spPr>
            <a:xfrm>
              <a:off x="4242175" y="940725"/>
              <a:ext cx="12525" cy="11700"/>
            </a:xfrm>
            <a:custGeom>
              <a:rect b="b" l="l" r="r" t="t"/>
              <a:pathLst>
                <a:path extrusionOk="0" h="468" w="501">
                  <a:moveTo>
                    <a:pt x="227" y="0"/>
                  </a:moveTo>
                  <a:cubicBezTo>
                    <a:pt x="168" y="0"/>
                    <a:pt x="120" y="36"/>
                    <a:pt x="84" y="60"/>
                  </a:cubicBezTo>
                  <a:cubicBezTo>
                    <a:pt x="37" y="108"/>
                    <a:pt x="1" y="179"/>
                    <a:pt x="1" y="250"/>
                  </a:cubicBezTo>
                  <a:cubicBezTo>
                    <a:pt x="1" y="274"/>
                    <a:pt x="25" y="298"/>
                    <a:pt x="25" y="310"/>
                  </a:cubicBezTo>
                  <a:cubicBezTo>
                    <a:pt x="37" y="346"/>
                    <a:pt x="49" y="369"/>
                    <a:pt x="84" y="405"/>
                  </a:cubicBezTo>
                  <a:cubicBezTo>
                    <a:pt x="124" y="445"/>
                    <a:pt x="179" y="468"/>
                    <a:pt x="238" y="468"/>
                  </a:cubicBezTo>
                  <a:cubicBezTo>
                    <a:pt x="250" y="468"/>
                    <a:pt x="262" y="467"/>
                    <a:pt x="275" y="465"/>
                  </a:cubicBezTo>
                  <a:cubicBezTo>
                    <a:pt x="310" y="465"/>
                    <a:pt x="322" y="453"/>
                    <a:pt x="346" y="453"/>
                  </a:cubicBezTo>
                  <a:cubicBezTo>
                    <a:pt x="406" y="417"/>
                    <a:pt x="441" y="393"/>
                    <a:pt x="465" y="334"/>
                  </a:cubicBezTo>
                  <a:cubicBezTo>
                    <a:pt x="477" y="286"/>
                    <a:pt x="501" y="250"/>
                    <a:pt x="477" y="215"/>
                  </a:cubicBezTo>
                  <a:cubicBezTo>
                    <a:pt x="477" y="167"/>
                    <a:pt x="465" y="131"/>
                    <a:pt x="453" y="108"/>
                  </a:cubicBezTo>
                  <a:cubicBezTo>
                    <a:pt x="406" y="36"/>
                    <a:pt x="334" y="0"/>
                    <a:pt x="26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3" name="Google Shape;2973;p22"/>
            <p:cNvSpPr/>
            <p:nvPr/>
          </p:nvSpPr>
          <p:spPr>
            <a:xfrm>
              <a:off x="4657125" y="1097575"/>
              <a:ext cx="11925" cy="11350"/>
            </a:xfrm>
            <a:custGeom>
              <a:rect b="b" l="l" r="r" t="t"/>
              <a:pathLst>
                <a:path extrusionOk="0" h="454" w="477">
                  <a:moveTo>
                    <a:pt x="215" y="1"/>
                  </a:moveTo>
                  <a:cubicBezTo>
                    <a:pt x="155" y="1"/>
                    <a:pt x="107" y="25"/>
                    <a:pt x="72" y="60"/>
                  </a:cubicBezTo>
                  <a:cubicBezTo>
                    <a:pt x="36" y="96"/>
                    <a:pt x="0" y="180"/>
                    <a:pt x="0" y="251"/>
                  </a:cubicBezTo>
                  <a:cubicBezTo>
                    <a:pt x="0" y="275"/>
                    <a:pt x="12" y="322"/>
                    <a:pt x="36" y="334"/>
                  </a:cubicBezTo>
                  <a:cubicBezTo>
                    <a:pt x="72" y="418"/>
                    <a:pt x="167" y="453"/>
                    <a:pt x="250" y="453"/>
                  </a:cubicBezTo>
                  <a:cubicBezTo>
                    <a:pt x="286" y="453"/>
                    <a:pt x="322" y="441"/>
                    <a:pt x="334" y="430"/>
                  </a:cubicBezTo>
                  <a:cubicBezTo>
                    <a:pt x="417" y="418"/>
                    <a:pt x="476" y="322"/>
                    <a:pt x="465" y="215"/>
                  </a:cubicBezTo>
                  <a:cubicBezTo>
                    <a:pt x="453" y="120"/>
                    <a:pt x="393" y="37"/>
                    <a:pt x="322" y="13"/>
                  </a:cubicBezTo>
                  <a:cubicBezTo>
                    <a:pt x="286" y="1"/>
                    <a:pt x="238" y="1"/>
                    <a:pt x="21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4" name="Google Shape;2974;p22"/>
            <p:cNvSpPr/>
            <p:nvPr/>
          </p:nvSpPr>
          <p:spPr>
            <a:xfrm>
              <a:off x="5125025" y="1028500"/>
              <a:ext cx="12525" cy="12050"/>
            </a:xfrm>
            <a:custGeom>
              <a:rect b="b" l="l" r="r" t="t"/>
              <a:pathLst>
                <a:path extrusionOk="0" h="482" w="501">
                  <a:moveTo>
                    <a:pt x="239" y="1"/>
                  </a:moveTo>
                  <a:cubicBezTo>
                    <a:pt x="231" y="1"/>
                    <a:pt x="223" y="1"/>
                    <a:pt x="215" y="2"/>
                  </a:cubicBezTo>
                  <a:cubicBezTo>
                    <a:pt x="84" y="26"/>
                    <a:pt x="1" y="145"/>
                    <a:pt x="13" y="276"/>
                  </a:cubicBezTo>
                  <a:cubicBezTo>
                    <a:pt x="23" y="393"/>
                    <a:pt x="120" y="482"/>
                    <a:pt x="234" y="482"/>
                  </a:cubicBezTo>
                  <a:cubicBezTo>
                    <a:pt x="248" y="482"/>
                    <a:pt x="261" y="480"/>
                    <a:pt x="275" y="478"/>
                  </a:cubicBezTo>
                  <a:cubicBezTo>
                    <a:pt x="418" y="466"/>
                    <a:pt x="501" y="347"/>
                    <a:pt x="489" y="216"/>
                  </a:cubicBezTo>
                  <a:cubicBezTo>
                    <a:pt x="455" y="92"/>
                    <a:pt x="369" y="1"/>
                    <a:pt x="23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5" name="Google Shape;2975;p22"/>
            <p:cNvSpPr/>
            <p:nvPr/>
          </p:nvSpPr>
          <p:spPr>
            <a:xfrm>
              <a:off x="6093300" y="1058450"/>
              <a:ext cx="60150" cy="57725"/>
            </a:xfrm>
            <a:custGeom>
              <a:rect b="b" l="l" r="r" t="t"/>
              <a:pathLst>
                <a:path extrusionOk="0" h="2309" w="2406">
                  <a:moveTo>
                    <a:pt x="1190" y="0"/>
                  </a:moveTo>
                  <a:cubicBezTo>
                    <a:pt x="1150" y="0"/>
                    <a:pt x="1108" y="6"/>
                    <a:pt x="1061" y="18"/>
                  </a:cubicBezTo>
                  <a:cubicBezTo>
                    <a:pt x="810" y="42"/>
                    <a:pt x="572" y="161"/>
                    <a:pt x="394" y="328"/>
                  </a:cubicBezTo>
                  <a:cubicBezTo>
                    <a:pt x="334" y="387"/>
                    <a:pt x="275" y="459"/>
                    <a:pt x="215" y="530"/>
                  </a:cubicBezTo>
                  <a:cubicBezTo>
                    <a:pt x="84" y="733"/>
                    <a:pt x="1" y="994"/>
                    <a:pt x="37" y="1280"/>
                  </a:cubicBezTo>
                  <a:cubicBezTo>
                    <a:pt x="60" y="1530"/>
                    <a:pt x="168" y="1756"/>
                    <a:pt x="322" y="1923"/>
                  </a:cubicBezTo>
                  <a:cubicBezTo>
                    <a:pt x="382" y="1983"/>
                    <a:pt x="441" y="2030"/>
                    <a:pt x="513" y="2102"/>
                  </a:cubicBezTo>
                  <a:cubicBezTo>
                    <a:pt x="711" y="2237"/>
                    <a:pt x="936" y="2309"/>
                    <a:pt x="1188" y="2309"/>
                  </a:cubicBezTo>
                  <a:cubicBezTo>
                    <a:pt x="1224" y="2309"/>
                    <a:pt x="1261" y="2307"/>
                    <a:pt x="1299" y="2304"/>
                  </a:cubicBezTo>
                  <a:cubicBezTo>
                    <a:pt x="1942" y="2233"/>
                    <a:pt x="2406" y="1661"/>
                    <a:pt x="2323" y="1042"/>
                  </a:cubicBezTo>
                  <a:cubicBezTo>
                    <a:pt x="2287" y="590"/>
                    <a:pt x="1965" y="221"/>
                    <a:pt x="1572" y="78"/>
                  </a:cubicBezTo>
                  <a:cubicBezTo>
                    <a:pt x="1477" y="42"/>
                    <a:pt x="1406" y="30"/>
                    <a:pt x="1311" y="18"/>
                  </a:cubicBezTo>
                  <a:cubicBezTo>
                    <a:pt x="1269" y="6"/>
                    <a:pt x="1230" y="0"/>
                    <a:pt x="11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76" name="Google Shape;2976;p22"/>
          <p:cNvGrpSpPr/>
          <p:nvPr/>
        </p:nvGrpSpPr>
        <p:grpSpPr>
          <a:xfrm>
            <a:off x="5830687" y="3505908"/>
            <a:ext cx="3312746" cy="1371090"/>
            <a:chOff x="4145150" y="2643900"/>
            <a:chExt cx="1914550" cy="792400"/>
          </a:xfrm>
        </p:grpSpPr>
        <p:sp>
          <p:nvSpPr>
            <p:cNvPr id="2977" name="Google Shape;2977;p22"/>
            <p:cNvSpPr/>
            <p:nvPr/>
          </p:nvSpPr>
          <p:spPr>
            <a:xfrm>
              <a:off x="5202425" y="3311250"/>
              <a:ext cx="149150" cy="50325"/>
            </a:xfrm>
            <a:custGeom>
              <a:rect b="b" l="l" r="r" t="t"/>
              <a:pathLst>
                <a:path extrusionOk="0" h="2013" w="5966">
                  <a:moveTo>
                    <a:pt x="0" y="1"/>
                  </a:moveTo>
                  <a:lnTo>
                    <a:pt x="36" y="334"/>
                  </a:lnTo>
                  <a:lnTo>
                    <a:pt x="5870" y="2013"/>
                  </a:lnTo>
                  <a:cubicBezTo>
                    <a:pt x="5858" y="1894"/>
                    <a:pt x="5906" y="1786"/>
                    <a:pt x="5965" y="1715"/>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8" name="Google Shape;2978;p22"/>
            <p:cNvSpPr/>
            <p:nvPr/>
          </p:nvSpPr>
          <p:spPr>
            <a:xfrm>
              <a:off x="5104200" y="3285350"/>
              <a:ext cx="91100" cy="31575"/>
            </a:xfrm>
            <a:custGeom>
              <a:rect b="b" l="l" r="r" t="t"/>
              <a:pathLst>
                <a:path extrusionOk="0" h="1263" w="3644">
                  <a:moveTo>
                    <a:pt x="310" y="1"/>
                  </a:moveTo>
                  <a:lnTo>
                    <a:pt x="12" y="132"/>
                  </a:lnTo>
                  <a:lnTo>
                    <a:pt x="0" y="215"/>
                  </a:lnTo>
                  <a:lnTo>
                    <a:pt x="3644" y="1263"/>
                  </a:lnTo>
                  <a:lnTo>
                    <a:pt x="3596" y="929"/>
                  </a:ln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9" name="Google Shape;2979;p22"/>
            <p:cNvSpPr/>
            <p:nvPr/>
          </p:nvSpPr>
          <p:spPr>
            <a:xfrm>
              <a:off x="5098850" y="3282675"/>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0" name="Google Shape;2980;p22"/>
            <p:cNvSpPr/>
            <p:nvPr/>
          </p:nvSpPr>
          <p:spPr>
            <a:xfrm>
              <a:off x="5097050" y="32847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1" name="Google Shape;2981;p22"/>
            <p:cNvSpPr/>
            <p:nvPr/>
          </p:nvSpPr>
          <p:spPr>
            <a:xfrm>
              <a:off x="5317625" y="3080875"/>
              <a:ext cx="235450" cy="109550"/>
            </a:xfrm>
            <a:custGeom>
              <a:rect b="b" l="l" r="r" t="t"/>
              <a:pathLst>
                <a:path extrusionOk="0" h="4382" w="9418">
                  <a:moveTo>
                    <a:pt x="9335" y="0"/>
                  </a:moveTo>
                  <a:lnTo>
                    <a:pt x="0" y="4167"/>
                  </a:lnTo>
                  <a:lnTo>
                    <a:pt x="286" y="4382"/>
                  </a:lnTo>
                  <a:lnTo>
                    <a:pt x="9382" y="322"/>
                  </a:lnTo>
                  <a:lnTo>
                    <a:pt x="9418" y="262"/>
                  </a:lnTo>
                  <a:cubicBezTo>
                    <a:pt x="9358" y="179"/>
                    <a:pt x="9335" y="95"/>
                    <a:pt x="933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2" name="Google Shape;2982;p22"/>
            <p:cNvSpPr/>
            <p:nvPr/>
          </p:nvSpPr>
          <p:spPr>
            <a:xfrm>
              <a:off x="5193500" y="3188625"/>
              <a:ext cx="122950" cy="59850"/>
            </a:xfrm>
            <a:custGeom>
              <a:rect b="b" l="l" r="r" t="t"/>
              <a:pathLst>
                <a:path extrusionOk="0" h="2394" w="4918">
                  <a:moveTo>
                    <a:pt x="4644" y="0"/>
                  </a:moveTo>
                  <a:lnTo>
                    <a:pt x="0" y="2060"/>
                  </a:lnTo>
                  <a:lnTo>
                    <a:pt x="36" y="2393"/>
                  </a:lnTo>
                  <a:lnTo>
                    <a:pt x="4918" y="203"/>
                  </a:lnTo>
                  <a:lnTo>
                    <a:pt x="464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3" name="Google Shape;2983;p22"/>
            <p:cNvSpPr/>
            <p:nvPr/>
          </p:nvSpPr>
          <p:spPr>
            <a:xfrm>
              <a:off x="5097050" y="3284450"/>
              <a:ext cx="25" cy="1225"/>
            </a:xfrm>
            <a:custGeom>
              <a:rect b="b" l="l" r="r" t="t"/>
              <a:pathLst>
                <a:path extrusionOk="0" h="49" w="1">
                  <a:moveTo>
                    <a:pt x="1" y="13"/>
                  </a:moveTo>
                  <a:lnTo>
                    <a:pt x="1" y="13"/>
                  </a:lnTo>
                  <a:lnTo>
                    <a:pt x="1" y="49"/>
                  </a:lnTo>
                  <a:lnTo>
                    <a:pt x="1" y="13"/>
                  </a:lnTo>
                  <a:cubicBezTo>
                    <a:pt x="1" y="1"/>
                    <a:pt x="1" y="13"/>
                    <a:pt x="1"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4" name="Google Shape;2984;p22"/>
            <p:cNvSpPr/>
            <p:nvPr/>
          </p:nvSpPr>
          <p:spPr>
            <a:xfrm>
              <a:off x="5098550" y="3243975"/>
              <a:ext cx="88425" cy="44675"/>
            </a:xfrm>
            <a:custGeom>
              <a:rect b="b" l="l" r="r" t="t"/>
              <a:pathLst>
                <a:path extrusionOk="0" h="1787" w="3537">
                  <a:moveTo>
                    <a:pt x="33" y="1539"/>
                  </a:moveTo>
                  <a:lnTo>
                    <a:pt x="33" y="1539"/>
                  </a:lnTo>
                  <a:cubicBezTo>
                    <a:pt x="21" y="1541"/>
                    <a:pt x="10" y="1544"/>
                    <a:pt x="0" y="1549"/>
                  </a:cubicBezTo>
                  <a:lnTo>
                    <a:pt x="12" y="1549"/>
                  </a:lnTo>
                  <a:lnTo>
                    <a:pt x="33" y="1539"/>
                  </a:lnTo>
                  <a:close/>
                  <a:moveTo>
                    <a:pt x="3501" y="1"/>
                  </a:moveTo>
                  <a:lnTo>
                    <a:pt x="33" y="1539"/>
                  </a:lnTo>
                  <a:lnTo>
                    <a:pt x="33" y="1539"/>
                  </a:lnTo>
                  <a:cubicBezTo>
                    <a:pt x="51" y="1537"/>
                    <a:pt x="69" y="1537"/>
                    <a:pt x="84" y="1537"/>
                  </a:cubicBezTo>
                  <a:cubicBezTo>
                    <a:pt x="191" y="1537"/>
                    <a:pt x="250" y="1608"/>
                    <a:pt x="238" y="1691"/>
                  </a:cubicBezTo>
                  <a:lnTo>
                    <a:pt x="226" y="1787"/>
                  </a:lnTo>
                  <a:lnTo>
                    <a:pt x="536" y="1656"/>
                  </a:lnTo>
                  <a:lnTo>
                    <a:pt x="3536" y="310"/>
                  </a:lnTo>
                  <a:lnTo>
                    <a:pt x="350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5" name="Google Shape;2985;p22"/>
            <p:cNvSpPr/>
            <p:nvPr/>
          </p:nvSpPr>
          <p:spPr>
            <a:xfrm>
              <a:off x="5098250" y="3282675"/>
              <a:ext cx="625" cy="325"/>
            </a:xfrm>
            <a:custGeom>
              <a:rect b="b" l="l" r="r" t="t"/>
              <a:pathLst>
                <a:path extrusionOk="0" h="13" w="25">
                  <a:moveTo>
                    <a:pt x="24" y="1"/>
                  </a:moveTo>
                  <a:cubicBezTo>
                    <a:pt x="12" y="1"/>
                    <a:pt x="12" y="12"/>
                    <a:pt x="0" y="12"/>
                  </a:cubicBezTo>
                  <a:cubicBezTo>
                    <a:pt x="12" y="12"/>
                    <a:pt x="24" y="1"/>
                    <a:pt x="2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6" name="Google Shape;2986;p22"/>
            <p:cNvSpPr/>
            <p:nvPr/>
          </p:nvSpPr>
          <p:spPr>
            <a:xfrm>
              <a:off x="5097650" y="3283275"/>
              <a:ext cx="625" cy="625"/>
            </a:xfrm>
            <a:custGeom>
              <a:rect b="b" l="l" r="r" t="t"/>
              <a:pathLst>
                <a:path extrusionOk="0" h="25" w="25">
                  <a:moveTo>
                    <a:pt x="0" y="0"/>
                  </a:moveTo>
                  <a:lnTo>
                    <a:pt x="0" y="0"/>
                  </a:lnTo>
                  <a:cubicBezTo>
                    <a:pt x="0" y="0"/>
                    <a:pt x="0" y="24"/>
                    <a:pt x="0" y="0"/>
                  </a:cubicBezTo>
                  <a:cubicBezTo>
                    <a:pt x="0" y="0"/>
                    <a:pt x="24" y="0"/>
                    <a:pt x="0" y="0"/>
                  </a:cubicBezTo>
                  <a:cubicBezTo>
                    <a:pt x="24" y="0"/>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7" name="Google Shape;2987;p22"/>
            <p:cNvSpPr/>
            <p:nvPr/>
          </p:nvSpPr>
          <p:spPr>
            <a:xfrm>
              <a:off x="4158250" y="3228800"/>
              <a:ext cx="79800" cy="113125"/>
            </a:xfrm>
            <a:custGeom>
              <a:rect b="b" l="l" r="r" t="t"/>
              <a:pathLst>
                <a:path extrusionOk="0" h="4525" w="3192">
                  <a:moveTo>
                    <a:pt x="2917" y="1"/>
                  </a:moveTo>
                  <a:lnTo>
                    <a:pt x="0" y="4442"/>
                  </a:lnTo>
                  <a:cubicBezTo>
                    <a:pt x="96" y="4442"/>
                    <a:pt x="179" y="4477"/>
                    <a:pt x="238" y="4525"/>
                  </a:cubicBezTo>
                  <a:lnTo>
                    <a:pt x="393" y="4430"/>
                  </a:lnTo>
                  <a:lnTo>
                    <a:pt x="3191" y="143"/>
                  </a:lnTo>
                  <a:lnTo>
                    <a:pt x="291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8" name="Google Shape;2988;p22"/>
            <p:cNvSpPr/>
            <p:nvPr/>
          </p:nvSpPr>
          <p:spPr>
            <a:xfrm>
              <a:off x="4308850" y="3190700"/>
              <a:ext cx="106000" cy="64325"/>
            </a:xfrm>
            <a:custGeom>
              <a:rect b="b" l="l" r="r" t="t"/>
              <a:pathLst>
                <a:path extrusionOk="0" h="2573" w="4240">
                  <a:moveTo>
                    <a:pt x="4192" y="1"/>
                  </a:moveTo>
                  <a:cubicBezTo>
                    <a:pt x="4168" y="1"/>
                    <a:pt x="4168" y="1"/>
                    <a:pt x="4156" y="12"/>
                  </a:cubicBezTo>
                  <a:cubicBezTo>
                    <a:pt x="4168" y="12"/>
                    <a:pt x="4168" y="1"/>
                    <a:pt x="4192" y="1"/>
                  </a:cubicBezTo>
                  <a:close/>
                  <a:moveTo>
                    <a:pt x="4156" y="12"/>
                  </a:moveTo>
                  <a:lnTo>
                    <a:pt x="1" y="2310"/>
                  </a:lnTo>
                  <a:cubicBezTo>
                    <a:pt x="72" y="2382"/>
                    <a:pt x="144" y="2477"/>
                    <a:pt x="156" y="2572"/>
                  </a:cubicBezTo>
                  <a:lnTo>
                    <a:pt x="4240" y="310"/>
                  </a:lnTo>
                  <a:lnTo>
                    <a:pt x="4168" y="286"/>
                  </a:lnTo>
                  <a:cubicBezTo>
                    <a:pt x="4097" y="239"/>
                    <a:pt x="4061" y="155"/>
                    <a:pt x="4097" y="72"/>
                  </a:cubicBezTo>
                  <a:cubicBezTo>
                    <a:pt x="4109" y="48"/>
                    <a:pt x="4132" y="36"/>
                    <a:pt x="4156"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9" name="Google Shape;2989;p22"/>
            <p:cNvSpPr/>
            <p:nvPr/>
          </p:nvSpPr>
          <p:spPr>
            <a:xfrm>
              <a:off x="4410075" y="3190700"/>
              <a:ext cx="176525" cy="91100"/>
            </a:xfrm>
            <a:custGeom>
              <a:rect b="b" l="l" r="r" t="t"/>
              <a:pathLst>
                <a:path extrusionOk="0" h="3644" w="7061">
                  <a:moveTo>
                    <a:pt x="119" y="1"/>
                  </a:moveTo>
                  <a:cubicBezTo>
                    <a:pt x="107" y="1"/>
                    <a:pt x="107" y="1"/>
                    <a:pt x="95" y="12"/>
                  </a:cubicBezTo>
                  <a:cubicBezTo>
                    <a:pt x="95" y="36"/>
                    <a:pt x="60" y="48"/>
                    <a:pt x="48" y="72"/>
                  </a:cubicBezTo>
                  <a:cubicBezTo>
                    <a:pt x="0" y="155"/>
                    <a:pt x="48" y="239"/>
                    <a:pt x="119" y="286"/>
                  </a:cubicBezTo>
                  <a:lnTo>
                    <a:pt x="191" y="310"/>
                  </a:lnTo>
                  <a:lnTo>
                    <a:pt x="6977" y="3644"/>
                  </a:lnTo>
                  <a:cubicBezTo>
                    <a:pt x="6965" y="3620"/>
                    <a:pt x="6965" y="3608"/>
                    <a:pt x="6965" y="3572"/>
                  </a:cubicBezTo>
                  <a:cubicBezTo>
                    <a:pt x="6965" y="3489"/>
                    <a:pt x="7001" y="3394"/>
                    <a:pt x="7060" y="3346"/>
                  </a:cubicBezTo>
                  <a:lnTo>
                    <a:pt x="250" y="12"/>
                  </a:lnTo>
                  <a:cubicBezTo>
                    <a:pt x="238" y="12"/>
                    <a:pt x="238" y="12"/>
                    <a:pt x="22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0" name="Google Shape;2990;p22"/>
            <p:cNvSpPr/>
            <p:nvPr/>
          </p:nvSpPr>
          <p:spPr>
            <a:xfrm>
              <a:off x="4164500" y="3260350"/>
              <a:ext cx="127725" cy="87525"/>
            </a:xfrm>
            <a:custGeom>
              <a:rect b="b" l="l" r="r" t="t"/>
              <a:pathLst>
                <a:path extrusionOk="0" h="3501" w="5109">
                  <a:moveTo>
                    <a:pt x="4882" y="1"/>
                  </a:moveTo>
                  <a:lnTo>
                    <a:pt x="131" y="3168"/>
                  </a:lnTo>
                  <a:lnTo>
                    <a:pt x="0" y="3263"/>
                  </a:lnTo>
                  <a:cubicBezTo>
                    <a:pt x="96" y="3322"/>
                    <a:pt x="155" y="3394"/>
                    <a:pt x="191" y="3501"/>
                  </a:cubicBezTo>
                  <a:lnTo>
                    <a:pt x="5108" y="203"/>
                  </a:lnTo>
                  <a:cubicBezTo>
                    <a:pt x="5061" y="167"/>
                    <a:pt x="5037" y="120"/>
                    <a:pt x="5013" y="60"/>
                  </a:cubicBezTo>
                  <a:lnTo>
                    <a:pt x="488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1" name="Google Shape;2991;p22"/>
            <p:cNvSpPr/>
            <p:nvPr/>
          </p:nvSpPr>
          <p:spPr>
            <a:xfrm>
              <a:off x="4228800" y="3220775"/>
              <a:ext cx="61325" cy="41400"/>
            </a:xfrm>
            <a:custGeom>
              <a:rect b="b" l="l" r="r" t="t"/>
              <a:pathLst>
                <a:path extrusionOk="0" h="1656" w="2453">
                  <a:moveTo>
                    <a:pt x="203" y="0"/>
                  </a:moveTo>
                  <a:cubicBezTo>
                    <a:pt x="167" y="0"/>
                    <a:pt x="143" y="0"/>
                    <a:pt x="107" y="24"/>
                  </a:cubicBezTo>
                  <a:cubicBezTo>
                    <a:pt x="83" y="36"/>
                    <a:pt x="72" y="48"/>
                    <a:pt x="48" y="83"/>
                  </a:cubicBezTo>
                  <a:cubicBezTo>
                    <a:pt x="0" y="155"/>
                    <a:pt x="36" y="238"/>
                    <a:pt x="107" y="286"/>
                  </a:cubicBezTo>
                  <a:lnTo>
                    <a:pt x="119" y="298"/>
                  </a:lnTo>
                  <a:lnTo>
                    <a:pt x="393" y="452"/>
                  </a:lnTo>
                  <a:lnTo>
                    <a:pt x="2310" y="1584"/>
                  </a:lnTo>
                  <a:lnTo>
                    <a:pt x="2453" y="1655"/>
                  </a:lnTo>
                  <a:cubicBezTo>
                    <a:pt x="2429" y="1607"/>
                    <a:pt x="2417" y="1572"/>
                    <a:pt x="2417" y="1512"/>
                  </a:cubicBezTo>
                  <a:cubicBezTo>
                    <a:pt x="2417" y="1429"/>
                    <a:pt x="2417" y="1357"/>
                    <a:pt x="2453" y="1298"/>
                  </a:cubicBezTo>
                  <a:lnTo>
                    <a:pt x="619" y="238"/>
                  </a:lnTo>
                  <a:cubicBezTo>
                    <a:pt x="584" y="333"/>
                    <a:pt x="500" y="393"/>
                    <a:pt x="405" y="393"/>
                  </a:cubicBezTo>
                  <a:cubicBezTo>
                    <a:pt x="398" y="394"/>
                    <a:pt x="392" y="394"/>
                    <a:pt x="385" y="394"/>
                  </a:cubicBezTo>
                  <a:cubicBezTo>
                    <a:pt x="262" y="394"/>
                    <a:pt x="155" y="290"/>
                    <a:pt x="155" y="155"/>
                  </a:cubicBezTo>
                  <a:cubicBezTo>
                    <a:pt x="155" y="95"/>
                    <a:pt x="167" y="48"/>
                    <a:pt x="20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2" name="Google Shape;2992;p22"/>
            <p:cNvSpPr/>
            <p:nvPr/>
          </p:nvSpPr>
          <p:spPr>
            <a:xfrm>
              <a:off x="4302900" y="3265125"/>
              <a:ext cx="222375" cy="130500"/>
            </a:xfrm>
            <a:custGeom>
              <a:rect b="b" l="l" r="r" t="t"/>
              <a:pathLst>
                <a:path extrusionOk="0" h="5220" w="8895">
                  <a:moveTo>
                    <a:pt x="322" y="0"/>
                  </a:moveTo>
                  <a:cubicBezTo>
                    <a:pt x="239" y="95"/>
                    <a:pt x="144" y="167"/>
                    <a:pt x="1" y="179"/>
                  </a:cubicBezTo>
                  <a:lnTo>
                    <a:pt x="8776" y="5191"/>
                  </a:lnTo>
                  <a:cubicBezTo>
                    <a:pt x="8793" y="5209"/>
                    <a:pt x="8823" y="5220"/>
                    <a:pt x="8857" y="5220"/>
                  </a:cubicBezTo>
                  <a:cubicBezTo>
                    <a:pt x="8869" y="5220"/>
                    <a:pt x="8882" y="5218"/>
                    <a:pt x="8895" y="5215"/>
                  </a:cubicBezTo>
                  <a:cubicBezTo>
                    <a:pt x="8871" y="5155"/>
                    <a:pt x="8859" y="5096"/>
                    <a:pt x="8847" y="5013"/>
                  </a:cubicBezTo>
                  <a:lnTo>
                    <a:pt x="8847" y="4882"/>
                  </a:lnTo>
                  <a:lnTo>
                    <a:pt x="32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3" name="Google Shape;2993;p22"/>
            <p:cNvSpPr/>
            <p:nvPr/>
          </p:nvSpPr>
          <p:spPr>
            <a:xfrm>
              <a:off x="4545500" y="3403525"/>
              <a:ext cx="25325" cy="32475"/>
            </a:xfrm>
            <a:custGeom>
              <a:rect b="b" l="l" r="r" t="t"/>
              <a:pathLst>
                <a:path extrusionOk="0" h="1299" w="1013">
                  <a:moveTo>
                    <a:pt x="286" y="0"/>
                  </a:moveTo>
                  <a:cubicBezTo>
                    <a:pt x="215" y="60"/>
                    <a:pt x="108" y="108"/>
                    <a:pt x="0" y="131"/>
                  </a:cubicBezTo>
                  <a:lnTo>
                    <a:pt x="655" y="1298"/>
                  </a:lnTo>
                  <a:lnTo>
                    <a:pt x="1012" y="1298"/>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4" name="Google Shape;2994;p22"/>
            <p:cNvSpPr/>
            <p:nvPr/>
          </p:nvSpPr>
          <p:spPr>
            <a:xfrm>
              <a:off x="4592225" y="3007050"/>
              <a:ext cx="130100" cy="268800"/>
            </a:xfrm>
            <a:custGeom>
              <a:rect b="b" l="l" r="r" t="t"/>
              <a:pathLst>
                <a:path extrusionOk="0" h="10752" w="5204">
                  <a:moveTo>
                    <a:pt x="4918" y="0"/>
                  </a:moveTo>
                  <a:lnTo>
                    <a:pt x="1" y="10621"/>
                  </a:lnTo>
                  <a:cubicBezTo>
                    <a:pt x="84" y="10621"/>
                    <a:pt x="179" y="10680"/>
                    <a:pt x="215" y="10752"/>
                  </a:cubicBezTo>
                  <a:cubicBezTo>
                    <a:pt x="239" y="10740"/>
                    <a:pt x="251" y="10740"/>
                    <a:pt x="263" y="10740"/>
                  </a:cubicBezTo>
                  <a:lnTo>
                    <a:pt x="5204" y="119"/>
                  </a:lnTo>
                  <a:cubicBezTo>
                    <a:pt x="5097" y="96"/>
                    <a:pt x="5001" y="60"/>
                    <a:pt x="491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5" name="Google Shape;2995;p22"/>
            <p:cNvSpPr/>
            <p:nvPr/>
          </p:nvSpPr>
          <p:spPr>
            <a:xfrm>
              <a:off x="4545500" y="3284450"/>
              <a:ext cx="48550" cy="91125"/>
            </a:xfrm>
            <a:custGeom>
              <a:rect b="b" l="l" r="r" t="t"/>
              <a:pathLst>
                <a:path extrusionOk="0" h="3645" w="1942">
                  <a:moveTo>
                    <a:pt x="1620" y="1"/>
                  </a:moveTo>
                  <a:lnTo>
                    <a:pt x="0" y="3513"/>
                  </a:lnTo>
                  <a:cubicBezTo>
                    <a:pt x="108" y="3549"/>
                    <a:pt x="191" y="3585"/>
                    <a:pt x="286" y="3644"/>
                  </a:cubicBezTo>
                  <a:lnTo>
                    <a:pt x="1941" y="72"/>
                  </a:lnTo>
                  <a:cubicBezTo>
                    <a:pt x="1905" y="72"/>
                    <a:pt x="1882" y="96"/>
                    <a:pt x="1846" y="96"/>
                  </a:cubicBezTo>
                  <a:cubicBezTo>
                    <a:pt x="1837" y="97"/>
                    <a:pt x="1829" y="98"/>
                    <a:pt x="1820" y="98"/>
                  </a:cubicBezTo>
                  <a:cubicBezTo>
                    <a:pt x="1748" y="98"/>
                    <a:pt x="1684" y="54"/>
                    <a:pt x="162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6" name="Google Shape;2996;p22"/>
            <p:cNvSpPr/>
            <p:nvPr/>
          </p:nvSpPr>
          <p:spPr>
            <a:xfrm>
              <a:off x="4597575" y="3275225"/>
              <a:ext cx="212850" cy="99450"/>
            </a:xfrm>
            <a:custGeom>
              <a:rect b="b" l="l" r="r" t="t"/>
              <a:pathLst>
                <a:path extrusionOk="0" h="3978" w="8514">
                  <a:moveTo>
                    <a:pt x="49" y="1"/>
                  </a:moveTo>
                  <a:cubicBezTo>
                    <a:pt x="37" y="1"/>
                    <a:pt x="25" y="13"/>
                    <a:pt x="1" y="13"/>
                  </a:cubicBezTo>
                  <a:cubicBezTo>
                    <a:pt x="25" y="49"/>
                    <a:pt x="37" y="84"/>
                    <a:pt x="37" y="132"/>
                  </a:cubicBezTo>
                  <a:cubicBezTo>
                    <a:pt x="37" y="191"/>
                    <a:pt x="25" y="239"/>
                    <a:pt x="1" y="275"/>
                  </a:cubicBezTo>
                  <a:lnTo>
                    <a:pt x="25" y="275"/>
                  </a:lnTo>
                  <a:lnTo>
                    <a:pt x="8383" y="3978"/>
                  </a:lnTo>
                  <a:cubicBezTo>
                    <a:pt x="8419" y="3870"/>
                    <a:pt x="8454" y="3775"/>
                    <a:pt x="8514" y="3692"/>
                  </a:cubicBezTo>
                  <a:lnTo>
                    <a:pt x="144" y="13"/>
                  </a:lnTo>
                  <a:cubicBezTo>
                    <a:pt x="108" y="1"/>
                    <a:pt x="84" y="1"/>
                    <a:pt x="4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7" name="Google Shape;2997;p22"/>
            <p:cNvSpPr/>
            <p:nvPr/>
          </p:nvSpPr>
          <p:spPr>
            <a:xfrm>
              <a:off x="4838700" y="3381500"/>
              <a:ext cx="124725" cy="54200"/>
            </a:xfrm>
            <a:custGeom>
              <a:rect b="b" l="l" r="r" t="t"/>
              <a:pathLst>
                <a:path extrusionOk="0" h="2168" w="4989">
                  <a:moveTo>
                    <a:pt x="119" y="0"/>
                  </a:moveTo>
                  <a:cubicBezTo>
                    <a:pt x="107" y="108"/>
                    <a:pt x="60" y="191"/>
                    <a:pt x="0" y="286"/>
                  </a:cubicBezTo>
                  <a:lnTo>
                    <a:pt x="4227" y="2167"/>
                  </a:lnTo>
                  <a:lnTo>
                    <a:pt x="4989" y="2167"/>
                  </a:lnTo>
                  <a:lnTo>
                    <a:pt x="11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8" name="Google Shape;2998;p22"/>
            <p:cNvSpPr/>
            <p:nvPr/>
          </p:nvSpPr>
          <p:spPr>
            <a:xfrm>
              <a:off x="4723500" y="3007350"/>
              <a:ext cx="99725" cy="355725"/>
            </a:xfrm>
            <a:custGeom>
              <a:rect b="b" l="l" r="r" t="t"/>
              <a:pathLst>
                <a:path extrusionOk="0" h="14229" w="3989">
                  <a:moveTo>
                    <a:pt x="274" y="0"/>
                  </a:moveTo>
                  <a:cubicBezTo>
                    <a:pt x="227" y="72"/>
                    <a:pt x="119" y="107"/>
                    <a:pt x="0" y="107"/>
                  </a:cubicBezTo>
                  <a:lnTo>
                    <a:pt x="3691" y="14228"/>
                  </a:lnTo>
                  <a:cubicBezTo>
                    <a:pt x="3775" y="14181"/>
                    <a:pt x="3882" y="14157"/>
                    <a:pt x="3989" y="14133"/>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9" name="Google Shape;2999;p22"/>
            <p:cNvSpPr/>
            <p:nvPr/>
          </p:nvSpPr>
          <p:spPr>
            <a:xfrm>
              <a:off x="4825300" y="3394600"/>
              <a:ext cx="18475" cy="41100"/>
            </a:xfrm>
            <a:custGeom>
              <a:rect b="b" l="l" r="r" t="t"/>
              <a:pathLst>
                <a:path extrusionOk="0" h="1644" w="739">
                  <a:moveTo>
                    <a:pt x="274" y="0"/>
                  </a:moveTo>
                  <a:cubicBezTo>
                    <a:pt x="203" y="48"/>
                    <a:pt x="107" y="72"/>
                    <a:pt x="0" y="72"/>
                  </a:cubicBezTo>
                  <a:lnTo>
                    <a:pt x="417" y="1643"/>
                  </a:lnTo>
                  <a:lnTo>
                    <a:pt x="738" y="1643"/>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0" name="Google Shape;3000;p22"/>
            <p:cNvSpPr/>
            <p:nvPr/>
          </p:nvSpPr>
          <p:spPr>
            <a:xfrm>
              <a:off x="5078300" y="3281775"/>
              <a:ext cx="26825" cy="153325"/>
            </a:xfrm>
            <a:custGeom>
              <a:rect b="b" l="l" r="r" t="t"/>
              <a:pathLst>
                <a:path extrusionOk="0" h="6133" w="1073">
                  <a:moveTo>
                    <a:pt x="929" y="1"/>
                  </a:moveTo>
                  <a:cubicBezTo>
                    <a:pt x="894" y="1"/>
                    <a:pt x="870" y="1"/>
                    <a:pt x="834" y="13"/>
                  </a:cubicBezTo>
                  <a:cubicBezTo>
                    <a:pt x="822" y="13"/>
                    <a:pt x="822" y="37"/>
                    <a:pt x="810" y="37"/>
                  </a:cubicBezTo>
                  <a:lnTo>
                    <a:pt x="786" y="48"/>
                  </a:lnTo>
                  <a:lnTo>
                    <a:pt x="786" y="60"/>
                  </a:lnTo>
                  <a:cubicBezTo>
                    <a:pt x="786" y="60"/>
                    <a:pt x="786" y="84"/>
                    <a:pt x="774" y="84"/>
                  </a:cubicBezTo>
                  <a:lnTo>
                    <a:pt x="774" y="96"/>
                  </a:lnTo>
                  <a:cubicBezTo>
                    <a:pt x="774" y="108"/>
                    <a:pt x="774" y="108"/>
                    <a:pt x="763" y="120"/>
                  </a:cubicBezTo>
                  <a:lnTo>
                    <a:pt x="1" y="6133"/>
                  </a:lnTo>
                  <a:lnTo>
                    <a:pt x="322" y="6133"/>
                  </a:lnTo>
                  <a:lnTo>
                    <a:pt x="1036" y="358"/>
                  </a:lnTo>
                  <a:lnTo>
                    <a:pt x="1048" y="275"/>
                  </a:lnTo>
                  <a:lnTo>
                    <a:pt x="1060" y="179"/>
                  </a:lnTo>
                  <a:cubicBezTo>
                    <a:pt x="1072" y="96"/>
                    <a:pt x="1013" y="13"/>
                    <a:pt x="92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1" name="Google Shape;3001;p22"/>
            <p:cNvSpPr/>
            <p:nvPr/>
          </p:nvSpPr>
          <p:spPr>
            <a:xfrm>
              <a:off x="5165975" y="3082950"/>
              <a:ext cx="51650" cy="352750"/>
            </a:xfrm>
            <a:custGeom>
              <a:rect b="b" l="l" r="r" t="t"/>
              <a:pathLst>
                <a:path extrusionOk="0" h="14110" w="2066">
                  <a:moveTo>
                    <a:pt x="6" y="0"/>
                  </a:moveTo>
                  <a:cubicBezTo>
                    <a:pt x="0" y="28"/>
                    <a:pt x="5" y="56"/>
                    <a:pt x="16" y="81"/>
                  </a:cubicBezTo>
                  <a:lnTo>
                    <a:pt x="16" y="81"/>
                  </a:lnTo>
                  <a:lnTo>
                    <a:pt x="6" y="0"/>
                  </a:lnTo>
                  <a:close/>
                  <a:moveTo>
                    <a:pt x="16" y="81"/>
                  </a:moveTo>
                  <a:lnTo>
                    <a:pt x="792" y="6430"/>
                  </a:lnTo>
                  <a:lnTo>
                    <a:pt x="839" y="6739"/>
                  </a:lnTo>
                  <a:lnTo>
                    <a:pt x="1125" y="9025"/>
                  </a:lnTo>
                  <a:lnTo>
                    <a:pt x="1173" y="9359"/>
                  </a:lnTo>
                  <a:lnTo>
                    <a:pt x="1756" y="14109"/>
                  </a:lnTo>
                  <a:lnTo>
                    <a:pt x="2066" y="14109"/>
                  </a:lnTo>
                  <a:lnTo>
                    <a:pt x="1482" y="9442"/>
                  </a:lnTo>
                  <a:lnTo>
                    <a:pt x="1435" y="9121"/>
                  </a:lnTo>
                  <a:lnTo>
                    <a:pt x="1125" y="6608"/>
                  </a:lnTo>
                  <a:lnTo>
                    <a:pt x="1077" y="6287"/>
                  </a:lnTo>
                  <a:lnTo>
                    <a:pt x="351" y="358"/>
                  </a:lnTo>
                  <a:lnTo>
                    <a:pt x="65" y="143"/>
                  </a:lnTo>
                  <a:cubicBezTo>
                    <a:pt x="46" y="131"/>
                    <a:pt x="28" y="108"/>
                    <a:pt x="16" y="8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2" name="Google Shape;3002;p22"/>
            <p:cNvSpPr/>
            <p:nvPr/>
          </p:nvSpPr>
          <p:spPr>
            <a:xfrm>
              <a:off x="5303025" y="3368700"/>
              <a:ext cx="54800" cy="67000"/>
            </a:xfrm>
            <a:custGeom>
              <a:rect b="b" l="l" r="r" t="t"/>
              <a:pathLst>
                <a:path extrusionOk="0" h="2680" w="2192">
                  <a:moveTo>
                    <a:pt x="1941" y="0"/>
                  </a:moveTo>
                  <a:lnTo>
                    <a:pt x="1" y="2679"/>
                  </a:lnTo>
                  <a:lnTo>
                    <a:pt x="382" y="2679"/>
                  </a:lnTo>
                  <a:lnTo>
                    <a:pt x="2192" y="179"/>
                  </a:lnTo>
                  <a:cubicBezTo>
                    <a:pt x="2084" y="143"/>
                    <a:pt x="2001" y="84"/>
                    <a:pt x="194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3" name="Google Shape;3003;p22"/>
            <p:cNvSpPr/>
            <p:nvPr/>
          </p:nvSpPr>
          <p:spPr>
            <a:xfrm>
              <a:off x="5430125" y="3087425"/>
              <a:ext cx="129500" cy="180700"/>
            </a:xfrm>
            <a:custGeom>
              <a:rect b="b" l="l" r="r" t="t"/>
              <a:pathLst>
                <a:path extrusionOk="0" h="7228" w="5180">
                  <a:moveTo>
                    <a:pt x="4918" y="0"/>
                  </a:moveTo>
                  <a:lnTo>
                    <a:pt x="4882" y="60"/>
                  </a:lnTo>
                  <a:lnTo>
                    <a:pt x="156" y="6644"/>
                  </a:lnTo>
                  <a:cubicBezTo>
                    <a:pt x="203" y="6691"/>
                    <a:pt x="239" y="6751"/>
                    <a:pt x="251" y="6834"/>
                  </a:cubicBezTo>
                  <a:cubicBezTo>
                    <a:pt x="251" y="6989"/>
                    <a:pt x="144" y="7120"/>
                    <a:pt x="1" y="7132"/>
                  </a:cubicBezTo>
                  <a:lnTo>
                    <a:pt x="132" y="7227"/>
                  </a:lnTo>
                  <a:lnTo>
                    <a:pt x="5180" y="179"/>
                  </a:lnTo>
                  <a:cubicBezTo>
                    <a:pt x="5061" y="143"/>
                    <a:pt x="4978" y="83"/>
                    <a:pt x="491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4" name="Google Shape;3004;p22"/>
            <p:cNvSpPr/>
            <p:nvPr/>
          </p:nvSpPr>
          <p:spPr>
            <a:xfrm>
              <a:off x="5365250" y="3269875"/>
              <a:ext cx="63425" cy="84550"/>
            </a:xfrm>
            <a:custGeom>
              <a:rect b="b" l="l" r="r" t="t"/>
              <a:pathLst>
                <a:path extrusionOk="0" h="3382" w="2537">
                  <a:moveTo>
                    <a:pt x="2274" y="1"/>
                  </a:moveTo>
                  <a:lnTo>
                    <a:pt x="0" y="3191"/>
                  </a:lnTo>
                  <a:cubicBezTo>
                    <a:pt x="107" y="3215"/>
                    <a:pt x="179" y="3299"/>
                    <a:pt x="238" y="3382"/>
                  </a:cubicBezTo>
                  <a:lnTo>
                    <a:pt x="2536" y="179"/>
                  </a:lnTo>
                  <a:lnTo>
                    <a:pt x="2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5" name="Google Shape;3005;p22"/>
            <p:cNvSpPr/>
            <p:nvPr/>
          </p:nvSpPr>
          <p:spPr>
            <a:xfrm>
              <a:off x="5372675" y="3356800"/>
              <a:ext cx="248275" cy="56575"/>
            </a:xfrm>
            <a:custGeom>
              <a:rect b="b" l="l" r="r" t="t"/>
              <a:pathLst>
                <a:path extrusionOk="0" h="2263" w="9931">
                  <a:moveTo>
                    <a:pt x="1" y="0"/>
                  </a:moveTo>
                  <a:cubicBezTo>
                    <a:pt x="13" y="36"/>
                    <a:pt x="37" y="95"/>
                    <a:pt x="37" y="155"/>
                  </a:cubicBezTo>
                  <a:cubicBezTo>
                    <a:pt x="37" y="203"/>
                    <a:pt x="37" y="262"/>
                    <a:pt x="13" y="310"/>
                  </a:cubicBezTo>
                  <a:lnTo>
                    <a:pt x="9931" y="2262"/>
                  </a:lnTo>
                  <a:lnTo>
                    <a:pt x="9335" y="1822"/>
                  </a:lnTo>
                  <a:lnTo>
                    <a:pt x="6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6" name="Google Shape;3006;p22"/>
            <p:cNvSpPr/>
            <p:nvPr/>
          </p:nvSpPr>
          <p:spPr>
            <a:xfrm>
              <a:off x="5718250" y="3230300"/>
              <a:ext cx="86350" cy="88125"/>
            </a:xfrm>
            <a:custGeom>
              <a:rect b="b" l="l" r="r" t="t"/>
              <a:pathLst>
                <a:path extrusionOk="0" h="3525" w="3454">
                  <a:moveTo>
                    <a:pt x="3370" y="0"/>
                  </a:moveTo>
                  <a:lnTo>
                    <a:pt x="1" y="3250"/>
                  </a:lnTo>
                  <a:lnTo>
                    <a:pt x="168" y="3524"/>
                  </a:lnTo>
                  <a:lnTo>
                    <a:pt x="3454" y="333"/>
                  </a:lnTo>
                  <a:cubicBezTo>
                    <a:pt x="3382" y="298"/>
                    <a:pt x="3335" y="214"/>
                    <a:pt x="3335" y="131"/>
                  </a:cubicBezTo>
                  <a:cubicBezTo>
                    <a:pt x="3335" y="83"/>
                    <a:pt x="3335" y="36"/>
                    <a:pt x="3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7" name="Google Shape;3007;p22"/>
            <p:cNvSpPr/>
            <p:nvPr/>
          </p:nvSpPr>
          <p:spPr>
            <a:xfrm>
              <a:off x="5808450" y="3104675"/>
              <a:ext cx="128625" cy="124150"/>
            </a:xfrm>
            <a:custGeom>
              <a:rect b="b" l="l" r="r" t="t"/>
              <a:pathLst>
                <a:path extrusionOk="0" h="4966" w="5145">
                  <a:moveTo>
                    <a:pt x="4930" y="1"/>
                  </a:moveTo>
                  <a:lnTo>
                    <a:pt x="1" y="4787"/>
                  </a:lnTo>
                  <a:lnTo>
                    <a:pt x="120" y="4870"/>
                  </a:lnTo>
                  <a:cubicBezTo>
                    <a:pt x="167" y="4882"/>
                    <a:pt x="191" y="4906"/>
                    <a:pt x="227" y="4930"/>
                  </a:cubicBezTo>
                  <a:lnTo>
                    <a:pt x="263" y="4966"/>
                  </a:lnTo>
                  <a:lnTo>
                    <a:pt x="5144" y="227"/>
                  </a:lnTo>
                  <a:cubicBezTo>
                    <a:pt x="5061" y="167"/>
                    <a:pt x="4989" y="96"/>
                    <a:pt x="493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8" name="Google Shape;3008;p22"/>
            <p:cNvSpPr/>
            <p:nvPr/>
          </p:nvSpPr>
          <p:spPr>
            <a:xfrm>
              <a:off x="5622425" y="3317200"/>
              <a:ext cx="94375" cy="92000"/>
            </a:xfrm>
            <a:custGeom>
              <a:rect b="b" l="l" r="r" t="t"/>
              <a:pathLst>
                <a:path extrusionOk="0" h="3680" w="3775">
                  <a:moveTo>
                    <a:pt x="3596" y="1"/>
                  </a:moveTo>
                  <a:lnTo>
                    <a:pt x="0" y="3501"/>
                  </a:lnTo>
                  <a:lnTo>
                    <a:pt x="250" y="3680"/>
                  </a:lnTo>
                  <a:lnTo>
                    <a:pt x="3774" y="275"/>
                  </a:lnTo>
                  <a:lnTo>
                    <a:pt x="35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9" name="Google Shape;3009;p22"/>
            <p:cNvSpPr/>
            <p:nvPr/>
          </p:nvSpPr>
          <p:spPr>
            <a:xfrm>
              <a:off x="5166700" y="3082050"/>
              <a:ext cx="498600" cy="354250"/>
            </a:xfrm>
            <a:custGeom>
              <a:rect b="b" l="l" r="r" t="t"/>
              <a:pathLst>
                <a:path extrusionOk="0" h="14170" w="19944">
                  <a:moveTo>
                    <a:pt x="298" y="1"/>
                  </a:moveTo>
                  <a:cubicBezTo>
                    <a:pt x="239" y="48"/>
                    <a:pt x="155" y="60"/>
                    <a:pt x="72" y="60"/>
                  </a:cubicBezTo>
                  <a:cubicBezTo>
                    <a:pt x="36" y="48"/>
                    <a:pt x="25" y="48"/>
                    <a:pt x="1" y="48"/>
                  </a:cubicBezTo>
                  <a:cubicBezTo>
                    <a:pt x="1" y="108"/>
                    <a:pt x="13" y="156"/>
                    <a:pt x="60" y="191"/>
                  </a:cubicBezTo>
                  <a:lnTo>
                    <a:pt x="334" y="406"/>
                  </a:lnTo>
                  <a:lnTo>
                    <a:pt x="5716" y="4275"/>
                  </a:lnTo>
                  <a:lnTo>
                    <a:pt x="5990" y="4477"/>
                  </a:lnTo>
                  <a:lnTo>
                    <a:pt x="10216" y="7537"/>
                  </a:lnTo>
                  <a:lnTo>
                    <a:pt x="10478" y="7716"/>
                  </a:lnTo>
                  <a:lnTo>
                    <a:pt x="17574" y="12836"/>
                  </a:lnTo>
                  <a:lnTo>
                    <a:pt x="18170" y="13264"/>
                  </a:lnTo>
                  <a:lnTo>
                    <a:pt x="19420" y="14169"/>
                  </a:lnTo>
                  <a:lnTo>
                    <a:pt x="19944" y="14169"/>
                  </a:lnTo>
                  <a:lnTo>
                    <a:pt x="18479" y="13110"/>
                  </a:lnTo>
                  <a:lnTo>
                    <a:pt x="18229" y="12931"/>
                  </a:lnTo>
                  <a:lnTo>
                    <a:pt x="10657" y="7466"/>
                  </a:lnTo>
                  <a:lnTo>
                    <a:pt x="10514" y="7383"/>
                  </a:lnTo>
                  <a:lnTo>
                    <a:pt x="10502" y="7383"/>
                  </a:lnTo>
                  <a:cubicBezTo>
                    <a:pt x="10495" y="7383"/>
                    <a:pt x="10487" y="7384"/>
                    <a:pt x="10480" y="7384"/>
                  </a:cubicBezTo>
                  <a:cubicBezTo>
                    <a:pt x="10347" y="7384"/>
                    <a:pt x="10238" y="7281"/>
                    <a:pt x="10204" y="7156"/>
                  </a:cubicBezTo>
                  <a:lnTo>
                    <a:pt x="7240" y="5013"/>
                  </a:lnTo>
                  <a:cubicBezTo>
                    <a:pt x="7216" y="5025"/>
                    <a:pt x="7180" y="5025"/>
                    <a:pt x="7156" y="5025"/>
                  </a:cubicBezTo>
                  <a:cubicBezTo>
                    <a:pt x="7143" y="5027"/>
                    <a:pt x="7130" y="5028"/>
                    <a:pt x="7117" y="5028"/>
                  </a:cubicBezTo>
                  <a:cubicBezTo>
                    <a:pt x="6978" y="5028"/>
                    <a:pt x="6859" y="4916"/>
                    <a:pt x="6859" y="4763"/>
                  </a:cubicBezTo>
                  <a:lnTo>
                    <a:pt x="6859" y="4728"/>
                  </a:lnTo>
                  <a:lnTo>
                    <a:pt x="6323" y="4347"/>
                  </a:lnTo>
                  <a:lnTo>
                    <a:pt x="6037" y="4132"/>
                  </a:ln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0" name="Google Shape;3010;p22"/>
            <p:cNvSpPr/>
            <p:nvPr/>
          </p:nvSpPr>
          <p:spPr>
            <a:xfrm>
              <a:off x="5558725" y="3064225"/>
              <a:ext cx="8950" cy="4750"/>
            </a:xfrm>
            <a:custGeom>
              <a:rect b="b" l="l" r="r" t="t"/>
              <a:pathLst>
                <a:path extrusionOk="0" h="190" w="358">
                  <a:moveTo>
                    <a:pt x="146" y="0"/>
                  </a:moveTo>
                  <a:cubicBezTo>
                    <a:pt x="122" y="0"/>
                    <a:pt x="97" y="4"/>
                    <a:pt x="72" y="11"/>
                  </a:cubicBezTo>
                  <a:cubicBezTo>
                    <a:pt x="12" y="47"/>
                    <a:pt x="0" y="107"/>
                    <a:pt x="0" y="166"/>
                  </a:cubicBezTo>
                  <a:cubicBezTo>
                    <a:pt x="48" y="154"/>
                    <a:pt x="95" y="130"/>
                    <a:pt x="131" y="130"/>
                  </a:cubicBezTo>
                  <a:cubicBezTo>
                    <a:pt x="226" y="154"/>
                    <a:pt x="298" y="166"/>
                    <a:pt x="357" y="190"/>
                  </a:cubicBezTo>
                  <a:lnTo>
                    <a:pt x="286" y="71"/>
                  </a:lnTo>
                  <a:cubicBezTo>
                    <a:pt x="253" y="21"/>
                    <a:pt x="202" y="0"/>
                    <a:pt x="14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1" name="Google Shape;3011;p22"/>
            <p:cNvSpPr/>
            <p:nvPr/>
          </p:nvSpPr>
          <p:spPr>
            <a:xfrm>
              <a:off x="5571525" y="3089200"/>
              <a:ext cx="223250" cy="346500"/>
            </a:xfrm>
            <a:custGeom>
              <a:rect b="b" l="l" r="r" t="t"/>
              <a:pathLst>
                <a:path extrusionOk="0" h="13860" w="8930">
                  <a:moveTo>
                    <a:pt x="0" y="0"/>
                  </a:moveTo>
                  <a:lnTo>
                    <a:pt x="5632" y="9121"/>
                  </a:lnTo>
                  <a:lnTo>
                    <a:pt x="5799" y="9395"/>
                  </a:lnTo>
                  <a:lnTo>
                    <a:pt x="8573" y="13859"/>
                  </a:lnTo>
                  <a:lnTo>
                    <a:pt x="8930" y="13859"/>
                  </a:lnTo>
                  <a:lnTo>
                    <a:pt x="6025" y="9168"/>
                  </a:lnTo>
                  <a:lnTo>
                    <a:pt x="5858" y="8894"/>
                  </a:lnTo>
                  <a:lnTo>
                    <a:pt x="560" y="346"/>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2" name="Google Shape;3012;p22"/>
            <p:cNvSpPr/>
            <p:nvPr/>
          </p:nvSpPr>
          <p:spPr>
            <a:xfrm>
              <a:off x="6055500" y="3242800"/>
              <a:ext cx="4200" cy="14900"/>
            </a:xfrm>
            <a:custGeom>
              <a:rect b="b" l="l" r="r" t="t"/>
              <a:pathLst>
                <a:path extrusionOk="0" h="596" w="168">
                  <a:moveTo>
                    <a:pt x="108" y="0"/>
                  </a:moveTo>
                  <a:lnTo>
                    <a:pt x="1" y="393"/>
                  </a:lnTo>
                  <a:lnTo>
                    <a:pt x="167" y="595"/>
                  </a:lnTo>
                  <a:lnTo>
                    <a:pt x="167" y="72"/>
                  </a:lnTo>
                  <a:lnTo>
                    <a:pt x="10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3" name="Google Shape;3013;p22"/>
            <p:cNvSpPr/>
            <p:nvPr/>
          </p:nvSpPr>
          <p:spPr>
            <a:xfrm>
              <a:off x="5953400" y="3107050"/>
              <a:ext cx="98850" cy="137250"/>
            </a:xfrm>
            <a:custGeom>
              <a:rect b="b" l="l" r="r" t="t"/>
              <a:pathLst>
                <a:path extrusionOk="0" h="5490" w="3954">
                  <a:moveTo>
                    <a:pt x="227" y="1"/>
                  </a:moveTo>
                  <a:cubicBezTo>
                    <a:pt x="168" y="72"/>
                    <a:pt x="96" y="132"/>
                    <a:pt x="1" y="179"/>
                  </a:cubicBezTo>
                  <a:lnTo>
                    <a:pt x="3847" y="5490"/>
                  </a:lnTo>
                  <a:lnTo>
                    <a:pt x="3954" y="5109"/>
                  </a:lnTo>
                  <a:lnTo>
                    <a:pt x="287" y="25"/>
                  </a:ln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4" name="Google Shape;3014;p22"/>
            <p:cNvSpPr/>
            <p:nvPr/>
          </p:nvSpPr>
          <p:spPr>
            <a:xfrm>
              <a:off x="5571825" y="3083850"/>
              <a:ext cx="239625" cy="146475"/>
            </a:xfrm>
            <a:custGeom>
              <a:rect b="b" l="l" r="r" t="t"/>
              <a:pathLst>
                <a:path extrusionOk="0" h="5859" w="9585">
                  <a:moveTo>
                    <a:pt x="131" y="0"/>
                  </a:moveTo>
                  <a:cubicBezTo>
                    <a:pt x="95" y="84"/>
                    <a:pt x="60" y="155"/>
                    <a:pt x="0" y="214"/>
                  </a:cubicBezTo>
                  <a:lnTo>
                    <a:pt x="560" y="560"/>
                  </a:lnTo>
                  <a:lnTo>
                    <a:pt x="9227" y="5858"/>
                  </a:lnTo>
                  <a:cubicBezTo>
                    <a:pt x="9275" y="5763"/>
                    <a:pt x="9358" y="5691"/>
                    <a:pt x="9466" y="5691"/>
                  </a:cubicBezTo>
                  <a:cubicBezTo>
                    <a:pt x="9513" y="5691"/>
                    <a:pt x="9537" y="5691"/>
                    <a:pt x="9585" y="5703"/>
                  </a:cubicBezTo>
                  <a:lnTo>
                    <a:pt x="9466" y="5632"/>
                  </a:lnTo>
                  <a:lnTo>
                    <a:pt x="25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5" name="Google Shape;3015;p22"/>
            <p:cNvSpPr/>
            <p:nvPr/>
          </p:nvSpPr>
          <p:spPr>
            <a:xfrm>
              <a:off x="5814100" y="3227900"/>
              <a:ext cx="202450" cy="130700"/>
            </a:xfrm>
            <a:custGeom>
              <a:rect b="b" l="l" r="r" t="t"/>
              <a:pathLst>
                <a:path extrusionOk="0" h="5228" w="8098">
                  <a:moveTo>
                    <a:pt x="1" y="1"/>
                  </a:moveTo>
                  <a:lnTo>
                    <a:pt x="1" y="1"/>
                  </a:lnTo>
                  <a:cubicBezTo>
                    <a:pt x="37" y="48"/>
                    <a:pt x="84" y="120"/>
                    <a:pt x="84" y="191"/>
                  </a:cubicBezTo>
                  <a:cubicBezTo>
                    <a:pt x="84" y="263"/>
                    <a:pt x="72" y="322"/>
                    <a:pt x="25" y="382"/>
                  </a:cubicBezTo>
                  <a:lnTo>
                    <a:pt x="4263" y="2977"/>
                  </a:lnTo>
                  <a:cubicBezTo>
                    <a:pt x="4311" y="2918"/>
                    <a:pt x="4382" y="2870"/>
                    <a:pt x="4478" y="2870"/>
                  </a:cubicBezTo>
                  <a:cubicBezTo>
                    <a:pt x="4644" y="2870"/>
                    <a:pt x="4775" y="2977"/>
                    <a:pt x="4775" y="3144"/>
                  </a:cubicBezTo>
                  <a:cubicBezTo>
                    <a:pt x="4775" y="3180"/>
                    <a:pt x="4775" y="3227"/>
                    <a:pt x="4739" y="3275"/>
                  </a:cubicBezTo>
                  <a:lnTo>
                    <a:pt x="7942" y="5228"/>
                  </a:lnTo>
                  <a:cubicBezTo>
                    <a:pt x="7954" y="5120"/>
                    <a:pt x="8014" y="5025"/>
                    <a:pt x="8097" y="4954"/>
                  </a:cubicBezTo>
                  <a:lnTo>
                    <a:pt x="37" y="37"/>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6" name="Google Shape;3016;p22"/>
            <p:cNvSpPr/>
            <p:nvPr/>
          </p:nvSpPr>
          <p:spPr>
            <a:xfrm>
              <a:off x="5574500" y="3075800"/>
              <a:ext cx="354825" cy="22650"/>
            </a:xfrm>
            <a:custGeom>
              <a:rect b="b" l="l" r="r" t="t"/>
              <a:pathLst>
                <a:path extrusionOk="0" h="906" w="14193">
                  <a:moveTo>
                    <a:pt x="0" y="1"/>
                  </a:moveTo>
                  <a:lnTo>
                    <a:pt x="0" y="1"/>
                  </a:lnTo>
                  <a:cubicBezTo>
                    <a:pt x="12" y="36"/>
                    <a:pt x="24" y="84"/>
                    <a:pt x="24" y="132"/>
                  </a:cubicBezTo>
                  <a:cubicBezTo>
                    <a:pt x="36" y="203"/>
                    <a:pt x="24" y="263"/>
                    <a:pt x="12" y="322"/>
                  </a:cubicBezTo>
                  <a:lnTo>
                    <a:pt x="131" y="322"/>
                  </a:lnTo>
                  <a:lnTo>
                    <a:pt x="14181" y="906"/>
                  </a:lnTo>
                  <a:cubicBezTo>
                    <a:pt x="14181" y="870"/>
                    <a:pt x="14169" y="858"/>
                    <a:pt x="14169" y="834"/>
                  </a:cubicBezTo>
                  <a:cubicBezTo>
                    <a:pt x="14169" y="751"/>
                    <a:pt x="14169" y="667"/>
                    <a:pt x="14193" y="596"/>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7" name="Google Shape;3017;p22"/>
            <p:cNvSpPr/>
            <p:nvPr/>
          </p:nvSpPr>
          <p:spPr>
            <a:xfrm>
              <a:off x="5569125" y="2643900"/>
              <a:ext cx="490575" cy="431025"/>
            </a:xfrm>
            <a:custGeom>
              <a:rect b="b" l="l" r="r" t="t"/>
              <a:pathLst>
                <a:path extrusionOk="0" h="17241" w="19623">
                  <a:moveTo>
                    <a:pt x="19622" y="1"/>
                  </a:moveTo>
                  <a:lnTo>
                    <a:pt x="1" y="17027"/>
                  </a:lnTo>
                  <a:cubicBezTo>
                    <a:pt x="96" y="17074"/>
                    <a:pt x="168" y="17158"/>
                    <a:pt x="215" y="17241"/>
                  </a:cubicBezTo>
                  <a:lnTo>
                    <a:pt x="19622" y="394"/>
                  </a:lnTo>
                  <a:lnTo>
                    <a:pt x="196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8" name="Google Shape;3018;p22"/>
            <p:cNvSpPr/>
            <p:nvPr/>
          </p:nvSpPr>
          <p:spPr>
            <a:xfrm>
              <a:off x="5954000" y="2949300"/>
              <a:ext cx="105100" cy="136050"/>
            </a:xfrm>
            <a:custGeom>
              <a:rect b="b" l="l" r="r" t="t"/>
              <a:pathLst>
                <a:path extrusionOk="0" h="5442" w="4204">
                  <a:moveTo>
                    <a:pt x="4204" y="1"/>
                  </a:moveTo>
                  <a:lnTo>
                    <a:pt x="1" y="5239"/>
                  </a:lnTo>
                  <a:cubicBezTo>
                    <a:pt x="96" y="5299"/>
                    <a:pt x="179" y="5370"/>
                    <a:pt x="239" y="5442"/>
                  </a:cubicBezTo>
                  <a:lnTo>
                    <a:pt x="4204" y="489"/>
                  </a:lnTo>
                  <a:lnTo>
                    <a:pt x="420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9" name="Google Shape;3019;p22"/>
            <p:cNvSpPr/>
            <p:nvPr/>
          </p:nvSpPr>
          <p:spPr>
            <a:xfrm>
              <a:off x="6022475" y="3206175"/>
              <a:ext cx="37225" cy="143500"/>
            </a:xfrm>
            <a:custGeom>
              <a:rect b="b" l="l" r="r" t="t"/>
              <a:pathLst>
                <a:path extrusionOk="0" h="5740" w="1489">
                  <a:moveTo>
                    <a:pt x="1488" y="1"/>
                  </a:moveTo>
                  <a:lnTo>
                    <a:pt x="1191" y="1132"/>
                  </a:lnTo>
                  <a:lnTo>
                    <a:pt x="1084" y="1525"/>
                  </a:lnTo>
                  <a:lnTo>
                    <a:pt x="0" y="5692"/>
                  </a:lnTo>
                  <a:cubicBezTo>
                    <a:pt x="12" y="5692"/>
                    <a:pt x="24" y="5692"/>
                    <a:pt x="60" y="5680"/>
                  </a:cubicBezTo>
                  <a:cubicBezTo>
                    <a:pt x="143" y="5680"/>
                    <a:pt x="238" y="5692"/>
                    <a:pt x="310" y="5739"/>
                  </a:cubicBezTo>
                  <a:lnTo>
                    <a:pt x="1322" y="1834"/>
                  </a:lnTo>
                  <a:lnTo>
                    <a:pt x="1429" y="1453"/>
                  </a:lnTo>
                  <a:lnTo>
                    <a:pt x="1488" y="1227"/>
                  </a:lnTo>
                  <a:lnTo>
                    <a:pt x="148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0" name="Google Shape;3020;p22"/>
            <p:cNvSpPr/>
            <p:nvPr/>
          </p:nvSpPr>
          <p:spPr>
            <a:xfrm>
              <a:off x="5959075" y="3100225"/>
              <a:ext cx="100625" cy="64900"/>
            </a:xfrm>
            <a:custGeom>
              <a:rect b="b" l="l" r="r" t="t"/>
              <a:pathLst>
                <a:path extrusionOk="0" h="2596" w="4025">
                  <a:moveTo>
                    <a:pt x="155" y="0"/>
                  </a:moveTo>
                  <a:cubicBezTo>
                    <a:pt x="119" y="107"/>
                    <a:pt x="72" y="202"/>
                    <a:pt x="0" y="274"/>
                  </a:cubicBezTo>
                  <a:lnTo>
                    <a:pt x="60" y="298"/>
                  </a:lnTo>
                  <a:lnTo>
                    <a:pt x="4024" y="2596"/>
                  </a:lnTo>
                  <a:lnTo>
                    <a:pt x="4024" y="2238"/>
                  </a:ln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1" name="Google Shape;3021;p22"/>
            <p:cNvSpPr/>
            <p:nvPr/>
          </p:nvSpPr>
          <p:spPr>
            <a:xfrm>
              <a:off x="4523175" y="3371975"/>
              <a:ext cx="36625" cy="35750"/>
            </a:xfrm>
            <a:custGeom>
              <a:rect b="b" l="l" r="r" t="t"/>
              <a:pathLst>
                <a:path extrusionOk="0" h="1430" w="1465">
                  <a:moveTo>
                    <a:pt x="691" y="0"/>
                  </a:moveTo>
                  <a:cubicBezTo>
                    <a:pt x="334" y="12"/>
                    <a:pt x="60" y="286"/>
                    <a:pt x="24" y="620"/>
                  </a:cubicBezTo>
                  <a:cubicBezTo>
                    <a:pt x="24" y="667"/>
                    <a:pt x="0" y="715"/>
                    <a:pt x="24" y="762"/>
                  </a:cubicBezTo>
                  <a:cubicBezTo>
                    <a:pt x="24" y="834"/>
                    <a:pt x="36" y="893"/>
                    <a:pt x="60" y="953"/>
                  </a:cubicBezTo>
                  <a:cubicBezTo>
                    <a:pt x="164" y="1242"/>
                    <a:pt x="436" y="1430"/>
                    <a:pt x="746" y="1430"/>
                  </a:cubicBezTo>
                  <a:cubicBezTo>
                    <a:pt x="755" y="1430"/>
                    <a:pt x="765" y="1430"/>
                    <a:pt x="774" y="1429"/>
                  </a:cubicBezTo>
                  <a:cubicBezTo>
                    <a:pt x="822" y="1429"/>
                    <a:pt x="870" y="1417"/>
                    <a:pt x="917" y="1417"/>
                  </a:cubicBezTo>
                  <a:cubicBezTo>
                    <a:pt x="1012" y="1382"/>
                    <a:pt x="1108" y="1334"/>
                    <a:pt x="1191" y="1274"/>
                  </a:cubicBezTo>
                  <a:cubicBezTo>
                    <a:pt x="1358" y="1120"/>
                    <a:pt x="1465" y="905"/>
                    <a:pt x="1453" y="667"/>
                  </a:cubicBezTo>
                  <a:cubicBezTo>
                    <a:pt x="1429" y="441"/>
                    <a:pt x="1334" y="262"/>
                    <a:pt x="1167" y="143"/>
                  </a:cubicBezTo>
                  <a:cubicBezTo>
                    <a:pt x="1096" y="84"/>
                    <a:pt x="989" y="48"/>
                    <a:pt x="881" y="12"/>
                  </a:cubicBezTo>
                  <a:cubicBezTo>
                    <a:pt x="822" y="0"/>
                    <a:pt x="762" y="0"/>
                    <a:pt x="69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2" name="Google Shape;3022;p22"/>
            <p:cNvSpPr/>
            <p:nvPr/>
          </p:nvSpPr>
          <p:spPr>
            <a:xfrm>
              <a:off x="4806850" y="3361225"/>
              <a:ext cx="35725" cy="35175"/>
            </a:xfrm>
            <a:custGeom>
              <a:rect b="b" l="l" r="r" t="t"/>
              <a:pathLst>
                <a:path extrusionOk="0" h="1407" w="1429">
                  <a:moveTo>
                    <a:pt x="724" y="0"/>
                  </a:moveTo>
                  <a:cubicBezTo>
                    <a:pt x="709" y="0"/>
                    <a:pt x="694" y="1"/>
                    <a:pt x="679" y="2"/>
                  </a:cubicBezTo>
                  <a:cubicBezTo>
                    <a:pt x="583" y="2"/>
                    <a:pt x="476" y="38"/>
                    <a:pt x="381" y="85"/>
                  </a:cubicBezTo>
                  <a:cubicBezTo>
                    <a:pt x="286" y="121"/>
                    <a:pt x="202" y="192"/>
                    <a:pt x="143" y="264"/>
                  </a:cubicBezTo>
                  <a:cubicBezTo>
                    <a:pt x="83" y="335"/>
                    <a:pt x="48" y="442"/>
                    <a:pt x="12" y="549"/>
                  </a:cubicBezTo>
                  <a:cubicBezTo>
                    <a:pt x="0" y="609"/>
                    <a:pt x="0" y="680"/>
                    <a:pt x="0" y="740"/>
                  </a:cubicBezTo>
                  <a:cubicBezTo>
                    <a:pt x="24" y="1133"/>
                    <a:pt x="345" y="1407"/>
                    <a:pt x="726" y="1407"/>
                  </a:cubicBezTo>
                  <a:lnTo>
                    <a:pt x="738" y="1407"/>
                  </a:lnTo>
                  <a:cubicBezTo>
                    <a:pt x="845" y="1407"/>
                    <a:pt x="941" y="1383"/>
                    <a:pt x="1024" y="1335"/>
                  </a:cubicBezTo>
                  <a:cubicBezTo>
                    <a:pt x="1131" y="1276"/>
                    <a:pt x="1214" y="1204"/>
                    <a:pt x="1298" y="1097"/>
                  </a:cubicBezTo>
                  <a:cubicBezTo>
                    <a:pt x="1357" y="1002"/>
                    <a:pt x="1393" y="919"/>
                    <a:pt x="1417" y="811"/>
                  </a:cubicBezTo>
                  <a:cubicBezTo>
                    <a:pt x="1429" y="776"/>
                    <a:pt x="1429" y="704"/>
                    <a:pt x="1429" y="669"/>
                  </a:cubicBezTo>
                  <a:cubicBezTo>
                    <a:pt x="1417" y="279"/>
                    <a:pt x="1098" y="0"/>
                    <a:pt x="72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3" name="Google Shape;3023;p22"/>
            <p:cNvSpPr/>
            <p:nvPr/>
          </p:nvSpPr>
          <p:spPr>
            <a:xfrm>
              <a:off x="4231475" y="3218375"/>
              <a:ext cx="12225" cy="12250"/>
            </a:xfrm>
            <a:custGeom>
              <a:rect b="b" l="l" r="r" t="t"/>
              <a:pathLst>
                <a:path extrusionOk="0" h="490" w="489">
                  <a:moveTo>
                    <a:pt x="238" y="1"/>
                  </a:moveTo>
                  <a:cubicBezTo>
                    <a:pt x="155" y="1"/>
                    <a:pt x="96" y="37"/>
                    <a:pt x="48" y="108"/>
                  </a:cubicBezTo>
                  <a:cubicBezTo>
                    <a:pt x="12" y="156"/>
                    <a:pt x="0" y="203"/>
                    <a:pt x="0" y="263"/>
                  </a:cubicBezTo>
                  <a:cubicBezTo>
                    <a:pt x="23" y="387"/>
                    <a:pt x="142" y="490"/>
                    <a:pt x="256" y="490"/>
                  </a:cubicBezTo>
                  <a:cubicBezTo>
                    <a:pt x="262" y="490"/>
                    <a:pt x="268" y="490"/>
                    <a:pt x="274" y="489"/>
                  </a:cubicBezTo>
                  <a:cubicBezTo>
                    <a:pt x="381" y="489"/>
                    <a:pt x="453" y="429"/>
                    <a:pt x="477" y="334"/>
                  </a:cubicBezTo>
                  <a:cubicBezTo>
                    <a:pt x="488" y="310"/>
                    <a:pt x="488" y="263"/>
                    <a:pt x="488" y="239"/>
                  </a:cubicBezTo>
                  <a:cubicBezTo>
                    <a:pt x="488" y="96"/>
                    <a:pt x="381" y="1"/>
                    <a:pt x="2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4" name="Google Shape;3024;p22"/>
            <p:cNvSpPr/>
            <p:nvPr/>
          </p:nvSpPr>
          <p:spPr>
            <a:xfrm>
              <a:off x="5155100" y="3058225"/>
              <a:ext cx="25325" cy="25050"/>
            </a:xfrm>
            <a:custGeom>
              <a:rect b="b" l="l" r="r" t="t"/>
              <a:pathLst>
                <a:path extrusionOk="0" h="1002" w="1013">
                  <a:moveTo>
                    <a:pt x="510" y="1"/>
                  </a:moveTo>
                  <a:cubicBezTo>
                    <a:pt x="503" y="1"/>
                    <a:pt x="496" y="1"/>
                    <a:pt x="489" y="1"/>
                  </a:cubicBezTo>
                  <a:cubicBezTo>
                    <a:pt x="203" y="13"/>
                    <a:pt x="0" y="239"/>
                    <a:pt x="12" y="525"/>
                  </a:cubicBezTo>
                  <a:cubicBezTo>
                    <a:pt x="24" y="763"/>
                    <a:pt x="203" y="954"/>
                    <a:pt x="441" y="989"/>
                  </a:cubicBezTo>
                  <a:cubicBezTo>
                    <a:pt x="489" y="1001"/>
                    <a:pt x="500" y="1001"/>
                    <a:pt x="536" y="1001"/>
                  </a:cubicBezTo>
                  <a:cubicBezTo>
                    <a:pt x="608" y="1001"/>
                    <a:pt x="679" y="966"/>
                    <a:pt x="762" y="942"/>
                  </a:cubicBezTo>
                  <a:cubicBezTo>
                    <a:pt x="917" y="847"/>
                    <a:pt x="1012" y="668"/>
                    <a:pt x="1012" y="478"/>
                  </a:cubicBezTo>
                  <a:cubicBezTo>
                    <a:pt x="1001" y="222"/>
                    <a:pt x="786" y="1"/>
                    <a:pt x="5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5" name="Google Shape;3025;p22"/>
            <p:cNvSpPr/>
            <p:nvPr/>
          </p:nvSpPr>
          <p:spPr>
            <a:xfrm>
              <a:off x="5929000" y="3079000"/>
              <a:ext cx="34850" cy="34325"/>
            </a:xfrm>
            <a:custGeom>
              <a:rect b="b" l="l" r="r" t="t"/>
              <a:pathLst>
                <a:path extrusionOk="0" h="1373" w="1394">
                  <a:moveTo>
                    <a:pt x="720" y="1"/>
                  </a:moveTo>
                  <a:cubicBezTo>
                    <a:pt x="699" y="1"/>
                    <a:pt x="677" y="2"/>
                    <a:pt x="655" y="4"/>
                  </a:cubicBezTo>
                  <a:cubicBezTo>
                    <a:pt x="358" y="16"/>
                    <a:pt x="96" y="230"/>
                    <a:pt x="24" y="492"/>
                  </a:cubicBezTo>
                  <a:cubicBezTo>
                    <a:pt x="13" y="575"/>
                    <a:pt x="1" y="647"/>
                    <a:pt x="1" y="730"/>
                  </a:cubicBezTo>
                  <a:lnTo>
                    <a:pt x="1" y="789"/>
                  </a:lnTo>
                  <a:cubicBezTo>
                    <a:pt x="13" y="885"/>
                    <a:pt x="48" y="968"/>
                    <a:pt x="108" y="1051"/>
                  </a:cubicBezTo>
                  <a:cubicBezTo>
                    <a:pt x="167" y="1135"/>
                    <a:pt x="239" y="1206"/>
                    <a:pt x="322" y="1266"/>
                  </a:cubicBezTo>
                  <a:cubicBezTo>
                    <a:pt x="441" y="1349"/>
                    <a:pt x="584" y="1373"/>
                    <a:pt x="727" y="1373"/>
                  </a:cubicBezTo>
                  <a:cubicBezTo>
                    <a:pt x="822" y="1373"/>
                    <a:pt x="917" y="1349"/>
                    <a:pt x="1001" y="1313"/>
                  </a:cubicBezTo>
                  <a:cubicBezTo>
                    <a:pt x="1084" y="1266"/>
                    <a:pt x="1156" y="1206"/>
                    <a:pt x="1215" y="1135"/>
                  </a:cubicBezTo>
                  <a:cubicBezTo>
                    <a:pt x="1275" y="1063"/>
                    <a:pt x="1334" y="968"/>
                    <a:pt x="1370" y="873"/>
                  </a:cubicBezTo>
                  <a:cubicBezTo>
                    <a:pt x="1382" y="789"/>
                    <a:pt x="1394" y="730"/>
                    <a:pt x="1382" y="659"/>
                  </a:cubicBezTo>
                  <a:cubicBezTo>
                    <a:pt x="1382" y="516"/>
                    <a:pt x="1322" y="397"/>
                    <a:pt x="1251" y="278"/>
                  </a:cubicBezTo>
                  <a:cubicBezTo>
                    <a:pt x="1191" y="182"/>
                    <a:pt x="1096" y="123"/>
                    <a:pt x="1013" y="75"/>
                  </a:cubicBezTo>
                  <a:cubicBezTo>
                    <a:pt x="923" y="26"/>
                    <a:pt x="826" y="1"/>
                    <a:pt x="7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6" name="Google Shape;3026;p22"/>
            <p:cNvSpPr/>
            <p:nvPr/>
          </p:nvSpPr>
          <p:spPr>
            <a:xfrm>
              <a:off x="6012050" y="3348375"/>
              <a:ext cx="25625" cy="24275"/>
            </a:xfrm>
            <a:custGeom>
              <a:rect b="b" l="l" r="r" t="t"/>
              <a:pathLst>
                <a:path extrusionOk="0" h="971" w="1025">
                  <a:moveTo>
                    <a:pt x="524" y="1"/>
                  </a:moveTo>
                  <a:cubicBezTo>
                    <a:pt x="508" y="1"/>
                    <a:pt x="492" y="2"/>
                    <a:pt x="477" y="4"/>
                  </a:cubicBezTo>
                  <a:cubicBezTo>
                    <a:pt x="453" y="4"/>
                    <a:pt x="441" y="4"/>
                    <a:pt x="417" y="16"/>
                  </a:cubicBezTo>
                  <a:cubicBezTo>
                    <a:pt x="310" y="40"/>
                    <a:pt x="215" y="75"/>
                    <a:pt x="155" y="135"/>
                  </a:cubicBezTo>
                  <a:cubicBezTo>
                    <a:pt x="84" y="218"/>
                    <a:pt x="24" y="301"/>
                    <a:pt x="12" y="409"/>
                  </a:cubicBezTo>
                  <a:cubicBezTo>
                    <a:pt x="12" y="432"/>
                    <a:pt x="0" y="480"/>
                    <a:pt x="12" y="516"/>
                  </a:cubicBezTo>
                  <a:cubicBezTo>
                    <a:pt x="24" y="764"/>
                    <a:pt x="239" y="970"/>
                    <a:pt x="495" y="970"/>
                  </a:cubicBezTo>
                  <a:cubicBezTo>
                    <a:pt x="508" y="970"/>
                    <a:pt x="522" y="969"/>
                    <a:pt x="536" y="968"/>
                  </a:cubicBezTo>
                  <a:cubicBezTo>
                    <a:pt x="798" y="956"/>
                    <a:pt x="1024" y="730"/>
                    <a:pt x="989" y="456"/>
                  </a:cubicBezTo>
                  <a:cubicBezTo>
                    <a:pt x="977" y="278"/>
                    <a:pt x="870" y="123"/>
                    <a:pt x="727" y="40"/>
                  </a:cubicBezTo>
                  <a:cubicBezTo>
                    <a:pt x="668" y="20"/>
                    <a:pt x="594" y="1"/>
                    <a:pt x="52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7" name="Google Shape;3027;p22"/>
            <p:cNvSpPr/>
            <p:nvPr/>
          </p:nvSpPr>
          <p:spPr>
            <a:xfrm>
              <a:off x="5550375" y="3068250"/>
              <a:ext cx="25025" cy="24250"/>
            </a:xfrm>
            <a:custGeom>
              <a:rect b="b" l="l" r="r" t="t"/>
              <a:pathLst>
                <a:path extrusionOk="0" h="970" w="1001">
                  <a:moveTo>
                    <a:pt x="542" y="0"/>
                  </a:moveTo>
                  <a:cubicBezTo>
                    <a:pt x="521" y="0"/>
                    <a:pt x="499" y="2"/>
                    <a:pt x="477" y="5"/>
                  </a:cubicBezTo>
                  <a:cubicBezTo>
                    <a:pt x="441" y="5"/>
                    <a:pt x="394" y="17"/>
                    <a:pt x="346" y="29"/>
                  </a:cubicBezTo>
                  <a:cubicBezTo>
                    <a:pt x="144" y="112"/>
                    <a:pt x="1" y="303"/>
                    <a:pt x="25" y="529"/>
                  </a:cubicBezTo>
                  <a:cubicBezTo>
                    <a:pt x="25" y="612"/>
                    <a:pt x="48" y="708"/>
                    <a:pt x="108" y="779"/>
                  </a:cubicBezTo>
                  <a:cubicBezTo>
                    <a:pt x="168" y="850"/>
                    <a:pt x="251" y="910"/>
                    <a:pt x="346" y="946"/>
                  </a:cubicBezTo>
                  <a:cubicBezTo>
                    <a:pt x="406" y="958"/>
                    <a:pt x="465" y="969"/>
                    <a:pt x="525" y="969"/>
                  </a:cubicBezTo>
                  <a:cubicBezTo>
                    <a:pt x="644" y="969"/>
                    <a:pt x="751" y="910"/>
                    <a:pt x="846" y="838"/>
                  </a:cubicBezTo>
                  <a:cubicBezTo>
                    <a:pt x="906" y="779"/>
                    <a:pt x="941" y="708"/>
                    <a:pt x="977" y="624"/>
                  </a:cubicBezTo>
                  <a:cubicBezTo>
                    <a:pt x="989" y="565"/>
                    <a:pt x="1001" y="529"/>
                    <a:pt x="989" y="469"/>
                  </a:cubicBezTo>
                  <a:cubicBezTo>
                    <a:pt x="989" y="422"/>
                    <a:pt x="977" y="374"/>
                    <a:pt x="953" y="327"/>
                  </a:cubicBezTo>
                  <a:cubicBezTo>
                    <a:pt x="953" y="315"/>
                    <a:pt x="941" y="303"/>
                    <a:pt x="941" y="291"/>
                  </a:cubicBezTo>
                  <a:cubicBezTo>
                    <a:pt x="906" y="184"/>
                    <a:pt x="822" y="112"/>
                    <a:pt x="739" y="65"/>
                  </a:cubicBezTo>
                  <a:cubicBezTo>
                    <a:pt x="727" y="53"/>
                    <a:pt x="703" y="53"/>
                    <a:pt x="691" y="29"/>
                  </a:cubicBezTo>
                  <a:cubicBezTo>
                    <a:pt x="648" y="11"/>
                    <a:pt x="598" y="0"/>
                    <a:pt x="54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8" name="Google Shape;3028;p22"/>
            <p:cNvSpPr/>
            <p:nvPr/>
          </p:nvSpPr>
          <p:spPr>
            <a:xfrm>
              <a:off x="5349175" y="3348750"/>
              <a:ext cx="25025" cy="24850"/>
            </a:xfrm>
            <a:custGeom>
              <a:rect b="b" l="l" r="r" t="t"/>
              <a:pathLst>
                <a:path extrusionOk="0" h="994" w="1001">
                  <a:moveTo>
                    <a:pt x="476" y="1"/>
                  </a:moveTo>
                  <a:cubicBezTo>
                    <a:pt x="334" y="1"/>
                    <a:pt x="203" y="96"/>
                    <a:pt x="107" y="203"/>
                  </a:cubicBezTo>
                  <a:cubicBezTo>
                    <a:pt x="48" y="286"/>
                    <a:pt x="0" y="382"/>
                    <a:pt x="24" y="501"/>
                  </a:cubicBezTo>
                  <a:lnTo>
                    <a:pt x="24" y="525"/>
                  </a:lnTo>
                  <a:cubicBezTo>
                    <a:pt x="36" y="632"/>
                    <a:pt x="60" y="715"/>
                    <a:pt x="119" y="798"/>
                  </a:cubicBezTo>
                  <a:cubicBezTo>
                    <a:pt x="179" y="882"/>
                    <a:pt x="274" y="941"/>
                    <a:pt x="381" y="977"/>
                  </a:cubicBezTo>
                  <a:cubicBezTo>
                    <a:pt x="406" y="985"/>
                    <a:pt x="444" y="994"/>
                    <a:pt x="484" y="994"/>
                  </a:cubicBezTo>
                  <a:cubicBezTo>
                    <a:pt x="501" y="994"/>
                    <a:pt x="519" y="992"/>
                    <a:pt x="536" y="989"/>
                  </a:cubicBezTo>
                  <a:cubicBezTo>
                    <a:pt x="762" y="977"/>
                    <a:pt x="941" y="822"/>
                    <a:pt x="988" y="620"/>
                  </a:cubicBezTo>
                  <a:cubicBezTo>
                    <a:pt x="1000" y="572"/>
                    <a:pt x="1000" y="525"/>
                    <a:pt x="1000" y="465"/>
                  </a:cubicBezTo>
                  <a:cubicBezTo>
                    <a:pt x="977" y="417"/>
                    <a:pt x="953" y="358"/>
                    <a:pt x="941" y="322"/>
                  </a:cubicBezTo>
                  <a:lnTo>
                    <a:pt x="893" y="227"/>
                  </a:lnTo>
                  <a:cubicBezTo>
                    <a:pt x="834" y="144"/>
                    <a:pt x="750" y="84"/>
                    <a:pt x="655" y="36"/>
                  </a:cubicBezTo>
                  <a:cubicBezTo>
                    <a:pt x="596" y="25"/>
                    <a:pt x="536" y="1"/>
                    <a:pt x="4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9" name="Google Shape;3029;p22"/>
            <p:cNvSpPr/>
            <p:nvPr/>
          </p:nvSpPr>
          <p:spPr>
            <a:xfrm>
              <a:off x="4288925" y="3245425"/>
              <a:ext cx="24725" cy="24575"/>
            </a:xfrm>
            <a:custGeom>
              <a:rect b="b" l="l" r="r" t="t"/>
              <a:pathLst>
                <a:path extrusionOk="0" h="983" w="989">
                  <a:moveTo>
                    <a:pt x="513" y="0"/>
                  </a:moveTo>
                  <a:cubicBezTo>
                    <a:pt x="497" y="0"/>
                    <a:pt x="481" y="1"/>
                    <a:pt x="465" y="2"/>
                  </a:cubicBezTo>
                  <a:cubicBezTo>
                    <a:pt x="262" y="14"/>
                    <a:pt x="84" y="133"/>
                    <a:pt x="24" y="312"/>
                  </a:cubicBezTo>
                  <a:cubicBezTo>
                    <a:pt x="0" y="371"/>
                    <a:pt x="0" y="443"/>
                    <a:pt x="0" y="526"/>
                  </a:cubicBezTo>
                  <a:cubicBezTo>
                    <a:pt x="0" y="586"/>
                    <a:pt x="12" y="621"/>
                    <a:pt x="24" y="669"/>
                  </a:cubicBezTo>
                  <a:cubicBezTo>
                    <a:pt x="36" y="729"/>
                    <a:pt x="72" y="776"/>
                    <a:pt x="119" y="824"/>
                  </a:cubicBezTo>
                  <a:cubicBezTo>
                    <a:pt x="193" y="908"/>
                    <a:pt x="322" y="983"/>
                    <a:pt x="450" y="983"/>
                  </a:cubicBezTo>
                  <a:cubicBezTo>
                    <a:pt x="467" y="983"/>
                    <a:pt x="483" y="981"/>
                    <a:pt x="500" y="979"/>
                  </a:cubicBezTo>
                  <a:cubicBezTo>
                    <a:pt x="512" y="979"/>
                    <a:pt x="536" y="979"/>
                    <a:pt x="560" y="967"/>
                  </a:cubicBezTo>
                  <a:cubicBezTo>
                    <a:pt x="703" y="955"/>
                    <a:pt x="798" y="883"/>
                    <a:pt x="869" y="788"/>
                  </a:cubicBezTo>
                  <a:cubicBezTo>
                    <a:pt x="953" y="705"/>
                    <a:pt x="988" y="586"/>
                    <a:pt x="976" y="455"/>
                  </a:cubicBezTo>
                  <a:cubicBezTo>
                    <a:pt x="976" y="431"/>
                    <a:pt x="976" y="419"/>
                    <a:pt x="965" y="383"/>
                  </a:cubicBezTo>
                  <a:cubicBezTo>
                    <a:pt x="953" y="276"/>
                    <a:pt x="893" y="193"/>
                    <a:pt x="822" y="121"/>
                  </a:cubicBezTo>
                  <a:cubicBezTo>
                    <a:pt x="738" y="38"/>
                    <a:pt x="627" y="0"/>
                    <a:pt x="5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0" name="Google Shape;3030;p22"/>
            <p:cNvSpPr/>
            <p:nvPr/>
          </p:nvSpPr>
          <p:spPr>
            <a:xfrm>
              <a:off x="4145150" y="3339825"/>
              <a:ext cx="26225" cy="24750"/>
            </a:xfrm>
            <a:custGeom>
              <a:rect b="b" l="l" r="r" t="t"/>
              <a:pathLst>
                <a:path extrusionOk="0" h="990" w="1049">
                  <a:moveTo>
                    <a:pt x="501" y="1"/>
                  </a:moveTo>
                  <a:cubicBezTo>
                    <a:pt x="227" y="24"/>
                    <a:pt x="0" y="239"/>
                    <a:pt x="36" y="524"/>
                  </a:cubicBezTo>
                  <a:cubicBezTo>
                    <a:pt x="48" y="791"/>
                    <a:pt x="262" y="989"/>
                    <a:pt x="536" y="989"/>
                  </a:cubicBezTo>
                  <a:cubicBezTo>
                    <a:pt x="544" y="989"/>
                    <a:pt x="552" y="989"/>
                    <a:pt x="560" y="989"/>
                  </a:cubicBezTo>
                  <a:cubicBezTo>
                    <a:pt x="822" y="977"/>
                    <a:pt x="1048" y="751"/>
                    <a:pt x="1012" y="465"/>
                  </a:cubicBezTo>
                  <a:cubicBezTo>
                    <a:pt x="1012" y="405"/>
                    <a:pt x="1001" y="358"/>
                    <a:pt x="989" y="322"/>
                  </a:cubicBezTo>
                  <a:cubicBezTo>
                    <a:pt x="929" y="215"/>
                    <a:pt x="870" y="143"/>
                    <a:pt x="774" y="84"/>
                  </a:cubicBezTo>
                  <a:cubicBezTo>
                    <a:pt x="703" y="36"/>
                    <a:pt x="631" y="1"/>
                    <a:pt x="5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1" name="Google Shape;3031;p22"/>
            <p:cNvSpPr/>
            <p:nvPr/>
          </p:nvSpPr>
          <p:spPr>
            <a:xfrm>
              <a:off x="4710100" y="2985275"/>
              <a:ext cx="25625" cy="24775"/>
            </a:xfrm>
            <a:custGeom>
              <a:rect b="b" l="l" r="r" t="t"/>
              <a:pathLst>
                <a:path extrusionOk="0" h="991" w="1025">
                  <a:moveTo>
                    <a:pt x="532" y="0"/>
                  </a:moveTo>
                  <a:cubicBezTo>
                    <a:pt x="518" y="0"/>
                    <a:pt x="503" y="1"/>
                    <a:pt x="489" y="2"/>
                  </a:cubicBezTo>
                  <a:cubicBezTo>
                    <a:pt x="227" y="14"/>
                    <a:pt x="1" y="240"/>
                    <a:pt x="24" y="526"/>
                  </a:cubicBezTo>
                  <a:cubicBezTo>
                    <a:pt x="48" y="657"/>
                    <a:pt x="108" y="776"/>
                    <a:pt x="191" y="859"/>
                  </a:cubicBezTo>
                  <a:cubicBezTo>
                    <a:pt x="262" y="943"/>
                    <a:pt x="370" y="979"/>
                    <a:pt x="477" y="979"/>
                  </a:cubicBezTo>
                  <a:lnTo>
                    <a:pt x="536" y="990"/>
                  </a:lnTo>
                  <a:cubicBezTo>
                    <a:pt x="655" y="990"/>
                    <a:pt x="739" y="943"/>
                    <a:pt x="834" y="883"/>
                  </a:cubicBezTo>
                  <a:cubicBezTo>
                    <a:pt x="953" y="788"/>
                    <a:pt x="1024" y="621"/>
                    <a:pt x="1013" y="467"/>
                  </a:cubicBezTo>
                  <a:cubicBezTo>
                    <a:pt x="1001" y="207"/>
                    <a:pt x="797" y="0"/>
                    <a:pt x="53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2" name="Google Shape;3032;p22"/>
            <p:cNvSpPr/>
            <p:nvPr/>
          </p:nvSpPr>
          <p:spPr>
            <a:xfrm>
              <a:off x="5801300" y="3226125"/>
              <a:ext cx="14625" cy="14600"/>
            </a:xfrm>
            <a:custGeom>
              <a:rect b="b" l="l" r="r" t="t"/>
              <a:pathLst>
                <a:path extrusionOk="0" h="584" w="585">
                  <a:moveTo>
                    <a:pt x="275" y="0"/>
                  </a:moveTo>
                  <a:cubicBezTo>
                    <a:pt x="168" y="0"/>
                    <a:pt x="72" y="72"/>
                    <a:pt x="37" y="167"/>
                  </a:cubicBezTo>
                  <a:lnTo>
                    <a:pt x="37" y="179"/>
                  </a:lnTo>
                  <a:cubicBezTo>
                    <a:pt x="13" y="227"/>
                    <a:pt x="1" y="262"/>
                    <a:pt x="1" y="310"/>
                  </a:cubicBezTo>
                  <a:cubicBezTo>
                    <a:pt x="1" y="405"/>
                    <a:pt x="48" y="477"/>
                    <a:pt x="120" y="524"/>
                  </a:cubicBezTo>
                  <a:cubicBezTo>
                    <a:pt x="179" y="560"/>
                    <a:pt x="239" y="584"/>
                    <a:pt x="310" y="584"/>
                  </a:cubicBezTo>
                  <a:cubicBezTo>
                    <a:pt x="406" y="584"/>
                    <a:pt x="477" y="536"/>
                    <a:pt x="525" y="465"/>
                  </a:cubicBezTo>
                  <a:cubicBezTo>
                    <a:pt x="572" y="417"/>
                    <a:pt x="584" y="346"/>
                    <a:pt x="584" y="262"/>
                  </a:cubicBezTo>
                  <a:cubicBezTo>
                    <a:pt x="584" y="191"/>
                    <a:pt x="549" y="119"/>
                    <a:pt x="489" y="72"/>
                  </a:cubicBezTo>
                  <a:cubicBezTo>
                    <a:pt x="465" y="36"/>
                    <a:pt x="429" y="24"/>
                    <a:pt x="394" y="12"/>
                  </a:cubicBezTo>
                  <a:cubicBezTo>
                    <a:pt x="358" y="0"/>
                    <a:pt x="310" y="0"/>
                    <a:pt x="27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3" name="Google Shape;3033;p22"/>
            <p:cNvSpPr/>
            <p:nvPr/>
          </p:nvSpPr>
          <p:spPr>
            <a:xfrm>
              <a:off x="5918575" y="3299625"/>
              <a:ext cx="14600" cy="14325"/>
            </a:xfrm>
            <a:custGeom>
              <a:rect b="b" l="l" r="r" t="t"/>
              <a:pathLst>
                <a:path extrusionOk="0" h="573" w="584">
                  <a:moveTo>
                    <a:pt x="308" y="0"/>
                  </a:moveTo>
                  <a:cubicBezTo>
                    <a:pt x="301" y="0"/>
                    <a:pt x="294" y="1"/>
                    <a:pt x="287" y="1"/>
                  </a:cubicBezTo>
                  <a:cubicBezTo>
                    <a:pt x="191" y="1"/>
                    <a:pt x="132" y="49"/>
                    <a:pt x="72" y="108"/>
                  </a:cubicBezTo>
                  <a:cubicBezTo>
                    <a:pt x="25" y="168"/>
                    <a:pt x="1" y="227"/>
                    <a:pt x="13" y="299"/>
                  </a:cubicBezTo>
                  <a:cubicBezTo>
                    <a:pt x="25" y="454"/>
                    <a:pt x="144" y="573"/>
                    <a:pt x="310" y="573"/>
                  </a:cubicBezTo>
                  <a:cubicBezTo>
                    <a:pt x="430" y="573"/>
                    <a:pt x="513" y="489"/>
                    <a:pt x="549" y="394"/>
                  </a:cubicBezTo>
                  <a:cubicBezTo>
                    <a:pt x="560" y="346"/>
                    <a:pt x="572" y="299"/>
                    <a:pt x="572" y="251"/>
                  </a:cubicBezTo>
                  <a:cubicBezTo>
                    <a:pt x="584" y="115"/>
                    <a:pt x="454" y="0"/>
                    <a:pt x="3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4" name="Google Shape;3034;p22"/>
            <p:cNvSpPr/>
            <p:nvPr/>
          </p:nvSpPr>
          <p:spPr>
            <a:xfrm>
              <a:off x="5332800" y="3319575"/>
              <a:ext cx="14300" cy="14025"/>
            </a:xfrm>
            <a:custGeom>
              <a:rect b="b" l="l" r="r" t="t"/>
              <a:pathLst>
                <a:path extrusionOk="0" h="561" w="572">
                  <a:moveTo>
                    <a:pt x="274" y="1"/>
                  </a:moveTo>
                  <a:cubicBezTo>
                    <a:pt x="108" y="1"/>
                    <a:pt x="0" y="132"/>
                    <a:pt x="0" y="299"/>
                  </a:cubicBezTo>
                  <a:cubicBezTo>
                    <a:pt x="0" y="453"/>
                    <a:pt x="143" y="561"/>
                    <a:pt x="298" y="561"/>
                  </a:cubicBezTo>
                  <a:cubicBezTo>
                    <a:pt x="465" y="561"/>
                    <a:pt x="572" y="430"/>
                    <a:pt x="572" y="263"/>
                  </a:cubicBezTo>
                  <a:cubicBezTo>
                    <a:pt x="572" y="96"/>
                    <a:pt x="441" y="1"/>
                    <a:pt x="27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5" name="Google Shape;3035;p22"/>
            <p:cNvSpPr/>
            <p:nvPr/>
          </p:nvSpPr>
          <p:spPr>
            <a:xfrm>
              <a:off x="4583900" y="3272550"/>
              <a:ext cx="14600" cy="14375"/>
            </a:xfrm>
            <a:custGeom>
              <a:rect b="b" l="l" r="r" t="t"/>
              <a:pathLst>
                <a:path extrusionOk="0" h="575" w="584">
                  <a:moveTo>
                    <a:pt x="286" y="1"/>
                  </a:moveTo>
                  <a:cubicBezTo>
                    <a:pt x="215" y="1"/>
                    <a:pt x="155" y="36"/>
                    <a:pt x="107" y="72"/>
                  </a:cubicBezTo>
                  <a:cubicBezTo>
                    <a:pt x="48" y="132"/>
                    <a:pt x="0" y="215"/>
                    <a:pt x="12" y="298"/>
                  </a:cubicBezTo>
                  <a:cubicBezTo>
                    <a:pt x="12" y="334"/>
                    <a:pt x="36" y="346"/>
                    <a:pt x="36" y="370"/>
                  </a:cubicBezTo>
                  <a:cubicBezTo>
                    <a:pt x="48" y="417"/>
                    <a:pt x="60" y="453"/>
                    <a:pt x="96" y="477"/>
                  </a:cubicBezTo>
                  <a:cubicBezTo>
                    <a:pt x="149" y="530"/>
                    <a:pt x="212" y="574"/>
                    <a:pt x="284" y="574"/>
                  </a:cubicBezTo>
                  <a:cubicBezTo>
                    <a:pt x="293" y="574"/>
                    <a:pt x="301" y="573"/>
                    <a:pt x="310" y="572"/>
                  </a:cubicBezTo>
                  <a:cubicBezTo>
                    <a:pt x="346" y="572"/>
                    <a:pt x="369" y="548"/>
                    <a:pt x="405" y="548"/>
                  </a:cubicBezTo>
                  <a:cubicBezTo>
                    <a:pt x="465" y="525"/>
                    <a:pt x="524" y="477"/>
                    <a:pt x="548" y="417"/>
                  </a:cubicBezTo>
                  <a:cubicBezTo>
                    <a:pt x="572" y="370"/>
                    <a:pt x="584" y="334"/>
                    <a:pt x="584" y="275"/>
                  </a:cubicBezTo>
                  <a:cubicBezTo>
                    <a:pt x="584" y="227"/>
                    <a:pt x="572" y="179"/>
                    <a:pt x="548" y="156"/>
                  </a:cubicBezTo>
                  <a:cubicBezTo>
                    <a:pt x="512" y="60"/>
                    <a:pt x="417" y="13"/>
                    <a:pt x="3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6" name="Google Shape;3036;p22"/>
            <p:cNvSpPr/>
            <p:nvPr/>
          </p:nvSpPr>
          <p:spPr>
            <a:xfrm>
              <a:off x="5421500" y="3251650"/>
              <a:ext cx="14900" cy="14400"/>
            </a:xfrm>
            <a:custGeom>
              <a:rect b="b" l="l" r="r" t="t"/>
              <a:pathLst>
                <a:path extrusionOk="0" h="576" w="596">
                  <a:moveTo>
                    <a:pt x="308" y="0"/>
                  </a:moveTo>
                  <a:cubicBezTo>
                    <a:pt x="293" y="0"/>
                    <a:pt x="278" y="1"/>
                    <a:pt x="262" y="3"/>
                  </a:cubicBezTo>
                  <a:cubicBezTo>
                    <a:pt x="108" y="3"/>
                    <a:pt x="0" y="134"/>
                    <a:pt x="0" y="301"/>
                  </a:cubicBezTo>
                  <a:lnTo>
                    <a:pt x="0" y="349"/>
                  </a:lnTo>
                  <a:cubicBezTo>
                    <a:pt x="23" y="473"/>
                    <a:pt x="131" y="576"/>
                    <a:pt x="275" y="576"/>
                  </a:cubicBezTo>
                  <a:cubicBezTo>
                    <a:pt x="282" y="576"/>
                    <a:pt x="290" y="575"/>
                    <a:pt x="298" y="575"/>
                  </a:cubicBezTo>
                  <a:lnTo>
                    <a:pt x="310" y="575"/>
                  </a:lnTo>
                  <a:cubicBezTo>
                    <a:pt x="477" y="551"/>
                    <a:pt x="596" y="420"/>
                    <a:pt x="584" y="277"/>
                  </a:cubicBezTo>
                  <a:cubicBezTo>
                    <a:pt x="584" y="194"/>
                    <a:pt x="548" y="134"/>
                    <a:pt x="489" y="75"/>
                  </a:cubicBezTo>
                  <a:cubicBezTo>
                    <a:pt x="439" y="25"/>
                    <a:pt x="381" y="0"/>
                    <a:pt x="3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7" name="Google Shape;3037;p22"/>
            <p:cNvSpPr/>
            <p:nvPr/>
          </p:nvSpPr>
          <p:spPr>
            <a:xfrm>
              <a:off x="5632525" y="3428525"/>
              <a:ext cx="14025" cy="7175"/>
            </a:xfrm>
            <a:custGeom>
              <a:rect b="b" l="l" r="r" t="t"/>
              <a:pathLst>
                <a:path extrusionOk="0" h="287" w="561">
                  <a:moveTo>
                    <a:pt x="263" y="1"/>
                  </a:moveTo>
                  <a:cubicBezTo>
                    <a:pt x="120" y="1"/>
                    <a:pt x="1" y="132"/>
                    <a:pt x="1" y="286"/>
                  </a:cubicBezTo>
                  <a:lnTo>
                    <a:pt x="561" y="286"/>
                  </a:lnTo>
                  <a:lnTo>
                    <a:pt x="561" y="263"/>
                  </a:lnTo>
                  <a:cubicBezTo>
                    <a:pt x="561" y="108"/>
                    <a:pt x="430" y="1"/>
                    <a:pt x="2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8" name="Google Shape;3038;p22"/>
            <p:cNvSpPr/>
            <p:nvPr/>
          </p:nvSpPr>
          <p:spPr>
            <a:xfrm>
              <a:off x="5338150" y="3193075"/>
              <a:ext cx="14025" cy="14050"/>
            </a:xfrm>
            <a:custGeom>
              <a:rect b="b" l="l" r="r" t="t"/>
              <a:pathLst>
                <a:path extrusionOk="0" h="562" w="561">
                  <a:moveTo>
                    <a:pt x="263" y="1"/>
                  </a:moveTo>
                  <a:cubicBezTo>
                    <a:pt x="120" y="1"/>
                    <a:pt x="13" y="120"/>
                    <a:pt x="1" y="263"/>
                  </a:cubicBezTo>
                  <a:lnTo>
                    <a:pt x="1" y="298"/>
                  </a:lnTo>
                  <a:cubicBezTo>
                    <a:pt x="1" y="446"/>
                    <a:pt x="131" y="561"/>
                    <a:pt x="277" y="561"/>
                  </a:cubicBezTo>
                  <a:cubicBezTo>
                    <a:pt x="284" y="561"/>
                    <a:pt x="291" y="561"/>
                    <a:pt x="298" y="560"/>
                  </a:cubicBezTo>
                  <a:cubicBezTo>
                    <a:pt x="322" y="560"/>
                    <a:pt x="358" y="548"/>
                    <a:pt x="382" y="548"/>
                  </a:cubicBezTo>
                  <a:cubicBezTo>
                    <a:pt x="489" y="501"/>
                    <a:pt x="560" y="394"/>
                    <a:pt x="560" y="263"/>
                  </a:cubicBezTo>
                  <a:cubicBezTo>
                    <a:pt x="560" y="96"/>
                    <a:pt x="429" y="1"/>
                    <a:pt x="2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39" name="Google Shape;3039;p22"/>
          <p:cNvGrpSpPr/>
          <p:nvPr/>
        </p:nvGrpSpPr>
        <p:grpSpPr>
          <a:xfrm flipH="1">
            <a:off x="12" y="3505908"/>
            <a:ext cx="3312746" cy="1371090"/>
            <a:chOff x="4145150" y="2643900"/>
            <a:chExt cx="1914550" cy="792400"/>
          </a:xfrm>
        </p:grpSpPr>
        <p:sp>
          <p:nvSpPr>
            <p:cNvPr id="3040" name="Google Shape;3040;p22"/>
            <p:cNvSpPr/>
            <p:nvPr/>
          </p:nvSpPr>
          <p:spPr>
            <a:xfrm>
              <a:off x="5202425" y="3311250"/>
              <a:ext cx="149150" cy="50325"/>
            </a:xfrm>
            <a:custGeom>
              <a:rect b="b" l="l" r="r" t="t"/>
              <a:pathLst>
                <a:path extrusionOk="0" h="2013" w="5966">
                  <a:moveTo>
                    <a:pt x="0" y="1"/>
                  </a:moveTo>
                  <a:lnTo>
                    <a:pt x="36" y="334"/>
                  </a:lnTo>
                  <a:lnTo>
                    <a:pt x="5870" y="2013"/>
                  </a:lnTo>
                  <a:cubicBezTo>
                    <a:pt x="5858" y="1894"/>
                    <a:pt x="5906" y="1786"/>
                    <a:pt x="5965" y="1715"/>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1" name="Google Shape;3041;p22"/>
            <p:cNvSpPr/>
            <p:nvPr/>
          </p:nvSpPr>
          <p:spPr>
            <a:xfrm>
              <a:off x="5104200" y="3285350"/>
              <a:ext cx="91100" cy="31575"/>
            </a:xfrm>
            <a:custGeom>
              <a:rect b="b" l="l" r="r" t="t"/>
              <a:pathLst>
                <a:path extrusionOk="0" h="1263" w="3644">
                  <a:moveTo>
                    <a:pt x="310" y="1"/>
                  </a:moveTo>
                  <a:lnTo>
                    <a:pt x="12" y="132"/>
                  </a:lnTo>
                  <a:lnTo>
                    <a:pt x="0" y="215"/>
                  </a:lnTo>
                  <a:lnTo>
                    <a:pt x="3644" y="1263"/>
                  </a:lnTo>
                  <a:lnTo>
                    <a:pt x="3596" y="929"/>
                  </a:ln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2" name="Google Shape;3042;p22"/>
            <p:cNvSpPr/>
            <p:nvPr/>
          </p:nvSpPr>
          <p:spPr>
            <a:xfrm>
              <a:off x="5098850" y="3282675"/>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3" name="Google Shape;3043;p22"/>
            <p:cNvSpPr/>
            <p:nvPr/>
          </p:nvSpPr>
          <p:spPr>
            <a:xfrm>
              <a:off x="5097050" y="32847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4" name="Google Shape;3044;p22"/>
            <p:cNvSpPr/>
            <p:nvPr/>
          </p:nvSpPr>
          <p:spPr>
            <a:xfrm>
              <a:off x="5317625" y="3080875"/>
              <a:ext cx="235450" cy="109550"/>
            </a:xfrm>
            <a:custGeom>
              <a:rect b="b" l="l" r="r" t="t"/>
              <a:pathLst>
                <a:path extrusionOk="0" h="4382" w="9418">
                  <a:moveTo>
                    <a:pt x="9335" y="0"/>
                  </a:moveTo>
                  <a:lnTo>
                    <a:pt x="0" y="4167"/>
                  </a:lnTo>
                  <a:lnTo>
                    <a:pt x="286" y="4382"/>
                  </a:lnTo>
                  <a:lnTo>
                    <a:pt x="9382" y="322"/>
                  </a:lnTo>
                  <a:lnTo>
                    <a:pt x="9418" y="262"/>
                  </a:lnTo>
                  <a:cubicBezTo>
                    <a:pt x="9358" y="179"/>
                    <a:pt x="9335" y="95"/>
                    <a:pt x="933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5" name="Google Shape;3045;p22"/>
            <p:cNvSpPr/>
            <p:nvPr/>
          </p:nvSpPr>
          <p:spPr>
            <a:xfrm>
              <a:off x="5193500" y="3188625"/>
              <a:ext cx="122950" cy="59850"/>
            </a:xfrm>
            <a:custGeom>
              <a:rect b="b" l="l" r="r" t="t"/>
              <a:pathLst>
                <a:path extrusionOk="0" h="2394" w="4918">
                  <a:moveTo>
                    <a:pt x="4644" y="0"/>
                  </a:moveTo>
                  <a:lnTo>
                    <a:pt x="0" y="2060"/>
                  </a:lnTo>
                  <a:lnTo>
                    <a:pt x="36" y="2393"/>
                  </a:lnTo>
                  <a:lnTo>
                    <a:pt x="4918" y="203"/>
                  </a:lnTo>
                  <a:lnTo>
                    <a:pt x="464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6" name="Google Shape;3046;p22"/>
            <p:cNvSpPr/>
            <p:nvPr/>
          </p:nvSpPr>
          <p:spPr>
            <a:xfrm>
              <a:off x="5097050" y="3284450"/>
              <a:ext cx="25" cy="1225"/>
            </a:xfrm>
            <a:custGeom>
              <a:rect b="b" l="l" r="r" t="t"/>
              <a:pathLst>
                <a:path extrusionOk="0" h="49" w="1">
                  <a:moveTo>
                    <a:pt x="1" y="13"/>
                  </a:moveTo>
                  <a:lnTo>
                    <a:pt x="1" y="13"/>
                  </a:lnTo>
                  <a:lnTo>
                    <a:pt x="1" y="49"/>
                  </a:lnTo>
                  <a:lnTo>
                    <a:pt x="1" y="13"/>
                  </a:lnTo>
                  <a:cubicBezTo>
                    <a:pt x="1" y="1"/>
                    <a:pt x="1" y="13"/>
                    <a:pt x="1"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7" name="Google Shape;3047;p22"/>
            <p:cNvSpPr/>
            <p:nvPr/>
          </p:nvSpPr>
          <p:spPr>
            <a:xfrm>
              <a:off x="5098550" y="3243975"/>
              <a:ext cx="88425" cy="44675"/>
            </a:xfrm>
            <a:custGeom>
              <a:rect b="b" l="l" r="r" t="t"/>
              <a:pathLst>
                <a:path extrusionOk="0" h="1787" w="3537">
                  <a:moveTo>
                    <a:pt x="33" y="1539"/>
                  </a:moveTo>
                  <a:lnTo>
                    <a:pt x="33" y="1539"/>
                  </a:lnTo>
                  <a:cubicBezTo>
                    <a:pt x="21" y="1541"/>
                    <a:pt x="10" y="1544"/>
                    <a:pt x="0" y="1549"/>
                  </a:cubicBezTo>
                  <a:lnTo>
                    <a:pt x="12" y="1549"/>
                  </a:lnTo>
                  <a:lnTo>
                    <a:pt x="33" y="1539"/>
                  </a:lnTo>
                  <a:close/>
                  <a:moveTo>
                    <a:pt x="3501" y="1"/>
                  </a:moveTo>
                  <a:lnTo>
                    <a:pt x="33" y="1539"/>
                  </a:lnTo>
                  <a:lnTo>
                    <a:pt x="33" y="1539"/>
                  </a:lnTo>
                  <a:cubicBezTo>
                    <a:pt x="51" y="1537"/>
                    <a:pt x="69" y="1537"/>
                    <a:pt x="84" y="1537"/>
                  </a:cubicBezTo>
                  <a:cubicBezTo>
                    <a:pt x="191" y="1537"/>
                    <a:pt x="250" y="1608"/>
                    <a:pt x="238" y="1691"/>
                  </a:cubicBezTo>
                  <a:lnTo>
                    <a:pt x="226" y="1787"/>
                  </a:lnTo>
                  <a:lnTo>
                    <a:pt x="536" y="1656"/>
                  </a:lnTo>
                  <a:lnTo>
                    <a:pt x="3536" y="310"/>
                  </a:lnTo>
                  <a:lnTo>
                    <a:pt x="350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8" name="Google Shape;3048;p22"/>
            <p:cNvSpPr/>
            <p:nvPr/>
          </p:nvSpPr>
          <p:spPr>
            <a:xfrm>
              <a:off x="5098250" y="3282675"/>
              <a:ext cx="625" cy="325"/>
            </a:xfrm>
            <a:custGeom>
              <a:rect b="b" l="l" r="r" t="t"/>
              <a:pathLst>
                <a:path extrusionOk="0" h="13" w="25">
                  <a:moveTo>
                    <a:pt x="24" y="1"/>
                  </a:moveTo>
                  <a:cubicBezTo>
                    <a:pt x="12" y="1"/>
                    <a:pt x="12" y="12"/>
                    <a:pt x="0" y="12"/>
                  </a:cubicBezTo>
                  <a:cubicBezTo>
                    <a:pt x="12" y="12"/>
                    <a:pt x="24" y="1"/>
                    <a:pt x="2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9" name="Google Shape;3049;p22"/>
            <p:cNvSpPr/>
            <p:nvPr/>
          </p:nvSpPr>
          <p:spPr>
            <a:xfrm>
              <a:off x="5097650" y="3283275"/>
              <a:ext cx="625" cy="625"/>
            </a:xfrm>
            <a:custGeom>
              <a:rect b="b" l="l" r="r" t="t"/>
              <a:pathLst>
                <a:path extrusionOk="0" h="25" w="25">
                  <a:moveTo>
                    <a:pt x="0" y="0"/>
                  </a:moveTo>
                  <a:lnTo>
                    <a:pt x="0" y="0"/>
                  </a:lnTo>
                  <a:cubicBezTo>
                    <a:pt x="0" y="0"/>
                    <a:pt x="0" y="24"/>
                    <a:pt x="0" y="0"/>
                  </a:cubicBezTo>
                  <a:cubicBezTo>
                    <a:pt x="0" y="0"/>
                    <a:pt x="24" y="0"/>
                    <a:pt x="0" y="0"/>
                  </a:cubicBezTo>
                  <a:cubicBezTo>
                    <a:pt x="24" y="0"/>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0" name="Google Shape;3050;p22"/>
            <p:cNvSpPr/>
            <p:nvPr/>
          </p:nvSpPr>
          <p:spPr>
            <a:xfrm>
              <a:off x="4158250" y="3228800"/>
              <a:ext cx="79800" cy="113125"/>
            </a:xfrm>
            <a:custGeom>
              <a:rect b="b" l="l" r="r" t="t"/>
              <a:pathLst>
                <a:path extrusionOk="0" h="4525" w="3192">
                  <a:moveTo>
                    <a:pt x="2917" y="1"/>
                  </a:moveTo>
                  <a:lnTo>
                    <a:pt x="0" y="4442"/>
                  </a:lnTo>
                  <a:cubicBezTo>
                    <a:pt x="96" y="4442"/>
                    <a:pt x="179" y="4477"/>
                    <a:pt x="238" y="4525"/>
                  </a:cubicBezTo>
                  <a:lnTo>
                    <a:pt x="393" y="4430"/>
                  </a:lnTo>
                  <a:lnTo>
                    <a:pt x="3191" y="143"/>
                  </a:lnTo>
                  <a:lnTo>
                    <a:pt x="291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1" name="Google Shape;3051;p22"/>
            <p:cNvSpPr/>
            <p:nvPr/>
          </p:nvSpPr>
          <p:spPr>
            <a:xfrm>
              <a:off x="4308850" y="3190700"/>
              <a:ext cx="106000" cy="64325"/>
            </a:xfrm>
            <a:custGeom>
              <a:rect b="b" l="l" r="r" t="t"/>
              <a:pathLst>
                <a:path extrusionOk="0" h="2573" w="4240">
                  <a:moveTo>
                    <a:pt x="4192" y="1"/>
                  </a:moveTo>
                  <a:cubicBezTo>
                    <a:pt x="4168" y="1"/>
                    <a:pt x="4168" y="1"/>
                    <a:pt x="4156" y="12"/>
                  </a:cubicBezTo>
                  <a:cubicBezTo>
                    <a:pt x="4168" y="12"/>
                    <a:pt x="4168" y="1"/>
                    <a:pt x="4192" y="1"/>
                  </a:cubicBezTo>
                  <a:close/>
                  <a:moveTo>
                    <a:pt x="4156" y="12"/>
                  </a:moveTo>
                  <a:lnTo>
                    <a:pt x="1" y="2310"/>
                  </a:lnTo>
                  <a:cubicBezTo>
                    <a:pt x="72" y="2382"/>
                    <a:pt x="144" y="2477"/>
                    <a:pt x="156" y="2572"/>
                  </a:cubicBezTo>
                  <a:lnTo>
                    <a:pt x="4240" y="310"/>
                  </a:lnTo>
                  <a:lnTo>
                    <a:pt x="4168" y="286"/>
                  </a:lnTo>
                  <a:cubicBezTo>
                    <a:pt x="4097" y="239"/>
                    <a:pt x="4061" y="155"/>
                    <a:pt x="4097" y="72"/>
                  </a:cubicBezTo>
                  <a:cubicBezTo>
                    <a:pt x="4109" y="48"/>
                    <a:pt x="4132" y="36"/>
                    <a:pt x="4156"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2" name="Google Shape;3052;p22"/>
            <p:cNvSpPr/>
            <p:nvPr/>
          </p:nvSpPr>
          <p:spPr>
            <a:xfrm>
              <a:off x="4410075" y="3190700"/>
              <a:ext cx="176525" cy="91100"/>
            </a:xfrm>
            <a:custGeom>
              <a:rect b="b" l="l" r="r" t="t"/>
              <a:pathLst>
                <a:path extrusionOk="0" h="3644" w="7061">
                  <a:moveTo>
                    <a:pt x="119" y="1"/>
                  </a:moveTo>
                  <a:cubicBezTo>
                    <a:pt x="107" y="1"/>
                    <a:pt x="107" y="1"/>
                    <a:pt x="95" y="12"/>
                  </a:cubicBezTo>
                  <a:cubicBezTo>
                    <a:pt x="95" y="36"/>
                    <a:pt x="60" y="48"/>
                    <a:pt x="48" y="72"/>
                  </a:cubicBezTo>
                  <a:cubicBezTo>
                    <a:pt x="0" y="155"/>
                    <a:pt x="48" y="239"/>
                    <a:pt x="119" y="286"/>
                  </a:cubicBezTo>
                  <a:lnTo>
                    <a:pt x="191" y="310"/>
                  </a:lnTo>
                  <a:lnTo>
                    <a:pt x="6977" y="3644"/>
                  </a:lnTo>
                  <a:cubicBezTo>
                    <a:pt x="6965" y="3620"/>
                    <a:pt x="6965" y="3608"/>
                    <a:pt x="6965" y="3572"/>
                  </a:cubicBezTo>
                  <a:cubicBezTo>
                    <a:pt x="6965" y="3489"/>
                    <a:pt x="7001" y="3394"/>
                    <a:pt x="7060" y="3346"/>
                  </a:cubicBezTo>
                  <a:lnTo>
                    <a:pt x="250" y="12"/>
                  </a:lnTo>
                  <a:cubicBezTo>
                    <a:pt x="238" y="12"/>
                    <a:pt x="238" y="12"/>
                    <a:pt x="22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3" name="Google Shape;3053;p22"/>
            <p:cNvSpPr/>
            <p:nvPr/>
          </p:nvSpPr>
          <p:spPr>
            <a:xfrm>
              <a:off x="4164500" y="3260350"/>
              <a:ext cx="127725" cy="87525"/>
            </a:xfrm>
            <a:custGeom>
              <a:rect b="b" l="l" r="r" t="t"/>
              <a:pathLst>
                <a:path extrusionOk="0" h="3501" w="5109">
                  <a:moveTo>
                    <a:pt x="4882" y="1"/>
                  </a:moveTo>
                  <a:lnTo>
                    <a:pt x="131" y="3168"/>
                  </a:lnTo>
                  <a:lnTo>
                    <a:pt x="0" y="3263"/>
                  </a:lnTo>
                  <a:cubicBezTo>
                    <a:pt x="96" y="3322"/>
                    <a:pt x="155" y="3394"/>
                    <a:pt x="191" y="3501"/>
                  </a:cubicBezTo>
                  <a:lnTo>
                    <a:pt x="5108" y="203"/>
                  </a:lnTo>
                  <a:cubicBezTo>
                    <a:pt x="5061" y="167"/>
                    <a:pt x="5037" y="120"/>
                    <a:pt x="5013" y="60"/>
                  </a:cubicBezTo>
                  <a:lnTo>
                    <a:pt x="488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4" name="Google Shape;3054;p22"/>
            <p:cNvSpPr/>
            <p:nvPr/>
          </p:nvSpPr>
          <p:spPr>
            <a:xfrm>
              <a:off x="4228800" y="3220775"/>
              <a:ext cx="61325" cy="41400"/>
            </a:xfrm>
            <a:custGeom>
              <a:rect b="b" l="l" r="r" t="t"/>
              <a:pathLst>
                <a:path extrusionOk="0" h="1656" w="2453">
                  <a:moveTo>
                    <a:pt x="203" y="0"/>
                  </a:moveTo>
                  <a:cubicBezTo>
                    <a:pt x="167" y="0"/>
                    <a:pt x="143" y="0"/>
                    <a:pt x="107" y="24"/>
                  </a:cubicBezTo>
                  <a:cubicBezTo>
                    <a:pt x="83" y="36"/>
                    <a:pt x="72" y="48"/>
                    <a:pt x="48" y="83"/>
                  </a:cubicBezTo>
                  <a:cubicBezTo>
                    <a:pt x="0" y="155"/>
                    <a:pt x="36" y="238"/>
                    <a:pt x="107" y="286"/>
                  </a:cubicBezTo>
                  <a:lnTo>
                    <a:pt x="119" y="298"/>
                  </a:lnTo>
                  <a:lnTo>
                    <a:pt x="393" y="452"/>
                  </a:lnTo>
                  <a:lnTo>
                    <a:pt x="2310" y="1584"/>
                  </a:lnTo>
                  <a:lnTo>
                    <a:pt x="2453" y="1655"/>
                  </a:lnTo>
                  <a:cubicBezTo>
                    <a:pt x="2429" y="1607"/>
                    <a:pt x="2417" y="1572"/>
                    <a:pt x="2417" y="1512"/>
                  </a:cubicBezTo>
                  <a:cubicBezTo>
                    <a:pt x="2417" y="1429"/>
                    <a:pt x="2417" y="1357"/>
                    <a:pt x="2453" y="1298"/>
                  </a:cubicBezTo>
                  <a:lnTo>
                    <a:pt x="619" y="238"/>
                  </a:lnTo>
                  <a:cubicBezTo>
                    <a:pt x="584" y="333"/>
                    <a:pt x="500" y="393"/>
                    <a:pt x="405" y="393"/>
                  </a:cubicBezTo>
                  <a:cubicBezTo>
                    <a:pt x="398" y="394"/>
                    <a:pt x="392" y="394"/>
                    <a:pt x="385" y="394"/>
                  </a:cubicBezTo>
                  <a:cubicBezTo>
                    <a:pt x="262" y="394"/>
                    <a:pt x="155" y="290"/>
                    <a:pt x="155" y="155"/>
                  </a:cubicBezTo>
                  <a:cubicBezTo>
                    <a:pt x="155" y="95"/>
                    <a:pt x="167" y="48"/>
                    <a:pt x="20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5" name="Google Shape;3055;p22"/>
            <p:cNvSpPr/>
            <p:nvPr/>
          </p:nvSpPr>
          <p:spPr>
            <a:xfrm>
              <a:off x="4302900" y="3265125"/>
              <a:ext cx="222375" cy="130500"/>
            </a:xfrm>
            <a:custGeom>
              <a:rect b="b" l="l" r="r" t="t"/>
              <a:pathLst>
                <a:path extrusionOk="0" h="5220" w="8895">
                  <a:moveTo>
                    <a:pt x="322" y="0"/>
                  </a:moveTo>
                  <a:cubicBezTo>
                    <a:pt x="239" y="95"/>
                    <a:pt x="144" y="167"/>
                    <a:pt x="1" y="179"/>
                  </a:cubicBezTo>
                  <a:lnTo>
                    <a:pt x="8776" y="5191"/>
                  </a:lnTo>
                  <a:cubicBezTo>
                    <a:pt x="8793" y="5209"/>
                    <a:pt x="8823" y="5220"/>
                    <a:pt x="8857" y="5220"/>
                  </a:cubicBezTo>
                  <a:cubicBezTo>
                    <a:pt x="8869" y="5220"/>
                    <a:pt x="8882" y="5218"/>
                    <a:pt x="8895" y="5215"/>
                  </a:cubicBezTo>
                  <a:cubicBezTo>
                    <a:pt x="8871" y="5155"/>
                    <a:pt x="8859" y="5096"/>
                    <a:pt x="8847" y="5013"/>
                  </a:cubicBezTo>
                  <a:lnTo>
                    <a:pt x="8847" y="4882"/>
                  </a:lnTo>
                  <a:lnTo>
                    <a:pt x="32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6" name="Google Shape;3056;p22"/>
            <p:cNvSpPr/>
            <p:nvPr/>
          </p:nvSpPr>
          <p:spPr>
            <a:xfrm>
              <a:off x="4545500" y="3403525"/>
              <a:ext cx="25325" cy="32475"/>
            </a:xfrm>
            <a:custGeom>
              <a:rect b="b" l="l" r="r" t="t"/>
              <a:pathLst>
                <a:path extrusionOk="0" h="1299" w="1013">
                  <a:moveTo>
                    <a:pt x="286" y="0"/>
                  </a:moveTo>
                  <a:cubicBezTo>
                    <a:pt x="215" y="60"/>
                    <a:pt x="108" y="108"/>
                    <a:pt x="0" y="131"/>
                  </a:cubicBezTo>
                  <a:lnTo>
                    <a:pt x="655" y="1298"/>
                  </a:lnTo>
                  <a:lnTo>
                    <a:pt x="1012" y="1298"/>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7" name="Google Shape;3057;p22"/>
            <p:cNvSpPr/>
            <p:nvPr/>
          </p:nvSpPr>
          <p:spPr>
            <a:xfrm>
              <a:off x="4592225" y="3007050"/>
              <a:ext cx="130100" cy="268800"/>
            </a:xfrm>
            <a:custGeom>
              <a:rect b="b" l="l" r="r" t="t"/>
              <a:pathLst>
                <a:path extrusionOk="0" h="10752" w="5204">
                  <a:moveTo>
                    <a:pt x="4918" y="0"/>
                  </a:moveTo>
                  <a:lnTo>
                    <a:pt x="1" y="10621"/>
                  </a:lnTo>
                  <a:cubicBezTo>
                    <a:pt x="84" y="10621"/>
                    <a:pt x="179" y="10680"/>
                    <a:pt x="215" y="10752"/>
                  </a:cubicBezTo>
                  <a:cubicBezTo>
                    <a:pt x="239" y="10740"/>
                    <a:pt x="251" y="10740"/>
                    <a:pt x="263" y="10740"/>
                  </a:cubicBezTo>
                  <a:lnTo>
                    <a:pt x="5204" y="119"/>
                  </a:lnTo>
                  <a:cubicBezTo>
                    <a:pt x="5097" y="96"/>
                    <a:pt x="5001" y="60"/>
                    <a:pt x="491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8" name="Google Shape;3058;p22"/>
            <p:cNvSpPr/>
            <p:nvPr/>
          </p:nvSpPr>
          <p:spPr>
            <a:xfrm>
              <a:off x="4545500" y="3284450"/>
              <a:ext cx="48550" cy="91125"/>
            </a:xfrm>
            <a:custGeom>
              <a:rect b="b" l="l" r="r" t="t"/>
              <a:pathLst>
                <a:path extrusionOk="0" h="3645" w="1942">
                  <a:moveTo>
                    <a:pt x="1620" y="1"/>
                  </a:moveTo>
                  <a:lnTo>
                    <a:pt x="0" y="3513"/>
                  </a:lnTo>
                  <a:cubicBezTo>
                    <a:pt x="108" y="3549"/>
                    <a:pt x="191" y="3585"/>
                    <a:pt x="286" y="3644"/>
                  </a:cubicBezTo>
                  <a:lnTo>
                    <a:pt x="1941" y="72"/>
                  </a:lnTo>
                  <a:cubicBezTo>
                    <a:pt x="1905" y="72"/>
                    <a:pt x="1882" y="96"/>
                    <a:pt x="1846" y="96"/>
                  </a:cubicBezTo>
                  <a:cubicBezTo>
                    <a:pt x="1837" y="97"/>
                    <a:pt x="1829" y="98"/>
                    <a:pt x="1820" y="98"/>
                  </a:cubicBezTo>
                  <a:cubicBezTo>
                    <a:pt x="1748" y="98"/>
                    <a:pt x="1684" y="54"/>
                    <a:pt x="162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9" name="Google Shape;3059;p22"/>
            <p:cNvSpPr/>
            <p:nvPr/>
          </p:nvSpPr>
          <p:spPr>
            <a:xfrm>
              <a:off x="4597575" y="3275225"/>
              <a:ext cx="212850" cy="99450"/>
            </a:xfrm>
            <a:custGeom>
              <a:rect b="b" l="l" r="r" t="t"/>
              <a:pathLst>
                <a:path extrusionOk="0" h="3978" w="8514">
                  <a:moveTo>
                    <a:pt x="49" y="1"/>
                  </a:moveTo>
                  <a:cubicBezTo>
                    <a:pt x="37" y="1"/>
                    <a:pt x="25" y="13"/>
                    <a:pt x="1" y="13"/>
                  </a:cubicBezTo>
                  <a:cubicBezTo>
                    <a:pt x="25" y="49"/>
                    <a:pt x="37" y="84"/>
                    <a:pt x="37" y="132"/>
                  </a:cubicBezTo>
                  <a:cubicBezTo>
                    <a:pt x="37" y="191"/>
                    <a:pt x="25" y="239"/>
                    <a:pt x="1" y="275"/>
                  </a:cubicBezTo>
                  <a:lnTo>
                    <a:pt x="25" y="275"/>
                  </a:lnTo>
                  <a:lnTo>
                    <a:pt x="8383" y="3978"/>
                  </a:lnTo>
                  <a:cubicBezTo>
                    <a:pt x="8419" y="3870"/>
                    <a:pt x="8454" y="3775"/>
                    <a:pt x="8514" y="3692"/>
                  </a:cubicBezTo>
                  <a:lnTo>
                    <a:pt x="144" y="13"/>
                  </a:lnTo>
                  <a:cubicBezTo>
                    <a:pt x="108" y="1"/>
                    <a:pt x="84" y="1"/>
                    <a:pt x="4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0" name="Google Shape;3060;p22"/>
            <p:cNvSpPr/>
            <p:nvPr/>
          </p:nvSpPr>
          <p:spPr>
            <a:xfrm>
              <a:off x="4838700" y="3381500"/>
              <a:ext cx="124725" cy="54200"/>
            </a:xfrm>
            <a:custGeom>
              <a:rect b="b" l="l" r="r" t="t"/>
              <a:pathLst>
                <a:path extrusionOk="0" h="2168" w="4989">
                  <a:moveTo>
                    <a:pt x="119" y="0"/>
                  </a:moveTo>
                  <a:cubicBezTo>
                    <a:pt x="107" y="108"/>
                    <a:pt x="60" y="191"/>
                    <a:pt x="0" y="286"/>
                  </a:cubicBezTo>
                  <a:lnTo>
                    <a:pt x="4227" y="2167"/>
                  </a:lnTo>
                  <a:lnTo>
                    <a:pt x="4989" y="2167"/>
                  </a:lnTo>
                  <a:lnTo>
                    <a:pt x="11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1" name="Google Shape;3061;p22"/>
            <p:cNvSpPr/>
            <p:nvPr/>
          </p:nvSpPr>
          <p:spPr>
            <a:xfrm>
              <a:off x="4723500" y="3007350"/>
              <a:ext cx="99725" cy="355725"/>
            </a:xfrm>
            <a:custGeom>
              <a:rect b="b" l="l" r="r" t="t"/>
              <a:pathLst>
                <a:path extrusionOk="0" h="14229" w="3989">
                  <a:moveTo>
                    <a:pt x="274" y="0"/>
                  </a:moveTo>
                  <a:cubicBezTo>
                    <a:pt x="227" y="72"/>
                    <a:pt x="119" y="107"/>
                    <a:pt x="0" y="107"/>
                  </a:cubicBezTo>
                  <a:lnTo>
                    <a:pt x="3691" y="14228"/>
                  </a:lnTo>
                  <a:cubicBezTo>
                    <a:pt x="3775" y="14181"/>
                    <a:pt x="3882" y="14157"/>
                    <a:pt x="3989" y="14133"/>
                  </a:cubicBez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2" name="Google Shape;3062;p22"/>
            <p:cNvSpPr/>
            <p:nvPr/>
          </p:nvSpPr>
          <p:spPr>
            <a:xfrm>
              <a:off x="4825300" y="3394600"/>
              <a:ext cx="18475" cy="41100"/>
            </a:xfrm>
            <a:custGeom>
              <a:rect b="b" l="l" r="r" t="t"/>
              <a:pathLst>
                <a:path extrusionOk="0" h="1644" w="739">
                  <a:moveTo>
                    <a:pt x="274" y="0"/>
                  </a:moveTo>
                  <a:cubicBezTo>
                    <a:pt x="203" y="48"/>
                    <a:pt x="107" y="72"/>
                    <a:pt x="0" y="72"/>
                  </a:cubicBezTo>
                  <a:lnTo>
                    <a:pt x="417" y="1643"/>
                  </a:lnTo>
                  <a:lnTo>
                    <a:pt x="738" y="1643"/>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3" name="Google Shape;3063;p22"/>
            <p:cNvSpPr/>
            <p:nvPr/>
          </p:nvSpPr>
          <p:spPr>
            <a:xfrm>
              <a:off x="5078300" y="3281775"/>
              <a:ext cx="26825" cy="153325"/>
            </a:xfrm>
            <a:custGeom>
              <a:rect b="b" l="l" r="r" t="t"/>
              <a:pathLst>
                <a:path extrusionOk="0" h="6133" w="1073">
                  <a:moveTo>
                    <a:pt x="929" y="1"/>
                  </a:moveTo>
                  <a:cubicBezTo>
                    <a:pt x="894" y="1"/>
                    <a:pt x="870" y="1"/>
                    <a:pt x="834" y="13"/>
                  </a:cubicBezTo>
                  <a:cubicBezTo>
                    <a:pt x="822" y="13"/>
                    <a:pt x="822" y="37"/>
                    <a:pt x="810" y="37"/>
                  </a:cubicBezTo>
                  <a:lnTo>
                    <a:pt x="786" y="48"/>
                  </a:lnTo>
                  <a:lnTo>
                    <a:pt x="786" y="60"/>
                  </a:lnTo>
                  <a:cubicBezTo>
                    <a:pt x="786" y="60"/>
                    <a:pt x="786" y="84"/>
                    <a:pt x="774" y="84"/>
                  </a:cubicBezTo>
                  <a:lnTo>
                    <a:pt x="774" y="96"/>
                  </a:lnTo>
                  <a:cubicBezTo>
                    <a:pt x="774" y="108"/>
                    <a:pt x="774" y="108"/>
                    <a:pt x="763" y="120"/>
                  </a:cubicBezTo>
                  <a:lnTo>
                    <a:pt x="1" y="6133"/>
                  </a:lnTo>
                  <a:lnTo>
                    <a:pt x="322" y="6133"/>
                  </a:lnTo>
                  <a:lnTo>
                    <a:pt x="1036" y="358"/>
                  </a:lnTo>
                  <a:lnTo>
                    <a:pt x="1048" y="275"/>
                  </a:lnTo>
                  <a:lnTo>
                    <a:pt x="1060" y="179"/>
                  </a:lnTo>
                  <a:cubicBezTo>
                    <a:pt x="1072" y="96"/>
                    <a:pt x="1013" y="13"/>
                    <a:pt x="92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4" name="Google Shape;3064;p22"/>
            <p:cNvSpPr/>
            <p:nvPr/>
          </p:nvSpPr>
          <p:spPr>
            <a:xfrm>
              <a:off x="5165975" y="3082950"/>
              <a:ext cx="51650" cy="352750"/>
            </a:xfrm>
            <a:custGeom>
              <a:rect b="b" l="l" r="r" t="t"/>
              <a:pathLst>
                <a:path extrusionOk="0" h="14110" w="2066">
                  <a:moveTo>
                    <a:pt x="6" y="0"/>
                  </a:moveTo>
                  <a:cubicBezTo>
                    <a:pt x="0" y="28"/>
                    <a:pt x="5" y="56"/>
                    <a:pt x="16" y="81"/>
                  </a:cubicBezTo>
                  <a:lnTo>
                    <a:pt x="16" y="81"/>
                  </a:lnTo>
                  <a:lnTo>
                    <a:pt x="6" y="0"/>
                  </a:lnTo>
                  <a:close/>
                  <a:moveTo>
                    <a:pt x="16" y="81"/>
                  </a:moveTo>
                  <a:lnTo>
                    <a:pt x="792" y="6430"/>
                  </a:lnTo>
                  <a:lnTo>
                    <a:pt x="839" y="6739"/>
                  </a:lnTo>
                  <a:lnTo>
                    <a:pt x="1125" y="9025"/>
                  </a:lnTo>
                  <a:lnTo>
                    <a:pt x="1173" y="9359"/>
                  </a:lnTo>
                  <a:lnTo>
                    <a:pt x="1756" y="14109"/>
                  </a:lnTo>
                  <a:lnTo>
                    <a:pt x="2066" y="14109"/>
                  </a:lnTo>
                  <a:lnTo>
                    <a:pt x="1482" y="9442"/>
                  </a:lnTo>
                  <a:lnTo>
                    <a:pt x="1435" y="9121"/>
                  </a:lnTo>
                  <a:lnTo>
                    <a:pt x="1125" y="6608"/>
                  </a:lnTo>
                  <a:lnTo>
                    <a:pt x="1077" y="6287"/>
                  </a:lnTo>
                  <a:lnTo>
                    <a:pt x="351" y="358"/>
                  </a:lnTo>
                  <a:lnTo>
                    <a:pt x="65" y="143"/>
                  </a:lnTo>
                  <a:cubicBezTo>
                    <a:pt x="46" y="131"/>
                    <a:pt x="28" y="108"/>
                    <a:pt x="16" y="8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5" name="Google Shape;3065;p22"/>
            <p:cNvSpPr/>
            <p:nvPr/>
          </p:nvSpPr>
          <p:spPr>
            <a:xfrm>
              <a:off x="5303025" y="3368700"/>
              <a:ext cx="54800" cy="67000"/>
            </a:xfrm>
            <a:custGeom>
              <a:rect b="b" l="l" r="r" t="t"/>
              <a:pathLst>
                <a:path extrusionOk="0" h="2680" w="2192">
                  <a:moveTo>
                    <a:pt x="1941" y="0"/>
                  </a:moveTo>
                  <a:lnTo>
                    <a:pt x="1" y="2679"/>
                  </a:lnTo>
                  <a:lnTo>
                    <a:pt x="382" y="2679"/>
                  </a:lnTo>
                  <a:lnTo>
                    <a:pt x="2192" y="179"/>
                  </a:lnTo>
                  <a:cubicBezTo>
                    <a:pt x="2084" y="143"/>
                    <a:pt x="2001" y="84"/>
                    <a:pt x="194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6" name="Google Shape;3066;p22"/>
            <p:cNvSpPr/>
            <p:nvPr/>
          </p:nvSpPr>
          <p:spPr>
            <a:xfrm>
              <a:off x="5430125" y="3087425"/>
              <a:ext cx="129500" cy="180700"/>
            </a:xfrm>
            <a:custGeom>
              <a:rect b="b" l="l" r="r" t="t"/>
              <a:pathLst>
                <a:path extrusionOk="0" h="7228" w="5180">
                  <a:moveTo>
                    <a:pt x="4918" y="0"/>
                  </a:moveTo>
                  <a:lnTo>
                    <a:pt x="4882" y="60"/>
                  </a:lnTo>
                  <a:lnTo>
                    <a:pt x="156" y="6644"/>
                  </a:lnTo>
                  <a:cubicBezTo>
                    <a:pt x="203" y="6691"/>
                    <a:pt x="239" y="6751"/>
                    <a:pt x="251" y="6834"/>
                  </a:cubicBezTo>
                  <a:cubicBezTo>
                    <a:pt x="251" y="6989"/>
                    <a:pt x="144" y="7120"/>
                    <a:pt x="1" y="7132"/>
                  </a:cubicBezTo>
                  <a:lnTo>
                    <a:pt x="132" y="7227"/>
                  </a:lnTo>
                  <a:lnTo>
                    <a:pt x="5180" y="179"/>
                  </a:lnTo>
                  <a:cubicBezTo>
                    <a:pt x="5061" y="143"/>
                    <a:pt x="4978" y="83"/>
                    <a:pt x="491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7" name="Google Shape;3067;p22"/>
            <p:cNvSpPr/>
            <p:nvPr/>
          </p:nvSpPr>
          <p:spPr>
            <a:xfrm>
              <a:off x="5365250" y="3269875"/>
              <a:ext cx="63425" cy="84550"/>
            </a:xfrm>
            <a:custGeom>
              <a:rect b="b" l="l" r="r" t="t"/>
              <a:pathLst>
                <a:path extrusionOk="0" h="3382" w="2537">
                  <a:moveTo>
                    <a:pt x="2274" y="1"/>
                  </a:moveTo>
                  <a:lnTo>
                    <a:pt x="0" y="3191"/>
                  </a:lnTo>
                  <a:cubicBezTo>
                    <a:pt x="107" y="3215"/>
                    <a:pt x="179" y="3299"/>
                    <a:pt x="238" y="3382"/>
                  </a:cubicBezTo>
                  <a:lnTo>
                    <a:pt x="2536" y="179"/>
                  </a:lnTo>
                  <a:lnTo>
                    <a:pt x="2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8" name="Google Shape;3068;p22"/>
            <p:cNvSpPr/>
            <p:nvPr/>
          </p:nvSpPr>
          <p:spPr>
            <a:xfrm>
              <a:off x="5372675" y="3356800"/>
              <a:ext cx="248275" cy="56575"/>
            </a:xfrm>
            <a:custGeom>
              <a:rect b="b" l="l" r="r" t="t"/>
              <a:pathLst>
                <a:path extrusionOk="0" h="2263" w="9931">
                  <a:moveTo>
                    <a:pt x="1" y="0"/>
                  </a:moveTo>
                  <a:cubicBezTo>
                    <a:pt x="13" y="36"/>
                    <a:pt x="37" y="95"/>
                    <a:pt x="37" y="155"/>
                  </a:cubicBezTo>
                  <a:cubicBezTo>
                    <a:pt x="37" y="203"/>
                    <a:pt x="37" y="262"/>
                    <a:pt x="13" y="310"/>
                  </a:cubicBezTo>
                  <a:lnTo>
                    <a:pt x="9931" y="2262"/>
                  </a:lnTo>
                  <a:lnTo>
                    <a:pt x="9335" y="1822"/>
                  </a:lnTo>
                  <a:lnTo>
                    <a:pt x="6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9" name="Google Shape;3069;p22"/>
            <p:cNvSpPr/>
            <p:nvPr/>
          </p:nvSpPr>
          <p:spPr>
            <a:xfrm>
              <a:off x="5718250" y="3230300"/>
              <a:ext cx="86350" cy="88125"/>
            </a:xfrm>
            <a:custGeom>
              <a:rect b="b" l="l" r="r" t="t"/>
              <a:pathLst>
                <a:path extrusionOk="0" h="3525" w="3454">
                  <a:moveTo>
                    <a:pt x="3370" y="0"/>
                  </a:moveTo>
                  <a:lnTo>
                    <a:pt x="1" y="3250"/>
                  </a:lnTo>
                  <a:lnTo>
                    <a:pt x="168" y="3524"/>
                  </a:lnTo>
                  <a:lnTo>
                    <a:pt x="3454" y="333"/>
                  </a:lnTo>
                  <a:cubicBezTo>
                    <a:pt x="3382" y="298"/>
                    <a:pt x="3335" y="214"/>
                    <a:pt x="3335" y="131"/>
                  </a:cubicBezTo>
                  <a:cubicBezTo>
                    <a:pt x="3335" y="83"/>
                    <a:pt x="3335" y="36"/>
                    <a:pt x="3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0" name="Google Shape;3070;p22"/>
            <p:cNvSpPr/>
            <p:nvPr/>
          </p:nvSpPr>
          <p:spPr>
            <a:xfrm>
              <a:off x="5808450" y="3104675"/>
              <a:ext cx="128625" cy="124150"/>
            </a:xfrm>
            <a:custGeom>
              <a:rect b="b" l="l" r="r" t="t"/>
              <a:pathLst>
                <a:path extrusionOk="0" h="4966" w="5145">
                  <a:moveTo>
                    <a:pt x="4930" y="1"/>
                  </a:moveTo>
                  <a:lnTo>
                    <a:pt x="1" y="4787"/>
                  </a:lnTo>
                  <a:lnTo>
                    <a:pt x="120" y="4870"/>
                  </a:lnTo>
                  <a:cubicBezTo>
                    <a:pt x="167" y="4882"/>
                    <a:pt x="191" y="4906"/>
                    <a:pt x="227" y="4930"/>
                  </a:cubicBezTo>
                  <a:lnTo>
                    <a:pt x="263" y="4966"/>
                  </a:lnTo>
                  <a:lnTo>
                    <a:pt x="5144" y="227"/>
                  </a:lnTo>
                  <a:cubicBezTo>
                    <a:pt x="5061" y="167"/>
                    <a:pt x="4989" y="96"/>
                    <a:pt x="493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1" name="Google Shape;3071;p22"/>
            <p:cNvSpPr/>
            <p:nvPr/>
          </p:nvSpPr>
          <p:spPr>
            <a:xfrm>
              <a:off x="5622425" y="3317200"/>
              <a:ext cx="94375" cy="92000"/>
            </a:xfrm>
            <a:custGeom>
              <a:rect b="b" l="l" r="r" t="t"/>
              <a:pathLst>
                <a:path extrusionOk="0" h="3680" w="3775">
                  <a:moveTo>
                    <a:pt x="3596" y="1"/>
                  </a:moveTo>
                  <a:lnTo>
                    <a:pt x="0" y="3501"/>
                  </a:lnTo>
                  <a:lnTo>
                    <a:pt x="250" y="3680"/>
                  </a:lnTo>
                  <a:lnTo>
                    <a:pt x="3774" y="275"/>
                  </a:lnTo>
                  <a:lnTo>
                    <a:pt x="359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2" name="Google Shape;3072;p22"/>
            <p:cNvSpPr/>
            <p:nvPr/>
          </p:nvSpPr>
          <p:spPr>
            <a:xfrm>
              <a:off x="5166700" y="3082050"/>
              <a:ext cx="498600" cy="354250"/>
            </a:xfrm>
            <a:custGeom>
              <a:rect b="b" l="l" r="r" t="t"/>
              <a:pathLst>
                <a:path extrusionOk="0" h="14170" w="19944">
                  <a:moveTo>
                    <a:pt x="298" y="1"/>
                  </a:moveTo>
                  <a:cubicBezTo>
                    <a:pt x="239" y="48"/>
                    <a:pt x="155" y="60"/>
                    <a:pt x="72" y="60"/>
                  </a:cubicBezTo>
                  <a:cubicBezTo>
                    <a:pt x="36" y="48"/>
                    <a:pt x="25" y="48"/>
                    <a:pt x="1" y="48"/>
                  </a:cubicBezTo>
                  <a:cubicBezTo>
                    <a:pt x="1" y="108"/>
                    <a:pt x="13" y="156"/>
                    <a:pt x="60" y="191"/>
                  </a:cubicBezTo>
                  <a:lnTo>
                    <a:pt x="334" y="406"/>
                  </a:lnTo>
                  <a:lnTo>
                    <a:pt x="5716" y="4275"/>
                  </a:lnTo>
                  <a:lnTo>
                    <a:pt x="5990" y="4477"/>
                  </a:lnTo>
                  <a:lnTo>
                    <a:pt x="10216" y="7537"/>
                  </a:lnTo>
                  <a:lnTo>
                    <a:pt x="10478" y="7716"/>
                  </a:lnTo>
                  <a:lnTo>
                    <a:pt x="17574" y="12836"/>
                  </a:lnTo>
                  <a:lnTo>
                    <a:pt x="18170" y="13264"/>
                  </a:lnTo>
                  <a:lnTo>
                    <a:pt x="19420" y="14169"/>
                  </a:lnTo>
                  <a:lnTo>
                    <a:pt x="19944" y="14169"/>
                  </a:lnTo>
                  <a:lnTo>
                    <a:pt x="18479" y="13110"/>
                  </a:lnTo>
                  <a:lnTo>
                    <a:pt x="18229" y="12931"/>
                  </a:lnTo>
                  <a:lnTo>
                    <a:pt x="10657" y="7466"/>
                  </a:lnTo>
                  <a:lnTo>
                    <a:pt x="10514" y="7383"/>
                  </a:lnTo>
                  <a:lnTo>
                    <a:pt x="10502" y="7383"/>
                  </a:lnTo>
                  <a:cubicBezTo>
                    <a:pt x="10495" y="7383"/>
                    <a:pt x="10487" y="7384"/>
                    <a:pt x="10480" y="7384"/>
                  </a:cubicBezTo>
                  <a:cubicBezTo>
                    <a:pt x="10347" y="7384"/>
                    <a:pt x="10238" y="7281"/>
                    <a:pt x="10204" y="7156"/>
                  </a:cubicBezTo>
                  <a:lnTo>
                    <a:pt x="7240" y="5013"/>
                  </a:lnTo>
                  <a:cubicBezTo>
                    <a:pt x="7216" y="5025"/>
                    <a:pt x="7180" y="5025"/>
                    <a:pt x="7156" y="5025"/>
                  </a:cubicBezTo>
                  <a:cubicBezTo>
                    <a:pt x="7143" y="5027"/>
                    <a:pt x="7130" y="5028"/>
                    <a:pt x="7117" y="5028"/>
                  </a:cubicBezTo>
                  <a:cubicBezTo>
                    <a:pt x="6978" y="5028"/>
                    <a:pt x="6859" y="4916"/>
                    <a:pt x="6859" y="4763"/>
                  </a:cubicBezTo>
                  <a:lnTo>
                    <a:pt x="6859" y="4728"/>
                  </a:lnTo>
                  <a:lnTo>
                    <a:pt x="6323" y="4347"/>
                  </a:lnTo>
                  <a:lnTo>
                    <a:pt x="6037" y="4132"/>
                  </a:lnTo>
                  <a:lnTo>
                    <a:pt x="29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3" name="Google Shape;3073;p22"/>
            <p:cNvSpPr/>
            <p:nvPr/>
          </p:nvSpPr>
          <p:spPr>
            <a:xfrm>
              <a:off x="5558725" y="3064225"/>
              <a:ext cx="8950" cy="4750"/>
            </a:xfrm>
            <a:custGeom>
              <a:rect b="b" l="l" r="r" t="t"/>
              <a:pathLst>
                <a:path extrusionOk="0" h="190" w="358">
                  <a:moveTo>
                    <a:pt x="146" y="0"/>
                  </a:moveTo>
                  <a:cubicBezTo>
                    <a:pt x="122" y="0"/>
                    <a:pt x="97" y="4"/>
                    <a:pt x="72" y="11"/>
                  </a:cubicBezTo>
                  <a:cubicBezTo>
                    <a:pt x="12" y="47"/>
                    <a:pt x="0" y="107"/>
                    <a:pt x="0" y="166"/>
                  </a:cubicBezTo>
                  <a:cubicBezTo>
                    <a:pt x="48" y="154"/>
                    <a:pt x="95" y="130"/>
                    <a:pt x="131" y="130"/>
                  </a:cubicBezTo>
                  <a:cubicBezTo>
                    <a:pt x="226" y="154"/>
                    <a:pt x="298" y="166"/>
                    <a:pt x="357" y="190"/>
                  </a:cubicBezTo>
                  <a:lnTo>
                    <a:pt x="286" y="71"/>
                  </a:lnTo>
                  <a:cubicBezTo>
                    <a:pt x="253" y="21"/>
                    <a:pt x="202" y="0"/>
                    <a:pt x="14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4" name="Google Shape;3074;p22"/>
            <p:cNvSpPr/>
            <p:nvPr/>
          </p:nvSpPr>
          <p:spPr>
            <a:xfrm>
              <a:off x="5571525" y="3089200"/>
              <a:ext cx="223250" cy="346500"/>
            </a:xfrm>
            <a:custGeom>
              <a:rect b="b" l="l" r="r" t="t"/>
              <a:pathLst>
                <a:path extrusionOk="0" h="13860" w="8930">
                  <a:moveTo>
                    <a:pt x="0" y="0"/>
                  </a:moveTo>
                  <a:lnTo>
                    <a:pt x="5632" y="9121"/>
                  </a:lnTo>
                  <a:lnTo>
                    <a:pt x="5799" y="9395"/>
                  </a:lnTo>
                  <a:lnTo>
                    <a:pt x="8573" y="13859"/>
                  </a:lnTo>
                  <a:lnTo>
                    <a:pt x="8930" y="13859"/>
                  </a:lnTo>
                  <a:lnTo>
                    <a:pt x="6025" y="9168"/>
                  </a:lnTo>
                  <a:lnTo>
                    <a:pt x="5858" y="8894"/>
                  </a:lnTo>
                  <a:lnTo>
                    <a:pt x="560" y="346"/>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5" name="Google Shape;3075;p22"/>
            <p:cNvSpPr/>
            <p:nvPr/>
          </p:nvSpPr>
          <p:spPr>
            <a:xfrm>
              <a:off x="6055500" y="3242800"/>
              <a:ext cx="4200" cy="14900"/>
            </a:xfrm>
            <a:custGeom>
              <a:rect b="b" l="l" r="r" t="t"/>
              <a:pathLst>
                <a:path extrusionOk="0" h="596" w="168">
                  <a:moveTo>
                    <a:pt x="108" y="0"/>
                  </a:moveTo>
                  <a:lnTo>
                    <a:pt x="1" y="393"/>
                  </a:lnTo>
                  <a:lnTo>
                    <a:pt x="167" y="595"/>
                  </a:lnTo>
                  <a:lnTo>
                    <a:pt x="167" y="72"/>
                  </a:lnTo>
                  <a:lnTo>
                    <a:pt x="10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6" name="Google Shape;3076;p22"/>
            <p:cNvSpPr/>
            <p:nvPr/>
          </p:nvSpPr>
          <p:spPr>
            <a:xfrm>
              <a:off x="5953400" y="3107050"/>
              <a:ext cx="98850" cy="137250"/>
            </a:xfrm>
            <a:custGeom>
              <a:rect b="b" l="l" r="r" t="t"/>
              <a:pathLst>
                <a:path extrusionOk="0" h="5490" w="3954">
                  <a:moveTo>
                    <a:pt x="227" y="1"/>
                  </a:moveTo>
                  <a:cubicBezTo>
                    <a:pt x="168" y="72"/>
                    <a:pt x="96" y="132"/>
                    <a:pt x="1" y="179"/>
                  </a:cubicBezTo>
                  <a:lnTo>
                    <a:pt x="3847" y="5490"/>
                  </a:lnTo>
                  <a:lnTo>
                    <a:pt x="3954" y="5109"/>
                  </a:lnTo>
                  <a:lnTo>
                    <a:pt x="287" y="25"/>
                  </a:ln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7" name="Google Shape;3077;p22"/>
            <p:cNvSpPr/>
            <p:nvPr/>
          </p:nvSpPr>
          <p:spPr>
            <a:xfrm>
              <a:off x="5571825" y="3083850"/>
              <a:ext cx="239625" cy="146475"/>
            </a:xfrm>
            <a:custGeom>
              <a:rect b="b" l="l" r="r" t="t"/>
              <a:pathLst>
                <a:path extrusionOk="0" h="5859" w="9585">
                  <a:moveTo>
                    <a:pt x="131" y="0"/>
                  </a:moveTo>
                  <a:cubicBezTo>
                    <a:pt x="95" y="84"/>
                    <a:pt x="60" y="155"/>
                    <a:pt x="0" y="214"/>
                  </a:cubicBezTo>
                  <a:lnTo>
                    <a:pt x="560" y="560"/>
                  </a:lnTo>
                  <a:lnTo>
                    <a:pt x="9227" y="5858"/>
                  </a:lnTo>
                  <a:cubicBezTo>
                    <a:pt x="9275" y="5763"/>
                    <a:pt x="9358" y="5691"/>
                    <a:pt x="9466" y="5691"/>
                  </a:cubicBezTo>
                  <a:cubicBezTo>
                    <a:pt x="9513" y="5691"/>
                    <a:pt x="9537" y="5691"/>
                    <a:pt x="9585" y="5703"/>
                  </a:cubicBezTo>
                  <a:lnTo>
                    <a:pt x="9466" y="5632"/>
                  </a:lnTo>
                  <a:lnTo>
                    <a:pt x="25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8" name="Google Shape;3078;p22"/>
            <p:cNvSpPr/>
            <p:nvPr/>
          </p:nvSpPr>
          <p:spPr>
            <a:xfrm>
              <a:off x="5814100" y="3227900"/>
              <a:ext cx="202450" cy="130700"/>
            </a:xfrm>
            <a:custGeom>
              <a:rect b="b" l="l" r="r" t="t"/>
              <a:pathLst>
                <a:path extrusionOk="0" h="5228" w="8098">
                  <a:moveTo>
                    <a:pt x="1" y="1"/>
                  </a:moveTo>
                  <a:lnTo>
                    <a:pt x="1" y="1"/>
                  </a:lnTo>
                  <a:cubicBezTo>
                    <a:pt x="37" y="48"/>
                    <a:pt x="84" y="120"/>
                    <a:pt x="84" y="191"/>
                  </a:cubicBezTo>
                  <a:cubicBezTo>
                    <a:pt x="84" y="263"/>
                    <a:pt x="72" y="322"/>
                    <a:pt x="25" y="382"/>
                  </a:cubicBezTo>
                  <a:lnTo>
                    <a:pt x="4263" y="2977"/>
                  </a:lnTo>
                  <a:cubicBezTo>
                    <a:pt x="4311" y="2918"/>
                    <a:pt x="4382" y="2870"/>
                    <a:pt x="4478" y="2870"/>
                  </a:cubicBezTo>
                  <a:cubicBezTo>
                    <a:pt x="4644" y="2870"/>
                    <a:pt x="4775" y="2977"/>
                    <a:pt x="4775" y="3144"/>
                  </a:cubicBezTo>
                  <a:cubicBezTo>
                    <a:pt x="4775" y="3180"/>
                    <a:pt x="4775" y="3227"/>
                    <a:pt x="4739" y="3275"/>
                  </a:cubicBezTo>
                  <a:lnTo>
                    <a:pt x="7942" y="5228"/>
                  </a:lnTo>
                  <a:cubicBezTo>
                    <a:pt x="7954" y="5120"/>
                    <a:pt x="8014" y="5025"/>
                    <a:pt x="8097" y="4954"/>
                  </a:cubicBezTo>
                  <a:lnTo>
                    <a:pt x="37" y="37"/>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9" name="Google Shape;3079;p22"/>
            <p:cNvSpPr/>
            <p:nvPr/>
          </p:nvSpPr>
          <p:spPr>
            <a:xfrm>
              <a:off x="5574500" y="3075800"/>
              <a:ext cx="354825" cy="22650"/>
            </a:xfrm>
            <a:custGeom>
              <a:rect b="b" l="l" r="r" t="t"/>
              <a:pathLst>
                <a:path extrusionOk="0" h="906" w="14193">
                  <a:moveTo>
                    <a:pt x="0" y="1"/>
                  </a:moveTo>
                  <a:lnTo>
                    <a:pt x="0" y="1"/>
                  </a:lnTo>
                  <a:cubicBezTo>
                    <a:pt x="12" y="36"/>
                    <a:pt x="24" y="84"/>
                    <a:pt x="24" y="132"/>
                  </a:cubicBezTo>
                  <a:cubicBezTo>
                    <a:pt x="36" y="203"/>
                    <a:pt x="24" y="263"/>
                    <a:pt x="12" y="322"/>
                  </a:cubicBezTo>
                  <a:lnTo>
                    <a:pt x="131" y="322"/>
                  </a:lnTo>
                  <a:lnTo>
                    <a:pt x="14181" y="906"/>
                  </a:lnTo>
                  <a:cubicBezTo>
                    <a:pt x="14181" y="870"/>
                    <a:pt x="14169" y="858"/>
                    <a:pt x="14169" y="834"/>
                  </a:cubicBezTo>
                  <a:cubicBezTo>
                    <a:pt x="14169" y="751"/>
                    <a:pt x="14169" y="667"/>
                    <a:pt x="14193" y="596"/>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0" name="Google Shape;3080;p22"/>
            <p:cNvSpPr/>
            <p:nvPr/>
          </p:nvSpPr>
          <p:spPr>
            <a:xfrm>
              <a:off x="5569125" y="2643900"/>
              <a:ext cx="490575" cy="431025"/>
            </a:xfrm>
            <a:custGeom>
              <a:rect b="b" l="l" r="r" t="t"/>
              <a:pathLst>
                <a:path extrusionOk="0" h="17241" w="19623">
                  <a:moveTo>
                    <a:pt x="19622" y="1"/>
                  </a:moveTo>
                  <a:lnTo>
                    <a:pt x="1" y="17027"/>
                  </a:lnTo>
                  <a:cubicBezTo>
                    <a:pt x="96" y="17074"/>
                    <a:pt x="168" y="17158"/>
                    <a:pt x="215" y="17241"/>
                  </a:cubicBezTo>
                  <a:lnTo>
                    <a:pt x="19622" y="394"/>
                  </a:lnTo>
                  <a:lnTo>
                    <a:pt x="196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1" name="Google Shape;3081;p22"/>
            <p:cNvSpPr/>
            <p:nvPr/>
          </p:nvSpPr>
          <p:spPr>
            <a:xfrm>
              <a:off x="5954000" y="2949300"/>
              <a:ext cx="105100" cy="136050"/>
            </a:xfrm>
            <a:custGeom>
              <a:rect b="b" l="l" r="r" t="t"/>
              <a:pathLst>
                <a:path extrusionOk="0" h="5442" w="4204">
                  <a:moveTo>
                    <a:pt x="4204" y="1"/>
                  </a:moveTo>
                  <a:lnTo>
                    <a:pt x="1" y="5239"/>
                  </a:lnTo>
                  <a:cubicBezTo>
                    <a:pt x="96" y="5299"/>
                    <a:pt x="179" y="5370"/>
                    <a:pt x="239" y="5442"/>
                  </a:cubicBezTo>
                  <a:lnTo>
                    <a:pt x="4204" y="489"/>
                  </a:lnTo>
                  <a:lnTo>
                    <a:pt x="420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2" name="Google Shape;3082;p22"/>
            <p:cNvSpPr/>
            <p:nvPr/>
          </p:nvSpPr>
          <p:spPr>
            <a:xfrm>
              <a:off x="6022475" y="3206175"/>
              <a:ext cx="37225" cy="143500"/>
            </a:xfrm>
            <a:custGeom>
              <a:rect b="b" l="l" r="r" t="t"/>
              <a:pathLst>
                <a:path extrusionOk="0" h="5740" w="1489">
                  <a:moveTo>
                    <a:pt x="1488" y="1"/>
                  </a:moveTo>
                  <a:lnTo>
                    <a:pt x="1191" y="1132"/>
                  </a:lnTo>
                  <a:lnTo>
                    <a:pt x="1084" y="1525"/>
                  </a:lnTo>
                  <a:lnTo>
                    <a:pt x="0" y="5692"/>
                  </a:lnTo>
                  <a:cubicBezTo>
                    <a:pt x="12" y="5692"/>
                    <a:pt x="24" y="5692"/>
                    <a:pt x="60" y="5680"/>
                  </a:cubicBezTo>
                  <a:cubicBezTo>
                    <a:pt x="143" y="5680"/>
                    <a:pt x="238" y="5692"/>
                    <a:pt x="310" y="5739"/>
                  </a:cubicBezTo>
                  <a:lnTo>
                    <a:pt x="1322" y="1834"/>
                  </a:lnTo>
                  <a:lnTo>
                    <a:pt x="1429" y="1453"/>
                  </a:lnTo>
                  <a:lnTo>
                    <a:pt x="1488" y="1227"/>
                  </a:lnTo>
                  <a:lnTo>
                    <a:pt x="148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3" name="Google Shape;3083;p22"/>
            <p:cNvSpPr/>
            <p:nvPr/>
          </p:nvSpPr>
          <p:spPr>
            <a:xfrm>
              <a:off x="5959075" y="3100225"/>
              <a:ext cx="100625" cy="64900"/>
            </a:xfrm>
            <a:custGeom>
              <a:rect b="b" l="l" r="r" t="t"/>
              <a:pathLst>
                <a:path extrusionOk="0" h="2596" w="4025">
                  <a:moveTo>
                    <a:pt x="155" y="0"/>
                  </a:moveTo>
                  <a:cubicBezTo>
                    <a:pt x="119" y="107"/>
                    <a:pt x="72" y="202"/>
                    <a:pt x="0" y="274"/>
                  </a:cubicBezTo>
                  <a:lnTo>
                    <a:pt x="60" y="298"/>
                  </a:lnTo>
                  <a:lnTo>
                    <a:pt x="4024" y="2596"/>
                  </a:lnTo>
                  <a:lnTo>
                    <a:pt x="4024" y="2238"/>
                  </a:ln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4" name="Google Shape;3084;p22"/>
            <p:cNvSpPr/>
            <p:nvPr/>
          </p:nvSpPr>
          <p:spPr>
            <a:xfrm>
              <a:off x="4523175" y="3371975"/>
              <a:ext cx="36625" cy="35750"/>
            </a:xfrm>
            <a:custGeom>
              <a:rect b="b" l="l" r="r" t="t"/>
              <a:pathLst>
                <a:path extrusionOk="0" h="1430" w="1465">
                  <a:moveTo>
                    <a:pt x="691" y="0"/>
                  </a:moveTo>
                  <a:cubicBezTo>
                    <a:pt x="334" y="12"/>
                    <a:pt x="60" y="286"/>
                    <a:pt x="24" y="620"/>
                  </a:cubicBezTo>
                  <a:cubicBezTo>
                    <a:pt x="24" y="667"/>
                    <a:pt x="0" y="715"/>
                    <a:pt x="24" y="762"/>
                  </a:cubicBezTo>
                  <a:cubicBezTo>
                    <a:pt x="24" y="834"/>
                    <a:pt x="36" y="893"/>
                    <a:pt x="60" y="953"/>
                  </a:cubicBezTo>
                  <a:cubicBezTo>
                    <a:pt x="164" y="1242"/>
                    <a:pt x="436" y="1430"/>
                    <a:pt x="746" y="1430"/>
                  </a:cubicBezTo>
                  <a:cubicBezTo>
                    <a:pt x="755" y="1430"/>
                    <a:pt x="765" y="1430"/>
                    <a:pt x="774" y="1429"/>
                  </a:cubicBezTo>
                  <a:cubicBezTo>
                    <a:pt x="822" y="1429"/>
                    <a:pt x="870" y="1417"/>
                    <a:pt x="917" y="1417"/>
                  </a:cubicBezTo>
                  <a:cubicBezTo>
                    <a:pt x="1012" y="1382"/>
                    <a:pt x="1108" y="1334"/>
                    <a:pt x="1191" y="1274"/>
                  </a:cubicBezTo>
                  <a:cubicBezTo>
                    <a:pt x="1358" y="1120"/>
                    <a:pt x="1465" y="905"/>
                    <a:pt x="1453" y="667"/>
                  </a:cubicBezTo>
                  <a:cubicBezTo>
                    <a:pt x="1429" y="441"/>
                    <a:pt x="1334" y="262"/>
                    <a:pt x="1167" y="143"/>
                  </a:cubicBezTo>
                  <a:cubicBezTo>
                    <a:pt x="1096" y="84"/>
                    <a:pt x="989" y="48"/>
                    <a:pt x="881" y="12"/>
                  </a:cubicBezTo>
                  <a:cubicBezTo>
                    <a:pt x="822" y="0"/>
                    <a:pt x="762" y="0"/>
                    <a:pt x="69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5" name="Google Shape;3085;p22"/>
            <p:cNvSpPr/>
            <p:nvPr/>
          </p:nvSpPr>
          <p:spPr>
            <a:xfrm>
              <a:off x="4806850" y="3361225"/>
              <a:ext cx="35725" cy="35175"/>
            </a:xfrm>
            <a:custGeom>
              <a:rect b="b" l="l" r="r" t="t"/>
              <a:pathLst>
                <a:path extrusionOk="0" h="1407" w="1429">
                  <a:moveTo>
                    <a:pt x="724" y="0"/>
                  </a:moveTo>
                  <a:cubicBezTo>
                    <a:pt x="709" y="0"/>
                    <a:pt x="694" y="1"/>
                    <a:pt x="679" y="2"/>
                  </a:cubicBezTo>
                  <a:cubicBezTo>
                    <a:pt x="583" y="2"/>
                    <a:pt x="476" y="38"/>
                    <a:pt x="381" y="85"/>
                  </a:cubicBezTo>
                  <a:cubicBezTo>
                    <a:pt x="286" y="121"/>
                    <a:pt x="202" y="192"/>
                    <a:pt x="143" y="264"/>
                  </a:cubicBezTo>
                  <a:cubicBezTo>
                    <a:pt x="83" y="335"/>
                    <a:pt x="48" y="442"/>
                    <a:pt x="12" y="549"/>
                  </a:cubicBezTo>
                  <a:cubicBezTo>
                    <a:pt x="0" y="609"/>
                    <a:pt x="0" y="680"/>
                    <a:pt x="0" y="740"/>
                  </a:cubicBezTo>
                  <a:cubicBezTo>
                    <a:pt x="24" y="1133"/>
                    <a:pt x="345" y="1407"/>
                    <a:pt x="726" y="1407"/>
                  </a:cubicBezTo>
                  <a:lnTo>
                    <a:pt x="738" y="1407"/>
                  </a:lnTo>
                  <a:cubicBezTo>
                    <a:pt x="845" y="1407"/>
                    <a:pt x="941" y="1383"/>
                    <a:pt x="1024" y="1335"/>
                  </a:cubicBezTo>
                  <a:cubicBezTo>
                    <a:pt x="1131" y="1276"/>
                    <a:pt x="1214" y="1204"/>
                    <a:pt x="1298" y="1097"/>
                  </a:cubicBezTo>
                  <a:cubicBezTo>
                    <a:pt x="1357" y="1002"/>
                    <a:pt x="1393" y="919"/>
                    <a:pt x="1417" y="811"/>
                  </a:cubicBezTo>
                  <a:cubicBezTo>
                    <a:pt x="1429" y="776"/>
                    <a:pt x="1429" y="704"/>
                    <a:pt x="1429" y="669"/>
                  </a:cubicBezTo>
                  <a:cubicBezTo>
                    <a:pt x="1417" y="279"/>
                    <a:pt x="1098" y="0"/>
                    <a:pt x="72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6" name="Google Shape;3086;p22"/>
            <p:cNvSpPr/>
            <p:nvPr/>
          </p:nvSpPr>
          <p:spPr>
            <a:xfrm>
              <a:off x="4231475" y="3218375"/>
              <a:ext cx="12225" cy="12250"/>
            </a:xfrm>
            <a:custGeom>
              <a:rect b="b" l="l" r="r" t="t"/>
              <a:pathLst>
                <a:path extrusionOk="0" h="490" w="489">
                  <a:moveTo>
                    <a:pt x="238" y="1"/>
                  </a:moveTo>
                  <a:cubicBezTo>
                    <a:pt x="155" y="1"/>
                    <a:pt x="96" y="37"/>
                    <a:pt x="48" y="108"/>
                  </a:cubicBezTo>
                  <a:cubicBezTo>
                    <a:pt x="12" y="156"/>
                    <a:pt x="0" y="203"/>
                    <a:pt x="0" y="263"/>
                  </a:cubicBezTo>
                  <a:cubicBezTo>
                    <a:pt x="23" y="387"/>
                    <a:pt x="142" y="490"/>
                    <a:pt x="256" y="490"/>
                  </a:cubicBezTo>
                  <a:cubicBezTo>
                    <a:pt x="262" y="490"/>
                    <a:pt x="268" y="490"/>
                    <a:pt x="274" y="489"/>
                  </a:cubicBezTo>
                  <a:cubicBezTo>
                    <a:pt x="381" y="489"/>
                    <a:pt x="453" y="429"/>
                    <a:pt x="477" y="334"/>
                  </a:cubicBezTo>
                  <a:cubicBezTo>
                    <a:pt x="488" y="310"/>
                    <a:pt x="488" y="263"/>
                    <a:pt x="488" y="239"/>
                  </a:cubicBezTo>
                  <a:cubicBezTo>
                    <a:pt x="488" y="96"/>
                    <a:pt x="381" y="1"/>
                    <a:pt x="2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7" name="Google Shape;3087;p22"/>
            <p:cNvSpPr/>
            <p:nvPr/>
          </p:nvSpPr>
          <p:spPr>
            <a:xfrm>
              <a:off x="5155100" y="3058225"/>
              <a:ext cx="25325" cy="25050"/>
            </a:xfrm>
            <a:custGeom>
              <a:rect b="b" l="l" r="r" t="t"/>
              <a:pathLst>
                <a:path extrusionOk="0" h="1002" w="1013">
                  <a:moveTo>
                    <a:pt x="510" y="1"/>
                  </a:moveTo>
                  <a:cubicBezTo>
                    <a:pt x="503" y="1"/>
                    <a:pt x="496" y="1"/>
                    <a:pt x="489" y="1"/>
                  </a:cubicBezTo>
                  <a:cubicBezTo>
                    <a:pt x="203" y="13"/>
                    <a:pt x="0" y="239"/>
                    <a:pt x="12" y="525"/>
                  </a:cubicBezTo>
                  <a:cubicBezTo>
                    <a:pt x="24" y="763"/>
                    <a:pt x="203" y="954"/>
                    <a:pt x="441" y="989"/>
                  </a:cubicBezTo>
                  <a:cubicBezTo>
                    <a:pt x="489" y="1001"/>
                    <a:pt x="500" y="1001"/>
                    <a:pt x="536" y="1001"/>
                  </a:cubicBezTo>
                  <a:cubicBezTo>
                    <a:pt x="608" y="1001"/>
                    <a:pt x="679" y="966"/>
                    <a:pt x="762" y="942"/>
                  </a:cubicBezTo>
                  <a:cubicBezTo>
                    <a:pt x="917" y="847"/>
                    <a:pt x="1012" y="668"/>
                    <a:pt x="1012" y="478"/>
                  </a:cubicBezTo>
                  <a:cubicBezTo>
                    <a:pt x="1001" y="222"/>
                    <a:pt x="786" y="1"/>
                    <a:pt x="5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8" name="Google Shape;3088;p22"/>
            <p:cNvSpPr/>
            <p:nvPr/>
          </p:nvSpPr>
          <p:spPr>
            <a:xfrm>
              <a:off x="5929000" y="3079000"/>
              <a:ext cx="34850" cy="34325"/>
            </a:xfrm>
            <a:custGeom>
              <a:rect b="b" l="l" r="r" t="t"/>
              <a:pathLst>
                <a:path extrusionOk="0" h="1373" w="1394">
                  <a:moveTo>
                    <a:pt x="720" y="1"/>
                  </a:moveTo>
                  <a:cubicBezTo>
                    <a:pt x="699" y="1"/>
                    <a:pt x="677" y="2"/>
                    <a:pt x="655" y="4"/>
                  </a:cubicBezTo>
                  <a:cubicBezTo>
                    <a:pt x="358" y="16"/>
                    <a:pt x="96" y="230"/>
                    <a:pt x="24" y="492"/>
                  </a:cubicBezTo>
                  <a:cubicBezTo>
                    <a:pt x="13" y="575"/>
                    <a:pt x="1" y="647"/>
                    <a:pt x="1" y="730"/>
                  </a:cubicBezTo>
                  <a:lnTo>
                    <a:pt x="1" y="789"/>
                  </a:lnTo>
                  <a:cubicBezTo>
                    <a:pt x="13" y="885"/>
                    <a:pt x="48" y="968"/>
                    <a:pt x="108" y="1051"/>
                  </a:cubicBezTo>
                  <a:cubicBezTo>
                    <a:pt x="167" y="1135"/>
                    <a:pt x="239" y="1206"/>
                    <a:pt x="322" y="1266"/>
                  </a:cubicBezTo>
                  <a:cubicBezTo>
                    <a:pt x="441" y="1349"/>
                    <a:pt x="584" y="1373"/>
                    <a:pt x="727" y="1373"/>
                  </a:cubicBezTo>
                  <a:cubicBezTo>
                    <a:pt x="822" y="1373"/>
                    <a:pt x="917" y="1349"/>
                    <a:pt x="1001" y="1313"/>
                  </a:cubicBezTo>
                  <a:cubicBezTo>
                    <a:pt x="1084" y="1266"/>
                    <a:pt x="1156" y="1206"/>
                    <a:pt x="1215" y="1135"/>
                  </a:cubicBezTo>
                  <a:cubicBezTo>
                    <a:pt x="1275" y="1063"/>
                    <a:pt x="1334" y="968"/>
                    <a:pt x="1370" y="873"/>
                  </a:cubicBezTo>
                  <a:cubicBezTo>
                    <a:pt x="1382" y="789"/>
                    <a:pt x="1394" y="730"/>
                    <a:pt x="1382" y="659"/>
                  </a:cubicBezTo>
                  <a:cubicBezTo>
                    <a:pt x="1382" y="516"/>
                    <a:pt x="1322" y="397"/>
                    <a:pt x="1251" y="278"/>
                  </a:cubicBezTo>
                  <a:cubicBezTo>
                    <a:pt x="1191" y="182"/>
                    <a:pt x="1096" y="123"/>
                    <a:pt x="1013" y="75"/>
                  </a:cubicBezTo>
                  <a:cubicBezTo>
                    <a:pt x="923" y="26"/>
                    <a:pt x="826" y="1"/>
                    <a:pt x="7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9" name="Google Shape;3089;p22"/>
            <p:cNvSpPr/>
            <p:nvPr/>
          </p:nvSpPr>
          <p:spPr>
            <a:xfrm>
              <a:off x="6012050" y="3348375"/>
              <a:ext cx="25625" cy="24275"/>
            </a:xfrm>
            <a:custGeom>
              <a:rect b="b" l="l" r="r" t="t"/>
              <a:pathLst>
                <a:path extrusionOk="0" h="971" w="1025">
                  <a:moveTo>
                    <a:pt x="524" y="1"/>
                  </a:moveTo>
                  <a:cubicBezTo>
                    <a:pt x="508" y="1"/>
                    <a:pt x="492" y="2"/>
                    <a:pt x="477" y="4"/>
                  </a:cubicBezTo>
                  <a:cubicBezTo>
                    <a:pt x="453" y="4"/>
                    <a:pt x="441" y="4"/>
                    <a:pt x="417" y="16"/>
                  </a:cubicBezTo>
                  <a:cubicBezTo>
                    <a:pt x="310" y="40"/>
                    <a:pt x="215" y="75"/>
                    <a:pt x="155" y="135"/>
                  </a:cubicBezTo>
                  <a:cubicBezTo>
                    <a:pt x="84" y="218"/>
                    <a:pt x="24" y="301"/>
                    <a:pt x="12" y="409"/>
                  </a:cubicBezTo>
                  <a:cubicBezTo>
                    <a:pt x="12" y="432"/>
                    <a:pt x="0" y="480"/>
                    <a:pt x="12" y="516"/>
                  </a:cubicBezTo>
                  <a:cubicBezTo>
                    <a:pt x="24" y="764"/>
                    <a:pt x="239" y="970"/>
                    <a:pt x="495" y="970"/>
                  </a:cubicBezTo>
                  <a:cubicBezTo>
                    <a:pt x="508" y="970"/>
                    <a:pt x="522" y="969"/>
                    <a:pt x="536" y="968"/>
                  </a:cubicBezTo>
                  <a:cubicBezTo>
                    <a:pt x="798" y="956"/>
                    <a:pt x="1024" y="730"/>
                    <a:pt x="989" y="456"/>
                  </a:cubicBezTo>
                  <a:cubicBezTo>
                    <a:pt x="977" y="278"/>
                    <a:pt x="870" y="123"/>
                    <a:pt x="727" y="40"/>
                  </a:cubicBezTo>
                  <a:cubicBezTo>
                    <a:pt x="668" y="20"/>
                    <a:pt x="594" y="1"/>
                    <a:pt x="52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0" name="Google Shape;3090;p22"/>
            <p:cNvSpPr/>
            <p:nvPr/>
          </p:nvSpPr>
          <p:spPr>
            <a:xfrm>
              <a:off x="5550375" y="3068250"/>
              <a:ext cx="25025" cy="24250"/>
            </a:xfrm>
            <a:custGeom>
              <a:rect b="b" l="l" r="r" t="t"/>
              <a:pathLst>
                <a:path extrusionOk="0" h="970" w="1001">
                  <a:moveTo>
                    <a:pt x="542" y="0"/>
                  </a:moveTo>
                  <a:cubicBezTo>
                    <a:pt x="521" y="0"/>
                    <a:pt x="499" y="2"/>
                    <a:pt x="477" y="5"/>
                  </a:cubicBezTo>
                  <a:cubicBezTo>
                    <a:pt x="441" y="5"/>
                    <a:pt x="394" y="17"/>
                    <a:pt x="346" y="29"/>
                  </a:cubicBezTo>
                  <a:cubicBezTo>
                    <a:pt x="144" y="112"/>
                    <a:pt x="1" y="303"/>
                    <a:pt x="25" y="529"/>
                  </a:cubicBezTo>
                  <a:cubicBezTo>
                    <a:pt x="25" y="612"/>
                    <a:pt x="48" y="708"/>
                    <a:pt x="108" y="779"/>
                  </a:cubicBezTo>
                  <a:cubicBezTo>
                    <a:pt x="168" y="850"/>
                    <a:pt x="251" y="910"/>
                    <a:pt x="346" y="946"/>
                  </a:cubicBezTo>
                  <a:cubicBezTo>
                    <a:pt x="406" y="958"/>
                    <a:pt x="465" y="969"/>
                    <a:pt x="525" y="969"/>
                  </a:cubicBezTo>
                  <a:cubicBezTo>
                    <a:pt x="644" y="969"/>
                    <a:pt x="751" y="910"/>
                    <a:pt x="846" y="838"/>
                  </a:cubicBezTo>
                  <a:cubicBezTo>
                    <a:pt x="906" y="779"/>
                    <a:pt x="941" y="708"/>
                    <a:pt x="977" y="624"/>
                  </a:cubicBezTo>
                  <a:cubicBezTo>
                    <a:pt x="989" y="565"/>
                    <a:pt x="1001" y="529"/>
                    <a:pt x="989" y="469"/>
                  </a:cubicBezTo>
                  <a:cubicBezTo>
                    <a:pt x="989" y="422"/>
                    <a:pt x="977" y="374"/>
                    <a:pt x="953" y="327"/>
                  </a:cubicBezTo>
                  <a:cubicBezTo>
                    <a:pt x="953" y="315"/>
                    <a:pt x="941" y="303"/>
                    <a:pt x="941" y="291"/>
                  </a:cubicBezTo>
                  <a:cubicBezTo>
                    <a:pt x="906" y="184"/>
                    <a:pt x="822" y="112"/>
                    <a:pt x="739" y="65"/>
                  </a:cubicBezTo>
                  <a:cubicBezTo>
                    <a:pt x="727" y="53"/>
                    <a:pt x="703" y="53"/>
                    <a:pt x="691" y="29"/>
                  </a:cubicBezTo>
                  <a:cubicBezTo>
                    <a:pt x="648" y="11"/>
                    <a:pt x="598" y="0"/>
                    <a:pt x="54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1" name="Google Shape;3091;p22"/>
            <p:cNvSpPr/>
            <p:nvPr/>
          </p:nvSpPr>
          <p:spPr>
            <a:xfrm>
              <a:off x="5349175" y="3348750"/>
              <a:ext cx="25025" cy="24850"/>
            </a:xfrm>
            <a:custGeom>
              <a:rect b="b" l="l" r="r" t="t"/>
              <a:pathLst>
                <a:path extrusionOk="0" h="994" w="1001">
                  <a:moveTo>
                    <a:pt x="476" y="1"/>
                  </a:moveTo>
                  <a:cubicBezTo>
                    <a:pt x="334" y="1"/>
                    <a:pt x="203" y="96"/>
                    <a:pt x="107" y="203"/>
                  </a:cubicBezTo>
                  <a:cubicBezTo>
                    <a:pt x="48" y="286"/>
                    <a:pt x="0" y="382"/>
                    <a:pt x="24" y="501"/>
                  </a:cubicBezTo>
                  <a:lnTo>
                    <a:pt x="24" y="525"/>
                  </a:lnTo>
                  <a:cubicBezTo>
                    <a:pt x="36" y="632"/>
                    <a:pt x="60" y="715"/>
                    <a:pt x="119" y="798"/>
                  </a:cubicBezTo>
                  <a:cubicBezTo>
                    <a:pt x="179" y="882"/>
                    <a:pt x="274" y="941"/>
                    <a:pt x="381" y="977"/>
                  </a:cubicBezTo>
                  <a:cubicBezTo>
                    <a:pt x="406" y="985"/>
                    <a:pt x="444" y="994"/>
                    <a:pt x="484" y="994"/>
                  </a:cubicBezTo>
                  <a:cubicBezTo>
                    <a:pt x="501" y="994"/>
                    <a:pt x="519" y="992"/>
                    <a:pt x="536" y="989"/>
                  </a:cubicBezTo>
                  <a:cubicBezTo>
                    <a:pt x="762" y="977"/>
                    <a:pt x="941" y="822"/>
                    <a:pt x="988" y="620"/>
                  </a:cubicBezTo>
                  <a:cubicBezTo>
                    <a:pt x="1000" y="572"/>
                    <a:pt x="1000" y="525"/>
                    <a:pt x="1000" y="465"/>
                  </a:cubicBezTo>
                  <a:cubicBezTo>
                    <a:pt x="977" y="417"/>
                    <a:pt x="953" y="358"/>
                    <a:pt x="941" y="322"/>
                  </a:cubicBezTo>
                  <a:lnTo>
                    <a:pt x="893" y="227"/>
                  </a:lnTo>
                  <a:cubicBezTo>
                    <a:pt x="834" y="144"/>
                    <a:pt x="750" y="84"/>
                    <a:pt x="655" y="36"/>
                  </a:cubicBezTo>
                  <a:cubicBezTo>
                    <a:pt x="596" y="25"/>
                    <a:pt x="536" y="1"/>
                    <a:pt x="4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2" name="Google Shape;3092;p22"/>
            <p:cNvSpPr/>
            <p:nvPr/>
          </p:nvSpPr>
          <p:spPr>
            <a:xfrm>
              <a:off x="4288925" y="3245425"/>
              <a:ext cx="24725" cy="24575"/>
            </a:xfrm>
            <a:custGeom>
              <a:rect b="b" l="l" r="r" t="t"/>
              <a:pathLst>
                <a:path extrusionOk="0" h="983" w="989">
                  <a:moveTo>
                    <a:pt x="513" y="0"/>
                  </a:moveTo>
                  <a:cubicBezTo>
                    <a:pt x="497" y="0"/>
                    <a:pt x="481" y="1"/>
                    <a:pt x="465" y="2"/>
                  </a:cubicBezTo>
                  <a:cubicBezTo>
                    <a:pt x="262" y="14"/>
                    <a:pt x="84" y="133"/>
                    <a:pt x="24" y="312"/>
                  </a:cubicBezTo>
                  <a:cubicBezTo>
                    <a:pt x="0" y="371"/>
                    <a:pt x="0" y="443"/>
                    <a:pt x="0" y="526"/>
                  </a:cubicBezTo>
                  <a:cubicBezTo>
                    <a:pt x="0" y="586"/>
                    <a:pt x="12" y="621"/>
                    <a:pt x="24" y="669"/>
                  </a:cubicBezTo>
                  <a:cubicBezTo>
                    <a:pt x="36" y="729"/>
                    <a:pt x="72" y="776"/>
                    <a:pt x="119" y="824"/>
                  </a:cubicBezTo>
                  <a:cubicBezTo>
                    <a:pt x="193" y="908"/>
                    <a:pt x="322" y="983"/>
                    <a:pt x="450" y="983"/>
                  </a:cubicBezTo>
                  <a:cubicBezTo>
                    <a:pt x="467" y="983"/>
                    <a:pt x="483" y="981"/>
                    <a:pt x="500" y="979"/>
                  </a:cubicBezTo>
                  <a:cubicBezTo>
                    <a:pt x="512" y="979"/>
                    <a:pt x="536" y="979"/>
                    <a:pt x="560" y="967"/>
                  </a:cubicBezTo>
                  <a:cubicBezTo>
                    <a:pt x="703" y="955"/>
                    <a:pt x="798" y="883"/>
                    <a:pt x="869" y="788"/>
                  </a:cubicBezTo>
                  <a:cubicBezTo>
                    <a:pt x="953" y="705"/>
                    <a:pt x="988" y="586"/>
                    <a:pt x="976" y="455"/>
                  </a:cubicBezTo>
                  <a:cubicBezTo>
                    <a:pt x="976" y="431"/>
                    <a:pt x="976" y="419"/>
                    <a:pt x="965" y="383"/>
                  </a:cubicBezTo>
                  <a:cubicBezTo>
                    <a:pt x="953" y="276"/>
                    <a:pt x="893" y="193"/>
                    <a:pt x="822" y="121"/>
                  </a:cubicBezTo>
                  <a:cubicBezTo>
                    <a:pt x="738" y="38"/>
                    <a:pt x="627" y="0"/>
                    <a:pt x="5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3" name="Google Shape;3093;p22"/>
            <p:cNvSpPr/>
            <p:nvPr/>
          </p:nvSpPr>
          <p:spPr>
            <a:xfrm>
              <a:off x="4145150" y="3339825"/>
              <a:ext cx="26225" cy="24750"/>
            </a:xfrm>
            <a:custGeom>
              <a:rect b="b" l="l" r="r" t="t"/>
              <a:pathLst>
                <a:path extrusionOk="0" h="990" w="1049">
                  <a:moveTo>
                    <a:pt x="501" y="1"/>
                  </a:moveTo>
                  <a:cubicBezTo>
                    <a:pt x="227" y="24"/>
                    <a:pt x="0" y="239"/>
                    <a:pt x="36" y="524"/>
                  </a:cubicBezTo>
                  <a:cubicBezTo>
                    <a:pt x="48" y="791"/>
                    <a:pt x="262" y="989"/>
                    <a:pt x="536" y="989"/>
                  </a:cubicBezTo>
                  <a:cubicBezTo>
                    <a:pt x="544" y="989"/>
                    <a:pt x="552" y="989"/>
                    <a:pt x="560" y="989"/>
                  </a:cubicBezTo>
                  <a:cubicBezTo>
                    <a:pt x="822" y="977"/>
                    <a:pt x="1048" y="751"/>
                    <a:pt x="1012" y="465"/>
                  </a:cubicBezTo>
                  <a:cubicBezTo>
                    <a:pt x="1012" y="405"/>
                    <a:pt x="1001" y="358"/>
                    <a:pt x="989" y="322"/>
                  </a:cubicBezTo>
                  <a:cubicBezTo>
                    <a:pt x="929" y="215"/>
                    <a:pt x="870" y="143"/>
                    <a:pt x="774" y="84"/>
                  </a:cubicBezTo>
                  <a:cubicBezTo>
                    <a:pt x="703" y="36"/>
                    <a:pt x="631" y="1"/>
                    <a:pt x="5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4" name="Google Shape;3094;p22"/>
            <p:cNvSpPr/>
            <p:nvPr/>
          </p:nvSpPr>
          <p:spPr>
            <a:xfrm>
              <a:off x="4710100" y="2985275"/>
              <a:ext cx="25625" cy="24775"/>
            </a:xfrm>
            <a:custGeom>
              <a:rect b="b" l="l" r="r" t="t"/>
              <a:pathLst>
                <a:path extrusionOk="0" h="991" w="1025">
                  <a:moveTo>
                    <a:pt x="532" y="0"/>
                  </a:moveTo>
                  <a:cubicBezTo>
                    <a:pt x="518" y="0"/>
                    <a:pt x="503" y="1"/>
                    <a:pt x="489" y="2"/>
                  </a:cubicBezTo>
                  <a:cubicBezTo>
                    <a:pt x="227" y="14"/>
                    <a:pt x="1" y="240"/>
                    <a:pt x="24" y="526"/>
                  </a:cubicBezTo>
                  <a:cubicBezTo>
                    <a:pt x="48" y="657"/>
                    <a:pt x="108" y="776"/>
                    <a:pt x="191" y="859"/>
                  </a:cubicBezTo>
                  <a:cubicBezTo>
                    <a:pt x="262" y="943"/>
                    <a:pt x="370" y="979"/>
                    <a:pt x="477" y="979"/>
                  </a:cubicBezTo>
                  <a:lnTo>
                    <a:pt x="536" y="990"/>
                  </a:lnTo>
                  <a:cubicBezTo>
                    <a:pt x="655" y="990"/>
                    <a:pt x="739" y="943"/>
                    <a:pt x="834" y="883"/>
                  </a:cubicBezTo>
                  <a:cubicBezTo>
                    <a:pt x="953" y="788"/>
                    <a:pt x="1024" y="621"/>
                    <a:pt x="1013" y="467"/>
                  </a:cubicBezTo>
                  <a:cubicBezTo>
                    <a:pt x="1001" y="207"/>
                    <a:pt x="797" y="0"/>
                    <a:pt x="53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5" name="Google Shape;3095;p22"/>
            <p:cNvSpPr/>
            <p:nvPr/>
          </p:nvSpPr>
          <p:spPr>
            <a:xfrm>
              <a:off x="5801300" y="3226125"/>
              <a:ext cx="14625" cy="14600"/>
            </a:xfrm>
            <a:custGeom>
              <a:rect b="b" l="l" r="r" t="t"/>
              <a:pathLst>
                <a:path extrusionOk="0" h="584" w="585">
                  <a:moveTo>
                    <a:pt x="275" y="0"/>
                  </a:moveTo>
                  <a:cubicBezTo>
                    <a:pt x="168" y="0"/>
                    <a:pt x="72" y="72"/>
                    <a:pt x="37" y="167"/>
                  </a:cubicBezTo>
                  <a:lnTo>
                    <a:pt x="37" y="179"/>
                  </a:lnTo>
                  <a:cubicBezTo>
                    <a:pt x="13" y="227"/>
                    <a:pt x="1" y="262"/>
                    <a:pt x="1" y="310"/>
                  </a:cubicBezTo>
                  <a:cubicBezTo>
                    <a:pt x="1" y="405"/>
                    <a:pt x="48" y="477"/>
                    <a:pt x="120" y="524"/>
                  </a:cubicBezTo>
                  <a:cubicBezTo>
                    <a:pt x="179" y="560"/>
                    <a:pt x="239" y="584"/>
                    <a:pt x="310" y="584"/>
                  </a:cubicBezTo>
                  <a:cubicBezTo>
                    <a:pt x="406" y="584"/>
                    <a:pt x="477" y="536"/>
                    <a:pt x="525" y="465"/>
                  </a:cubicBezTo>
                  <a:cubicBezTo>
                    <a:pt x="572" y="417"/>
                    <a:pt x="584" y="346"/>
                    <a:pt x="584" y="262"/>
                  </a:cubicBezTo>
                  <a:cubicBezTo>
                    <a:pt x="584" y="191"/>
                    <a:pt x="549" y="119"/>
                    <a:pt x="489" y="72"/>
                  </a:cubicBezTo>
                  <a:cubicBezTo>
                    <a:pt x="465" y="36"/>
                    <a:pt x="429" y="24"/>
                    <a:pt x="394" y="12"/>
                  </a:cubicBezTo>
                  <a:cubicBezTo>
                    <a:pt x="358" y="0"/>
                    <a:pt x="310" y="0"/>
                    <a:pt x="27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6" name="Google Shape;3096;p22"/>
            <p:cNvSpPr/>
            <p:nvPr/>
          </p:nvSpPr>
          <p:spPr>
            <a:xfrm>
              <a:off x="5918575" y="3299625"/>
              <a:ext cx="14600" cy="14325"/>
            </a:xfrm>
            <a:custGeom>
              <a:rect b="b" l="l" r="r" t="t"/>
              <a:pathLst>
                <a:path extrusionOk="0" h="573" w="584">
                  <a:moveTo>
                    <a:pt x="308" y="0"/>
                  </a:moveTo>
                  <a:cubicBezTo>
                    <a:pt x="301" y="0"/>
                    <a:pt x="294" y="1"/>
                    <a:pt x="287" y="1"/>
                  </a:cubicBezTo>
                  <a:cubicBezTo>
                    <a:pt x="191" y="1"/>
                    <a:pt x="132" y="49"/>
                    <a:pt x="72" y="108"/>
                  </a:cubicBezTo>
                  <a:cubicBezTo>
                    <a:pt x="25" y="168"/>
                    <a:pt x="1" y="227"/>
                    <a:pt x="13" y="299"/>
                  </a:cubicBezTo>
                  <a:cubicBezTo>
                    <a:pt x="25" y="454"/>
                    <a:pt x="144" y="573"/>
                    <a:pt x="310" y="573"/>
                  </a:cubicBezTo>
                  <a:cubicBezTo>
                    <a:pt x="430" y="573"/>
                    <a:pt x="513" y="489"/>
                    <a:pt x="549" y="394"/>
                  </a:cubicBezTo>
                  <a:cubicBezTo>
                    <a:pt x="560" y="346"/>
                    <a:pt x="572" y="299"/>
                    <a:pt x="572" y="251"/>
                  </a:cubicBezTo>
                  <a:cubicBezTo>
                    <a:pt x="584" y="115"/>
                    <a:pt x="454" y="0"/>
                    <a:pt x="3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7" name="Google Shape;3097;p22"/>
            <p:cNvSpPr/>
            <p:nvPr/>
          </p:nvSpPr>
          <p:spPr>
            <a:xfrm>
              <a:off x="5332800" y="3319575"/>
              <a:ext cx="14300" cy="14025"/>
            </a:xfrm>
            <a:custGeom>
              <a:rect b="b" l="l" r="r" t="t"/>
              <a:pathLst>
                <a:path extrusionOk="0" h="561" w="572">
                  <a:moveTo>
                    <a:pt x="274" y="1"/>
                  </a:moveTo>
                  <a:cubicBezTo>
                    <a:pt x="108" y="1"/>
                    <a:pt x="0" y="132"/>
                    <a:pt x="0" y="299"/>
                  </a:cubicBezTo>
                  <a:cubicBezTo>
                    <a:pt x="0" y="453"/>
                    <a:pt x="143" y="561"/>
                    <a:pt x="298" y="561"/>
                  </a:cubicBezTo>
                  <a:cubicBezTo>
                    <a:pt x="465" y="561"/>
                    <a:pt x="572" y="430"/>
                    <a:pt x="572" y="263"/>
                  </a:cubicBezTo>
                  <a:cubicBezTo>
                    <a:pt x="572" y="96"/>
                    <a:pt x="441" y="1"/>
                    <a:pt x="27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8" name="Google Shape;3098;p22"/>
            <p:cNvSpPr/>
            <p:nvPr/>
          </p:nvSpPr>
          <p:spPr>
            <a:xfrm>
              <a:off x="4583900" y="3272550"/>
              <a:ext cx="14600" cy="14375"/>
            </a:xfrm>
            <a:custGeom>
              <a:rect b="b" l="l" r="r" t="t"/>
              <a:pathLst>
                <a:path extrusionOk="0" h="575" w="584">
                  <a:moveTo>
                    <a:pt x="286" y="1"/>
                  </a:moveTo>
                  <a:cubicBezTo>
                    <a:pt x="215" y="1"/>
                    <a:pt x="155" y="36"/>
                    <a:pt x="107" y="72"/>
                  </a:cubicBezTo>
                  <a:cubicBezTo>
                    <a:pt x="48" y="132"/>
                    <a:pt x="0" y="215"/>
                    <a:pt x="12" y="298"/>
                  </a:cubicBezTo>
                  <a:cubicBezTo>
                    <a:pt x="12" y="334"/>
                    <a:pt x="36" y="346"/>
                    <a:pt x="36" y="370"/>
                  </a:cubicBezTo>
                  <a:cubicBezTo>
                    <a:pt x="48" y="417"/>
                    <a:pt x="60" y="453"/>
                    <a:pt x="96" y="477"/>
                  </a:cubicBezTo>
                  <a:cubicBezTo>
                    <a:pt x="149" y="530"/>
                    <a:pt x="212" y="574"/>
                    <a:pt x="284" y="574"/>
                  </a:cubicBezTo>
                  <a:cubicBezTo>
                    <a:pt x="293" y="574"/>
                    <a:pt x="301" y="573"/>
                    <a:pt x="310" y="572"/>
                  </a:cubicBezTo>
                  <a:cubicBezTo>
                    <a:pt x="346" y="572"/>
                    <a:pt x="369" y="548"/>
                    <a:pt x="405" y="548"/>
                  </a:cubicBezTo>
                  <a:cubicBezTo>
                    <a:pt x="465" y="525"/>
                    <a:pt x="524" y="477"/>
                    <a:pt x="548" y="417"/>
                  </a:cubicBezTo>
                  <a:cubicBezTo>
                    <a:pt x="572" y="370"/>
                    <a:pt x="584" y="334"/>
                    <a:pt x="584" y="275"/>
                  </a:cubicBezTo>
                  <a:cubicBezTo>
                    <a:pt x="584" y="227"/>
                    <a:pt x="572" y="179"/>
                    <a:pt x="548" y="156"/>
                  </a:cubicBezTo>
                  <a:cubicBezTo>
                    <a:pt x="512" y="60"/>
                    <a:pt x="417" y="13"/>
                    <a:pt x="3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9" name="Google Shape;3099;p22"/>
            <p:cNvSpPr/>
            <p:nvPr/>
          </p:nvSpPr>
          <p:spPr>
            <a:xfrm>
              <a:off x="5421500" y="3251650"/>
              <a:ext cx="14900" cy="14400"/>
            </a:xfrm>
            <a:custGeom>
              <a:rect b="b" l="l" r="r" t="t"/>
              <a:pathLst>
                <a:path extrusionOk="0" h="576" w="596">
                  <a:moveTo>
                    <a:pt x="308" y="0"/>
                  </a:moveTo>
                  <a:cubicBezTo>
                    <a:pt x="293" y="0"/>
                    <a:pt x="278" y="1"/>
                    <a:pt x="262" y="3"/>
                  </a:cubicBezTo>
                  <a:cubicBezTo>
                    <a:pt x="108" y="3"/>
                    <a:pt x="0" y="134"/>
                    <a:pt x="0" y="301"/>
                  </a:cubicBezTo>
                  <a:lnTo>
                    <a:pt x="0" y="349"/>
                  </a:lnTo>
                  <a:cubicBezTo>
                    <a:pt x="23" y="473"/>
                    <a:pt x="131" y="576"/>
                    <a:pt x="275" y="576"/>
                  </a:cubicBezTo>
                  <a:cubicBezTo>
                    <a:pt x="282" y="576"/>
                    <a:pt x="290" y="575"/>
                    <a:pt x="298" y="575"/>
                  </a:cubicBezTo>
                  <a:lnTo>
                    <a:pt x="310" y="575"/>
                  </a:lnTo>
                  <a:cubicBezTo>
                    <a:pt x="477" y="551"/>
                    <a:pt x="596" y="420"/>
                    <a:pt x="584" y="277"/>
                  </a:cubicBezTo>
                  <a:cubicBezTo>
                    <a:pt x="584" y="194"/>
                    <a:pt x="548" y="134"/>
                    <a:pt x="489" y="75"/>
                  </a:cubicBezTo>
                  <a:cubicBezTo>
                    <a:pt x="439" y="25"/>
                    <a:pt x="381" y="0"/>
                    <a:pt x="3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0" name="Google Shape;3100;p22"/>
            <p:cNvSpPr/>
            <p:nvPr/>
          </p:nvSpPr>
          <p:spPr>
            <a:xfrm>
              <a:off x="5632525" y="3428525"/>
              <a:ext cx="14025" cy="7175"/>
            </a:xfrm>
            <a:custGeom>
              <a:rect b="b" l="l" r="r" t="t"/>
              <a:pathLst>
                <a:path extrusionOk="0" h="287" w="561">
                  <a:moveTo>
                    <a:pt x="263" y="1"/>
                  </a:moveTo>
                  <a:cubicBezTo>
                    <a:pt x="120" y="1"/>
                    <a:pt x="1" y="132"/>
                    <a:pt x="1" y="286"/>
                  </a:cubicBezTo>
                  <a:lnTo>
                    <a:pt x="561" y="286"/>
                  </a:lnTo>
                  <a:lnTo>
                    <a:pt x="561" y="263"/>
                  </a:lnTo>
                  <a:cubicBezTo>
                    <a:pt x="561" y="108"/>
                    <a:pt x="430" y="1"/>
                    <a:pt x="2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1" name="Google Shape;3101;p22"/>
            <p:cNvSpPr/>
            <p:nvPr/>
          </p:nvSpPr>
          <p:spPr>
            <a:xfrm>
              <a:off x="5338150" y="3193075"/>
              <a:ext cx="14025" cy="14050"/>
            </a:xfrm>
            <a:custGeom>
              <a:rect b="b" l="l" r="r" t="t"/>
              <a:pathLst>
                <a:path extrusionOk="0" h="562" w="561">
                  <a:moveTo>
                    <a:pt x="263" y="1"/>
                  </a:moveTo>
                  <a:cubicBezTo>
                    <a:pt x="120" y="1"/>
                    <a:pt x="13" y="120"/>
                    <a:pt x="1" y="263"/>
                  </a:cubicBezTo>
                  <a:lnTo>
                    <a:pt x="1" y="298"/>
                  </a:lnTo>
                  <a:cubicBezTo>
                    <a:pt x="1" y="446"/>
                    <a:pt x="131" y="561"/>
                    <a:pt x="277" y="561"/>
                  </a:cubicBezTo>
                  <a:cubicBezTo>
                    <a:pt x="284" y="561"/>
                    <a:pt x="291" y="561"/>
                    <a:pt x="298" y="560"/>
                  </a:cubicBezTo>
                  <a:cubicBezTo>
                    <a:pt x="322" y="560"/>
                    <a:pt x="358" y="548"/>
                    <a:pt x="382" y="548"/>
                  </a:cubicBezTo>
                  <a:cubicBezTo>
                    <a:pt x="489" y="501"/>
                    <a:pt x="560" y="394"/>
                    <a:pt x="560" y="263"/>
                  </a:cubicBezTo>
                  <a:cubicBezTo>
                    <a:pt x="560" y="96"/>
                    <a:pt x="429" y="1"/>
                    <a:pt x="2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02" name="Google Shape;3102;p22"/>
          <p:cNvSpPr/>
          <p:nvPr/>
        </p:nvSpPr>
        <p:spPr>
          <a:xfrm>
            <a:off x="0" y="4845825"/>
            <a:ext cx="9144000" cy="2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3" name="Google Shape;3103;p2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3104" name="Google Shape;3104;p22"/>
          <p:cNvSpPr txBox="1"/>
          <p:nvPr>
            <p:ph idx="2" type="title"/>
          </p:nvPr>
        </p:nvSpPr>
        <p:spPr>
          <a:xfrm>
            <a:off x="737300" y="2978200"/>
            <a:ext cx="25761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105" name="Google Shape;3105;p22"/>
          <p:cNvSpPr txBox="1"/>
          <p:nvPr>
            <p:ph idx="1" type="subTitle"/>
          </p:nvPr>
        </p:nvSpPr>
        <p:spPr>
          <a:xfrm>
            <a:off x="737300" y="3300925"/>
            <a:ext cx="25761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106" name="Google Shape;3106;p22"/>
          <p:cNvSpPr txBox="1"/>
          <p:nvPr>
            <p:ph idx="3" type="title"/>
          </p:nvPr>
        </p:nvSpPr>
        <p:spPr>
          <a:xfrm>
            <a:off x="3284025" y="2978200"/>
            <a:ext cx="25761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107" name="Google Shape;3107;p22"/>
          <p:cNvSpPr txBox="1"/>
          <p:nvPr>
            <p:ph idx="4" type="subTitle"/>
          </p:nvPr>
        </p:nvSpPr>
        <p:spPr>
          <a:xfrm>
            <a:off x="3284027" y="3300925"/>
            <a:ext cx="25761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108" name="Google Shape;3108;p22"/>
          <p:cNvSpPr txBox="1"/>
          <p:nvPr>
            <p:ph idx="5" type="title"/>
          </p:nvPr>
        </p:nvSpPr>
        <p:spPr>
          <a:xfrm>
            <a:off x="5830751" y="2978200"/>
            <a:ext cx="25761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109" name="Google Shape;3109;p22"/>
          <p:cNvSpPr txBox="1"/>
          <p:nvPr>
            <p:ph idx="6" type="subTitle"/>
          </p:nvPr>
        </p:nvSpPr>
        <p:spPr>
          <a:xfrm>
            <a:off x="5830754" y="3300925"/>
            <a:ext cx="25761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110" name="Shape 3110"/>
        <p:cNvGrpSpPr/>
        <p:nvPr/>
      </p:nvGrpSpPr>
      <p:grpSpPr>
        <a:xfrm>
          <a:off x="0" y="0"/>
          <a:ext cx="0" cy="0"/>
          <a:chOff x="0" y="0"/>
          <a:chExt cx="0" cy="0"/>
        </a:xfrm>
      </p:grpSpPr>
      <p:grpSp>
        <p:nvGrpSpPr>
          <p:cNvPr id="3111" name="Google Shape;3111;p23"/>
          <p:cNvGrpSpPr/>
          <p:nvPr/>
        </p:nvGrpSpPr>
        <p:grpSpPr>
          <a:xfrm>
            <a:off x="-15" y="44"/>
            <a:ext cx="1906399" cy="5143420"/>
            <a:chOff x="5970375" y="1301775"/>
            <a:chExt cx="1053725" cy="2842925"/>
          </a:xfrm>
        </p:grpSpPr>
        <p:sp>
          <p:nvSpPr>
            <p:cNvPr id="3112" name="Google Shape;3112;p23"/>
            <p:cNvSpPr/>
            <p:nvPr/>
          </p:nvSpPr>
          <p:spPr>
            <a:xfrm>
              <a:off x="6219225" y="1995325"/>
              <a:ext cx="325" cy="25"/>
            </a:xfrm>
            <a:custGeom>
              <a:rect b="b" l="l" r="r" t="t"/>
              <a:pathLst>
                <a:path extrusionOk="0" h="1" w="13">
                  <a:moveTo>
                    <a:pt x="0" y="0"/>
                  </a:moveTo>
                  <a:lnTo>
                    <a:pt x="0" y="0"/>
                  </a:lnTo>
                  <a:lnTo>
                    <a:pt x="0" y="0"/>
                  </a:lnTo>
                  <a:cubicBezTo>
                    <a:pt x="12" y="0"/>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3" name="Google Shape;3113;p23"/>
            <p:cNvSpPr/>
            <p:nvPr/>
          </p:nvSpPr>
          <p:spPr>
            <a:xfrm>
              <a:off x="6136175" y="2102475"/>
              <a:ext cx="53900" cy="152425"/>
            </a:xfrm>
            <a:custGeom>
              <a:rect b="b" l="l" r="r" t="t"/>
              <a:pathLst>
                <a:path extrusionOk="0" h="6097" w="2156">
                  <a:moveTo>
                    <a:pt x="2155" y="0"/>
                  </a:moveTo>
                  <a:lnTo>
                    <a:pt x="1834" y="48"/>
                  </a:lnTo>
                  <a:lnTo>
                    <a:pt x="0" y="6001"/>
                  </a:lnTo>
                  <a:cubicBezTo>
                    <a:pt x="119" y="6001"/>
                    <a:pt x="215" y="6037"/>
                    <a:pt x="298" y="6096"/>
                  </a:cubicBezTo>
                  <a:lnTo>
                    <a:pt x="2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4" name="Google Shape;3114;p23"/>
            <p:cNvSpPr/>
            <p:nvPr/>
          </p:nvSpPr>
          <p:spPr>
            <a:xfrm>
              <a:off x="6184700" y="2002450"/>
              <a:ext cx="34250" cy="92900"/>
            </a:xfrm>
            <a:custGeom>
              <a:rect b="b" l="l" r="r" t="t"/>
              <a:pathLst>
                <a:path extrusionOk="0" h="3716" w="1370">
                  <a:moveTo>
                    <a:pt x="1143" y="1"/>
                  </a:moveTo>
                  <a:lnTo>
                    <a:pt x="0" y="3716"/>
                  </a:lnTo>
                  <a:lnTo>
                    <a:pt x="333" y="3692"/>
                  </a:lnTo>
                  <a:lnTo>
                    <a:pt x="1369" y="322"/>
                  </a:lnTo>
                  <a:lnTo>
                    <a:pt x="1226" y="13"/>
                  </a:lnTo>
                  <a:lnTo>
                    <a:pt x="114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5" name="Google Shape;3115;p23"/>
            <p:cNvSpPr/>
            <p:nvPr/>
          </p:nvSpPr>
          <p:spPr>
            <a:xfrm>
              <a:off x="6221900" y="199710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6" name="Google Shape;3116;p23"/>
            <p:cNvSpPr/>
            <p:nvPr/>
          </p:nvSpPr>
          <p:spPr>
            <a:xfrm>
              <a:off x="6312675" y="2223325"/>
              <a:ext cx="108075" cy="243800"/>
            </a:xfrm>
            <a:custGeom>
              <a:rect b="b" l="l" r="r" t="t"/>
              <a:pathLst>
                <a:path extrusionOk="0" h="9752" w="4323">
                  <a:moveTo>
                    <a:pt x="215" y="0"/>
                  </a:moveTo>
                  <a:lnTo>
                    <a:pt x="1" y="298"/>
                  </a:lnTo>
                  <a:lnTo>
                    <a:pt x="4001" y="9704"/>
                  </a:lnTo>
                  <a:lnTo>
                    <a:pt x="4061" y="9751"/>
                  </a:lnTo>
                  <a:cubicBezTo>
                    <a:pt x="4132" y="9692"/>
                    <a:pt x="4227" y="9656"/>
                    <a:pt x="4323" y="9656"/>
                  </a:cubicBezTo>
                  <a:lnTo>
                    <a:pt x="21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7" name="Google Shape;3117;p23"/>
            <p:cNvSpPr/>
            <p:nvPr/>
          </p:nvSpPr>
          <p:spPr>
            <a:xfrm>
              <a:off x="6255225" y="2095025"/>
              <a:ext cx="59275" cy="127725"/>
            </a:xfrm>
            <a:custGeom>
              <a:rect b="b" l="l" r="r" t="t"/>
              <a:pathLst>
                <a:path extrusionOk="0" h="5109" w="2371">
                  <a:moveTo>
                    <a:pt x="334" y="1"/>
                  </a:moveTo>
                  <a:lnTo>
                    <a:pt x="1" y="48"/>
                  </a:lnTo>
                  <a:lnTo>
                    <a:pt x="2144" y="5108"/>
                  </a:lnTo>
                  <a:lnTo>
                    <a:pt x="2370" y="4811"/>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8" name="Google Shape;3118;p23"/>
            <p:cNvSpPr/>
            <p:nvPr/>
          </p:nvSpPr>
          <p:spPr>
            <a:xfrm>
              <a:off x="6215350" y="1997100"/>
              <a:ext cx="44675" cy="91100"/>
            </a:xfrm>
            <a:custGeom>
              <a:rect b="b" l="l" r="r" t="t"/>
              <a:pathLst>
                <a:path extrusionOk="0" h="3644" w="1787">
                  <a:moveTo>
                    <a:pt x="262" y="1"/>
                  </a:moveTo>
                  <a:lnTo>
                    <a:pt x="262" y="12"/>
                  </a:lnTo>
                  <a:lnTo>
                    <a:pt x="272" y="35"/>
                  </a:lnTo>
                  <a:lnTo>
                    <a:pt x="272" y="35"/>
                  </a:lnTo>
                  <a:cubicBezTo>
                    <a:pt x="270" y="22"/>
                    <a:pt x="267" y="10"/>
                    <a:pt x="262" y="1"/>
                  </a:cubicBezTo>
                  <a:close/>
                  <a:moveTo>
                    <a:pt x="272" y="35"/>
                  </a:moveTo>
                  <a:cubicBezTo>
                    <a:pt x="274" y="53"/>
                    <a:pt x="274" y="75"/>
                    <a:pt x="274" y="96"/>
                  </a:cubicBezTo>
                  <a:cubicBezTo>
                    <a:pt x="262" y="179"/>
                    <a:pt x="179" y="239"/>
                    <a:pt x="96" y="239"/>
                  </a:cubicBezTo>
                  <a:lnTo>
                    <a:pt x="0" y="227"/>
                  </a:lnTo>
                  <a:lnTo>
                    <a:pt x="143" y="536"/>
                  </a:lnTo>
                  <a:lnTo>
                    <a:pt x="1465" y="3644"/>
                  </a:lnTo>
                  <a:lnTo>
                    <a:pt x="1786" y="3620"/>
                  </a:lnTo>
                  <a:lnTo>
                    <a:pt x="272" y="3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9" name="Google Shape;3119;p23"/>
            <p:cNvSpPr/>
            <p:nvPr/>
          </p:nvSpPr>
          <p:spPr>
            <a:xfrm>
              <a:off x="6221300" y="1996500"/>
              <a:ext cx="625" cy="625"/>
            </a:xfrm>
            <a:custGeom>
              <a:rect b="b" l="l" r="r" t="t"/>
              <a:pathLst>
                <a:path extrusionOk="0" h="25" w="25">
                  <a:moveTo>
                    <a:pt x="1" y="1"/>
                  </a:moveTo>
                  <a:cubicBezTo>
                    <a:pt x="1" y="13"/>
                    <a:pt x="1" y="13"/>
                    <a:pt x="24" y="25"/>
                  </a:cubicBezTo>
                  <a:cubicBezTo>
                    <a:pt x="24" y="13"/>
                    <a:pt x="1" y="13"/>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0" name="Google Shape;3120;p23"/>
            <p:cNvSpPr/>
            <p:nvPr/>
          </p:nvSpPr>
          <p:spPr>
            <a:xfrm>
              <a:off x="6220700" y="1995900"/>
              <a:ext cx="325" cy="625"/>
            </a:xfrm>
            <a:custGeom>
              <a:rect b="b" l="l" r="r" t="t"/>
              <a:pathLst>
                <a:path extrusionOk="0" h="25" w="13">
                  <a:moveTo>
                    <a:pt x="1" y="1"/>
                  </a:moveTo>
                  <a:lnTo>
                    <a:pt x="1" y="1"/>
                  </a:lnTo>
                  <a:lnTo>
                    <a:pt x="1" y="1"/>
                  </a:lnTo>
                  <a:cubicBezTo>
                    <a:pt x="1" y="1"/>
                    <a:pt x="13" y="1"/>
                    <a:pt x="1" y="1"/>
                  </a:cubicBezTo>
                  <a:cubicBezTo>
                    <a:pt x="13" y="25"/>
                    <a:pt x="1" y="1"/>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1" name="Google Shape;3121;p23"/>
            <p:cNvSpPr/>
            <p:nvPr/>
          </p:nvSpPr>
          <p:spPr>
            <a:xfrm>
              <a:off x="6218925" y="1995325"/>
              <a:ext cx="625" cy="25"/>
            </a:xfrm>
            <a:custGeom>
              <a:rect b="b" l="l" r="r" t="t"/>
              <a:pathLst>
                <a:path extrusionOk="0" h="1" w="25">
                  <a:moveTo>
                    <a:pt x="24" y="0"/>
                  </a:moveTo>
                  <a:cubicBezTo>
                    <a:pt x="12" y="0"/>
                    <a:pt x="12" y="0"/>
                    <a:pt x="24" y="0"/>
                  </a:cubicBezTo>
                  <a:lnTo>
                    <a:pt x="0" y="0"/>
                  </a:ln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2" name="Google Shape;3122;p23"/>
            <p:cNvSpPr/>
            <p:nvPr/>
          </p:nvSpPr>
          <p:spPr>
            <a:xfrm>
              <a:off x="6231425" y="1302075"/>
              <a:ext cx="94675" cy="169400"/>
            </a:xfrm>
            <a:custGeom>
              <a:rect b="b" l="l" r="r" t="t"/>
              <a:pathLst>
                <a:path extrusionOk="0" h="6776" w="3787">
                  <a:moveTo>
                    <a:pt x="3429" y="1"/>
                  </a:moveTo>
                  <a:lnTo>
                    <a:pt x="0" y="6680"/>
                  </a:lnTo>
                  <a:cubicBezTo>
                    <a:pt x="36" y="6668"/>
                    <a:pt x="48" y="6668"/>
                    <a:pt x="72" y="6668"/>
                  </a:cubicBezTo>
                  <a:cubicBezTo>
                    <a:pt x="179" y="6668"/>
                    <a:pt x="250" y="6704"/>
                    <a:pt x="310" y="6775"/>
                  </a:cubicBezTo>
                  <a:lnTo>
                    <a:pt x="378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3" name="Google Shape;3123;p23"/>
            <p:cNvSpPr/>
            <p:nvPr/>
          </p:nvSpPr>
          <p:spPr>
            <a:xfrm>
              <a:off x="6115625" y="1301775"/>
              <a:ext cx="69975" cy="103900"/>
            </a:xfrm>
            <a:custGeom>
              <a:rect b="b" l="l" r="r" t="t"/>
              <a:pathLst>
                <a:path extrusionOk="0" h="4156" w="2799">
                  <a:moveTo>
                    <a:pt x="2430" y="1"/>
                  </a:moveTo>
                  <a:lnTo>
                    <a:pt x="37" y="4037"/>
                  </a:lnTo>
                  <a:cubicBezTo>
                    <a:pt x="25" y="4061"/>
                    <a:pt x="1" y="4108"/>
                    <a:pt x="25" y="4156"/>
                  </a:cubicBezTo>
                  <a:cubicBezTo>
                    <a:pt x="84" y="4132"/>
                    <a:pt x="156" y="4120"/>
                    <a:pt x="215" y="4120"/>
                  </a:cubicBezTo>
                  <a:lnTo>
                    <a:pt x="346" y="4120"/>
                  </a:lnTo>
                  <a:lnTo>
                    <a:pt x="279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4" name="Google Shape;3124;p23"/>
            <p:cNvSpPr/>
            <p:nvPr/>
          </p:nvSpPr>
          <p:spPr>
            <a:xfrm>
              <a:off x="5970675" y="1427100"/>
              <a:ext cx="136650" cy="81875"/>
            </a:xfrm>
            <a:custGeom>
              <a:rect b="b" l="l" r="r" t="t"/>
              <a:pathLst>
                <a:path extrusionOk="0" h="3275" w="5466">
                  <a:moveTo>
                    <a:pt x="5323" y="0"/>
                  </a:moveTo>
                  <a:lnTo>
                    <a:pt x="0" y="2917"/>
                  </a:lnTo>
                  <a:lnTo>
                    <a:pt x="0" y="3274"/>
                  </a:lnTo>
                  <a:lnTo>
                    <a:pt x="5465" y="286"/>
                  </a:lnTo>
                  <a:cubicBezTo>
                    <a:pt x="5406" y="191"/>
                    <a:pt x="5358" y="107"/>
                    <a:pt x="532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5" name="Google Shape;3125;p23"/>
            <p:cNvSpPr/>
            <p:nvPr/>
          </p:nvSpPr>
          <p:spPr>
            <a:xfrm>
              <a:off x="6136175" y="1427100"/>
              <a:ext cx="92600" cy="51500"/>
            </a:xfrm>
            <a:custGeom>
              <a:rect b="b" l="l" r="r" t="t"/>
              <a:pathLst>
                <a:path extrusionOk="0" h="2060" w="3704">
                  <a:moveTo>
                    <a:pt x="131" y="0"/>
                  </a:moveTo>
                  <a:cubicBezTo>
                    <a:pt x="108" y="107"/>
                    <a:pt x="60" y="214"/>
                    <a:pt x="0" y="286"/>
                  </a:cubicBezTo>
                  <a:lnTo>
                    <a:pt x="3632" y="2060"/>
                  </a:lnTo>
                  <a:cubicBezTo>
                    <a:pt x="3620" y="2024"/>
                    <a:pt x="3620" y="2000"/>
                    <a:pt x="3620" y="1965"/>
                  </a:cubicBezTo>
                  <a:cubicBezTo>
                    <a:pt x="3608" y="1881"/>
                    <a:pt x="3644" y="1798"/>
                    <a:pt x="3703" y="1738"/>
                  </a:cubicBezTo>
                  <a:lnTo>
                    <a:pt x="13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6" name="Google Shape;3126;p23"/>
            <p:cNvSpPr/>
            <p:nvPr/>
          </p:nvSpPr>
          <p:spPr>
            <a:xfrm>
              <a:off x="6237075" y="1476500"/>
              <a:ext cx="274475" cy="138425"/>
            </a:xfrm>
            <a:custGeom>
              <a:rect b="b" l="l" r="r" t="t"/>
              <a:pathLst>
                <a:path extrusionOk="0" h="5537" w="10979">
                  <a:moveTo>
                    <a:pt x="167" y="1"/>
                  </a:moveTo>
                  <a:cubicBezTo>
                    <a:pt x="143" y="108"/>
                    <a:pt x="84" y="203"/>
                    <a:pt x="1" y="239"/>
                  </a:cubicBezTo>
                  <a:cubicBezTo>
                    <a:pt x="12" y="263"/>
                    <a:pt x="12" y="274"/>
                    <a:pt x="12" y="286"/>
                  </a:cubicBezTo>
                  <a:lnTo>
                    <a:pt x="10847" y="5537"/>
                  </a:lnTo>
                  <a:cubicBezTo>
                    <a:pt x="10859" y="5442"/>
                    <a:pt x="10907" y="5335"/>
                    <a:pt x="10978" y="5263"/>
                  </a:cubicBezTo>
                  <a:lnTo>
                    <a:pt x="16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7" name="Google Shape;3127;p23"/>
            <p:cNvSpPr/>
            <p:nvPr/>
          </p:nvSpPr>
          <p:spPr>
            <a:xfrm>
              <a:off x="6132900" y="1482450"/>
              <a:ext cx="104800" cy="217325"/>
            </a:xfrm>
            <a:custGeom>
              <a:rect b="b" l="l" r="r" t="t"/>
              <a:pathLst>
                <a:path extrusionOk="0" h="8693" w="4192">
                  <a:moveTo>
                    <a:pt x="3918" y="1"/>
                  </a:moveTo>
                  <a:lnTo>
                    <a:pt x="3918" y="25"/>
                  </a:lnTo>
                  <a:lnTo>
                    <a:pt x="0" y="8549"/>
                  </a:lnTo>
                  <a:cubicBezTo>
                    <a:pt x="108" y="8573"/>
                    <a:pt x="191" y="8621"/>
                    <a:pt x="286" y="8692"/>
                  </a:cubicBezTo>
                  <a:lnTo>
                    <a:pt x="4179" y="144"/>
                  </a:lnTo>
                  <a:cubicBezTo>
                    <a:pt x="4191" y="108"/>
                    <a:pt x="4191" y="84"/>
                    <a:pt x="4191" y="48"/>
                  </a:cubicBezTo>
                  <a:cubicBezTo>
                    <a:pt x="4191" y="36"/>
                    <a:pt x="4191" y="25"/>
                    <a:pt x="4179" y="1"/>
                  </a:cubicBezTo>
                  <a:cubicBezTo>
                    <a:pt x="4132" y="25"/>
                    <a:pt x="4108" y="36"/>
                    <a:pt x="4060" y="36"/>
                  </a:cubicBezTo>
                  <a:cubicBezTo>
                    <a:pt x="4001" y="36"/>
                    <a:pt x="3953" y="25"/>
                    <a:pt x="3918"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8" name="Google Shape;3128;p23"/>
            <p:cNvSpPr/>
            <p:nvPr/>
          </p:nvSpPr>
          <p:spPr>
            <a:xfrm>
              <a:off x="6007575" y="1728325"/>
              <a:ext cx="116725" cy="237850"/>
            </a:xfrm>
            <a:custGeom>
              <a:rect b="b" l="l" r="r" t="t"/>
              <a:pathLst>
                <a:path extrusionOk="0" h="9514" w="4669">
                  <a:moveTo>
                    <a:pt x="4370" y="0"/>
                  </a:moveTo>
                  <a:lnTo>
                    <a:pt x="1" y="9406"/>
                  </a:lnTo>
                  <a:cubicBezTo>
                    <a:pt x="96" y="9418"/>
                    <a:pt x="191" y="9442"/>
                    <a:pt x="251" y="9513"/>
                  </a:cubicBezTo>
                  <a:cubicBezTo>
                    <a:pt x="263" y="9513"/>
                    <a:pt x="299" y="9501"/>
                    <a:pt x="310" y="9501"/>
                  </a:cubicBezTo>
                  <a:lnTo>
                    <a:pt x="4668" y="119"/>
                  </a:lnTo>
                  <a:cubicBezTo>
                    <a:pt x="4561" y="107"/>
                    <a:pt x="4466" y="60"/>
                    <a:pt x="4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9" name="Google Shape;3129;p23"/>
            <p:cNvSpPr/>
            <p:nvPr/>
          </p:nvSpPr>
          <p:spPr>
            <a:xfrm>
              <a:off x="6143900" y="1616400"/>
              <a:ext cx="367050" cy="96175"/>
            </a:xfrm>
            <a:custGeom>
              <a:rect b="b" l="l" r="r" t="t"/>
              <a:pathLst>
                <a:path extrusionOk="0" h="3847" w="14682">
                  <a:moveTo>
                    <a:pt x="14574" y="0"/>
                  </a:moveTo>
                  <a:lnTo>
                    <a:pt x="1" y="3549"/>
                  </a:lnTo>
                  <a:cubicBezTo>
                    <a:pt x="49" y="3632"/>
                    <a:pt x="84" y="3739"/>
                    <a:pt x="96" y="3846"/>
                  </a:cubicBezTo>
                  <a:lnTo>
                    <a:pt x="14681" y="298"/>
                  </a:lnTo>
                  <a:cubicBezTo>
                    <a:pt x="14610" y="227"/>
                    <a:pt x="14574" y="120"/>
                    <a:pt x="1457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0" name="Google Shape;3130;p23"/>
            <p:cNvSpPr/>
            <p:nvPr/>
          </p:nvSpPr>
          <p:spPr>
            <a:xfrm>
              <a:off x="5970375" y="1714025"/>
              <a:ext cx="140525" cy="44075"/>
            </a:xfrm>
            <a:custGeom>
              <a:rect b="b" l="l" r="r" t="t"/>
              <a:pathLst>
                <a:path extrusionOk="0" h="1763" w="5621">
                  <a:moveTo>
                    <a:pt x="5561" y="1"/>
                  </a:moveTo>
                  <a:lnTo>
                    <a:pt x="1" y="1441"/>
                  </a:lnTo>
                  <a:lnTo>
                    <a:pt x="1" y="1763"/>
                  </a:lnTo>
                  <a:lnTo>
                    <a:pt x="5620" y="298"/>
                  </a:lnTo>
                  <a:cubicBezTo>
                    <a:pt x="5597" y="203"/>
                    <a:pt x="5561" y="120"/>
                    <a:pt x="556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1" name="Google Shape;3131;p23"/>
            <p:cNvSpPr/>
            <p:nvPr/>
          </p:nvSpPr>
          <p:spPr>
            <a:xfrm>
              <a:off x="5970675" y="1973575"/>
              <a:ext cx="37525" cy="103625"/>
            </a:xfrm>
            <a:custGeom>
              <a:rect b="b" l="l" r="r" t="t"/>
              <a:pathLst>
                <a:path extrusionOk="0" h="4145" w="1501">
                  <a:moveTo>
                    <a:pt x="1239" y="1"/>
                  </a:moveTo>
                  <a:lnTo>
                    <a:pt x="0" y="3251"/>
                  </a:lnTo>
                  <a:lnTo>
                    <a:pt x="0" y="4144"/>
                  </a:lnTo>
                  <a:lnTo>
                    <a:pt x="1501" y="180"/>
                  </a:lnTo>
                  <a:cubicBezTo>
                    <a:pt x="1382" y="180"/>
                    <a:pt x="1274" y="108"/>
                    <a:pt x="123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2" name="Google Shape;3132;p23"/>
            <p:cNvSpPr/>
            <p:nvPr/>
          </p:nvSpPr>
          <p:spPr>
            <a:xfrm>
              <a:off x="5970675" y="1952450"/>
              <a:ext cx="34250" cy="18775"/>
            </a:xfrm>
            <a:custGeom>
              <a:rect b="b" l="l" r="r" t="t"/>
              <a:pathLst>
                <a:path extrusionOk="0" h="751" w="1370">
                  <a:moveTo>
                    <a:pt x="0" y="1"/>
                  </a:moveTo>
                  <a:lnTo>
                    <a:pt x="0" y="322"/>
                  </a:lnTo>
                  <a:lnTo>
                    <a:pt x="1215" y="751"/>
                  </a:lnTo>
                  <a:cubicBezTo>
                    <a:pt x="1203" y="620"/>
                    <a:pt x="1263" y="525"/>
                    <a:pt x="1370" y="477"/>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3" name="Google Shape;3133;p23"/>
            <p:cNvSpPr/>
            <p:nvPr/>
          </p:nvSpPr>
          <p:spPr>
            <a:xfrm>
              <a:off x="6014125" y="1966450"/>
              <a:ext cx="208100" cy="36925"/>
            </a:xfrm>
            <a:custGeom>
              <a:rect b="b" l="l" r="r" t="t"/>
              <a:pathLst>
                <a:path extrusionOk="0" h="1477" w="8324">
                  <a:moveTo>
                    <a:pt x="60" y="0"/>
                  </a:moveTo>
                  <a:cubicBezTo>
                    <a:pt x="37" y="0"/>
                    <a:pt x="13" y="0"/>
                    <a:pt x="1" y="24"/>
                  </a:cubicBezTo>
                  <a:cubicBezTo>
                    <a:pt x="48" y="60"/>
                    <a:pt x="60" y="119"/>
                    <a:pt x="72" y="203"/>
                  </a:cubicBezTo>
                  <a:cubicBezTo>
                    <a:pt x="72" y="238"/>
                    <a:pt x="60" y="286"/>
                    <a:pt x="48" y="334"/>
                  </a:cubicBezTo>
                  <a:lnTo>
                    <a:pt x="7978" y="1465"/>
                  </a:lnTo>
                  <a:lnTo>
                    <a:pt x="8073" y="1477"/>
                  </a:lnTo>
                  <a:lnTo>
                    <a:pt x="8145" y="1465"/>
                  </a:lnTo>
                  <a:cubicBezTo>
                    <a:pt x="8152" y="1466"/>
                    <a:pt x="8159" y="1466"/>
                    <a:pt x="8166" y="1466"/>
                  </a:cubicBezTo>
                  <a:cubicBezTo>
                    <a:pt x="8240" y="1466"/>
                    <a:pt x="8301" y="1410"/>
                    <a:pt x="8323" y="1334"/>
                  </a:cubicBezTo>
                  <a:cubicBezTo>
                    <a:pt x="8323" y="1298"/>
                    <a:pt x="8323" y="1262"/>
                    <a:pt x="8311" y="1238"/>
                  </a:cubicBezTo>
                  <a:cubicBezTo>
                    <a:pt x="8311" y="1227"/>
                    <a:pt x="8288" y="1227"/>
                    <a:pt x="8288" y="1215"/>
                  </a:cubicBezTo>
                  <a:lnTo>
                    <a:pt x="8276" y="1203"/>
                  </a:lnTo>
                  <a:lnTo>
                    <a:pt x="8264" y="1203"/>
                  </a:lnTo>
                  <a:lnTo>
                    <a:pt x="8252" y="1179"/>
                  </a:lnTo>
                  <a:lnTo>
                    <a:pt x="8228" y="1179"/>
                  </a:lnTo>
                  <a:cubicBezTo>
                    <a:pt x="8216" y="1179"/>
                    <a:pt x="8216" y="1179"/>
                    <a:pt x="8204" y="1167"/>
                  </a:cubicBez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4" name="Google Shape;3134;p23"/>
            <p:cNvSpPr/>
            <p:nvPr/>
          </p:nvSpPr>
          <p:spPr>
            <a:xfrm>
              <a:off x="5982875" y="2070275"/>
              <a:ext cx="442350" cy="54550"/>
            </a:xfrm>
            <a:custGeom>
              <a:rect b="b" l="l" r="r" t="t"/>
              <a:pathLst>
                <a:path extrusionOk="0" h="2182" w="17694">
                  <a:moveTo>
                    <a:pt x="17669" y="0"/>
                  </a:moveTo>
                  <a:cubicBezTo>
                    <a:pt x="17651" y="0"/>
                    <a:pt x="17634" y="4"/>
                    <a:pt x="17617" y="11"/>
                  </a:cubicBezTo>
                  <a:lnTo>
                    <a:pt x="17617" y="11"/>
                  </a:lnTo>
                  <a:lnTo>
                    <a:pt x="17693" y="2"/>
                  </a:lnTo>
                  <a:cubicBezTo>
                    <a:pt x="17685" y="1"/>
                    <a:pt x="17677" y="0"/>
                    <a:pt x="17669" y="0"/>
                  </a:cubicBezTo>
                  <a:close/>
                  <a:moveTo>
                    <a:pt x="17617" y="11"/>
                  </a:moveTo>
                  <a:lnTo>
                    <a:pt x="11085" y="705"/>
                  </a:lnTo>
                  <a:lnTo>
                    <a:pt x="10764" y="741"/>
                  </a:lnTo>
                  <a:lnTo>
                    <a:pt x="8406" y="991"/>
                  </a:lnTo>
                  <a:lnTo>
                    <a:pt x="8073" y="1015"/>
                  </a:lnTo>
                  <a:lnTo>
                    <a:pt x="1" y="1884"/>
                  </a:lnTo>
                  <a:cubicBezTo>
                    <a:pt x="13" y="1955"/>
                    <a:pt x="36" y="2062"/>
                    <a:pt x="48" y="2181"/>
                  </a:cubicBezTo>
                  <a:lnTo>
                    <a:pt x="7966" y="1336"/>
                  </a:lnTo>
                  <a:lnTo>
                    <a:pt x="8311" y="1300"/>
                  </a:lnTo>
                  <a:lnTo>
                    <a:pt x="10895" y="1038"/>
                  </a:lnTo>
                  <a:lnTo>
                    <a:pt x="11228" y="1003"/>
                  </a:lnTo>
                  <a:lnTo>
                    <a:pt x="17336" y="348"/>
                  </a:lnTo>
                  <a:lnTo>
                    <a:pt x="17550" y="62"/>
                  </a:lnTo>
                  <a:cubicBezTo>
                    <a:pt x="17564" y="42"/>
                    <a:pt x="17588" y="22"/>
                    <a:pt x="17617" y="1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5" name="Google Shape;3135;p23"/>
            <p:cNvSpPr/>
            <p:nvPr/>
          </p:nvSpPr>
          <p:spPr>
            <a:xfrm>
              <a:off x="5975150" y="2142950"/>
              <a:ext cx="153600" cy="118500"/>
            </a:xfrm>
            <a:custGeom>
              <a:rect b="b" l="l" r="r" t="t"/>
              <a:pathLst>
                <a:path extrusionOk="0" h="4740" w="6144">
                  <a:moveTo>
                    <a:pt x="179" y="1"/>
                  </a:moveTo>
                  <a:cubicBezTo>
                    <a:pt x="131" y="96"/>
                    <a:pt x="60" y="179"/>
                    <a:pt x="0" y="251"/>
                  </a:cubicBezTo>
                  <a:lnTo>
                    <a:pt x="5965" y="4739"/>
                  </a:lnTo>
                  <a:cubicBezTo>
                    <a:pt x="6001" y="4644"/>
                    <a:pt x="6060" y="4561"/>
                    <a:pt x="6144" y="4477"/>
                  </a:cubicBezTo>
                  <a:lnTo>
                    <a:pt x="17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6" name="Google Shape;3136;p23"/>
            <p:cNvSpPr/>
            <p:nvPr/>
          </p:nvSpPr>
          <p:spPr>
            <a:xfrm>
              <a:off x="6230825" y="2337325"/>
              <a:ext cx="183375" cy="136050"/>
            </a:xfrm>
            <a:custGeom>
              <a:rect b="b" l="l" r="r" t="t"/>
              <a:pathLst>
                <a:path extrusionOk="0" h="5442" w="7335">
                  <a:moveTo>
                    <a:pt x="96" y="0"/>
                  </a:moveTo>
                  <a:lnTo>
                    <a:pt x="1" y="131"/>
                  </a:lnTo>
                  <a:lnTo>
                    <a:pt x="7156" y="5442"/>
                  </a:lnTo>
                  <a:cubicBezTo>
                    <a:pt x="7168" y="5334"/>
                    <a:pt x="7240" y="5251"/>
                    <a:pt x="7335" y="5191"/>
                  </a:cubicBezTo>
                  <a:lnTo>
                    <a:pt x="7275" y="5144"/>
                  </a:lnTo>
                  <a:lnTo>
                    <a:pt x="596" y="179"/>
                  </a:lnTo>
                  <a:cubicBezTo>
                    <a:pt x="548" y="215"/>
                    <a:pt x="477" y="250"/>
                    <a:pt x="393" y="262"/>
                  </a:cubicBezTo>
                  <a:cubicBezTo>
                    <a:pt x="239" y="262"/>
                    <a:pt x="120" y="155"/>
                    <a:pt x="9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7" name="Google Shape;3137;p23"/>
            <p:cNvSpPr/>
            <p:nvPr/>
          </p:nvSpPr>
          <p:spPr>
            <a:xfrm>
              <a:off x="6143325" y="2269750"/>
              <a:ext cx="85750" cy="66400"/>
            </a:xfrm>
            <a:custGeom>
              <a:rect b="b" l="l" r="r" t="t"/>
              <a:pathLst>
                <a:path extrusionOk="0" h="2656" w="3430">
                  <a:moveTo>
                    <a:pt x="203" y="1"/>
                  </a:moveTo>
                  <a:cubicBezTo>
                    <a:pt x="143" y="96"/>
                    <a:pt x="83" y="179"/>
                    <a:pt x="0" y="239"/>
                  </a:cubicBezTo>
                  <a:lnTo>
                    <a:pt x="3239" y="2656"/>
                  </a:lnTo>
                  <a:lnTo>
                    <a:pt x="3429" y="2406"/>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8" name="Google Shape;3138;p23"/>
            <p:cNvSpPr/>
            <p:nvPr/>
          </p:nvSpPr>
          <p:spPr>
            <a:xfrm>
              <a:off x="6078425" y="2276900"/>
              <a:ext cx="62225" cy="254225"/>
            </a:xfrm>
            <a:custGeom>
              <a:rect b="b" l="l" r="r" t="t"/>
              <a:pathLst>
                <a:path extrusionOk="0" h="10169" w="2489">
                  <a:moveTo>
                    <a:pt x="2489" y="0"/>
                  </a:moveTo>
                  <a:cubicBezTo>
                    <a:pt x="2441" y="12"/>
                    <a:pt x="2382" y="36"/>
                    <a:pt x="2322" y="36"/>
                  </a:cubicBezTo>
                  <a:cubicBezTo>
                    <a:pt x="2287" y="36"/>
                    <a:pt x="2227" y="36"/>
                    <a:pt x="2179" y="12"/>
                  </a:cubicBezTo>
                  <a:lnTo>
                    <a:pt x="1" y="10168"/>
                  </a:lnTo>
                  <a:lnTo>
                    <a:pt x="1" y="10168"/>
                  </a:lnTo>
                  <a:lnTo>
                    <a:pt x="453" y="9561"/>
                  </a:lnTo>
                  <a:lnTo>
                    <a:pt x="2489" y="60"/>
                  </a:lnTo>
                  <a:lnTo>
                    <a:pt x="248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9" name="Google Shape;3139;p23"/>
            <p:cNvSpPr/>
            <p:nvPr/>
          </p:nvSpPr>
          <p:spPr>
            <a:xfrm>
              <a:off x="6173375" y="2632600"/>
              <a:ext cx="89325" cy="90200"/>
            </a:xfrm>
            <a:custGeom>
              <a:rect b="b" l="l" r="r" t="t"/>
              <a:pathLst>
                <a:path extrusionOk="0" h="3608" w="3573">
                  <a:moveTo>
                    <a:pt x="286" y="0"/>
                  </a:moveTo>
                  <a:lnTo>
                    <a:pt x="1" y="167"/>
                  </a:lnTo>
                  <a:lnTo>
                    <a:pt x="3215" y="3608"/>
                  </a:lnTo>
                  <a:cubicBezTo>
                    <a:pt x="3275" y="3525"/>
                    <a:pt x="3346" y="3501"/>
                    <a:pt x="3442" y="3489"/>
                  </a:cubicBezTo>
                  <a:cubicBezTo>
                    <a:pt x="3489" y="3489"/>
                    <a:pt x="3525" y="3501"/>
                    <a:pt x="3573" y="3513"/>
                  </a:cubicBez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0" name="Google Shape;3140;p23"/>
            <p:cNvSpPr/>
            <p:nvPr/>
          </p:nvSpPr>
          <p:spPr>
            <a:xfrm>
              <a:off x="6264450" y="2726650"/>
              <a:ext cx="124750" cy="133975"/>
            </a:xfrm>
            <a:custGeom>
              <a:rect b="b" l="l" r="r" t="t"/>
              <a:pathLst>
                <a:path extrusionOk="0" h="5359" w="4990">
                  <a:moveTo>
                    <a:pt x="168" y="1"/>
                  </a:moveTo>
                  <a:lnTo>
                    <a:pt x="96" y="120"/>
                  </a:lnTo>
                  <a:cubicBezTo>
                    <a:pt x="84" y="167"/>
                    <a:pt x="60" y="203"/>
                    <a:pt x="37" y="227"/>
                  </a:cubicBezTo>
                  <a:lnTo>
                    <a:pt x="1" y="275"/>
                  </a:lnTo>
                  <a:lnTo>
                    <a:pt x="4775" y="5359"/>
                  </a:lnTo>
                  <a:cubicBezTo>
                    <a:pt x="4811" y="5287"/>
                    <a:pt x="4906" y="5216"/>
                    <a:pt x="4990" y="5156"/>
                  </a:cubicBezTo>
                  <a:lnTo>
                    <a:pt x="16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1" name="Google Shape;3141;p23"/>
            <p:cNvSpPr/>
            <p:nvPr/>
          </p:nvSpPr>
          <p:spPr>
            <a:xfrm>
              <a:off x="6082000" y="2532575"/>
              <a:ext cx="92900" cy="98250"/>
            </a:xfrm>
            <a:custGeom>
              <a:rect b="b" l="l" r="r" t="t"/>
              <a:pathLst>
                <a:path extrusionOk="0" h="3930" w="3716">
                  <a:moveTo>
                    <a:pt x="191" y="1"/>
                  </a:moveTo>
                  <a:lnTo>
                    <a:pt x="0" y="263"/>
                  </a:lnTo>
                  <a:lnTo>
                    <a:pt x="3429" y="3930"/>
                  </a:lnTo>
                  <a:lnTo>
                    <a:pt x="3715" y="3763"/>
                  </a:lnTo>
                  <a:lnTo>
                    <a:pt x="19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2" name="Google Shape;3142;p23"/>
            <p:cNvSpPr/>
            <p:nvPr/>
          </p:nvSpPr>
          <p:spPr>
            <a:xfrm>
              <a:off x="5970975" y="2070325"/>
              <a:ext cx="455725" cy="618550"/>
            </a:xfrm>
            <a:custGeom>
              <a:rect b="b" l="l" r="r" t="t"/>
              <a:pathLst>
                <a:path extrusionOk="0" h="24742" w="18229">
                  <a:moveTo>
                    <a:pt x="18193" y="0"/>
                  </a:moveTo>
                  <a:cubicBezTo>
                    <a:pt x="18134" y="0"/>
                    <a:pt x="18074" y="12"/>
                    <a:pt x="18038" y="60"/>
                  </a:cubicBezTo>
                  <a:lnTo>
                    <a:pt x="17836" y="346"/>
                  </a:lnTo>
                  <a:lnTo>
                    <a:pt x="13752" y="5787"/>
                  </a:lnTo>
                  <a:lnTo>
                    <a:pt x="13526" y="6085"/>
                  </a:lnTo>
                  <a:lnTo>
                    <a:pt x="10323" y="10371"/>
                  </a:lnTo>
                  <a:lnTo>
                    <a:pt x="10133" y="10633"/>
                  </a:lnTo>
                  <a:lnTo>
                    <a:pt x="4763" y="17836"/>
                  </a:lnTo>
                  <a:lnTo>
                    <a:pt x="4322" y="18443"/>
                  </a:lnTo>
                  <a:lnTo>
                    <a:pt x="0" y="24218"/>
                  </a:lnTo>
                  <a:lnTo>
                    <a:pt x="0" y="24742"/>
                  </a:lnTo>
                  <a:lnTo>
                    <a:pt x="4465" y="18765"/>
                  </a:lnTo>
                  <a:lnTo>
                    <a:pt x="4656" y="18515"/>
                  </a:lnTo>
                  <a:lnTo>
                    <a:pt x="10371" y="10811"/>
                  </a:lnTo>
                  <a:lnTo>
                    <a:pt x="10478" y="10680"/>
                  </a:lnTo>
                  <a:lnTo>
                    <a:pt x="10478" y="10657"/>
                  </a:lnTo>
                  <a:cubicBezTo>
                    <a:pt x="10466" y="10514"/>
                    <a:pt x="10573" y="10395"/>
                    <a:pt x="10716" y="10359"/>
                  </a:cubicBezTo>
                  <a:lnTo>
                    <a:pt x="12966" y="7359"/>
                  </a:lnTo>
                  <a:cubicBezTo>
                    <a:pt x="12954" y="7323"/>
                    <a:pt x="12954" y="7299"/>
                    <a:pt x="12954" y="7263"/>
                  </a:cubicBezTo>
                  <a:cubicBezTo>
                    <a:pt x="12931" y="7109"/>
                    <a:pt x="13073" y="6966"/>
                    <a:pt x="13228" y="6966"/>
                  </a:cubicBezTo>
                  <a:lnTo>
                    <a:pt x="13264" y="6966"/>
                  </a:lnTo>
                  <a:lnTo>
                    <a:pt x="13669" y="6430"/>
                  </a:lnTo>
                  <a:lnTo>
                    <a:pt x="13883" y="6132"/>
                  </a:lnTo>
                  <a:lnTo>
                    <a:pt x="18229" y="310"/>
                  </a:lnTo>
                  <a:cubicBezTo>
                    <a:pt x="18193" y="239"/>
                    <a:pt x="18169" y="167"/>
                    <a:pt x="18169" y="96"/>
                  </a:cubicBezTo>
                  <a:cubicBezTo>
                    <a:pt x="18169" y="60"/>
                    <a:pt x="18169" y="36"/>
                    <a:pt x="1819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3" name="Google Shape;3143;p23"/>
            <p:cNvSpPr/>
            <p:nvPr/>
          </p:nvSpPr>
          <p:spPr>
            <a:xfrm>
              <a:off x="6432625" y="2473600"/>
              <a:ext cx="5700" cy="9000"/>
            </a:xfrm>
            <a:custGeom>
              <a:rect b="b" l="l" r="r" t="t"/>
              <a:pathLst>
                <a:path extrusionOk="0" h="360" w="228">
                  <a:moveTo>
                    <a:pt x="52" y="0"/>
                  </a:moveTo>
                  <a:cubicBezTo>
                    <a:pt x="43" y="0"/>
                    <a:pt x="34" y="1"/>
                    <a:pt x="25" y="2"/>
                  </a:cubicBezTo>
                  <a:cubicBezTo>
                    <a:pt x="37" y="50"/>
                    <a:pt x="49" y="98"/>
                    <a:pt x="49" y="157"/>
                  </a:cubicBezTo>
                  <a:cubicBezTo>
                    <a:pt x="49" y="217"/>
                    <a:pt x="37" y="288"/>
                    <a:pt x="1" y="360"/>
                  </a:cubicBezTo>
                  <a:lnTo>
                    <a:pt x="120" y="288"/>
                  </a:lnTo>
                  <a:cubicBezTo>
                    <a:pt x="203" y="241"/>
                    <a:pt x="227" y="157"/>
                    <a:pt x="180" y="86"/>
                  </a:cubicBezTo>
                  <a:cubicBezTo>
                    <a:pt x="159" y="34"/>
                    <a:pt x="111" y="0"/>
                    <a:pt x="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4" name="Google Shape;3144;p23"/>
            <p:cNvSpPr/>
            <p:nvPr/>
          </p:nvSpPr>
          <p:spPr>
            <a:xfrm>
              <a:off x="5970675" y="2486150"/>
              <a:ext cx="441150" cy="271775"/>
            </a:xfrm>
            <a:custGeom>
              <a:rect b="b" l="l" r="r" t="t"/>
              <a:pathLst>
                <a:path extrusionOk="0" h="10871" w="17646">
                  <a:moveTo>
                    <a:pt x="17646" y="0"/>
                  </a:moveTo>
                  <a:lnTo>
                    <a:pt x="8180" y="5632"/>
                  </a:lnTo>
                  <a:lnTo>
                    <a:pt x="7906" y="5799"/>
                  </a:lnTo>
                  <a:lnTo>
                    <a:pt x="0" y="10502"/>
                  </a:lnTo>
                  <a:lnTo>
                    <a:pt x="0" y="10871"/>
                  </a:lnTo>
                  <a:lnTo>
                    <a:pt x="8121" y="6037"/>
                  </a:lnTo>
                  <a:lnTo>
                    <a:pt x="8406" y="5870"/>
                  </a:lnTo>
                  <a:lnTo>
                    <a:pt x="17288" y="572"/>
                  </a:lnTo>
                  <a:lnTo>
                    <a:pt x="17646" y="12"/>
                  </a:lnTo>
                  <a:lnTo>
                    <a:pt x="176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5" name="Google Shape;3145;p23"/>
            <p:cNvSpPr/>
            <p:nvPr/>
          </p:nvSpPr>
          <p:spPr>
            <a:xfrm>
              <a:off x="5970675" y="2940975"/>
              <a:ext cx="97050" cy="144075"/>
            </a:xfrm>
            <a:custGeom>
              <a:rect b="b" l="l" r="r" t="t"/>
              <a:pathLst>
                <a:path extrusionOk="0" h="5763" w="3882">
                  <a:moveTo>
                    <a:pt x="0" y="0"/>
                  </a:moveTo>
                  <a:lnTo>
                    <a:pt x="0" y="560"/>
                  </a:lnTo>
                  <a:lnTo>
                    <a:pt x="3632" y="5763"/>
                  </a:lnTo>
                  <a:cubicBezTo>
                    <a:pt x="3703" y="5691"/>
                    <a:pt x="3775" y="5620"/>
                    <a:pt x="3882" y="5572"/>
                  </a:cubicBez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6" name="Google Shape;3146;p23"/>
            <p:cNvSpPr/>
            <p:nvPr/>
          </p:nvSpPr>
          <p:spPr>
            <a:xfrm>
              <a:off x="6244225" y="2877875"/>
              <a:ext cx="142300" cy="98825"/>
            </a:xfrm>
            <a:custGeom>
              <a:rect b="b" l="l" r="r" t="t"/>
              <a:pathLst>
                <a:path extrusionOk="0" h="3953" w="5692">
                  <a:moveTo>
                    <a:pt x="5513" y="0"/>
                  </a:moveTo>
                  <a:lnTo>
                    <a:pt x="0" y="3846"/>
                  </a:lnTo>
                  <a:lnTo>
                    <a:pt x="393" y="3953"/>
                  </a:lnTo>
                  <a:lnTo>
                    <a:pt x="5668" y="274"/>
                  </a:lnTo>
                  <a:lnTo>
                    <a:pt x="5692" y="238"/>
                  </a:lnTo>
                  <a:cubicBezTo>
                    <a:pt x="5620" y="179"/>
                    <a:pt x="5561" y="83"/>
                    <a:pt x="551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7" name="Google Shape;3147;p23"/>
            <p:cNvSpPr/>
            <p:nvPr/>
          </p:nvSpPr>
          <p:spPr>
            <a:xfrm>
              <a:off x="6087350" y="2980250"/>
              <a:ext cx="158375" cy="109575"/>
            </a:xfrm>
            <a:custGeom>
              <a:rect b="b" l="l" r="r" t="t"/>
              <a:pathLst>
                <a:path extrusionOk="0" h="4383" w="6335">
                  <a:moveTo>
                    <a:pt x="5930" y="1"/>
                  </a:moveTo>
                  <a:lnTo>
                    <a:pt x="1" y="4120"/>
                  </a:lnTo>
                  <a:cubicBezTo>
                    <a:pt x="84" y="4192"/>
                    <a:pt x="144" y="4287"/>
                    <a:pt x="179" y="4382"/>
                  </a:cubicBezTo>
                  <a:lnTo>
                    <a:pt x="6335" y="96"/>
                  </a:lnTo>
                  <a:lnTo>
                    <a:pt x="593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8" name="Google Shape;3148;p23"/>
            <p:cNvSpPr/>
            <p:nvPr/>
          </p:nvSpPr>
          <p:spPr>
            <a:xfrm>
              <a:off x="6127250" y="2732300"/>
              <a:ext cx="137825" cy="205425"/>
            </a:xfrm>
            <a:custGeom>
              <a:rect b="b" l="l" r="r" t="t"/>
              <a:pathLst>
                <a:path extrusionOk="0" h="8217" w="5513">
                  <a:moveTo>
                    <a:pt x="5513" y="1"/>
                  </a:moveTo>
                  <a:cubicBezTo>
                    <a:pt x="5465" y="49"/>
                    <a:pt x="5394" y="96"/>
                    <a:pt x="5310" y="96"/>
                  </a:cubicBezTo>
                  <a:cubicBezTo>
                    <a:pt x="5239" y="96"/>
                    <a:pt x="5179" y="72"/>
                    <a:pt x="5120" y="37"/>
                  </a:cubicBezTo>
                  <a:lnTo>
                    <a:pt x="2381" y="4347"/>
                  </a:lnTo>
                  <a:cubicBezTo>
                    <a:pt x="2441" y="4394"/>
                    <a:pt x="2489" y="4466"/>
                    <a:pt x="2489" y="4561"/>
                  </a:cubicBezTo>
                  <a:cubicBezTo>
                    <a:pt x="2489" y="4716"/>
                    <a:pt x="2370" y="4859"/>
                    <a:pt x="2203" y="4859"/>
                  </a:cubicBezTo>
                  <a:cubicBezTo>
                    <a:pt x="2155" y="4859"/>
                    <a:pt x="2119" y="4835"/>
                    <a:pt x="2072" y="4823"/>
                  </a:cubicBezTo>
                  <a:lnTo>
                    <a:pt x="0" y="8061"/>
                  </a:lnTo>
                  <a:cubicBezTo>
                    <a:pt x="107" y="8085"/>
                    <a:pt x="203" y="8145"/>
                    <a:pt x="286" y="8216"/>
                  </a:cubicBezTo>
                  <a:lnTo>
                    <a:pt x="5477" y="49"/>
                  </a:lnTo>
                  <a:lnTo>
                    <a:pt x="551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9" name="Google Shape;3149;p23"/>
            <p:cNvSpPr/>
            <p:nvPr/>
          </p:nvSpPr>
          <p:spPr>
            <a:xfrm>
              <a:off x="6263575" y="2486150"/>
              <a:ext cx="153900" cy="243500"/>
            </a:xfrm>
            <a:custGeom>
              <a:rect b="b" l="l" r="r" t="t"/>
              <a:pathLst>
                <a:path extrusionOk="0" h="9740" w="6156">
                  <a:moveTo>
                    <a:pt x="5953" y="0"/>
                  </a:moveTo>
                  <a:lnTo>
                    <a:pt x="5584" y="560"/>
                  </a:lnTo>
                  <a:lnTo>
                    <a:pt x="0" y="9371"/>
                  </a:lnTo>
                  <a:cubicBezTo>
                    <a:pt x="84" y="9418"/>
                    <a:pt x="155" y="9502"/>
                    <a:pt x="155" y="9621"/>
                  </a:cubicBezTo>
                  <a:cubicBezTo>
                    <a:pt x="155" y="9668"/>
                    <a:pt x="155" y="9704"/>
                    <a:pt x="143" y="9740"/>
                  </a:cubicBezTo>
                  <a:lnTo>
                    <a:pt x="215" y="9621"/>
                  </a:lnTo>
                  <a:lnTo>
                    <a:pt x="6144" y="262"/>
                  </a:lnTo>
                  <a:lnTo>
                    <a:pt x="6156" y="131"/>
                  </a:lnTo>
                  <a:cubicBezTo>
                    <a:pt x="6072" y="96"/>
                    <a:pt x="6013" y="60"/>
                    <a:pt x="595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0" name="Google Shape;3150;p23"/>
            <p:cNvSpPr/>
            <p:nvPr/>
          </p:nvSpPr>
          <p:spPr>
            <a:xfrm>
              <a:off x="6396025" y="2489125"/>
              <a:ext cx="29200" cy="364050"/>
            </a:xfrm>
            <a:custGeom>
              <a:rect b="b" l="l" r="r" t="t"/>
              <a:pathLst>
                <a:path extrusionOk="0" h="14562" w="1168">
                  <a:moveTo>
                    <a:pt x="846" y="1"/>
                  </a:moveTo>
                  <a:lnTo>
                    <a:pt x="834" y="132"/>
                  </a:lnTo>
                  <a:lnTo>
                    <a:pt x="1" y="14550"/>
                  </a:lnTo>
                  <a:cubicBezTo>
                    <a:pt x="24" y="14550"/>
                    <a:pt x="36" y="14550"/>
                    <a:pt x="72" y="14538"/>
                  </a:cubicBezTo>
                  <a:cubicBezTo>
                    <a:pt x="155" y="14538"/>
                    <a:pt x="239" y="14538"/>
                    <a:pt x="310" y="14562"/>
                  </a:cubicBezTo>
                  <a:lnTo>
                    <a:pt x="1167" y="1"/>
                  </a:lnTo>
                  <a:lnTo>
                    <a:pt x="1167" y="1"/>
                  </a:lnTo>
                  <a:cubicBezTo>
                    <a:pt x="1132" y="12"/>
                    <a:pt x="1084" y="24"/>
                    <a:pt x="1024" y="24"/>
                  </a:cubicBezTo>
                  <a:cubicBezTo>
                    <a:pt x="965" y="24"/>
                    <a:pt x="905" y="24"/>
                    <a:pt x="84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1" name="Google Shape;3151;p23"/>
            <p:cNvSpPr/>
            <p:nvPr/>
          </p:nvSpPr>
          <p:spPr>
            <a:xfrm>
              <a:off x="6426100" y="2483775"/>
              <a:ext cx="571225" cy="679875"/>
            </a:xfrm>
            <a:custGeom>
              <a:rect b="b" l="l" r="r" t="t"/>
              <a:pathLst>
                <a:path extrusionOk="0" h="27195" w="22849">
                  <a:moveTo>
                    <a:pt x="226" y="0"/>
                  </a:moveTo>
                  <a:cubicBezTo>
                    <a:pt x="191" y="95"/>
                    <a:pt x="107" y="167"/>
                    <a:pt x="0" y="215"/>
                  </a:cubicBezTo>
                  <a:lnTo>
                    <a:pt x="22610" y="27194"/>
                  </a:lnTo>
                  <a:cubicBezTo>
                    <a:pt x="22670" y="27099"/>
                    <a:pt x="22753" y="27039"/>
                    <a:pt x="22848" y="26980"/>
                  </a:cubicBezTo>
                  <a:lnTo>
                    <a:pt x="22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2" name="Google Shape;3152;p23"/>
            <p:cNvSpPr/>
            <p:nvPr/>
          </p:nvSpPr>
          <p:spPr>
            <a:xfrm>
              <a:off x="6408525" y="2878750"/>
              <a:ext cx="217325" cy="182800"/>
            </a:xfrm>
            <a:custGeom>
              <a:rect b="b" l="l" r="r" t="t"/>
              <a:pathLst>
                <a:path extrusionOk="0" h="7312" w="8693">
                  <a:moveTo>
                    <a:pt x="215" y="1"/>
                  </a:moveTo>
                  <a:cubicBezTo>
                    <a:pt x="167" y="108"/>
                    <a:pt x="96" y="191"/>
                    <a:pt x="1" y="239"/>
                  </a:cubicBezTo>
                  <a:lnTo>
                    <a:pt x="8490" y="7311"/>
                  </a:lnTo>
                  <a:cubicBezTo>
                    <a:pt x="8549" y="7228"/>
                    <a:pt x="8609" y="7145"/>
                    <a:pt x="8692" y="7073"/>
                  </a:cubicBez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3" name="Google Shape;3153;p23"/>
            <p:cNvSpPr/>
            <p:nvPr/>
          </p:nvSpPr>
          <p:spPr>
            <a:xfrm>
              <a:off x="6323100" y="3003175"/>
              <a:ext cx="1800" cy="1525"/>
            </a:xfrm>
            <a:custGeom>
              <a:rect b="b" l="l" r="r" t="t"/>
              <a:pathLst>
                <a:path extrusionOk="0" h="61" w="72">
                  <a:moveTo>
                    <a:pt x="24" y="1"/>
                  </a:moveTo>
                  <a:lnTo>
                    <a:pt x="0" y="48"/>
                  </a:lnTo>
                  <a:lnTo>
                    <a:pt x="72" y="60"/>
                  </a:lnTo>
                  <a:cubicBezTo>
                    <a:pt x="60" y="48"/>
                    <a:pt x="36" y="13"/>
                    <a:pt x="2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4" name="Google Shape;3154;p23"/>
            <p:cNvSpPr/>
            <p:nvPr/>
          </p:nvSpPr>
          <p:spPr>
            <a:xfrm>
              <a:off x="6135275" y="2944250"/>
              <a:ext cx="183975" cy="57750"/>
            </a:xfrm>
            <a:custGeom>
              <a:rect b="b" l="l" r="r" t="t"/>
              <a:pathLst>
                <a:path extrusionOk="0" h="2310" w="7359">
                  <a:moveTo>
                    <a:pt x="72" y="0"/>
                  </a:moveTo>
                  <a:lnTo>
                    <a:pt x="72" y="60"/>
                  </a:lnTo>
                  <a:cubicBezTo>
                    <a:pt x="72" y="155"/>
                    <a:pt x="48" y="250"/>
                    <a:pt x="1" y="322"/>
                  </a:cubicBezTo>
                  <a:lnTo>
                    <a:pt x="3977" y="1417"/>
                  </a:lnTo>
                  <a:lnTo>
                    <a:pt x="4382" y="1524"/>
                  </a:lnTo>
                  <a:lnTo>
                    <a:pt x="7192" y="2310"/>
                  </a:lnTo>
                  <a:lnTo>
                    <a:pt x="7359" y="2036"/>
                  </a:lnTo>
                  <a:lnTo>
                    <a:pt x="4739" y="1298"/>
                  </a:lnTo>
                  <a:lnTo>
                    <a:pt x="4335" y="1191"/>
                  </a:ln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5" name="Google Shape;3155;p23"/>
            <p:cNvSpPr/>
            <p:nvPr/>
          </p:nvSpPr>
          <p:spPr>
            <a:xfrm>
              <a:off x="6331425" y="3000200"/>
              <a:ext cx="284000" cy="85150"/>
            </a:xfrm>
            <a:custGeom>
              <a:rect b="b" l="l" r="r" t="t"/>
              <a:pathLst>
                <a:path extrusionOk="0" h="3406" w="11360">
                  <a:moveTo>
                    <a:pt x="239" y="1"/>
                  </a:moveTo>
                  <a:cubicBezTo>
                    <a:pt x="227" y="132"/>
                    <a:pt x="144" y="239"/>
                    <a:pt x="1" y="274"/>
                  </a:cubicBezTo>
                  <a:lnTo>
                    <a:pt x="11288" y="3406"/>
                  </a:lnTo>
                  <a:lnTo>
                    <a:pt x="11359" y="3406"/>
                  </a:lnTo>
                  <a:cubicBezTo>
                    <a:pt x="11359" y="3382"/>
                    <a:pt x="11348" y="3334"/>
                    <a:pt x="11348" y="3310"/>
                  </a:cubicBezTo>
                  <a:cubicBezTo>
                    <a:pt x="11348" y="3227"/>
                    <a:pt x="11348" y="3156"/>
                    <a:pt x="11359" y="3096"/>
                  </a:cubicBez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6" name="Google Shape;3156;p23"/>
            <p:cNvSpPr/>
            <p:nvPr/>
          </p:nvSpPr>
          <p:spPr>
            <a:xfrm>
              <a:off x="6231125" y="2883825"/>
              <a:ext cx="162550" cy="263450"/>
            </a:xfrm>
            <a:custGeom>
              <a:rect b="b" l="l" r="r" t="t"/>
              <a:pathLst>
                <a:path extrusionOk="0" h="10538" w="6502">
                  <a:moveTo>
                    <a:pt x="6216" y="0"/>
                  </a:moveTo>
                  <a:lnTo>
                    <a:pt x="6192" y="60"/>
                  </a:lnTo>
                  <a:lnTo>
                    <a:pt x="3537" y="4465"/>
                  </a:lnTo>
                  <a:lnTo>
                    <a:pt x="3382" y="4751"/>
                  </a:lnTo>
                  <a:lnTo>
                    <a:pt x="0" y="10359"/>
                  </a:lnTo>
                  <a:lnTo>
                    <a:pt x="120" y="10406"/>
                  </a:lnTo>
                  <a:lnTo>
                    <a:pt x="143" y="10406"/>
                  </a:lnTo>
                  <a:cubicBezTo>
                    <a:pt x="143" y="10406"/>
                    <a:pt x="155" y="10406"/>
                    <a:pt x="155" y="10418"/>
                  </a:cubicBezTo>
                  <a:lnTo>
                    <a:pt x="179" y="10418"/>
                  </a:lnTo>
                  <a:lnTo>
                    <a:pt x="191" y="10430"/>
                  </a:lnTo>
                  <a:cubicBezTo>
                    <a:pt x="191" y="10442"/>
                    <a:pt x="203" y="10442"/>
                    <a:pt x="203" y="10466"/>
                  </a:cubicBezTo>
                  <a:lnTo>
                    <a:pt x="250" y="10537"/>
                  </a:lnTo>
                  <a:lnTo>
                    <a:pt x="3703" y="4810"/>
                  </a:lnTo>
                  <a:lnTo>
                    <a:pt x="3703" y="4775"/>
                  </a:lnTo>
                  <a:cubicBezTo>
                    <a:pt x="3679" y="4727"/>
                    <a:pt x="3656" y="4691"/>
                    <a:pt x="3656" y="4644"/>
                  </a:cubicBezTo>
                  <a:cubicBezTo>
                    <a:pt x="3656" y="4489"/>
                    <a:pt x="3775" y="4358"/>
                    <a:pt x="3941" y="4346"/>
                  </a:cubicBezTo>
                  <a:lnTo>
                    <a:pt x="3977" y="4346"/>
                  </a:lnTo>
                  <a:lnTo>
                    <a:pt x="6501" y="143"/>
                  </a:lnTo>
                  <a:cubicBezTo>
                    <a:pt x="6394" y="119"/>
                    <a:pt x="6311" y="72"/>
                    <a:pt x="6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7" name="Google Shape;3157;p23"/>
            <p:cNvSpPr/>
            <p:nvPr/>
          </p:nvSpPr>
          <p:spPr>
            <a:xfrm>
              <a:off x="5970675" y="3148425"/>
              <a:ext cx="260175" cy="142325"/>
            </a:xfrm>
            <a:custGeom>
              <a:rect b="b" l="l" r="r" t="t"/>
              <a:pathLst>
                <a:path extrusionOk="0" h="5693" w="10407">
                  <a:moveTo>
                    <a:pt x="10061" y="1"/>
                  </a:moveTo>
                  <a:lnTo>
                    <a:pt x="0" y="5335"/>
                  </a:lnTo>
                  <a:lnTo>
                    <a:pt x="0" y="5692"/>
                  </a:lnTo>
                  <a:lnTo>
                    <a:pt x="10407" y="168"/>
                  </a:lnTo>
                  <a:lnTo>
                    <a:pt x="10359" y="84"/>
                  </a:lnTo>
                  <a:lnTo>
                    <a:pt x="1006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8" name="Google Shape;3158;p23"/>
            <p:cNvSpPr/>
            <p:nvPr/>
          </p:nvSpPr>
          <p:spPr>
            <a:xfrm>
              <a:off x="6090025" y="3098425"/>
              <a:ext cx="143800" cy="51825"/>
            </a:xfrm>
            <a:custGeom>
              <a:rect b="b" l="l" r="r" t="t"/>
              <a:pathLst>
                <a:path extrusionOk="0" h="2073" w="5752">
                  <a:moveTo>
                    <a:pt x="120" y="1"/>
                  </a:moveTo>
                  <a:cubicBezTo>
                    <a:pt x="108" y="108"/>
                    <a:pt x="60" y="215"/>
                    <a:pt x="1" y="298"/>
                  </a:cubicBezTo>
                  <a:lnTo>
                    <a:pt x="5299" y="1977"/>
                  </a:lnTo>
                  <a:lnTo>
                    <a:pt x="5597" y="2072"/>
                  </a:lnTo>
                  <a:lnTo>
                    <a:pt x="5597" y="2072"/>
                  </a:lnTo>
                  <a:lnTo>
                    <a:pt x="5549" y="2025"/>
                  </a:lnTo>
                  <a:cubicBezTo>
                    <a:pt x="5513" y="1953"/>
                    <a:pt x="5537" y="1846"/>
                    <a:pt x="5633" y="1822"/>
                  </a:cubicBezTo>
                  <a:cubicBezTo>
                    <a:pt x="5668" y="1798"/>
                    <a:pt x="5716" y="1798"/>
                    <a:pt x="5752" y="1798"/>
                  </a:cubicBezTo>
                  <a:lnTo>
                    <a:pt x="5633" y="1763"/>
                  </a:lnTo>
                  <a:lnTo>
                    <a:pt x="1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9" name="Google Shape;3159;p23"/>
            <p:cNvSpPr/>
            <p:nvPr/>
          </p:nvSpPr>
          <p:spPr>
            <a:xfrm>
              <a:off x="6300775" y="3287725"/>
              <a:ext cx="102125" cy="186675"/>
            </a:xfrm>
            <a:custGeom>
              <a:rect b="b" l="l" r="r" t="t"/>
              <a:pathLst>
                <a:path extrusionOk="0" h="7467" w="4085">
                  <a:moveTo>
                    <a:pt x="322" y="1"/>
                  </a:moveTo>
                  <a:lnTo>
                    <a:pt x="1" y="49"/>
                  </a:lnTo>
                  <a:lnTo>
                    <a:pt x="3799" y="7466"/>
                  </a:lnTo>
                  <a:cubicBezTo>
                    <a:pt x="3882" y="7383"/>
                    <a:pt x="3977" y="7347"/>
                    <a:pt x="4084" y="7311"/>
                  </a:cubicBezTo>
                  <a:lnTo>
                    <a:pt x="3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0" name="Google Shape;3160;p23"/>
            <p:cNvSpPr/>
            <p:nvPr/>
          </p:nvSpPr>
          <p:spPr>
            <a:xfrm>
              <a:off x="6228150" y="3143850"/>
              <a:ext cx="77125" cy="138250"/>
            </a:xfrm>
            <a:custGeom>
              <a:rect b="b" l="l" r="r" t="t"/>
              <a:pathLst>
                <a:path extrusionOk="0" h="5530" w="3085">
                  <a:moveTo>
                    <a:pt x="169" y="1"/>
                  </a:moveTo>
                  <a:cubicBezTo>
                    <a:pt x="147" y="1"/>
                    <a:pt x="127" y="9"/>
                    <a:pt x="108" y="29"/>
                  </a:cubicBezTo>
                  <a:cubicBezTo>
                    <a:pt x="24" y="77"/>
                    <a:pt x="0" y="160"/>
                    <a:pt x="24" y="231"/>
                  </a:cubicBezTo>
                  <a:lnTo>
                    <a:pt x="60" y="291"/>
                  </a:lnTo>
                  <a:lnTo>
                    <a:pt x="108" y="386"/>
                  </a:lnTo>
                  <a:lnTo>
                    <a:pt x="2751" y="5530"/>
                  </a:lnTo>
                  <a:lnTo>
                    <a:pt x="3084" y="5494"/>
                  </a:lnTo>
                  <a:lnTo>
                    <a:pt x="358" y="148"/>
                  </a:lnTo>
                  <a:lnTo>
                    <a:pt x="310" y="77"/>
                  </a:lnTo>
                  <a:cubicBezTo>
                    <a:pt x="310" y="53"/>
                    <a:pt x="298" y="53"/>
                    <a:pt x="298" y="41"/>
                  </a:cubicBezTo>
                  <a:cubicBezTo>
                    <a:pt x="298" y="41"/>
                    <a:pt x="298" y="29"/>
                    <a:pt x="286" y="29"/>
                  </a:cubicBezTo>
                  <a:lnTo>
                    <a:pt x="262" y="29"/>
                  </a:lnTo>
                  <a:cubicBezTo>
                    <a:pt x="262" y="29"/>
                    <a:pt x="250" y="29"/>
                    <a:pt x="250" y="17"/>
                  </a:cubicBezTo>
                  <a:lnTo>
                    <a:pt x="227" y="17"/>
                  </a:lnTo>
                  <a:cubicBezTo>
                    <a:pt x="205" y="6"/>
                    <a:pt x="186" y="1"/>
                    <a:pt x="16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1" name="Google Shape;3161;p23"/>
            <p:cNvSpPr/>
            <p:nvPr/>
          </p:nvSpPr>
          <p:spPr>
            <a:xfrm>
              <a:off x="6586525" y="3246075"/>
              <a:ext cx="3000" cy="3300"/>
            </a:xfrm>
            <a:custGeom>
              <a:rect b="b" l="l" r="r" t="t"/>
              <a:pathLst>
                <a:path extrusionOk="0" h="132" w="120">
                  <a:moveTo>
                    <a:pt x="120" y="0"/>
                  </a:moveTo>
                  <a:lnTo>
                    <a:pt x="1" y="24"/>
                  </a:lnTo>
                  <a:lnTo>
                    <a:pt x="1" y="36"/>
                  </a:lnTo>
                  <a:cubicBezTo>
                    <a:pt x="12" y="60"/>
                    <a:pt x="12" y="107"/>
                    <a:pt x="1" y="131"/>
                  </a:cubicBezTo>
                  <a:cubicBezTo>
                    <a:pt x="60" y="119"/>
                    <a:pt x="120" y="60"/>
                    <a:pt x="1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2" name="Google Shape;3162;p23"/>
            <p:cNvSpPr/>
            <p:nvPr/>
          </p:nvSpPr>
          <p:spPr>
            <a:xfrm>
              <a:off x="5970675" y="3248450"/>
              <a:ext cx="567350" cy="86050"/>
            </a:xfrm>
            <a:custGeom>
              <a:rect b="b" l="l" r="r" t="t"/>
              <a:pathLst>
                <a:path extrusionOk="0" h="3442" w="22694">
                  <a:moveTo>
                    <a:pt x="22634" y="0"/>
                  </a:moveTo>
                  <a:lnTo>
                    <a:pt x="13383" y="1274"/>
                  </a:lnTo>
                  <a:lnTo>
                    <a:pt x="13050" y="1322"/>
                  </a:lnTo>
                  <a:lnTo>
                    <a:pt x="0" y="3120"/>
                  </a:lnTo>
                  <a:lnTo>
                    <a:pt x="0" y="3441"/>
                  </a:lnTo>
                  <a:lnTo>
                    <a:pt x="13205" y="1620"/>
                  </a:lnTo>
                  <a:lnTo>
                    <a:pt x="13526" y="1572"/>
                  </a:lnTo>
                  <a:lnTo>
                    <a:pt x="22694" y="310"/>
                  </a:lnTo>
                  <a:cubicBezTo>
                    <a:pt x="22670" y="203"/>
                    <a:pt x="22634" y="107"/>
                    <a:pt x="2263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3" name="Google Shape;3163;p23"/>
            <p:cNvSpPr/>
            <p:nvPr/>
          </p:nvSpPr>
          <p:spPr>
            <a:xfrm>
              <a:off x="6683850" y="3085625"/>
              <a:ext cx="305425" cy="89325"/>
            </a:xfrm>
            <a:custGeom>
              <a:rect b="b" l="l" r="r" t="t"/>
              <a:pathLst>
                <a:path extrusionOk="0" h="3573" w="12217">
                  <a:moveTo>
                    <a:pt x="72" y="1"/>
                  </a:moveTo>
                  <a:cubicBezTo>
                    <a:pt x="60" y="132"/>
                    <a:pt x="37" y="227"/>
                    <a:pt x="1" y="322"/>
                  </a:cubicBezTo>
                  <a:lnTo>
                    <a:pt x="12181" y="3572"/>
                  </a:lnTo>
                  <a:lnTo>
                    <a:pt x="12181" y="3549"/>
                  </a:lnTo>
                  <a:cubicBezTo>
                    <a:pt x="12181" y="3442"/>
                    <a:pt x="12193" y="3358"/>
                    <a:pt x="12217" y="3263"/>
                  </a:cubicBezTo>
                  <a:lnTo>
                    <a:pt x="7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4" name="Google Shape;3164;p23"/>
            <p:cNvSpPr/>
            <p:nvPr/>
          </p:nvSpPr>
          <p:spPr>
            <a:xfrm>
              <a:off x="6585025" y="3175825"/>
              <a:ext cx="403650" cy="70850"/>
            </a:xfrm>
            <a:custGeom>
              <a:rect b="b" l="l" r="r" t="t"/>
              <a:pathLst>
                <a:path extrusionOk="0" h="2834" w="16146">
                  <a:moveTo>
                    <a:pt x="16110" y="0"/>
                  </a:moveTo>
                  <a:lnTo>
                    <a:pt x="1" y="2536"/>
                  </a:lnTo>
                  <a:cubicBezTo>
                    <a:pt x="37" y="2620"/>
                    <a:pt x="61" y="2715"/>
                    <a:pt x="72" y="2834"/>
                  </a:cubicBezTo>
                  <a:lnTo>
                    <a:pt x="191" y="2810"/>
                  </a:lnTo>
                  <a:lnTo>
                    <a:pt x="15658" y="393"/>
                  </a:lnTo>
                  <a:lnTo>
                    <a:pt x="16146" y="131"/>
                  </a:lnTo>
                  <a:cubicBezTo>
                    <a:pt x="16134" y="95"/>
                    <a:pt x="16134" y="48"/>
                    <a:pt x="1611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5" name="Google Shape;3165;p23"/>
            <p:cNvSpPr/>
            <p:nvPr/>
          </p:nvSpPr>
          <p:spPr>
            <a:xfrm>
              <a:off x="6566575" y="3113300"/>
              <a:ext cx="76525" cy="112850"/>
            </a:xfrm>
            <a:custGeom>
              <a:rect b="b" l="l" r="r" t="t"/>
              <a:pathLst>
                <a:path extrusionOk="0" h="4514" w="3061">
                  <a:moveTo>
                    <a:pt x="2739" y="1"/>
                  </a:moveTo>
                  <a:lnTo>
                    <a:pt x="1" y="4394"/>
                  </a:lnTo>
                  <a:cubicBezTo>
                    <a:pt x="108" y="4418"/>
                    <a:pt x="215" y="4454"/>
                    <a:pt x="298" y="4513"/>
                  </a:cubicBezTo>
                  <a:lnTo>
                    <a:pt x="3061" y="108"/>
                  </a:lnTo>
                  <a:cubicBezTo>
                    <a:pt x="2954" y="72"/>
                    <a:pt x="2846" y="49"/>
                    <a:pt x="273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6" name="Google Shape;3166;p23"/>
            <p:cNvSpPr/>
            <p:nvPr/>
          </p:nvSpPr>
          <p:spPr>
            <a:xfrm>
              <a:off x="6412700" y="3263025"/>
              <a:ext cx="135750" cy="210775"/>
            </a:xfrm>
            <a:custGeom>
              <a:rect b="b" l="l" r="r" t="t"/>
              <a:pathLst>
                <a:path extrusionOk="0" h="8431" w="5430">
                  <a:moveTo>
                    <a:pt x="5179" y="1"/>
                  </a:moveTo>
                  <a:lnTo>
                    <a:pt x="0" y="8287"/>
                  </a:lnTo>
                  <a:cubicBezTo>
                    <a:pt x="107" y="8311"/>
                    <a:pt x="191" y="8359"/>
                    <a:pt x="286" y="8430"/>
                  </a:cubicBezTo>
                  <a:lnTo>
                    <a:pt x="5430" y="203"/>
                  </a:lnTo>
                  <a:cubicBezTo>
                    <a:pt x="5310" y="156"/>
                    <a:pt x="5239" y="84"/>
                    <a:pt x="517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7" name="Google Shape;3167;p23"/>
            <p:cNvSpPr/>
            <p:nvPr/>
          </p:nvSpPr>
          <p:spPr>
            <a:xfrm>
              <a:off x="6420425" y="3178800"/>
              <a:ext cx="572425" cy="303325"/>
            </a:xfrm>
            <a:custGeom>
              <a:rect b="b" l="l" r="r" t="t"/>
              <a:pathLst>
                <a:path extrusionOk="0" h="12133" w="22897">
                  <a:moveTo>
                    <a:pt x="22742" y="0"/>
                  </a:moveTo>
                  <a:lnTo>
                    <a:pt x="22242" y="274"/>
                  </a:lnTo>
                  <a:lnTo>
                    <a:pt x="1" y="11859"/>
                  </a:lnTo>
                  <a:cubicBezTo>
                    <a:pt x="72" y="11942"/>
                    <a:pt x="132" y="12026"/>
                    <a:pt x="168" y="12133"/>
                  </a:cubicBezTo>
                  <a:lnTo>
                    <a:pt x="22897" y="286"/>
                  </a:lnTo>
                  <a:cubicBezTo>
                    <a:pt x="22813" y="203"/>
                    <a:pt x="22777" y="107"/>
                    <a:pt x="2274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8" name="Google Shape;3168;p23"/>
            <p:cNvSpPr/>
            <p:nvPr/>
          </p:nvSpPr>
          <p:spPr>
            <a:xfrm>
              <a:off x="6093300" y="3491025"/>
              <a:ext cx="300075" cy="161375"/>
            </a:xfrm>
            <a:custGeom>
              <a:rect b="b" l="l" r="r" t="t"/>
              <a:pathLst>
                <a:path extrusionOk="0" h="6455" w="12003">
                  <a:moveTo>
                    <a:pt x="11871" y="1"/>
                  </a:moveTo>
                  <a:lnTo>
                    <a:pt x="1" y="6192"/>
                  </a:lnTo>
                  <a:cubicBezTo>
                    <a:pt x="60" y="6228"/>
                    <a:pt x="108" y="6299"/>
                    <a:pt x="144" y="6359"/>
                  </a:cubicBezTo>
                  <a:cubicBezTo>
                    <a:pt x="156" y="6383"/>
                    <a:pt x="168" y="6430"/>
                    <a:pt x="179" y="6454"/>
                  </a:cubicBezTo>
                  <a:lnTo>
                    <a:pt x="12002" y="287"/>
                  </a:lnTo>
                  <a:cubicBezTo>
                    <a:pt x="11943" y="191"/>
                    <a:pt x="11895" y="108"/>
                    <a:pt x="1187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9" name="Google Shape;3169;p23"/>
            <p:cNvSpPr/>
            <p:nvPr/>
          </p:nvSpPr>
          <p:spPr>
            <a:xfrm>
              <a:off x="6187075" y="3708325"/>
              <a:ext cx="191425" cy="58075"/>
            </a:xfrm>
            <a:custGeom>
              <a:rect b="b" l="l" r="r" t="t"/>
              <a:pathLst>
                <a:path extrusionOk="0" h="2323" w="7657">
                  <a:moveTo>
                    <a:pt x="7561" y="0"/>
                  </a:moveTo>
                  <a:lnTo>
                    <a:pt x="0" y="2013"/>
                  </a:lnTo>
                  <a:cubicBezTo>
                    <a:pt x="36" y="2084"/>
                    <a:pt x="60" y="2167"/>
                    <a:pt x="60" y="2275"/>
                  </a:cubicBezTo>
                  <a:cubicBezTo>
                    <a:pt x="48" y="2286"/>
                    <a:pt x="48" y="2310"/>
                    <a:pt x="48" y="2322"/>
                  </a:cubicBezTo>
                  <a:lnTo>
                    <a:pt x="7656" y="298"/>
                  </a:lnTo>
                  <a:cubicBezTo>
                    <a:pt x="7608" y="203"/>
                    <a:pt x="7561" y="108"/>
                    <a:pt x="756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0" name="Google Shape;3170;p23"/>
            <p:cNvSpPr/>
            <p:nvPr/>
          </p:nvSpPr>
          <p:spPr>
            <a:xfrm>
              <a:off x="5970675" y="3494300"/>
              <a:ext cx="107775" cy="154525"/>
            </a:xfrm>
            <a:custGeom>
              <a:rect b="b" l="l" r="r" t="t"/>
              <a:pathLst>
                <a:path extrusionOk="0" h="6181" w="4311">
                  <a:moveTo>
                    <a:pt x="0" y="1"/>
                  </a:moveTo>
                  <a:lnTo>
                    <a:pt x="0" y="537"/>
                  </a:lnTo>
                  <a:lnTo>
                    <a:pt x="4072" y="6180"/>
                  </a:lnTo>
                  <a:cubicBezTo>
                    <a:pt x="4120" y="6109"/>
                    <a:pt x="4191" y="6025"/>
                    <a:pt x="4287" y="5990"/>
                  </a:cubicBezTo>
                  <a:cubicBezTo>
                    <a:pt x="4299" y="5990"/>
                    <a:pt x="4299" y="5966"/>
                    <a:pt x="4311" y="5966"/>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1" name="Google Shape;3171;p23"/>
            <p:cNvSpPr/>
            <p:nvPr/>
          </p:nvSpPr>
          <p:spPr>
            <a:xfrm>
              <a:off x="5970675" y="3658025"/>
              <a:ext cx="102725" cy="61925"/>
            </a:xfrm>
            <a:custGeom>
              <a:rect b="b" l="l" r="r" t="t"/>
              <a:pathLst>
                <a:path extrusionOk="0" h="2477" w="4109">
                  <a:moveTo>
                    <a:pt x="3989" y="0"/>
                  </a:moveTo>
                  <a:lnTo>
                    <a:pt x="0" y="2120"/>
                  </a:lnTo>
                  <a:lnTo>
                    <a:pt x="0" y="2477"/>
                  </a:lnTo>
                  <a:lnTo>
                    <a:pt x="4108" y="286"/>
                  </a:lnTo>
                  <a:cubicBezTo>
                    <a:pt x="4096" y="250"/>
                    <a:pt x="4061" y="227"/>
                    <a:pt x="4049" y="191"/>
                  </a:cubicBezTo>
                  <a:cubicBezTo>
                    <a:pt x="4001" y="131"/>
                    <a:pt x="3989" y="72"/>
                    <a:pt x="398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2" name="Google Shape;3172;p23"/>
            <p:cNvSpPr/>
            <p:nvPr/>
          </p:nvSpPr>
          <p:spPr>
            <a:xfrm>
              <a:off x="6172775" y="3780950"/>
              <a:ext cx="177425" cy="231600"/>
            </a:xfrm>
            <a:custGeom>
              <a:rect b="b" l="l" r="r" t="t"/>
              <a:pathLst>
                <a:path extrusionOk="0" h="9264" w="7097">
                  <a:moveTo>
                    <a:pt x="310" y="1"/>
                  </a:moveTo>
                  <a:cubicBezTo>
                    <a:pt x="215" y="60"/>
                    <a:pt x="120" y="96"/>
                    <a:pt x="1" y="120"/>
                  </a:cubicBezTo>
                  <a:lnTo>
                    <a:pt x="6585" y="8966"/>
                  </a:lnTo>
                  <a:lnTo>
                    <a:pt x="7085" y="9264"/>
                  </a:lnTo>
                  <a:lnTo>
                    <a:pt x="7097" y="9121"/>
                  </a:ln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3" name="Google Shape;3173;p23"/>
            <p:cNvSpPr/>
            <p:nvPr/>
          </p:nvSpPr>
          <p:spPr>
            <a:xfrm>
              <a:off x="6354950" y="4022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4" name="Google Shape;3174;p23"/>
            <p:cNvSpPr/>
            <p:nvPr/>
          </p:nvSpPr>
          <p:spPr>
            <a:xfrm>
              <a:off x="6356150" y="4020850"/>
              <a:ext cx="25" cy="325"/>
            </a:xfrm>
            <a:custGeom>
              <a:rect b="b" l="l" r="r" t="t"/>
              <a:pathLst>
                <a:path extrusionOk="0" h="13" w="1">
                  <a:moveTo>
                    <a:pt x="0" y="13"/>
                  </a:moveTo>
                  <a:cubicBezTo>
                    <a:pt x="0" y="1"/>
                    <a:pt x="0" y="1"/>
                    <a:pt x="0" y="13"/>
                  </a:cubicBezTo>
                  <a:cubicBezTo>
                    <a:pt x="0" y="1"/>
                    <a:pt x="0" y="1"/>
                    <a:pt x="0" y="13"/>
                  </a:cubicBezTo>
                  <a:cubicBezTo>
                    <a:pt x="0" y="1"/>
                    <a:pt x="0" y="13"/>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5" name="Google Shape;3175;p23"/>
            <p:cNvSpPr/>
            <p:nvPr/>
          </p:nvSpPr>
          <p:spPr>
            <a:xfrm>
              <a:off x="6088250" y="3665750"/>
              <a:ext cx="70275" cy="92900"/>
            </a:xfrm>
            <a:custGeom>
              <a:rect b="b" l="l" r="r" t="t"/>
              <a:pathLst>
                <a:path extrusionOk="0" h="3716" w="2811">
                  <a:moveTo>
                    <a:pt x="250" y="1"/>
                  </a:moveTo>
                  <a:cubicBezTo>
                    <a:pt x="203" y="48"/>
                    <a:pt x="167" y="96"/>
                    <a:pt x="96" y="120"/>
                  </a:cubicBezTo>
                  <a:cubicBezTo>
                    <a:pt x="72" y="156"/>
                    <a:pt x="48" y="168"/>
                    <a:pt x="0" y="179"/>
                  </a:cubicBezTo>
                  <a:lnTo>
                    <a:pt x="2620" y="3716"/>
                  </a:lnTo>
                  <a:cubicBezTo>
                    <a:pt x="2656" y="3608"/>
                    <a:pt x="2739" y="3513"/>
                    <a:pt x="2810" y="3442"/>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6" name="Google Shape;3176;p23"/>
            <p:cNvSpPr/>
            <p:nvPr/>
          </p:nvSpPr>
          <p:spPr>
            <a:xfrm>
              <a:off x="6356425" y="4019675"/>
              <a:ext cx="25" cy="25"/>
            </a:xfrm>
            <a:custGeom>
              <a:rect b="b" l="l" r="r" t="t"/>
              <a:pathLst>
                <a:path extrusionOk="0" h="1" w="1">
                  <a:moveTo>
                    <a:pt x="1" y="0"/>
                  </a:move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7" name="Google Shape;3177;p23"/>
            <p:cNvSpPr/>
            <p:nvPr/>
          </p:nvSpPr>
          <p:spPr>
            <a:xfrm>
              <a:off x="6355850" y="4021150"/>
              <a:ext cx="325" cy="325"/>
            </a:xfrm>
            <a:custGeom>
              <a:rect b="b" l="l" r="r" t="t"/>
              <a:pathLst>
                <a:path extrusionOk="0" h="13" w="13">
                  <a:moveTo>
                    <a:pt x="0" y="13"/>
                  </a:moveTo>
                  <a:cubicBezTo>
                    <a:pt x="0" y="13"/>
                    <a:pt x="0" y="1"/>
                    <a:pt x="0" y="13"/>
                  </a:cubicBezTo>
                  <a:cubicBezTo>
                    <a:pt x="12" y="1"/>
                    <a:pt x="12" y="1"/>
                    <a:pt x="0" y="13"/>
                  </a:cubicBezTo>
                  <a:cubicBezTo>
                    <a:pt x="0" y="1"/>
                    <a:pt x="0" y="13"/>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8" name="Google Shape;3178;p23"/>
            <p:cNvSpPr/>
            <p:nvPr/>
          </p:nvSpPr>
          <p:spPr>
            <a:xfrm>
              <a:off x="6349900" y="3725000"/>
              <a:ext cx="47650" cy="294700"/>
            </a:xfrm>
            <a:custGeom>
              <a:rect b="b" l="l" r="r" t="t"/>
              <a:pathLst>
                <a:path extrusionOk="0" h="11788" w="1906">
                  <a:moveTo>
                    <a:pt x="1572" y="0"/>
                  </a:moveTo>
                  <a:lnTo>
                    <a:pt x="12" y="11359"/>
                  </a:lnTo>
                  <a:lnTo>
                    <a:pt x="0" y="11502"/>
                  </a:lnTo>
                  <a:lnTo>
                    <a:pt x="202" y="11621"/>
                  </a:lnTo>
                  <a:cubicBezTo>
                    <a:pt x="214" y="11621"/>
                    <a:pt x="214" y="11644"/>
                    <a:pt x="238" y="11656"/>
                  </a:cubicBezTo>
                  <a:lnTo>
                    <a:pt x="238" y="11668"/>
                  </a:lnTo>
                  <a:lnTo>
                    <a:pt x="250" y="11680"/>
                  </a:lnTo>
                  <a:cubicBezTo>
                    <a:pt x="250" y="11680"/>
                    <a:pt x="250" y="11704"/>
                    <a:pt x="262" y="11704"/>
                  </a:cubicBezTo>
                  <a:cubicBezTo>
                    <a:pt x="274" y="11716"/>
                    <a:pt x="274" y="11728"/>
                    <a:pt x="274" y="11740"/>
                  </a:cubicBezTo>
                  <a:lnTo>
                    <a:pt x="274" y="11764"/>
                  </a:lnTo>
                  <a:lnTo>
                    <a:pt x="274" y="11787"/>
                  </a:lnTo>
                  <a:lnTo>
                    <a:pt x="1905" y="48"/>
                  </a:lnTo>
                  <a:lnTo>
                    <a:pt x="1869" y="48"/>
                  </a:lnTo>
                  <a:cubicBezTo>
                    <a:pt x="1762" y="48"/>
                    <a:pt x="1667" y="36"/>
                    <a:pt x="157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9" name="Google Shape;3179;p23"/>
            <p:cNvSpPr/>
            <p:nvPr/>
          </p:nvSpPr>
          <p:spPr>
            <a:xfrm>
              <a:off x="6354950" y="4022050"/>
              <a:ext cx="325" cy="25"/>
            </a:xfrm>
            <a:custGeom>
              <a:rect b="b" l="l" r="r" t="t"/>
              <a:pathLst>
                <a:path extrusionOk="0" h="1" w="13">
                  <a:moveTo>
                    <a:pt x="0" y="1"/>
                  </a:moveTo>
                  <a:cubicBezTo>
                    <a:pt x="12" y="1"/>
                    <a:pt x="12" y="1"/>
                    <a:pt x="0" y="1"/>
                  </a:cubicBezTo>
                  <a:cubicBezTo>
                    <a:pt x="12" y="1"/>
                    <a:pt x="12" y="1"/>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0" name="Google Shape;3180;p23"/>
            <p:cNvSpPr/>
            <p:nvPr/>
          </p:nvSpPr>
          <p:spPr>
            <a:xfrm>
              <a:off x="6356150" y="4020850"/>
              <a:ext cx="25" cy="325"/>
            </a:xfrm>
            <a:custGeom>
              <a:rect b="b" l="l" r="r" t="t"/>
              <a:pathLst>
                <a:path extrusionOk="0" h="13" w="1">
                  <a:moveTo>
                    <a:pt x="0" y="13"/>
                  </a:moveTo>
                  <a:lnTo>
                    <a:pt x="0" y="13"/>
                  </a:lnTo>
                  <a:lnTo>
                    <a:pt x="0" y="13"/>
                  </a:lnTo>
                  <a:cubicBezTo>
                    <a:pt x="0" y="13"/>
                    <a:pt x="0" y="1"/>
                    <a:pt x="0" y="13"/>
                  </a:cubicBezTo>
                  <a:cubicBezTo>
                    <a:pt x="0" y="1"/>
                    <a:pt x="0" y="13"/>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1" name="Google Shape;3181;p23"/>
            <p:cNvSpPr/>
            <p:nvPr/>
          </p:nvSpPr>
          <p:spPr>
            <a:xfrm>
              <a:off x="6355850" y="4016400"/>
              <a:ext cx="325" cy="325"/>
            </a:xfrm>
            <a:custGeom>
              <a:rect b="b" l="l" r="r" t="t"/>
              <a:pathLst>
                <a:path extrusionOk="0" h="13" w="13">
                  <a:moveTo>
                    <a:pt x="0" y="0"/>
                  </a:moveTo>
                  <a:lnTo>
                    <a:pt x="12" y="12"/>
                  </a:lnTo>
                  <a:cubicBezTo>
                    <a:pt x="12" y="12"/>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2" name="Google Shape;3182;p23"/>
            <p:cNvSpPr/>
            <p:nvPr/>
          </p:nvSpPr>
          <p:spPr>
            <a:xfrm>
              <a:off x="6155225" y="4019075"/>
              <a:ext cx="199750" cy="125625"/>
            </a:xfrm>
            <a:custGeom>
              <a:rect b="b" l="l" r="r" t="t"/>
              <a:pathLst>
                <a:path extrusionOk="0" h="5025" w="7990">
                  <a:moveTo>
                    <a:pt x="7620" y="1"/>
                  </a:moveTo>
                  <a:lnTo>
                    <a:pt x="0" y="5025"/>
                  </a:lnTo>
                  <a:lnTo>
                    <a:pt x="560" y="5025"/>
                  </a:lnTo>
                  <a:lnTo>
                    <a:pt x="7989" y="132"/>
                  </a:lnTo>
                  <a:lnTo>
                    <a:pt x="7989" y="132"/>
                  </a:lnTo>
                  <a:cubicBezTo>
                    <a:pt x="7966" y="143"/>
                    <a:pt x="7936" y="149"/>
                    <a:pt x="7906" y="149"/>
                  </a:cubicBezTo>
                  <a:cubicBezTo>
                    <a:pt x="7876" y="149"/>
                    <a:pt x="7847" y="143"/>
                    <a:pt x="7823" y="132"/>
                  </a:cubicBezTo>
                  <a:lnTo>
                    <a:pt x="76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3" name="Google Shape;3183;p23"/>
            <p:cNvSpPr/>
            <p:nvPr/>
          </p:nvSpPr>
          <p:spPr>
            <a:xfrm>
              <a:off x="6356150" y="4021150"/>
              <a:ext cx="25" cy="25"/>
            </a:xfrm>
            <a:custGeom>
              <a:rect b="b" l="l" r="r" t="t"/>
              <a:pathLst>
                <a:path extrusionOk="0" h="1" w="1">
                  <a:moveTo>
                    <a:pt x="0" y="1"/>
                  </a:moveTo>
                  <a:lnTo>
                    <a:pt x="0" y="1"/>
                  </a:ln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4" name="Google Shape;3184;p23"/>
            <p:cNvSpPr/>
            <p:nvPr/>
          </p:nvSpPr>
          <p:spPr>
            <a:xfrm>
              <a:off x="6356425" y="4019675"/>
              <a:ext cx="25" cy="25"/>
            </a:xfrm>
            <a:custGeom>
              <a:rect b="b" l="l" r="r" t="t"/>
              <a:pathLst>
                <a:path extrusionOk="0" h="1" w="1">
                  <a:moveTo>
                    <a:pt x="1" y="0"/>
                  </a:moveTo>
                  <a:lnTo>
                    <a:pt x="1" y="0"/>
                  </a:ln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5" name="Google Shape;3185;p23"/>
            <p:cNvSpPr/>
            <p:nvPr/>
          </p:nvSpPr>
          <p:spPr>
            <a:xfrm>
              <a:off x="6356150" y="4017000"/>
              <a:ext cx="25" cy="25"/>
            </a:xfrm>
            <a:custGeom>
              <a:rect b="b" l="l" r="r" t="t"/>
              <a:pathLst>
                <a:path extrusionOk="0" h="1" w="1">
                  <a:moveTo>
                    <a:pt x="0"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6" name="Google Shape;3186;p23"/>
            <p:cNvSpPr/>
            <p:nvPr/>
          </p:nvSpPr>
          <p:spPr>
            <a:xfrm>
              <a:off x="5970975" y="3781850"/>
              <a:ext cx="385775" cy="240975"/>
            </a:xfrm>
            <a:custGeom>
              <a:rect b="b" l="l" r="r" t="t"/>
              <a:pathLst>
                <a:path extrusionOk="0" h="9639" w="15431">
                  <a:moveTo>
                    <a:pt x="0" y="0"/>
                  </a:moveTo>
                  <a:lnTo>
                    <a:pt x="0" y="381"/>
                  </a:lnTo>
                  <a:lnTo>
                    <a:pt x="15002" y="9490"/>
                  </a:lnTo>
                  <a:lnTo>
                    <a:pt x="15217" y="9621"/>
                  </a:lnTo>
                  <a:cubicBezTo>
                    <a:pt x="15246" y="9632"/>
                    <a:pt x="15276" y="9638"/>
                    <a:pt x="15303" y="9638"/>
                  </a:cubicBezTo>
                  <a:cubicBezTo>
                    <a:pt x="15330" y="9638"/>
                    <a:pt x="15353" y="9632"/>
                    <a:pt x="15371" y="9621"/>
                  </a:cubicBezTo>
                  <a:lnTo>
                    <a:pt x="15395" y="9609"/>
                  </a:lnTo>
                  <a:lnTo>
                    <a:pt x="15407" y="9585"/>
                  </a:lnTo>
                  <a:cubicBezTo>
                    <a:pt x="15407" y="9585"/>
                    <a:pt x="15407" y="9573"/>
                    <a:pt x="15419" y="9573"/>
                  </a:cubicBezTo>
                  <a:cubicBezTo>
                    <a:pt x="15419" y="9561"/>
                    <a:pt x="15431" y="9537"/>
                    <a:pt x="15431" y="9537"/>
                  </a:cubicBezTo>
                  <a:lnTo>
                    <a:pt x="15431" y="9525"/>
                  </a:lnTo>
                  <a:lnTo>
                    <a:pt x="15431" y="9466"/>
                  </a:lnTo>
                  <a:cubicBezTo>
                    <a:pt x="15431" y="9442"/>
                    <a:pt x="15419" y="9430"/>
                    <a:pt x="15419" y="9406"/>
                  </a:cubicBezTo>
                  <a:cubicBezTo>
                    <a:pt x="15419" y="9394"/>
                    <a:pt x="15407" y="9394"/>
                    <a:pt x="15407" y="9382"/>
                  </a:cubicBezTo>
                  <a:lnTo>
                    <a:pt x="15407" y="9370"/>
                  </a:lnTo>
                  <a:lnTo>
                    <a:pt x="15371" y="9335"/>
                  </a:lnTo>
                  <a:lnTo>
                    <a:pt x="15169" y="9216"/>
                  </a:lnTo>
                  <a:lnTo>
                    <a:pt x="14681" y="8918"/>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7" name="Google Shape;3187;p23"/>
            <p:cNvSpPr/>
            <p:nvPr/>
          </p:nvSpPr>
          <p:spPr>
            <a:xfrm>
              <a:off x="6535325" y="3221950"/>
              <a:ext cx="50625" cy="50675"/>
            </a:xfrm>
            <a:custGeom>
              <a:rect b="b" l="l" r="r" t="t"/>
              <a:pathLst>
                <a:path extrusionOk="0" h="2027" w="2025">
                  <a:moveTo>
                    <a:pt x="1001" y="1"/>
                  </a:moveTo>
                  <a:cubicBezTo>
                    <a:pt x="441" y="36"/>
                    <a:pt x="1" y="489"/>
                    <a:pt x="36" y="1048"/>
                  </a:cubicBezTo>
                  <a:cubicBezTo>
                    <a:pt x="36" y="1144"/>
                    <a:pt x="60" y="1251"/>
                    <a:pt x="96" y="1358"/>
                  </a:cubicBezTo>
                  <a:cubicBezTo>
                    <a:pt x="120" y="1465"/>
                    <a:pt x="179" y="1548"/>
                    <a:pt x="239" y="1620"/>
                  </a:cubicBezTo>
                  <a:cubicBezTo>
                    <a:pt x="334" y="1727"/>
                    <a:pt x="405" y="1799"/>
                    <a:pt x="501" y="1858"/>
                  </a:cubicBezTo>
                  <a:cubicBezTo>
                    <a:pt x="642" y="1967"/>
                    <a:pt x="834" y="2026"/>
                    <a:pt x="1021" y="2026"/>
                  </a:cubicBezTo>
                  <a:cubicBezTo>
                    <a:pt x="1038" y="2026"/>
                    <a:pt x="1055" y="2026"/>
                    <a:pt x="1072" y="2025"/>
                  </a:cubicBezTo>
                  <a:cubicBezTo>
                    <a:pt x="1584" y="2013"/>
                    <a:pt x="2001" y="1608"/>
                    <a:pt x="2025" y="1096"/>
                  </a:cubicBezTo>
                  <a:lnTo>
                    <a:pt x="2025" y="989"/>
                  </a:lnTo>
                  <a:lnTo>
                    <a:pt x="2025" y="965"/>
                  </a:lnTo>
                  <a:cubicBezTo>
                    <a:pt x="2025" y="858"/>
                    <a:pt x="2001" y="763"/>
                    <a:pt x="1965" y="656"/>
                  </a:cubicBezTo>
                  <a:cubicBezTo>
                    <a:pt x="1894" y="453"/>
                    <a:pt x="1727" y="263"/>
                    <a:pt x="1537" y="155"/>
                  </a:cubicBezTo>
                  <a:cubicBezTo>
                    <a:pt x="1453" y="96"/>
                    <a:pt x="1346" y="60"/>
                    <a:pt x="1239" y="36"/>
                  </a:cubicBezTo>
                  <a:cubicBezTo>
                    <a:pt x="1167" y="13"/>
                    <a:pt x="1072" y="1"/>
                    <a:pt x="100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8" name="Google Shape;3188;p23"/>
            <p:cNvSpPr/>
            <p:nvPr/>
          </p:nvSpPr>
          <p:spPr>
            <a:xfrm>
              <a:off x="6615100" y="3045125"/>
              <a:ext cx="70575" cy="71475"/>
            </a:xfrm>
            <a:custGeom>
              <a:rect b="b" l="l" r="r" t="t"/>
              <a:pathLst>
                <a:path extrusionOk="0" h="2859" w="2823">
                  <a:moveTo>
                    <a:pt x="1389" y="1"/>
                  </a:moveTo>
                  <a:cubicBezTo>
                    <a:pt x="1375" y="1"/>
                    <a:pt x="1360" y="1"/>
                    <a:pt x="1346" y="1"/>
                  </a:cubicBezTo>
                  <a:cubicBezTo>
                    <a:pt x="989" y="25"/>
                    <a:pt x="667" y="168"/>
                    <a:pt x="429" y="406"/>
                  </a:cubicBezTo>
                  <a:cubicBezTo>
                    <a:pt x="358" y="478"/>
                    <a:pt x="274" y="561"/>
                    <a:pt x="215" y="644"/>
                  </a:cubicBezTo>
                  <a:cubicBezTo>
                    <a:pt x="120" y="859"/>
                    <a:pt x="24" y="1061"/>
                    <a:pt x="12" y="1299"/>
                  </a:cubicBezTo>
                  <a:cubicBezTo>
                    <a:pt x="12" y="1359"/>
                    <a:pt x="1" y="1430"/>
                    <a:pt x="1" y="1513"/>
                  </a:cubicBezTo>
                  <a:cubicBezTo>
                    <a:pt x="1" y="1537"/>
                    <a:pt x="1" y="1585"/>
                    <a:pt x="12" y="1609"/>
                  </a:cubicBezTo>
                  <a:cubicBezTo>
                    <a:pt x="72" y="2121"/>
                    <a:pt x="382" y="2537"/>
                    <a:pt x="822" y="2728"/>
                  </a:cubicBezTo>
                  <a:cubicBezTo>
                    <a:pt x="917" y="2776"/>
                    <a:pt x="1013" y="2799"/>
                    <a:pt x="1132" y="2835"/>
                  </a:cubicBezTo>
                  <a:cubicBezTo>
                    <a:pt x="1251" y="2859"/>
                    <a:pt x="1358" y="2859"/>
                    <a:pt x="1477" y="2859"/>
                  </a:cubicBezTo>
                  <a:cubicBezTo>
                    <a:pt x="2048" y="2835"/>
                    <a:pt x="2548" y="2466"/>
                    <a:pt x="2739" y="1942"/>
                  </a:cubicBezTo>
                  <a:cubicBezTo>
                    <a:pt x="2763" y="1835"/>
                    <a:pt x="2798" y="1752"/>
                    <a:pt x="2810" y="1633"/>
                  </a:cubicBezTo>
                  <a:cubicBezTo>
                    <a:pt x="2822" y="1537"/>
                    <a:pt x="2822" y="1466"/>
                    <a:pt x="2822" y="1371"/>
                  </a:cubicBezTo>
                  <a:cubicBezTo>
                    <a:pt x="2799" y="611"/>
                    <a:pt x="2145" y="1"/>
                    <a:pt x="138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9" name="Google Shape;3189;p23"/>
            <p:cNvSpPr/>
            <p:nvPr/>
          </p:nvSpPr>
          <p:spPr>
            <a:xfrm>
              <a:off x="5970675" y="2098000"/>
              <a:ext cx="13425" cy="55400"/>
            </a:xfrm>
            <a:custGeom>
              <a:rect b="b" l="l" r="r" t="t"/>
              <a:pathLst>
                <a:path extrusionOk="0" h="2216" w="537">
                  <a:moveTo>
                    <a:pt x="0" y="1"/>
                  </a:moveTo>
                  <a:lnTo>
                    <a:pt x="0" y="2215"/>
                  </a:lnTo>
                  <a:cubicBezTo>
                    <a:pt x="60" y="2168"/>
                    <a:pt x="120" y="2108"/>
                    <a:pt x="179" y="2049"/>
                  </a:cubicBezTo>
                  <a:cubicBezTo>
                    <a:pt x="251" y="1977"/>
                    <a:pt x="310" y="1882"/>
                    <a:pt x="358" y="1799"/>
                  </a:cubicBezTo>
                  <a:cubicBezTo>
                    <a:pt x="477" y="1596"/>
                    <a:pt x="536" y="1334"/>
                    <a:pt x="536" y="1072"/>
                  </a:cubicBezTo>
                  <a:cubicBezTo>
                    <a:pt x="536" y="953"/>
                    <a:pt x="524" y="846"/>
                    <a:pt x="489" y="763"/>
                  </a:cubicBezTo>
                  <a:cubicBezTo>
                    <a:pt x="417" y="465"/>
                    <a:pt x="239" y="191"/>
                    <a:pt x="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0" name="Google Shape;3190;p23"/>
            <p:cNvSpPr/>
            <p:nvPr/>
          </p:nvSpPr>
          <p:spPr>
            <a:xfrm>
              <a:off x="6103125" y="1404475"/>
              <a:ext cx="36950" cy="36050"/>
            </a:xfrm>
            <a:custGeom>
              <a:rect b="b" l="l" r="r" t="t"/>
              <a:pathLst>
                <a:path extrusionOk="0" h="1442" w="1478">
                  <a:moveTo>
                    <a:pt x="715" y="0"/>
                  </a:moveTo>
                  <a:cubicBezTo>
                    <a:pt x="644" y="0"/>
                    <a:pt x="572" y="12"/>
                    <a:pt x="525" y="24"/>
                  </a:cubicBezTo>
                  <a:cubicBezTo>
                    <a:pt x="227" y="131"/>
                    <a:pt x="1" y="417"/>
                    <a:pt x="13" y="738"/>
                  </a:cubicBezTo>
                  <a:cubicBezTo>
                    <a:pt x="13" y="786"/>
                    <a:pt x="25" y="834"/>
                    <a:pt x="25" y="881"/>
                  </a:cubicBezTo>
                  <a:cubicBezTo>
                    <a:pt x="60" y="977"/>
                    <a:pt x="96" y="1084"/>
                    <a:pt x="167" y="1155"/>
                  </a:cubicBezTo>
                  <a:cubicBezTo>
                    <a:pt x="292" y="1326"/>
                    <a:pt x="504" y="1442"/>
                    <a:pt x="740" y="1442"/>
                  </a:cubicBezTo>
                  <a:cubicBezTo>
                    <a:pt x="752" y="1442"/>
                    <a:pt x="763" y="1441"/>
                    <a:pt x="775" y="1441"/>
                  </a:cubicBezTo>
                  <a:cubicBezTo>
                    <a:pt x="989" y="1429"/>
                    <a:pt x="1191" y="1322"/>
                    <a:pt x="1322" y="1155"/>
                  </a:cubicBezTo>
                  <a:cubicBezTo>
                    <a:pt x="1382" y="1072"/>
                    <a:pt x="1441" y="977"/>
                    <a:pt x="1453" y="881"/>
                  </a:cubicBezTo>
                  <a:cubicBezTo>
                    <a:pt x="1477" y="846"/>
                    <a:pt x="1477" y="786"/>
                    <a:pt x="1477" y="715"/>
                  </a:cubicBezTo>
                  <a:cubicBezTo>
                    <a:pt x="1453" y="357"/>
                    <a:pt x="1191" y="72"/>
                    <a:pt x="846" y="12"/>
                  </a:cubicBezTo>
                  <a:cubicBezTo>
                    <a:pt x="798" y="12"/>
                    <a:pt x="763" y="0"/>
                    <a:pt x="71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1" name="Google Shape;3191;p23"/>
            <p:cNvSpPr/>
            <p:nvPr/>
          </p:nvSpPr>
          <p:spPr>
            <a:xfrm>
              <a:off x="6109075" y="1694975"/>
              <a:ext cx="37250" cy="36950"/>
            </a:xfrm>
            <a:custGeom>
              <a:rect b="b" l="l" r="r" t="t"/>
              <a:pathLst>
                <a:path extrusionOk="0" h="1478" w="1490">
                  <a:moveTo>
                    <a:pt x="703" y="1"/>
                  </a:moveTo>
                  <a:cubicBezTo>
                    <a:pt x="310" y="13"/>
                    <a:pt x="1" y="346"/>
                    <a:pt x="1" y="751"/>
                  </a:cubicBezTo>
                  <a:lnTo>
                    <a:pt x="1" y="763"/>
                  </a:lnTo>
                  <a:cubicBezTo>
                    <a:pt x="1" y="870"/>
                    <a:pt x="25" y="965"/>
                    <a:pt x="72" y="1060"/>
                  </a:cubicBezTo>
                  <a:cubicBezTo>
                    <a:pt x="132" y="1168"/>
                    <a:pt x="203" y="1263"/>
                    <a:pt x="310" y="1346"/>
                  </a:cubicBezTo>
                  <a:cubicBezTo>
                    <a:pt x="394" y="1406"/>
                    <a:pt x="489" y="1441"/>
                    <a:pt x="608" y="1465"/>
                  </a:cubicBezTo>
                  <a:cubicBezTo>
                    <a:pt x="668" y="1477"/>
                    <a:pt x="715" y="1477"/>
                    <a:pt x="775" y="1477"/>
                  </a:cubicBezTo>
                  <a:cubicBezTo>
                    <a:pt x="1180" y="1465"/>
                    <a:pt x="1489" y="1120"/>
                    <a:pt x="1477" y="715"/>
                  </a:cubicBezTo>
                  <a:lnTo>
                    <a:pt x="1477" y="703"/>
                  </a:lnTo>
                  <a:cubicBezTo>
                    <a:pt x="1477" y="596"/>
                    <a:pt x="1442" y="489"/>
                    <a:pt x="1382" y="406"/>
                  </a:cubicBezTo>
                  <a:cubicBezTo>
                    <a:pt x="1334" y="310"/>
                    <a:pt x="1275" y="239"/>
                    <a:pt x="1192" y="179"/>
                  </a:cubicBezTo>
                  <a:cubicBezTo>
                    <a:pt x="1120" y="120"/>
                    <a:pt x="1013" y="60"/>
                    <a:pt x="906" y="36"/>
                  </a:cubicBezTo>
                  <a:cubicBezTo>
                    <a:pt x="846" y="13"/>
                    <a:pt x="775" y="1"/>
                    <a:pt x="70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2" name="Google Shape;3192;p23"/>
            <p:cNvSpPr/>
            <p:nvPr/>
          </p:nvSpPr>
          <p:spPr>
            <a:xfrm>
              <a:off x="6425200" y="2059300"/>
              <a:ext cx="25925" cy="25325"/>
            </a:xfrm>
            <a:custGeom>
              <a:rect b="b" l="l" r="r" t="t"/>
              <a:pathLst>
                <a:path extrusionOk="0" h="1013" w="1037">
                  <a:moveTo>
                    <a:pt x="522" y="0"/>
                  </a:moveTo>
                  <a:cubicBezTo>
                    <a:pt x="515" y="0"/>
                    <a:pt x="508" y="1"/>
                    <a:pt x="500" y="1"/>
                  </a:cubicBezTo>
                  <a:cubicBezTo>
                    <a:pt x="238" y="1"/>
                    <a:pt x="48" y="191"/>
                    <a:pt x="0" y="430"/>
                  </a:cubicBezTo>
                  <a:lnTo>
                    <a:pt x="0" y="525"/>
                  </a:lnTo>
                  <a:cubicBezTo>
                    <a:pt x="0" y="608"/>
                    <a:pt x="36" y="680"/>
                    <a:pt x="60" y="739"/>
                  </a:cubicBezTo>
                  <a:cubicBezTo>
                    <a:pt x="155" y="906"/>
                    <a:pt x="334" y="1013"/>
                    <a:pt x="524" y="1013"/>
                  </a:cubicBezTo>
                  <a:cubicBezTo>
                    <a:pt x="810" y="1013"/>
                    <a:pt x="1036" y="775"/>
                    <a:pt x="1012" y="489"/>
                  </a:cubicBezTo>
                  <a:cubicBezTo>
                    <a:pt x="1012" y="211"/>
                    <a:pt x="787" y="0"/>
                    <a:pt x="52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3" name="Google Shape;3193;p23"/>
            <p:cNvSpPr/>
            <p:nvPr/>
          </p:nvSpPr>
          <p:spPr>
            <a:xfrm>
              <a:off x="6057300" y="3078375"/>
              <a:ext cx="35725" cy="35300"/>
            </a:xfrm>
            <a:custGeom>
              <a:rect b="b" l="l" r="r" t="t"/>
              <a:pathLst>
                <a:path extrusionOk="0" h="1412" w="1429">
                  <a:moveTo>
                    <a:pt x="759" y="1"/>
                  </a:moveTo>
                  <a:cubicBezTo>
                    <a:pt x="737" y="1"/>
                    <a:pt x="714" y="2"/>
                    <a:pt x="691" y="5"/>
                  </a:cubicBezTo>
                  <a:cubicBezTo>
                    <a:pt x="584" y="5"/>
                    <a:pt x="488" y="29"/>
                    <a:pt x="405" y="76"/>
                  </a:cubicBezTo>
                  <a:cubicBezTo>
                    <a:pt x="310" y="124"/>
                    <a:pt x="226" y="195"/>
                    <a:pt x="167" y="267"/>
                  </a:cubicBezTo>
                  <a:cubicBezTo>
                    <a:pt x="60" y="398"/>
                    <a:pt x="0" y="553"/>
                    <a:pt x="12" y="731"/>
                  </a:cubicBezTo>
                  <a:cubicBezTo>
                    <a:pt x="12" y="1099"/>
                    <a:pt x="334" y="1411"/>
                    <a:pt x="709" y="1411"/>
                  </a:cubicBezTo>
                  <a:cubicBezTo>
                    <a:pt x="723" y="1411"/>
                    <a:pt x="737" y="1411"/>
                    <a:pt x="750" y="1410"/>
                  </a:cubicBezTo>
                  <a:cubicBezTo>
                    <a:pt x="988" y="1410"/>
                    <a:pt x="1179" y="1291"/>
                    <a:pt x="1310" y="1112"/>
                  </a:cubicBezTo>
                  <a:cubicBezTo>
                    <a:pt x="1369" y="1029"/>
                    <a:pt x="1417" y="922"/>
                    <a:pt x="1429" y="814"/>
                  </a:cubicBezTo>
                  <a:lnTo>
                    <a:pt x="1429" y="684"/>
                  </a:lnTo>
                  <a:cubicBezTo>
                    <a:pt x="1429" y="612"/>
                    <a:pt x="1417" y="541"/>
                    <a:pt x="1381" y="457"/>
                  </a:cubicBezTo>
                  <a:cubicBezTo>
                    <a:pt x="1358" y="350"/>
                    <a:pt x="1298" y="267"/>
                    <a:pt x="1203" y="195"/>
                  </a:cubicBezTo>
                  <a:cubicBezTo>
                    <a:pt x="1087" y="79"/>
                    <a:pt x="934" y="1"/>
                    <a:pt x="75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4" name="Google Shape;3194;p23"/>
            <p:cNvSpPr/>
            <p:nvPr/>
          </p:nvSpPr>
          <p:spPr>
            <a:xfrm>
              <a:off x="6380550" y="2852850"/>
              <a:ext cx="35750" cy="35750"/>
            </a:xfrm>
            <a:custGeom>
              <a:rect b="b" l="l" r="r" t="t"/>
              <a:pathLst>
                <a:path extrusionOk="0" h="1430" w="1430">
                  <a:moveTo>
                    <a:pt x="620" y="1"/>
                  </a:moveTo>
                  <a:cubicBezTo>
                    <a:pt x="512" y="13"/>
                    <a:pt x="417" y="49"/>
                    <a:pt x="346" y="108"/>
                  </a:cubicBezTo>
                  <a:cubicBezTo>
                    <a:pt x="262" y="168"/>
                    <a:pt x="179" y="239"/>
                    <a:pt x="119" y="334"/>
                  </a:cubicBezTo>
                  <a:cubicBezTo>
                    <a:pt x="48" y="453"/>
                    <a:pt x="0" y="584"/>
                    <a:pt x="0" y="727"/>
                  </a:cubicBezTo>
                  <a:cubicBezTo>
                    <a:pt x="0" y="834"/>
                    <a:pt x="36" y="930"/>
                    <a:pt x="60" y="1013"/>
                  </a:cubicBezTo>
                  <a:cubicBezTo>
                    <a:pt x="108" y="1108"/>
                    <a:pt x="167" y="1180"/>
                    <a:pt x="239" y="1251"/>
                  </a:cubicBezTo>
                  <a:cubicBezTo>
                    <a:pt x="322" y="1323"/>
                    <a:pt x="417" y="1370"/>
                    <a:pt x="524" y="1406"/>
                  </a:cubicBezTo>
                  <a:cubicBezTo>
                    <a:pt x="596" y="1418"/>
                    <a:pt x="679" y="1430"/>
                    <a:pt x="750" y="1430"/>
                  </a:cubicBezTo>
                  <a:cubicBezTo>
                    <a:pt x="893" y="1430"/>
                    <a:pt x="1036" y="1382"/>
                    <a:pt x="1131" y="1299"/>
                  </a:cubicBezTo>
                  <a:cubicBezTo>
                    <a:pt x="1227" y="1239"/>
                    <a:pt x="1298" y="1144"/>
                    <a:pt x="1346" y="1061"/>
                  </a:cubicBezTo>
                  <a:cubicBezTo>
                    <a:pt x="1405" y="953"/>
                    <a:pt x="1429" y="822"/>
                    <a:pt x="1429" y="703"/>
                  </a:cubicBezTo>
                  <a:cubicBezTo>
                    <a:pt x="1429" y="394"/>
                    <a:pt x="1227" y="132"/>
                    <a:pt x="941" y="49"/>
                  </a:cubicBezTo>
                  <a:cubicBezTo>
                    <a:pt x="870" y="13"/>
                    <a:pt x="798" y="13"/>
                    <a:pt x="703" y="13"/>
                  </a:cubicBezTo>
                  <a:cubicBezTo>
                    <a:pt x="655" y="1"/>
                    <a:pt x="631" y="1"/>
                    <a:pt x="6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5" name="Google Shape;3195;p23"/>
            <p:cNvSpPr/>
            <p:nvPr/>
          </p:nvSpPr>
          <p:spPr>
            <a:xfrm>
              <a:off x="6112050" y="2933525"/>
              <a:ext cx="25625" cy="25350"/>
            </a:xfrm>
            <a:custGeom>
              <a:rect b="b" l="l" r="r" t="t"/>
              <a:pathLst>
                <a:path extrusionOk="0" h="1014" w="1025">
                  <a:moveTo>
                    <a:pt x="489" y="1"/>
                  </a:moveTo>
                  <a:cubicBezTo>
                    <a:pt x="227" y="24"/>
                    <a:pt x="1" y="262"/>
                    <a:pt x="1" y="524"/>
                  </a:cubicBezTo>
                  <a:cubicBezTo>
                    <a:pt x="1" y="803"/>
                    <a:pt x="227" y="1013"/>
                    <a:pt x="502" y="1013"/>
                  </a:cubicBezTo>
                  <a:cubicBezTo>
                    <a:pt x="510" y="1013"/>
                    <a:pt x="517" y="1013"/>
                    <a:pt x="525" y="1013"/>
                  </a:cubicBezTo>
                  <a:cubicBezTo>
                    <a:pt x="715" y="1013"/>
                    <a:pt x="858" y="905"/>
                    <a:pt x="953" y="751"/>
                  </a:cubicBezTo>
                  <a:cubicBezTo>
                    <a:pt x="1001" y="679"/>
                    <a:pt x="1013" y="584"/>
                    <a:pt x="1013" y="489"/>
                  </a:cubicBezTo>
                  <a:cubicBezTo>
                    <a:pt x="1025" y="477"/>
                    <a:pt x="1025" y="465"/>
                    <a:pt x="1013" y="429"/>
                  </a:cubicBezTo>
                  <a:cubicBezTo>
                    <a:pt x="1001" y="334"/>
                    <a:pt x="953" y="239"/>
                    <a:pt x="894" y="167"/>
                  </a:cubicBezTo>
                  <a:cubicBezTo>
                    <a:pt x="822" y="96"/>
                    <a:pt x="727" y="36"/>
                    <a:pt x="608" y="24"/>
                  </a:cubicBezTo>
                  <a:cubicBezTo>
                    <a:pt x="584" y="24"/>
                    <a:pt x="537" y="1"/>
                    <a:pt x="48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6" name="Google Shape;3196;p23"/>
            <p:cNvSpPr/>
            <p:nvPr/>
          </p:nvSpPr>
          <p:spPr>
            <a:xfrm>
              <a:off x="6306125" y="3104075"/>
              <a:ext cx="25925" cy="25350"/>
            </a:xfrm>
            <a:custGeom>
              <a:rect b="b" l="l" r="r" t="t"/>
              <a:pathLst>
                <a:path extrusionOk="0" h="1014" w="1037">
                  <a:moveTo>
                    <a:pt x="522" y="0"/>
                  </a:moveTo>
                  <a:cubicBezTo>
                    <a:pt x="515" y="0"/>
                    <a:pt x="508" y="0"/>
                    <a:pt x="501" y="1"/>
                  </a:cubicBezTo>
                  <a:cubicBezTo>
                    <a:pt x="215" y="13"/>
                    <a:pt x="1" y="251"/>
                    <a:pt x="1" y="525"/>
                  </a:cubicBezTo>
                  <a:cubicBezTo>
                    <a:pt x="1" y="792"/>
                    <a:pt x="227" y="1013"/>
                    <a:pt x="503" y="1013"/>
                  </a:cubicBezTo>
                  <a:cubicBezTo>
                    <a:pt x="510" y="1013"/>
                    <a:pt x="517" y="1013"/>
                    <a:pt x="525" y="1013"/>
                  </a:cubicBezTo>
                  <a:cubicBezTo>
                    <a:pt x="810" y="1013"/>
                    <a:pt x="1037" y="775"/>
                    <a:pt x="1013" y="489"/>
                  </a:cubicBezTo>
                  <a:cubicBezTo>
                    <a:pt x="1001" y="211"/>
                    <a:pt x="775" y="0"/>
                    <a:pt x="52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7" name="Google Shape;3197;p23"/>
            <p:cNvSpPr/>
            <p:nvPr/>
          </p:nvSpPr>
          <p:spPr>
            <a:xfrm>
              <a:off x="6408525" y="2464700"/>
              <a:ext cx="25325" cy="25350"/>
            </a:xfrm>
            <a:custGeom>
              <a:rect b="b" l="l" r="r" t="t"/>
              <a:pathLst>
                <a:path extrusionOk="0" h="1014" w="1013">
                  <a:moveTo>
                    <a:pt x="513" y="1"/>
                  </a:moveTo>
                  <a:cubicBezTo>
                    <a:pt x="505" y="1"/>
                    <a:pt x="497" y="1"/>
                    <a:pt x="489" y="1"/>
                  </a:cubicBezTo>
                  <a:cubicBezTo>
                    <a:pt x="382" y="1"/>
                    <a:pt x="298" y="37"/>
                    <a:pt x="227" y="96"/>
                  </a:cubicBezTo>
                  <a:cubicBezTo>
                    <a:pt x="132" y="156"/>
                    <a:pt x="60" y="239"/>
                    <a:pt x="36" y="347"/>
                  </a:cubicBezTo>
                  <a:cubicBezTo>
                    <a:pt x="12" y="406"/>
                    <a:pt x="1" y="466"/>
                    <a:pt x="1" y="525"/>
                  </a:cubicBezTo>
                  <a:cubicBezTo>
                    <a:pt x="1" y="644"/>
                    <a:pt x="48" y="763"/>
                    <a:pt x="120" y="835"/>
                  </a:cubicBezTo>
                  <a:lnTo>
                    <a:pt x="120" y="858"/>
                  </a:lnTo>
                  <a:cubicBezTo>
                    <a:pt x="179" y="918"/>
                    <a:pt x="251" y="954"/>
                    <a:pt x="334" y="989"/>
                  </a:cubicBezTo>
                  <a:cubicBezTo>
                    <a:pt x="393" y="1001"/>
                    <a:pt x="453" y="1013"/>
                    <a:pt x="513" y="1013"/>
                  </a:cubicBezTo>
                  <a:cubicBezTo>
                    <a:pt x="548" y="1013"/>
                    <a:pt x="608" y="1001"/>
                    <a:pt x="655" y="989"/>
                  </a:cubicBezTo>
                  <a:cubicBezTo>
                    <a:pt x="667" y="989"/>
                    <a:pt x="691" y="978"/>
                    <a:pt x="703" y="978"/>
                  </a:cubicBezTo>
                  <a:cubicBezTo>
                    <a:pt x="810" y="930"/>
                    <a:pt x="882" y="858"/>
                    <a:pt x="941" y="763"/>
                  </a:cubicBezTo>
                  <a:cubicBezTo>
                    <a:pt x="953" y="751"/>
                    <a:pt x="953" y="739"/>
                    <a:pt x="965" y="716"/>
                  </a:cubicBezTo>
                  <a:cubicBezTo>
                    <a:pt x="1001" y="644"/>
                    <a:pt x="1013" y="585"/>
                    <a:pt x="1013" y="501"/>
                  </a:cubicBezTo>
                  <a:cubicBezTo>
                    <a:pt x="1013" y="454"/>
                    <a:pt x="1001" y="394"/>
                    <a:pt x="977" y="347"/>
                  </a:cubicBezTo>
                  <a:cubicBezTo>
                    <a:pt x="908" y="151"/>
                    <a:pt x="729" y="1"/>
                    <a:pt x="51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8" name="Google Shape;3198;p23"/>
            <p:cNvSpPr/>
            <p:nvPr/>
          </p:nvSpPr>
          <p:spPr>
            <a:xfrm>
              <a:off x="6123675" y="2252200"/>
              <a:ext cx="25325" cy="25625"/>
            </a:xfrm>
            <a:custGeom>
              <a:rect b="b" l="l" r="r" t="t"/>
              <a:pathLst>
                <a:path extrusionOk="0" h="1025" w="1013">
                  <a:moveTo>
                    <a:pt x="488" y="0"/>
                  </a:moveTo>
                  <a:cubicBezTo>
                    <a:pt x="381" y="0"/>
                    <a:pt x="298" y="48"/>
                    <a:pt x="203" y="107"/>
                  </a:cubicBezTo>
                  <a:cubicBezTo>
                    <a:pt x="119" y="167"/>
                    <a:pt x="60" y="262"/>
                    <a:pt x="24" y="357"/>
                  </a:cubicBezTo>
                  <a:cubicBezTo>
                    <a:pt x="12" y="405"/>
                    <a:pt x="0" y="465"/>
                    <a:pt x="0" y="524"/>
                  </a:cubicBezTo>
                  <a:cubicBezTo>
                    <a:pt x="0" y="750"/>
                    <a:pt x="155" y="941"/>
                    <a:pt x="369" y="1000"/>
                  </a:cubicBezTo>
                  <a:cubicBezTo>
                    <a:pt x="417" y="1024"/>
                    <a:pt x="477" y="1024"/>
                    <a:pt x="512" y="1024"/>
                  </a:cubicBezTo>
                  <a:cubicBezTo>
                    <a:pt x="572" y="1024"/>
                    <a:pt x="631" y="1000"/>
                    <a:pt x="679" y="988"/>
                  </a:cubicBezTo>
                  <a:cubicBezTo>
                    <a:pt x="715" y="977"/>
                    <a:pt x="750" y="965"/>
                    <a:pt x="786" y="941"/>
                  </a:cubicBezTo>
                  <a:cubicBezTo>
                    <a:pt x="869" y="881"/>
                    <a:pt x="953" y="798"/>
                    <a:pt x="977" y="691"/>
                  </a:cubicBezTo>
                  <a:cubicBezTo>
                    <a:pt x="989" y="631"/>
                    <a:pt x="1012" y="572"/>
                    <a:pt x="1012" y="500"/>
                  </a:cubicBezTo>
                  <a:cubicBezTo>
                    <a:pt x="1012" y="334"/>
                    <a:pt x="929" y="203"/>
                    <a:pt x="810" y="107"/>
                  </a:cubicBezTo>
                  <a:cubicBezTo>
                    <a:pt x="727" y="48"/>
                    <a:pt x="619" y="0"/>
                    <a:pt x="51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9" name="Google Shape;3199;p23"/>
            <p:cNvSpPr/>
            <p:nvPr/>
          </p:nvSpPr>
          <p:spPr>
            <a:xfrm>
              <a:off x="6508250" y="1603550"/>
              <a:ext cx="25625" cy="25400"/>
            </a:xfrm>
            <a:custGeom>
              <a:rect b="b" l="l" r="r" t="t"/>
              <a:pathLst>
                <a:path extrusionOk="0" h="1016" w="1025">
                  <a:moveTo>
                    <a:pt x="530" y="1"/>
                  </a:moveTo>
                  <a:cubicBezTo>
                    <a:pt x="516" y="1"/>
                    <a:pt x="502" y="1"/>
                    <a:pt x="488" y="3"/>
                  </a:cubicBezTo>
                  <a:cubicBezTo>
                    <a:pt x="357" y="3"/>
                    <a:pt x="238" y="74"/>
                    <a:pt x="155" y="157"/>
                  </a:cubicBezTo>
                  <a:cubicBezTo>
                    <a:pt x="72" y="241"/>
                    <a:pt x="36" y="336"/>
                    <a:pt x="12" y="443"/>
                  </a:cubicBezTo>
                  <a:cubicBezTo>
                    <a:pt x="0" y="491"/>
                    <a:pt x="0" y="503"/>
                    <a:pt x="0" y="514"/>
                  </a:cubicBezTo>
                  <a:cubicBezTo>
                    <a:pt x="0" y="634"/>
                    <a:pt x="48" y="741"/>
                    <a:pt x="107" y="812"/>
                  </a:cubicBezTo>
                  <a:cubicBezTo>
                    <a:pt x="185" y="945"/>
                    <a:pt x="334" y="1016"/>
                    <a:pt x="488" y="1016"/>
                  </a:cubicBezTo>
                  <a:cubicBezTo>
                    <a:pt x="500" y="1016"/>
                    <a:pt x="512" y="1015"/>
                    <a:pt x="524" y="1015"/>
                  </a:cubicBezTo>
                  <a:cubicBezTo>
                    <a:pt x="810" y="1015"/>
                    <a:pt x="1024" y="776"/>
                    <a:pt x="1012" y="491"/>
                  </a:cubicBezTo>
                  <a:cubicBezTo>
                    <a:pt x="1012" y="219"/>
                    <a:pt x="797" y="1"/>
                    <a:pt x="53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0" name="Google Shape;3200;p23"/>
            <p:cNvSpPr/>
            <p:nvPr/>
          </p:nvSpPr>
          <p:spPr>
            <a:xfrm>
              <a:off x="6389175" y="3469300"/>
              <a:ext cx="36650" cy="35450"/>
            </a:xfrm>
            <a:custGeom>
              <a:rect b="b" l="l" r="r" t="t"/>
              <a:pathLst>
                <a:path extrusionOk="0" h="1418" w="1466">
                  <a:moveTo>
                    <a:pt x="703" y="1"/>
                  </a:moveTo>
                  <a:cubicBezTo>
                    <a:pt x="644" y="1"/>
                    <a:pt x="584" y="25"/>
                    <a:pt x="536" y="36"/>
                  </a:cubicBezTo>
                  <a:cubicBezTo>
                    <a:pt x="429" y="60"/>
                    <a:pt x="346" y="120"/>
                    <a:pt x="251" y="179"/>
                  </a:cubicBezTo>
                  <a:cubicBezTo>
                    <a:pt x="108" y="322"/>
                    <a:pt x="1" y="525"/>
                    <a:pt x="13" y="739"/>
                  </a:cubicBezTo>
                  <a:cubicBezTo>
                    <a:pt x="13" y="775"/>
                    <a:pt x="13" y="810"/>
                    <a:pt x="36" y="858"/>
                  </a:cubicBezTo>
                  <a:cubicBezTo>
                    <a:pt x="48" y="953"/>
                    <a:pt x="96" y="1060"/>
                    <a:pt x="167" y="1132"/>
                  </a:cubicBezTo>
                  <a:cubicBezTo>
                    <a:pt x="298" y="1310"/>
                    <a:pt x="525" y="1418"/>
                    <a:pt x="763" y="1418"/>
                  </a:cubicBezTo>
                  <a:cubicBezTo>
                    <a:pt x="1144" y="1418"/>
                    <a:pt x="1465" y="1072"/>
                    <a:pt x="1441" y="691"/>
                  </a:cubicBezTo>
                  <a:cubicBezTo>
                    <a:pt x="1441" y="632"/>
                    <a:pt x="1429" y="560"/>
                    <a:pt x="1418" y="501"/>
                  </a:cubicBezTo>
                  <a:cubicBezTo>
                    <a:pt x="1382" y="394"/>
                    <a:pt x="1322" y="298"/>
                    <a:pt x="1251" y="227"/>
                  </a:cubicBezTo>
                  <a:lnTo>
                    <a:pt x="1203" y="179"/>
                  </a:lnTo>
                  <a:cubicBezTo>
                    <a:pt x="1132" y="108"/>
                    <a:pt x="1025" y="60"/>
                    <a:pt x="929" y="36"/>
                  </a:cubicBezTo>
                  <a:cubicBezTo>
                    <a:pt x="846" y="25"/>
                    <a:pt x="775" y="1"/>
                    <a:pt x="70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1" name="Google Shape;3201;p23"/>
            <p:cNvSpPr/>
            <p:nvPr/>
          </p:nvSpPr>
          <p:spPr>
            <a:xfrm>
              <a:off x="6987775" y="3156175"/>
              <a:ext cx="36325" cy="35750"/>
            </a:xfrm>
            <a:custGeom>
              <a:rect b="b" l="l" r="r" t="t"/>
              <a:pathLst>
                <a:path extrusionOk="0" h="1430" w="1453">
                  <a:moveTo>
                    <a:pt x="713" y="0"/>
                  </a:moveTo>
                  <a:cubicBezTo>
                    <a:pt x="706" y="0"/>
                    <a:pt x="698" y="0"/>
                    <a:pt x="691" y="0"/>
                  </a:cubicBezTo>
                  <a:cubicBezTo>
                    <a:pt x="584" y="0"/>
                    <a:pt x="476" y="24"/>
                    <a:pt x="393" y="84"/>
                  </a:cubicBezTo>
                  <a:cubicBezTo>
                    <a:pt x="298" y="131"/>
                    <a:pt x="214" y="203"/>
                    <a:pt x="155" y="298"/>
                  </a:cubicBezTo>
                  <a:cubicBezTo>
                    <a:pt x="119" y="346"/>
                    <a:pt x="95" y="405"/>
                    <a:pt x="60" y="465"/>
                  </a:cubicBezTo>
                  <a:cubicBezTo>
                    <a:pt x="36" y="548"/>
                    <a:pt x="0" y="643"/>
                    <a:pt x="24" y="739"/>
                  </a:cubicBezTo>
                  <a:lnTo>
                    <a:pt x="24" y="774"/>
                  </a:lnTo>
                  <a:cubicBezTo>
                    <a:pt x="24" y="822"/>
                    <a:pt x="36" y="858"/>
                    <a:pt x="48" y="905"/>
                  </a:cubicBezTo>
                  <a:cubicBezTo>
                    <a:pt x="83" y="1012"/>
                    <a:pt x="119" y="1096"/>
                    <a:pt x="203" y="1191"/>
                  </a:cubicBezTo>
                  <a:cubicBezTo>
                    <a:pt x="334" y="1334"/>
                    <a:pt x="536" y="1429"/>
                    <a:pt x="750" y="1429"/>
                  </a:cubicBezTo>
                  <a:cubicBezTo>
                    <a:pt x="1131" y="1429"/>
                    <a:pt x="1453" y="1084"/>
                    <a:pt x="1429" y="703"/>
                  </a:cubicBezTo>
                  <a:cubicBezTo>
                    <a:pt x="1417" y="306"/>
                    <a:pt x="1107" y="0"/>
                    <a:pt x="7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2" name="Google Shape;3202;p23"/>
            <p:cNvSpPr/>
            <p:nvPr/>
          </p:nvSpPr>
          <p:spPr>
            <a:xfrm>
              <a:off x="6376075" y="3686575"/>
              <a:ext cx="40225" cy="39625"/>
            </a:xfrm>
            <a:custGeom>
              <a:rect b="b" l="l" r="r" t="t"/>
              <a:pathLst>
                <a:path extrusionOk="0" h="1585" w="1609">
                  <a:moveTo>
                    <a:pt x="816" y="0"/>
                  </a:moveTo>
                  <a:cubicBezTo>
                    <a:pt x="803" y="0"/>
                    <a:pt x="789" y="1"/>
                    <a:pt x="775" y="1"/>
                  </a:cubicBezTo>
                  <a:cubicBezTo>
                    <a:pt x="346" y="37"/>
                    <a:pt x="1" y="394"/>
                    <a:pt x="25" y="823"/>
                  </a:cubicBezTo>
                  <a:lnTo>
                    <a:pt x="25" y="882"/>
                  </a:lnTo>
                  <a:cubicBezTo>
                    <a:pt x="37" y="990"/>
                    <a:pt x="60" y="1085"/>
                    <a:pt x="108" y="1180"/>
                  </a:cubicBezTo>
                  <a:cubicBezTo>
                    <a:pt x="179" y="1347"/>
                    <a:pt x="346" y="1466"/>
                    <a:pt x="525" y="1537"/>
                  </a:cubicBezTo>
                  <a:cubicBezTo>
                    <a:pt x="620" y="1573"/>
                    <a:pt x="715" y="1585"/>
                    <a:pt x="822" y="1585"/>
                  </a:cubicBezTo>
                  <a:lnTo>
                    <a:pt x="858" y="1585"/>
                  </a:lnTo>
                  <a:cubicBezTo>
                    <a:pt x="1275" y="1549"/>
                    <a:pt x="1608" y="1192"/>
                    <a:pt x="1596" y="763"/>
                  </a:cubicBezTo>
                  <a:cubicBezTo>
                    <a:pt x="1585" y="348"/>
                    <a:pt x="1238" y="0"/>
                    <a:pt x="8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3" name="Google Shape;3203;p23"/>
            <p:cNvSpPr/>
            <p:nvPr/>
          </p:nvSpPr>
          <p:spPr>
            <a:xfrm>
              <a:off x="6069500" y="3642400"/>
              <a:ext cx="29200" cy="28375"/>
            </a:xfrm>
            <a:custGeom>
              <a:rect b="b" l="l" r="r" t="t"/>
              <a:pathLst>
                <a:path extrusionOk="0" h="1135" w="1168">
                  <a:moveTo>
                    <a:pt x="568" y="0"/>
                  </a:moveTo>
                  <a:cubicBezTo>
                    <a:pt x="494" y="0"/>
                    <a:pt x="418" y="14"/>
                    <a:pt x="346" y="42"/>
                  </a:cubicBezTo>
                  <a:cubicBezTo>
                    <a:pt x="334" y="42"/>
                    <a:pt x="322" y="66"/>
                    <a:pt x="322" y="66"/>
                  </a:cubicBezTo>
                  <a:cubicBezTo>
                    <a:pt x="227" y="101"/>
                    <a:pt x="155" y="173"/>
                    <a:pt x="108" y="256"/>
                  </a:cubicBezTo>
                  <a:cubicBezTo>
                    <a:pt x="36" y="363"/>
                    <a:pt x="0" y="494"/>
                    <a:pt x="24" y="625"/>
                  </a:cubicBezTo>
                  <a:cubicBezTo>
                    <a:pt x="36" y="697"/>
                    <a:pt x="48" y="756"/>
                    <a:pt x="84" y="828"/>
                  </a:cubicBezTo>
                  <a:cubicBezTo>
                    <a:pt x="96" y="863"/>
                    <a:pt x="108" y="887"/>
                    <a:pt x="143" y="923"/>
                  </a:cubicBezTo>
                  <a:cubicBezTo>
                    <a:pt x="253" y="1060"/>
                    <a:pt x="412" y="1134"/>
                    <a:pt x="582" y="1134"/>
                  </a:cubicBezTo>
                  <a:cubicBezTo>
                    <a:pt x="633" y="1134"/>
                    <a:pt x="686" y="1127"/>
                    <a:pt x="739" y="1113"/>
                  </a:cubicBezTo>
                  <a:cubicBezTo>
                    <a:pt x="774" y="1102"/>
                    <a:pt x="810" y="1090"/>
                    <a:pt x="834" y="1066"/>
                  </a:cubicBezTo>
                  <a:cubicBezTo>
                    <a:pt x="893" y="1042"/>
                    <a:pt x="953" y="994"/>
                    <a:pt x="989" y="959"/>
                  </a:cubicBezTo>
                  <a:cubicBezTo>
                    <a:pt x="1120" y="804"/>
                    <a:pt x="1167" y="601"/>
                    <a:pt x="1108" y="423"/>
                  </a:cubicBezTo>
                  <a:cubicBezTo>
                    <a:pt x="1096" y="387"/>
                    <a:pt x="1072" y="340"/>
                    <a:pt x="1060" y="316"/>
                  </a:cubicBezTo>
                  <a:cubicBezTo>
                    <a:pt x="1060" y="244"/>
                    <a:pt x="1012" y="185"/>
                    <a:pt x="953" y="137"/>
                  </a:cubicBezTo>
                  <a:cubicBezTo>
                    <a:pt x="851" y="51"/>
                    <a:pt x="712" y="0"/>
                    <a:pt x="56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4" name="Google Shape;3204;p23"/>
            <p:cNvSpPr/>
            <p:nvPr/>
          </p:nvSpPr>
          <p:spPr>
            <a:xfrm>
              <a:off x="6322200" y="2992450"/>
              <a:ext cx="14925" cy="14025"/>
            </a:xfrm>
            <a:custGeom>
              <a:rect b="b" l="l" r="r" t="t"/>
              <a:pathLst>
                <a:path extrusionOk="0" h="561" w="597">
                  <a:moveTo>
                    <a:pt x="287" y="1"/>
                  </a:moveTo>
                  <a:cubicBezTo>
                    <a:pt x="120" y="13"/>
                    <a:pt x="1" y="144"/>
                    <a:pt x="1" y="299"/>
                  </a:cubicBezTo>
                  <a:cubicBezTo>
                    <a:pt x="1" y="358"/>
                    <a:pt x="13" y="406"/>
                    <a:pt x="48" y="430"/>
                  </a:cubicBezTo>
                  <a:cubicBezTo>
                    <a:pt x="60" y="453"/>
                    <a:pt x="72" y="477"/>
                    <a:pt x="84" y="489"/>
                  </a:cubicBezTo>
                  <a:cubicBezTo>
                    <a:pt x="144" y="537"/>
                    <a:pt x="227" y="561"/>
                    <a:pt x="298" y="561"/>
                  </a:cubicBezTo>
                  <a:lnTo>
                    <a:pt x="346" y="561"/>
                  </a:lnTo>
                  <a:cubicBezTo>
                    <a:pt x="489" y="549"/>
                    <a:pt x="584" y="442"/>
                    <a:pt x="596" y="311"/>
                  </a:cubicBezTo>
                  <a:lnTo>
                    <a:pt x="596" y="275"/>
                  </a:lnTo>
                  <a:cubicBezTo>
                    <a:pt x="596" y="132"/>
                    <a:pt x="477" y="13"/>
                    <a:pt x="3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5" name="Google Shape;3205;p23"/>
            <p:cNvSpPr/>
            <p:nvPr/>
          </p:nvSpPr>
          <p:spPr>
            <a:xfrm>
              <a:off x="6251950" y="2719800"/>
              <a:ext cx="14925" cy="14925"/>
            </a:xfrm>
            <a:custGeom>
              <a:rect b="b" l="l" r="r" t="t"/>
              <a:pathLst>
                <a:path extrusionOk="0" h="597" w="597">
                  <a:moveTo>
                    <a:pt x="287" y="1"/>
                  </a:moveTo>
                  <a:cubicBezTo>
                    <a:pt x="191" y="1"/>
                    <a:pt x="120" y="37"/>
                    <a:pt x="60" y="120"/>
                  </a:cubicBezTo>
                  <a:cubicBezTo>
                    <a:pt x="13" y="179"/>
                    <a:pt x="1" y="239"/>
                    <a:pt x="1" y="310"/>
                  </a:cubicBezTo>
                  <a:cubicBezTo>
                    <a:pt x="1" y="394"/>
                    <a:pt x="49" y="477"/>
                    <a:pt x="108" y="537"/>
                  </a:cubicBezTo>
                  <a:cubicBezTo>
                    <a:pt x="168" y="572"/>
                    <a:pt x="227" y="596"/>
                    <a:pt x="299" y="596"/>
                  </a:cubicBezTo>
                  <a:cubicBezTo>
                    <a:pt x="406" y="572"/>
                    <a:pt x="477" y="549"/>
                    <a:pt x="525" y="501"/>
                  </a:cubicBezTo>
                  <a:cubicBezTo>
                    <a:pt x="549" y="477"/>
                    <a:pt x="560" y="441"/>
                    <a:pt x="584" y="394"/>
                  </a:cubicBezTo>
                  <a:cubicBezTo>
                    <a:pt x="596" y="370"/>
                    <a:pt x="596" y="322"/>
                    <a:pt x="596" y="275"/>
                  </a:cubicBezTo>
                  <a:cubicBezTo>
                    <a:pt x="596" y="156"/>
                    <a:pt x="525" y="72"/>
                    <a:pt x="430" y="25"/>
                  </a:cubicBezTo>
                  <a:lnTo>
                    <a:pt x="418" y="25"/>
                  </a:lnTo>
                  <a:cubicBezTo>
                    <a:pt x="370" y="13"/>
                    <a:pt x="322" y="1"/>
                    <a:pt x="2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6" name="Google Shape;3206;p23"/>
            <p:cNvSpPr/>
            <p:nvPr/>
          </p:nvSpPr>
          <p:spPr>
            <a:xfrm>
              <a:off x="6174575" y="2838875"/>
              <a:ext cx="14900" cy="14300"/>
            </a:xfrm>
            <a:custGeom>
              <a:rect b="b" l="l" r="r" t="t"/>
              <a:pathLst>
                <a:path extrusionOk="0" h="572" w="596">
                  <a:moveTo>
                    <a:pt x="286" y="0"/>
                  </a:moveTo>
                  <a:cubicBezTo>
                    <a:pt x="131" y="12"/>
                    <a:pt x="0" y="131"/>
                    <a:pt x="0" y="298"/>
                  </a:cubicBezTo>
                  <a:cubicBezTo>
                    <a:pt x="0" y="405"/>
                    <a:pt x="72" y="500"/>
                    <a:pt x="179" y="548"/>
                  </a:cubicBezTo>
                  <a:cubicBezTo>
                    <a:pt x="215" y="560"/>
                    <a:pt x="262" y="572"/>
                    <a:pt x="310" y="572"/>
                  </a:cubicBezTo>
                  <a:cubicBezTo>
                    <a:pt x="477" y="572"/>
                    <a:pt x="596" y="441"/>
                    <a:pt x="596" y="274"/>
                  </a:cubicBezTo>
                  <a:cubicBezTo>
                    <a:pt x="596" y="191"/>
                    <a:pt x="548" y="108"/>
                    <a:pt x="488" y="72"/>
                  </a:cubicBezTo>
                  <a:cubicBezTo>
                    <a:pt x="429" y="24"/>
                    <a:pt x="369" y="0"/>
                    <a:pt x="28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7" name="Google Shape;3207;p23"/>
            <p:cNvSpPr/>
            <p:nvPr/>
          </p:nvSpPr>
          <p:spPr>
            <a:xfrm>
              <a:off x="6164450" y="2236725"/>
              <a:ext cx="14600" cy="14600"/>
            </a:xfrm>
            <a:custGeom>
              <a:rect b="b" l="l" r="r" t="t"/>
              <a:pathLst>
                <a:path extrusionOk="0" h="584" w="584">
                  <a:moveTo>
                    <a:pt x="286" y="0"/>
                  </a:moveTo>
                  <a:cubicBezTo>
                    <a:pt x="120" y="0"/>
                    <a:pt x="0" y="131"/>
                    <a:pt x="0" y="298"/>
                  </a:cubicBezTo>
                  <a:cubicBezTo>
                    <a:pt x="0" y="464"/>
                    <a:pt x="131" y="583"/>
                    <a:pt x="298" y="583"/>
                  </a:cubicBezTo>
                  <a:cubicBezTo>
                    <a:pt x="465" y="583"/>
                    <a:pt x="584" y="453"/>
                    <a:pt x="584" y="286"/>
                  </a:cubicBezTo>
                  <a:cubicBezTo>
                    <a:pt x="584" y="119"/>
                    <a:pt x="453" y="0"/>
                    <a:pt x="28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8" name="Google Shape;3208;p23"/>
            <p:cNvSpPr/>
            <p:nvPr/>
          </p:nvSpPr>
          <p:spPr>
            <a:xfrm>
              <a:off x="5982275" y="2068825"/>
              <a:ext cx="14325" cy="14625"/>
            </a:xfrm>
            <a:custGeom>
              <a:rect b="b" l="l" r="r" t="t"/>
              <a:pathLst>
                <a:path extrusionOk="0" h="585" w="573">
                  <a:moveTo>
                    <a:pt x="275" y="1"/>
                  </a:moveTo>
                  <a:cubicBezTo>
                    <a:pt x="132" y="25"/>
                    <a:pt x="1" y="144"/>
                    <a:pt x="1" y="299"/>
                  </a:cubicBezTo>
                  <a:cubicBezTo>
                    <a:pt x="1" y="465"/>
                    <a:pt x="132" y="584"/>
                    <a:pt x="298" y="584"/>
                  </a:cubicBezTo>
                  <a:cubicBezTo>
                    <a:pt x="453" y="584"/>
                    <a:pt x="572" y="453"/>
                    <a:pt x="572" y="287"/>
                  </a:cubicBezTo>
                  <a:cubicBezTo>
                    <a:pt x="572" y="120"/>
                    <a:pt x="441" y="1"/>
                    <a:pt x="2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9" name="Google Shape;3209;p23"/>
            <p:cNvSpPr/>
            <p:nvPr/>
          </p:nvSpPr>
          <p:spPr>
            <a:xfrm>
              <a:off x="6225775" y="1468775"/>
              <a:ext cx="14900" cy="14425"/>
            </a:xfrm>
            <a:custGeom>
              <a:rect b="b" l="l" r="r" t="t"/>
              <a:pathLst>
                <a:path extrusionOk="0" h="577" w="596">
                  <a:moveTo>
                    <a:pt x="286" y="0"/>
                  </a:moveTo>
                  <a:cubicBezTo>
                    <a:pt x="262" y="0"/>
                    <a:pt x="226" y="12"/>
                    <a:pt x="214" y="12"/>
                  </a:cubicBezTo>
                  <a:cubicBezTo>
                    <a:pt x="167" y="36"/>
                    <a:pt x="143" y="48"/>
                    <a:pt x="107" y="71"/>
                  </a:cubicBezTo>
                  <a:cubicBezTo>
                    <a:pt x="48" y="131"/>
                    <a:pt x="0" y="214"/>
                    <a:pt x="24" y="298"/>
                  </a:cubicBezTo>
                  <a:cubicBezTo>
                    <a:pt x="24" y="333"/>
                    <a:pt x="36" y="357"/>
                    <a:pt x="36" y="393"/>
                  </a:cubicBezTo>
                  <a:cubicBezTo>
                    <a:pt x="60" y="464"/>
                    <a:pt x="107" y="512"/>
                    <a:pt x="167" y="536"/>
                  </a:cubicBezTo>
                  <a:cubicBezTo>
                    <a:pt x="214" y="572"/>
                    <a:pt x="262" y="572"/>
                    <a:pt x="322" y="572"/>
                  </a:cubicBezTo>
                  <a:cubicBezTo>
                    <a:pt x="338" y="575"/>
                    <a:pt x="352" y="576"/>
                    <a:pt x="365" y="576"/>
                  </a:cubicBezTo>
                  <a:cubicBezTo>
                    <a:pt x="400" y="576"/>
                    <a:pt x="426" y="565"/>
                    <a:pt x="453" y="548"/>
                  </a:cubicBezTo>
                  <a:cubicBezTo>
                    <a:pt x="536" y="512"/>
                    <a:pt x="595" y="417"/>
                    <a:pt x="595" y="310"/>
                  </a:cubicBezTo>
                  <a:lnTo>
                    <a:pt x="595" y="286"/>
                  </a:lnTo>
                  <a:cubicBezTo>
                    <a:pt x="595" y="214"/>
                    <a:pt x="572" y="155"/>
                    <a:pt x="524" y="107"/>
                  </a:cubicBezTo>
                  <a:cubicBezTo>
                    <a:pt x="464" y="48"/>
                    <a:pt x="393" y="0"/>
                    <a:pt x="28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0" name="Google Shape;3210;p23"/>
            <p:cNvSpPr/>
            <p:nvPr/>
          </p:nvSpPr>
          <p:spPr>
            <a:xfrm>
              <a:off x="6000750" y="1963775"/>
              <a:ext cx="14600" cy="14300"/>
            </a:xfrm>
            <a:custGeom>
              <a:rect b="b" l="l" r="r" t="t"/>
              <a:pathLst>
                <a:path extrusionOk="0" h="572" w="584">
                  <a:moveTo>
                    <a:pt x="286" y="0"/>
                  </a:moveTo>
                  <a:cubicBezTo>
                    <a:pt x="238" y="0"/>
                    <a:pt x="191" y="12"/>
                    <a:pt x="167" y="24"/>
                  </a:cubicBezTo>
                  <a:cubicBezTo>
                    <a:pt x="60" y="72"/>
                    <a:pt x="0" y="167"/>
                    <a:pt x="0" y="298"/>
                  </a:cubicBezTo>
                  <a:cubicBezTo>
                    <a:pt x="0" y="322"/>
                    <a:pt x="12" y="369"/>
                    <a:pt x="12" y="393"/>
                  </a:cubicBezTo>
                  <a:cubicBezTo>
                    <a:pt x="60" y="500"/>
                    <a:pt x="167" y="572"/>
                    <a:pt x="286" y="572"/>
                  </a:cubicBezTo>
                  <a:lnTo>
                    <a:pt x="298" y="572"/>
                  </a:lnTo>
                  <a:cubicBezTo>
                    <a:pt x="417" y="572"/>
                    <a:pt x="512" y="500"/>
                    <a:pt x="548" y="393"/>
                  </a:cubicBezTo>
                  <a:cubicBezTo>
                    <a:pt x="572" y="345"/>
                    <a:pt x="583" y="310"/>
                    <a:pt x="583" y="262"/>
                  </a:cubicBezTo>
                  <a:cubicBezTo>
                    <a:pt x="583" y="202"/>
                    <a:pt x="572" y="143"/>
                    <a:pt x="524" y="95"/>
                  </a:cubicBezTo>
                  <a:cubicBezTo>
                    <a:pt x="464" y="36"/>
                    <a:pt x="393" y="0"/>
                    <a:pt x="28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1" name="Google Shape;3211;p23"/>
            <p:cNvSpPr/>
            <p:nvPr/>
          </p:nvSpPr>
          <p:spPr>
            <a:xfrm>
              <a:off x="6232600" y="2329000"/>
              <a:ext cx="14925" cy="14900"/>
            </a:xfrm>
            <a:custGeom>
              <a:rect b="b" l="l" r="r" t="t"/>
              <a:pathLst>
                <a:path extrusionOk="0" h="596" w="597">
                  <a:moveTo>
                    <a:pt x="251" y="0"/>
                  </a:moveTo>
                  <a:cubicBezTo>
                    <a:pt x="108" y="36"/>
                    <a:pt x="1" y="155"/>
                    <a:pt x="13" y="298"/>
                  </a:cubicBezTo>
                  <a:lnTo>
                    <a:pt x="13" y="310"/>
                  </a:lnTo>
                  <a:cubicBezTo>
                    <a:pt x="25" y="488"/>
                    <a:pt x="168" y="595"/>
                    <a:pt x="311" y="595"/>
                  </a:cubicBezTo>
                  <a:cubicBezTo>
                    <a:pt x="382" y="595"/>
                    <a:pt x="465" y="572"/>
                    <a:pt x="501" y="500"/>
                  </a:cubicBezTo>
                  <a:cubicBezTo>
                    <a:pt x="561" y="452"/>
                    <a:pt x="596" y="369"/>
                    <a:pt x="596" y="286"/>
                  </a:cubicBezTo>
                  <a:cubicBezTo>
                    <a:pt x="596" y="119"/>
                    <a:pt x="453" y="0"/>
                    <a:pt x="29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2" name="Google Shape;3212;p23"/>
            <p:cNvSpPr/>
            <p:nvPr/>
          </p:nvSpPr>
          <p:spPr>
            <a:xfrm>
              <a:off x="6047175" y="2542100"/>
              <a:ext cx="14900" cy="14625"/>
            </a:xfrm>
            <a:custGeom>
              <a:rect b="b" l="l" r="r" t="t"/>
              <a:pathLst>
                <a:path extrusionOk="0" h="585" w="596">
                  <a:moveTo>
                    <a:pt x="298" y="1"/>
                  </a:moveTo>
                  <a:cubicBezTo>
                    <a:pt x="143" y="1"/>
                    <a:pt x="0" y="156"/>
                    <a:pt x="24" y="299"/>
                  </a:cubicBezTo>
                  <a:cubicBezTo>
                    <a:pt x="24" y="465"/>
                    <a:pt x="155" y="584"/>
                    <a:pt x="322" y="584"/>
                  </a:cubicBezTo>
                  <a:cubicBezTo>
                    <a:pt x="477" y="584"/>
                    <a:pt x="596" y="453"/>
                    <a:pt x="596" y="287"/>
                  </a:cubicBezTo>
                  <a:cubicBezTo>
                    <a:pt x="596" y="120"/>
                    <a:pt x="465" y="1"/>
                    <a:pt x="29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3" name="Google Shape;3213;p23"/>
            <p:cNvSpPr/>
            <p:nvPr/>
          </p:nvSpPr>
          <p:spPr>
            <a:xfrm>
              <a:off x="6294225" y="2244150"/>
              <a:ext cx="14900" cy="14650"/>
            </a:xfrm>
            <a:custGeom>
              <a:rect b="b" l="l" r="r" t="t"/>
              <a:pathLst>
                <a:path extrusionOk="0" h="586" w="596">
                  <a:moveTo>
                    <a:pt x="298" y="1"/>
                  </a:moveTo>
                  <a:cubicBezTo>
                    <a:pt x="143" y="1"/>
                    <a:pt x="1" y="156"/>
                    <a:pt x="24" y="298"/>
                  </a:cubicBezTo>
                  <a:cubicBezTo>
                    <a:pt x="24" y="334"/>
                    <a:pt x="36" y="358"/>
                    <a:pt x="36" y="394"/>
                  </a:cubicBezTo>
                  <a:cubicBezTo>
                    <a:pt x="81" y="505"/>
                    <a:pt x="167" y="585"/>
                    <a:pt x="295" y="585"/>
                  </a:cubicBezTo>
                  <a:cubicBezTo>
                    <a:pt x="304" y="585"/>
                    <a:pt x="313" y="585"/>
                    <a:pt x="322" y="584"/>
                  </a:cubicBezTo>
                  <a:cubicBezTo>
                    <a:pt x="477" y="584"/>
                    <a:pt x="596" y="453"/>
                    <a:pt x="596" y="286"/>
                  </a:cubicBezTo>
                  <a:cubicBezTo>
                    <a:pt x="596" y="132"/>
                    <a:pt x="477" y="13"/>
                    <a:pt x="33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4" name="Google Shape;3214;p23"/>
            <p:cNvSpPr/>
            <p:nvPr/>
          </p:nvSpPr>
          <p:spPr>
            <a:xfrm>
              <a:off x="6151950" y="3747600"/>
              <a:ext cx="36625" cy="36350"/>
            </a:xfrm>
            <a:custGeom>
              <a:rect b="b" l="l" r="r" t="t"/>
              <a:pathLst>
                <a:path extrusionOk="0" h="1454" w="1465">
                  <a:moveTo>
                    <a:pt x="733" y="1"/>
                  </a:moveTo>
                  <a:cubicBezTo>
                    <a:pt x="723" y="1"/>
                    <a:pt x="713" y="1"/>
                    <a:pt x="703" y="1"/>
                  </a:cubicBezTo>
                  <a:cubicBezTo>
                    <a:pt x="548" y="1"/>
                    <a:pt x="393" y="84"/>
                    <a:pt x="274" y="168"/>
                  </a:cubicBezTo>
                  <a:cubicBezTo>
                    <a:pt x="191" y="227"/>
                    <a:pt x="119" y="323"/>
                    <a:pt x="72" y="418"/>
                  </a:cubicBezTo>
                  <a:cubicBezTo>
                    <a:pt x="24" y="525"/>
                    <a:pt x="0" y="632"/>
                    <a:pt x="12" y="751"/>
                  </a:cubicBezTo>
                  <a:cubicBezTo>
                    <a:pt x="24" y="1156"/>
                    <a:pt x="369" y="1454"/>
                    <a:pt x="774" y="1454"/>
                  </a:cubicBezTo>
                  <a:lnTo>
                    <a:pt x="846" y="1454"/>
                  </a:lnTo>
                  <a:cubicBezTo>
                    <a:pt x="965" y="1430"/>
                    <a:pt x="1072" y="1394"/>
                    <a:pt x="1155" y="1335"/>
                  </a:cubicBezTo>
                  <a:cubicBezTo>
                    <a:pt x="1346" y="1192"/>
                    <a:pt x="1465" y="989"/>
                    <a:pt x="1465" y="751"/>
                  </a:cubicBezTo>
                  <a:lnTo>
                    <a:pt x="1465" y="704"/>
                  </a:lnTo>
                  <a:cubicBezTo>
                    <a:pt x="1465" y="620"/>
                    <a:pt x="1441" y="525"/>
                    <a:pt x="1405" y="442"/>
                  </a:cubicBezTo>
                  <a:cubicBezTo>
                    <a:pt x="1290" y="176"/>
                    <a:pt x="1041" y="1"/>
                    <a:pt x="73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15" name="Google Shape;3215;p23"/>
          <p:cNvGrpSpPr/>
          <p:nvPr/>
        </p:nvGrpSpPr>
        <p:grpSpPr>
          <a:xfrm flipH="1">
            <a:off x="7237610" y="44"/>
            <a:ext cx="1906399" cy="5143420"/>
            <a:chOff x="5970375" y="1301775"/>
            <a:chExt cx="1053725" cy="2842925"/>
          </a:xfrm>
        </p:grpSpPr>
        <p:sp>
          <p:nvSpPr>
            <p:cNvPr id="3216" name="Google Shape;3216;p23"/>
            <p:cNvSpPr/>
            <p:nvPr/>
          </p:nvSpPr>
          <p:spPr>
            <a:xfrm>
              <a:off x="6219225" y="1995325"/>
              <a:ext cx="325" cy="25"/>
            </a:xfrm>
            <a:custGeom>
              <a:rect b="b" l="l" r="r" t="t"/>
              <a:pathLst>
                <a:path extrusionOk="0" h="1" w="13">
                  <a:moveTo>
                    <a:pt x="0" y="0"/>
                  </a:moveTo>
                  <a:lnTo>
                    <a:pt x="0" y="0"/>
                  </a:lnTo>
                  <a:lnTo>
                    <a:pt x="0" y="0"/>
                  </a:lnTo>
                  <a:cubicBezTo>
                    <a:pt x="12" y="0"/>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7" name="Google Shape;3217;p23"/>
            <p:cNvSpPr/>
            <p:nvPr/>
          </p:nvSpPr>
          <p:spPr>
            <a:xfrm>
              <a:off x="6136175" y="2102475"/>
              <a:ext cx="53900" cy="152425"/>
            </a:xfrm>
            <a:custGeom>
              <a:rect b="b" l="l" r="r" t="t"/>
              <a:pathLst>
                <a:path extrusionOk="0" h="6097" w="2156">
                  <a:moveTo>
                    <a:pt x="2155" y="0"/>
                  </a:moveTo>
                  <a:lnTo>
                    <a:pt x="1834" y="48"/>
                  </a:lnTo>
                  <a:lnTo>
                    <a:pt x="0" y="6001"/>
                  </a:lnTo>
                  <a:cubicBezTo>
                    <a:pt x="119" y="6001"/>
                    <a:pt x="215" y="6037"/>
                    <a:pt x="298" y="6096"/>
                  </a:cubicBezTo>
                  <a:lnTo>
                    <a:pt x="2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8" name="Google Shape;3218;p23"/>
            <p:cNvSpPr/>
            <p:nvPr/>
          </p:nvSpPr>
          <p:spPr>
            <a:xfrm>
              <a:off x="6184700" y="2002450"/>
              <a:ext cx="34250" cy="92900"/>
            </a:xfrm>
            <a:custGeom>
              <a:rect b="b" l="l" r="r" t="t"/>
              <a:pathLst>
                <a:path extrusionOk="0" h="3716" w="1370">
                  <a:moveTo>
                    <a:pt x="1143" y="1"/>
                  </a:moveTo>
                  <a:lnTo>
                    <a:pt x="0" y="3716"/>
                  </a:lnTo>
                  <a:lnTo>
                    <a:pt x="333" y="3692"/>
                  </a:lnTo>
                  <a:lnTo>
                    <a:pt x="1369" y="322"/>
                  </a:lnTo>
                  <a:lnTo>
                    <a:pt x="1226" y="13"/>
                  </a:lnTo>
                  <a:lnTo>
                    <a:pt x="114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9" name="Google Shape;3219;p23"/>
            <p:cNvSpPr/>
            <p:nvPr/>
          </p:nvSpPr>
          <p:spPr>
            <a:xfrm>
              <a:off x="6221900" y="199710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0" name="Google Shape;3220;p23"/>
            <p:cNvSpPr/>
            <p:nvPr/>
          </p:nvSpPr>
          <p:spPr>
            <a:xfrm>
              <a:off x="6312675" y="2223325"/>
              <a:ext cx="108075" cy="243800"/>
            </a:xfrm>
            <a:custGeom>
              <a:rect b="b" l="l" r="r" t="t"/>
              <a:pathLst>
                <a:path extrusionOk="0" h="9752" w="4323">
                  <a:moveTo>
                    <a:pt x="215" y="0"/>
                  </a:moveTo>
                  <a:lnTo>
                    <a:pt x="1" y="298"/>
                  </a:lnTo>
                  <a:lnTo>
                    <a:pt x="4001" y="9704"/>
                  </a:lnTo>
                  <a:lnTo>
                    <a:pt x="4061" y="9751"/>
                  </a:lnTo>
                  <a:cubicBezTo>
                    <a:pt x="4132" y="9692"/>
                    <a:pt x="4227" y="9656"/>
                    <a:pt x="4323" y="9656"/>
                  </a:cubicBezTo>
                  <a:lnTo>
                    <a:pt x="21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1" name="Google Shape;3221;p23"/>
            <p:cNvSpPr/>
            <p:nvPr/>
          </p:nvSpPr>
          <p:spPr>
            <a:xfrm>
              <a:off x="6255225" y="2095025"/>
              <a:ext cx="59275" cy="127725"/>
            </a:xfrm>
            <a:custGeom>
              <a:rect b="b" l="l" r="r" t="t"/>
              <a:pathLst>
                <a:path extrusionOk="0" h="5109" w="2371">
                  <a:moveTo>
                    <a:pt x="334" y="1"/>
                  </a:moveTo>
                  <a:lnTo>
                    <a:pt x="1" y="48"/>
                  </a:lnTo>
                  <a:lnTo>
                    <a:pt x="2144" y="5108"/>
                  </a:lnTo>
                  <a:lnTo>
                    <a:pt x="2370" y="4811"/>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2" name="Google Shape;3222;p23"/>
            <p:cNvSpPr/>
            <p:nvPr/>
          </p:nvSpPr>
          <p:spPr>
            <a:xfrm>
              <a:off x="6215350" y="1997100"/>
              <a:ext cx="44675" cy="91100"/>
            </a:xfrm>
            <a:custGeom>
              <a:rect b="b" l="l" r="r" t="t"/>
              <a:pathLst>
                <a:path extrusionOk="0" h="3644" w="1787">
                  <a:moveTo>
                    <a:pt x="262" y="1"/>
                  </a:moveTo>
                  <a:lnTo>
                    <a:pt x="262" y="12"/>
                  </a:lnTo>
                  <a:lnTo>
                    <a:pt x="272" y="35"/>
                  </a:lnTo>
                  <a:lnTo>
                    <a:pt x="272" y="35"/>
                  </a:lnTo>
                  <a:cubicBezTo>
                    <a:pt x="270" y="22"/>
                    <a:pt x="267" y="10"/>
                    <a:pt x="262" y="1"/>
                  </a:cubicBezTo>
                  <a:close/>
                  <a:moveTo>
                    <a:pt x="272" y="35"/>
                  </a:moveTo>
                  <a:cubicBezTo>
                    <a:pt x="274" y="53"/>
                    <a:pt x="274" y="75"/>
                    <a:pt x="274" y="96"/>
                  </a:cubicBezTo>
                  <a:cubicBezTo>
                    <a:pt x="262" y="179"/>
                    <a:pt x="179" y="239"/>
                    <a:pt x="96" y="239"/>
                  </a:cubicBezTo>
                  <a:lnTo>
                    <a:pt x="0" y="227"/>
                  </a:lnTo>
                  <a:lnTo>
                    <a:pt x="143" y="536"/>
                  </a:lnTo>
                  <a:lnTo>
                    <a:pt x="1465" y="3644"/>
                  </a:lnTo>
                  <a:lnTo>
                    <a:pt x="1786" y="3620"/>
                  </a:lnTo>
                  <a:lnTo>
                    <a:pt x="272" y="3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3" name="Google Shape;3223;p23"/>
            <p:cNvSpPr/>
            <p:nvPr/>
          </p:nvSpPr>
          <p:spPr>
            <a:xfrm>
              <a:off x="6221300" y="1996500"/>
              <a:ext cx="625" cy="625"/>
            </a:xfrm>
            <a:custGeom>
              <a:rect b="b" l="l" r="r" t="t"/>
              <a:pathLst>
                <a:path extrusionOk="0" h="25" w="25">
                  <a:moveTo>
                    <a:pt x="1" y="1"/>
                  </a:moveTo>
                  <a:cubicBezTo>
                    <a:pt x="1" y="13"/>
                    <a:pt x="1" y="13"/>
                    <a:pt x="24" y="25"/>
                  </a:cubicBezTo>
                  <a:cubicBezTo>
                    <a:pt x="24" y="13"/>
                    <a:pt x="1" y="13"/>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4" name="Google Shape;3224;p23"/>
            <p:cNvSpPr/>
            <p:nvPr/>
          </p:nvSpPr>
          <p:spPr>
            <a:xfrm>
              <a:off x="6220700" y="1995900"/>
              <a:ext cx="325" cy="625"/>
            </a:xfrm>
            <a:custGeom>
              <a:rect b="b" l="l" r="r" t="t"/>
              <a:pathLst>
                <a:path extrusionOk="0" h="25" w="13">
                  <a:moveTo>
                    <a:pt x="1" y="1"/>
                  </a:moveTo>
                  <a:lnTo>
                    <a:pt x="1" y="1"/>
                  </a:lnTo>
                  <a:lnTo>
                    <a:pt x="1" y="1"/>
                  </a:lnTo>
                  <a:cubicBezTo>
                    <a:pt x="1" y="1"/>
                    <a:pt x="13" y="1"/>
                    <a:pt x="1" y="1"/>
                  </a:cubicBezTo>
                  <a:cubicBezTo>
                    <a:pt x="13" y="25"/>
                    <a:pt x="1" y="1"/>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5" name="Google Shape;3225;p23"/>
            <p:cNvSpPr/>
            <p:nvPr/>
          </p:nvSpPr>
          <p:spPr>
            <a:xfrm>
              <a:off x="6218925" y="1995325"/>
              <a:ext cx="625" cy="25"/>
            </a:xfrm>
            <a:custGeom>
              <a:rect b="b" l="l" r="r" t="t"/>
              <a:pathLst>
                <a:path extrusionOk="0" h="1" w="25">
                  <a:moveTo>
                    <a:pt x="24" y="0"/>
                  </a:moveTo>
                  <a:cubicBezTo>
                    <a:pt x="12" y="0"/>
                    <a:pt x="12" y="0"/>
                    <a:pt x="24" y="0"/>
                  </a:cubicBezTo>
                  <a:lnTo>
                    <a:pt x="0" y="0"/>
                  </a:ln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6" name="Google Shape;3226;p23"/>
            <p:cNvSpPr/>
            <p:nvPr/>
          </p:nvSpPr>
          <p:spPr>
            <a:xfrm>
              <a:off x="6231425" y="1302075"/>
              <a:ext cx="94675" cy="169400"/>
            </a:xfrm>
            <a:custGeom>
              <a:rect b="b" l="l" r="r" t="t"/>
              <a:pathLst>
                <a:path extrusionOk="0" h="6776" w="3787">
                  <a:moveTo>
                    <a:pt x="3429" y="1"/>
                  </a:moveTo>
                  <a:lnTo>
                    <a:pt x="0" y="6680"/>
                  </a:lnTo>
                  <a:cubicBezTo>
                    <a:pt x="36" y="6668"/>
                    <a:pt x="48" y="6668"/>
                    <a:pt x="72" y="6668"/>
                  </a:cubicBezTo>
                  <a:cubicBezTo>
                    <a:pt x="179" y="6668"/>
                    <a:pt x="250" y="6704"/>
                    <a:pt x="310" y="6775"/>
                  </a:cubicBezTo>
                  <a:lnTo>
                    <a:pt x="378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7" name="Google Shape;3227;p23"/>
            <p:cNvSpPr/>
            <p:nvPr/>
          </p:nvSpPr>
          <p:spPr>
            <a:xfrm>
              <a:off x="6115625" y="1301775"/>
              <a:ext cx="69975" cy="103900"/>
            </a:xfrm>
            <a:custGeom>
              <a:rect b="b" l="l" r="r" t="t"/>
              <a:pathLst>
                <a:path extrusionOk="0" h="4156" w="2799">
                  <a:moveTo>
                    <a:pt x="2430" y="1"/>
                  </a:moveTo>
                  <a:lnTo>
                    <a:pt x="37" y="4037"/>
                  </a:lnTo>
                  <a:cubicBezTo>
                    <a:pt x="25" y="4061"/>
                    <a:pt x="1" y="4108"/>
                    <a:pt x="25" y="4156"/>
                  </a:cubicBezTo>
                  <a:cubicBezTo>
                    <a:pt x="84" y="4132"/>
                    <a:pt x="156" y="4120"/>
                    <a:pt x="215" y="4120"/>
                  </a:cubicBezTo>
                  <a:lnTo>
                    <a:pt x="346" y="4120"/>
                  </a:lnTo>
                  <a:lnTo>
                    <a:pt x="279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8" name="Google Shape;3228;p23"/>
            <p:cNvSpPr/>
            <p:nvPr/>
          </p:nvSpPr>
          <p:spPr>
            <a:xfrm>
              <a:off x="5970675" y="1427100"/>
              <a:ext cx="136650" cy="81875"/>
            </a:xfrm>
            <a:custGeom>
              <a:rect b="b" l="l" r="r" t="t"/>
              <a:pathLst>
                <a:path extrusionOk="0" h="3275" w="5466">
                  <a:moveTo>
                    <a:pt x="5323" y="0"/>
                  </a:moveTo>
                  <a:lnTo>
                    <a:pt x="0" y="2917"/>
                  </a:lnTo>
                  <a:lnTo>
                    <a:pt x="0" y="3274"/>
                  </a:lnTo>
                  <a:lnTo>
                    <a:pt x="5465" y="286"/>
                  </a:lnTo>
                  <a:cubicBezTo>
                    <a:pt x="5406" y="191"/>
                    <a:pt x="5358" y="107"/>
                    <a:pt x="532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9" name="Google Shape;3229;p23"/>
            <p:cNvSpPr/>
            <p:nvPr/>
          </p:nvSpPr>
          <p:spPr>
            <a:xfrm>
              <a:off x="6136175" y="1427100"/>
              <a:ext cx="92600" cy="51500"/>
            </a:xfrm>
            <a:custGeom>
              <a:rect b="b" l="l" r="r" t="t"/>
              <a:pathLst>
                <a:path extrusionOk="0" h="2060" w="3704">
                  <a:moveTo>
                    <a:pt x="131" y="0"/>
                  </a:moveTo>
                  <a:cubicBezTo>
                    <a:pt x="108" y="107"/>
                    <a:pt x="60" y="214"/>
                    <a:pt x="0" y="286"/>
                  </a:cubicBezTo>
                  <a:lnTo>
                    <a:pt x="3632" y="2060"/>
                  </a:lnTo>
                  <a:cubicBezTo>
                    <a:pt x="3620" y="2024"/>
                    <a:pt x="3620" y="2000"/>
                    <a:pt x="3620" y="1965"/>
                  </a:cubicBezTo>
                  <a:cubicBezTo>
                    <a:pt x="3608" y="1881"/>
                    <a:pt x="3644" y="1798"/>
                    <a:pt x="3703" y="1738"/>
                  </a:cubicBezTo>
                  <a:lnTo>
                    <a:pt x="13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0" name="Google Shape;3230;p23"/>
            <p:cNvSpPr/>
            <p:nvPr/>
          </p:nvSpPr>
          <p:spPr>
            <a:xfrm>
              <a:off x="6237075" y="1476500"/>
              <a:ext cx="274475" cy="138425"/>
            </a:xfrm>
            <a:custGeom>
              <a:rect b="b" l="l" r="r" t="t"/>
              <a:pathLst>
                <a:path extrusionOk="0" h="5537" w="10979">
                  <a:moveTo>
                    <a:pt x="167" y="1"/>
                  </a:moveTo>
                  <a:cubicBezTo>
                    <a:pt x="143" y="108"/>
                    <a:pt x="84" y="203"/>
                    <a:pt x="1" y="239"/>
                  </a:cubicBezTo>
                  <a:cubicBezTo>
                    <a:pt x="12" y="263"/>
                    <a:pt x="12" y="274"/>
                    <a:pt x="12" y="286"/>
                  </a:cubicBezTo>
                  <a:lnTo>
                    <a:pt x="10847" y="5537"/>
                  </a:lnTo>
                  <a:cubicBezTo>
                    <a:pt x="10859" y="5442"/>
                    <a:pt x="10907" y="5335"/>
                    <a:pt x="10978" y="5263"/>
                  </a:cubicBezTo>
                  <a:lnTo>
                    <a:pt x="16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1" name="Google Shape;3231;p23"/>
            <p:cNvSpPr/>
            <p:nvPr/>
          </p:nvSpPr>
          <p:spPr>
            <a:xfrm>
              <a:off x="6132900" y="1482450"/>
              <a:ext cx="104800" cy="217325"/>
            </a:xfrm>
            <a:custGeom>
              <a:rect b="b" l="l" r="r" t="t"/>
              <a:pathLst>
                <a:path extrusionOk="0" h="8693" w="4192">
                  <a:moveTo>
                    <a:pt x="3918" y="1"/>
                  </a:moveTo>
                  <a:lnTo>
                    <a:pt x="3918" y="25"/>
                  </a:lnTo>
                  <a:lnTo>
                    <a:pt x="0" y="8549"/>
                  </a:lnTo>
                  <a:cubicBezTo>
                    <a:pt x="108" y="8573"/>
                    <a:pt x="191" y="8621"/>
                    <a:pt x="286" y="8692"/>
                  </a:cubicBezTo>
                  <a:lnTo>
                    <a:pt x="4179" y="144"/>
                  </a:lnTo>
                  <a:cubicBezTo>
                    <a:pt x="4191" y="108"/>
                    <a:pt x="4191" y="84"/>
                    <a:pt x="4191" y="48"/>
                  </a:cubicBezTo>
                  <a:cubicBezTo>
                    <a:pt x="4191" y="36"/>
                    <a:pt x="4191" y="25"/>
                    <a:pt x="4179" y="1"/>
                  </a:cubicBezTo>
                  <a:cubicBezTo>
                    <a:pt x="4132" y="25"/>
                    <a:pt x="4108" y="36"/>
                    <a:pt x="4060" y="36"/>
                  </a:cubicBezTo>
                  <a:cubicBezTo>
                    <a:pt x="4001" y="36"/>
                    <a:pt x="3953" y="25"/>
                    <a:pt x="3918"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2" name="Google Shape;3232;p23"/>
            <p:cNvSpPr/>
            <p:nvPr/>
          </p:nvSpPr>
          <p:spPr>
            <a:xfrm>
              <a:off x="6007575" y="1728325"/>
              <a:ext cx="116725" cy="237850"/>
            </a:xfrm>
            <a:custGeom>
              <a:rect b="b" l="l" r="r" t="t"/>
              <a:pathLst>
                <a:path extrusionOk="0" h="9514" w="4669">
                  <a:moveTo>
                    <a:pt x="4370" y="0"/>
                  </a:moveTo>
                  <a:lnTo>
                    <a:pt x="1" y="9406"/>
                  </a:lnTo>
                  <a:cubicBezTo>
                    <a:pt x="96" y="9418"/>
                    <a:pt x="191" y="9442"/>
                    <a:pt x="251" y="9513"/>
                  </a:cubicBezTo>
                  <a:cubicBezTo>
                    <a:pt x="263" y="9513"/>
                    <a:pt x="299" y="9501"/>
                    <a:pt x="310" y="9501"/>
                  </a:cubicBezTo>
                  <a:lnTo>
                    <a:pt x="4668" y="119"/>
                  </a:lnTo>
                  <a:cubicBezTo>
                    <a:pt x="4561" y="107"/>
                    <a:pt x="4466" y="60"/>
                    <a:pt x="4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3" name="Google Shape;3233;p23"/>
            <p:cNvSpPr/>
            <p:nvPr/>
          </p:nvSpPr>
          <p:spPr>
            <a:xfrm>
              <a:off x="6143900" y="1616400"/>
              <a:ext cx="367050" cy="96175"/>
            </a:xfrm>
            <a:custGeom>
              <a:rect b="b" l="l" r="r" t="t"/>
              <a:pathLst>
                <a:path extrusionOk="0" h="3847" w="14682">
                  <a:moveTo>
                    <a:pt x="14574" y="0"/>
                  </a:moveTo>
                  <a:lnTo>
                    <a:pt x="1" y="3549"/>
                  </a:lnTo>
                  <a:cubicBezTo>
                    <a:pt x="49" y="3632"/>
                    <a:pt x="84" y="3739"/>
                    <a:pt x="96" y="3846"/>
                  </a:cubicBezTo>
                  <a:lnTo>
                    <a:pt x="14681" y="298"/>
                  </a:lnTo>
                  <a:cubicBezTo>
                    <a:pt x="14610" y="227"/>
                    <a:pt x="14574" y="120"/>
                    <a:pt x="1457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4" name="Google Shape;3234;p23"/>
            <p:cNvSpPr/>
            <p:nvPr/>
          </p:nvSpPr>
          <p:spPr>
            <a:xfrm>
              <a:off x="5970375" y="1714025"/>
              <a:ext cx="140525" cy="44075"/>
            </a:xfrm>
            <a:custGeom>
              <a:rect b="b" l="l" r="r" t="t"/>
              <a:pathLst>
                <a:path extrusionOk="0" h="1763" w="5621">
                  <a:moveTo>
                    <a:pt x="5561" y="1"/>
                  </a:moveTo>
                  <a:lnTo>
                    <a:pt x="1" y="1441"/>
                  </a:lnTo>
                  <a:lnTo>
                    <a:pt x="1" y="1763"/>
                  </a:lnTo>
                  <a:lnTo>
                    <a:pt x="5620" y="298"/>
                  </a:lnTo>
                  <a:cubicBezTo>
                    <a:pt x="5597" y="203"/>
                    <a:pt x="5561" y="120"/>
                    <a:pt x="556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5" name="Google Shape;3235;p23"/>
            <p:cNvSpPr/>
            <p:nvPr/>
          </p:nvSpPr>
          <p:spPr>
            <a:xfrm>
              <a:off x="5970675" y="1973575"/>
              <a:ext cx="37525" cy="103625"/>
            </a:xfrm>
            <a:custGeom>
              <a:rect b="b" l="l" r="r" t="t"/>
              <a:pathLst>
                <a:path extrusionOk="0" h="4145" w="1501">
                  <a:moveTo>
                    <a:pt x="1239" y="1"/>
                  </a:moveTo>
                  <a:lnTo>
                    <a:pt x="0" y="3251"/>
                  </a:lnTo>
                  <a:lnTo>
                    <a:pt x="0" y="4144"/>
                  </a:lnTo>
                  <a:lnTo>
                    <a:pt x="1501" y="180"/>
                  </a:lnTo>
                  <a:cubicBezTo>
                    <a:pt x="1382" y="180"/>
                    <a:pt x="1274" y="108"/>
                    <a:pt x="123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6" name="Google Shape;3236;p23"/>
            <p:cNvSpPr/>
            <p:nvPr/>
          </p:nvSpPr>
          <p:spPr>
            <a:xfrm>
              <a:off x="5970675" y="1952450"/>
              <a:ext cx="34250" cy="18775"/>
            </a:xfrm>
            <a:custGeom>
              <a:rect b="b" l="l" r="r" t="t"/>
              <a:pathLst>
                <a:path extrusionOk="0" h="751" w="1370">
                  <a:moveTo>
                    <a:pt x="0" y="1"/>
                  </a:moveTo>
                  <a:lnTo>
                    <a:pt x="0" y="322"/>
                  </a:lnTo>
                  <a:lnTo>
                    <a:pt x="1215" y="751"/>
                  </a:lnTo>
                  <a:cubicBezTo>
                    <a:pt x="1203" y="620"/>
                    <a:pt x="1263" y="525"/>
                    <a:pt x="1370" y="477"/>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7" name="Google Shape;3237;p23"/>
            <p:cNvSpPr/>
            <p:nvPr/>
          </p:nvSpPr>
          <p:spPr>
            <a:xfrm>
              <a:off x="6014125" y="1966450"/>
              <a:ext cx="208100" cy="36925"/>
            </a:xfrm>
            <a:custGeom>
              <a:rect b="b" l="l" r="r" t="t"/>
              <a:pathLst>
                <a:path extrusionOk="0" h="1477" w="8324">
                  <a:moveTo>
                    <a:pt x="60" y="0"/>
                  </a:moveTo>
                  <a:cubicBezTo>
                    <a:pt x="37" y="0"/>
                    <a:pt x="13" y="0"/>
                    <a:pt x="1" y="24"/>
                  </a:cubicBezTo>
                  <a:cubicBezTo>
                    <a:pt x="48" y="60"/>
                    <a:pt x="60" y="119"/>
                    <a:pt x="72" y="203"/>
                  </a:cubicBezTo>
                  <a:cubicBezTo>
                    <a:pt x="72" y="238"/>
                    <a:pt x="60" y="286"/>
                    <a:pt x="48" y="334"/>
                  </a:cubicBezTo>
                  <a:lnTo>
                    <a:pt x="7978" y="1465"/>
                  </a:lnTo>
                  <a:lnTo>
                    <a:pt x="8073" y="1477"/>
                  </a:lnTo>
                  <a:lnTo>
                    <a:pt x="8145" y="1465"/>
                  </a:lnTo>
                  <a:cubicBezTo>
                    <a:pt x="8152" y="1466"/>
                    <a:pt x="8159" y="1466"/>
                    <a:pt x="8166" y="1466"/>
                  </a:cubicBezTo>
                  <a:cubicBezTo>
                    <a:pt x="8240" y="1466"/>
                    <a:pt x="8301" y="1410"/>
                    <a:pt x="8323" y="1334"/>
                  </a:cubicBezTo>
                  <a:cubicBezTo>
                    <a:pt x="8323" y="1298"/>
                    <a:pt x="8323" y="1262"/>
                    <a:pt x="8311" y="1238"/>
                  </a:cubicBezTo>
                  <a:cubicBezTo>
                    <a:pt x="8311" y="1227"/>
                    <a:pt x="8288" y="1227"/>
                    <a:pt x="8288" y="1215"/>
                  </a:cubicBezTo>
                  <a:lnTo>
                    <a:pt x="8276" y="1203"/>
                  </a:lnTo>
                  <a:lnTo>
                    <a:pt x="8264" y="1203"/>
                  </a:lnTo>
                  <a:lnTo>
                    <a:pt x="8252" y="1179"/>
                  </a:lnTo>
                  <a:lnTo>
                    <a:pt x="8228" y="1179"/>
                  </a:lnTo>
                  <a:cubicBezTo>
                    <a:pt x="8216" y="1179"/>
                    <a:pt x="8216" y="1179"/>
                    <a:pt x="8204" y="1167"/>
                  </a:cubicBez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8" name="Google Shape;3238;p23"/>
            <p:cNvSpPr/>
            <p:nvPr/>
          </p:nvSpPr>
          <p:spPr>
            <a:xfrm>
              <a:off x="5982875" y="2070275"/>
              <a:ext cx="442350" cy="54550"/>
            </a:xfrm>
            <a:custGeom>
              <a:rect b="b" l="l" r="r" t="t"/>
              <a:pathLst>
                <a:path extrusionOk="0" h="2182" w="17694">
                  <a:moveTo>
                    <a:pt x="17669" y="0"/>
                  </a:moveTo>
                  <a:cubicBezTo>
                    <a:pt x="17651" y="0"/>
                    <a:pt x="17634" y="4"/>
                    <a:pt x="17617" y="11"/>
                  </a:cubicBezTo>
                  <a:lnTo>
                    <a:pt x="17617" y="11"/>
                  </a:lnTo>
                  <a:lnTo>
                    <a:pt x="17693" y="2"/>
                  </a:lnTo>
                  <a:cubicBezTo>
                    <a:pt x="17685" y="1"/>
                    <a:pt x="17677" y="0"/>
                    <a:pt x="17669" y="0"/>
                  </a:cubicBezTo>
                  <a:close/>
                  <a:moveTo>
                    <a:pt x="17617" y="11"/>
                  </a:moveTo>
                  <a:lnTo>
                    <a:pt x="11085" y="705"/>
                  </a:lnTo>
                  <a:lnTo>
                    <a:pt x="10764" y="741"/>
                  </a:lnTo>
                  <a:lnTo>
                    <a:pt x="8406" y="991"/>
                  </a:lnTo>
                  <a:lnTo>
                    <a:pt x="8073" y="1015"/>
                  </a:lnTo>
                  <a:lnTo>
                    <a:pt x="1" y="1884"/>
                  </a:lnTo>
                  <a:cubicBezTo>
                    <a:pt x="13" y="1955"/>
                    <a:pt x="36" y="2062"/>
                    <a:pt x="48" y="2181"/>
                  </a:cubicBezTo>
                  <a:lnTo>
                    <a:pt x="7966" y="1336"/>
                  </a:lnTo>
                  <a:lnTo>
                    <a:pt x="8311" y="1300"/>
                  </a:lnTo>
                  <a:lnTo>
                    <a:pt x="10895" y="1038"/>
                  </a:lnTo>
                  <a:lnTo>
                    <a:pt x="11228" y="1003"/>
                  </a:lnTo>
                  <a:lnTo>
                    <a:pt x="17336" y="348"/>
                  </a:lnTo>
                  <a:lnTo>
                    <a:pt x="17550" y="62"/>
                  </a:lnTo>
                  <a:cubicBezTo>
                    <a:pt x="17564" y="42"/>
                    <a:pt x="17588" y="22"/>
                    <a:pt x="17617" y="1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9" name="Google Shape;3239;p23"/>
            <p:cNvSpPr/>
            <p:nvPr/>
          </p:nvSpPr>
          <p:spPr>
            <a:xfrm>
              <a:off x="5975150" y="2142950"/>
              <a:ext cx="153600" cy="118500"/>
            </a:xfrm>
            <a:custGeom>
              <a:rect b="b" l="l" r="r" t="t"/>
              <a:pathLst>
                <a:path extrusionOk="0" h="4740" w="6144">
                  <a:moveTo>
                    <a:pt x="179" y="1"/>
                  </a:moveTo>
                  <a:cubicBezTo>
                    <a:pt x="131" y="96"/>
                    <a:pt x="60" y="179"/>
                    <a:pt x="0" y="251"/>
                  </a:cubicBezTo>
                  <a:lnTo>
                    <a:pt x="5965" y="4739"/>
                  </a:lnTo>
                  <a:cubicBezTo>
                    <a:pt x="6001" y="4644"/>
                    <a:pt x="6060" y="4561"/>
                    <a:pt x="6144" y="4477"/>
                  </a:cubicBezTo>
                  <a:lnTo>
                    <a:pt x="17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0" name="Google Shape;3240;p23"/>
            <p:cNvSpPr/>
            <p:nvPr/>
          </p:nvSpPr>
          <p:spPr>
            <a:xfrm>
              <a:off x="6230825" y="2337325"/>
              <a:ext cx="183375" cy="136050"/>
            </a:xfrm>
            <a:custGeom>
              <a:rect b="b" l="l" r="r" t="t"/>
              <a:pathLst>
                <a:path extrusionOk="0" h="5442" w="7335">
                  <a:moveTo>
                    <a:pt x="96" y="0"/>
                  </a:moveTo>
                  <a:lnTo>
                    <a:pt x="1" y="131"/>
                  </a:lnTo>
                  <a:lnTo>
                    <a:pt x="7156" y="5442"/>
                  </a:lnTo>
                  <a:cubicBezTo>
                    <a:pt x="7168" y="5334"/>
                    <a:pt x="7240" y="5251"/>
                    <a:pt x="7335" y="5191"/>
                  </a:cubicBezTo>
                  <a:lnTo>
                    <a:pt x="7275" y="5144"/>
                  </a:lnTo>
                  <a:lnTo>
                    <a:pt x="596" y="179"/>
                  </a:lnTo>
                  <a:cubicBezTo>
                    <a:pt x="548" y="215"/>
                    <a:pt x="477" y="250"/>
                    <a:pt x="393" y="262"/>
                  </a:cubicBezTo>
                  <a:cubicBezTo>
                    <a:pt x="239" y="262"/>
                    <a:pt x="120" y="155"/>
                    <a:pt x="9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1" name="Google Shape;3241;p23"/>
            <p:cNvSpPr/>
            <p:nvPr/>
          </p:nvSpPr>
          <p:spPr>
            <a:xfrm>
              <a:off x="6143325" y="2269750"/>
              <a:ext cx="85750" cy="66400"/>
            </a:xfrm>
            <a:custGeom>
              <a:rect b="b" l="l" r="r" t="t"/>
              <a:pathLst>
                <a:path extrusionOk="0" h="2656" w="3430">
                  <a:moveTo>
                    <a:pt x="203" y="1"/>
                  </a:moveTo>
                  <a:cubicBezTo>
                    <a:pt x="143" y="96"/>
                    <a:pt x="83" y="179"/>
                    <a:pt x="0" y="239"/>
                  </a:cubicBezTo>
                  <a:lnTo>
                    <a:pt x="3239" y="2656"/>
                  </a:lnTo>
                  <a:lnTo>
                    <a:pt x="3429" y="2406"/>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2" name="Google Shape;3242;p23"/>
            <p:cNvSpPr/>
            <p:nvPr/>
          </p:nvSpPr>
          <p:spPr>
            <a:xfrm>
              <a:off x="6078425" y="2276900"/>
              <a:ext cx="62225" cy="254225"/>
            </a:xfrm>
            <a:custGeom>
              <a:rect b="b" l="l" r="r" t="t"/>
              <a:pathLst>
                <a:path extrusionOk="0" h="10169" w="2489">
                  <a:moveTo>
                    <a:pt x="2489" y="0"/>
                  </a:moveTo>
                  <a:cubicBezTo>
                    <a:pt x="2441" y="12"/>
                    <a:pt x="2382" y="36"/>
                    <a:pt x="2322" y="36"/>
                  </a:cubicBezTo>
                  <a:cubicBezTo>
                    <a:pt x="2287" y="36"/>
                    <a:pt x="2227" y="36"/>
                    <a:pt x="2179" y="12"/>
                  </a:cubicBezTo>
                  <a:lnTo>
                    <a:pt x="1" y="10168"/>
                  </a:lnTo>
                  <a:lnTo>
                    <a:pt x="1" y="10168"/>
                  </a:lnTo>
                  <a:lnTo>
                    <a:pt x="453" y="9561"/>
                  </a:lnTo>
                  <a:lnTo>
                    <a:pt x="2489" y="60"/>
                  </a:lnTo>
                  <a:lnTo>
                    <a:pt x="248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3" name="Google Shape;3243;p23"/>
            <p:cNvSpPr/>
            <p:nvPr/>
          </p:nvSpPr>
          <p:spPr>
            <a:xfrm>
              <a:off x="6173375" y="2632600"/>
              <a:ext cx="89325" cy="90200"/>
            </a:xfrm>
            <a:custGeom>
              <a:rect b="b" l="l" r="r" t="t"/>
              <a:pathLst>
                <a:path extrusionOk="0" h="3608" w="3573">
                  <a:moveTo>
                    <a:pt x="286" y="0"/>
                  </a:moveTo>
                  <a:lnTo>
                    <a:pt x="1" y="167"/>
                  </a:lnTo>
                  <a:lnTo>
                    <a:pt x="3215" y="3608"/>
                  </a:lnTo>
                  <a:cubicBezTo>
                    <a:pt x="3275" y="3525"/>
                    <a:pt x="3346" y="3501"/>
                    <a:pt x="3442" y="3489"/>
                  </a:cubicBezTo>
                  <a:cubicBezTo>
                    <a:pt x="3489" y="3489"/>
                    <a:pt x="3525" y="3501"/>
                    <a:pt x="3573" y="3513"/>
                  </a:cubicBez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4" name="Google Shape;3244;p23"/>
            <p:cNvSpPr/>
            <p:nvPr/>
          </p:nvSpPr>
          <p:spPr>
            <a:xfrm>
              <a:off x="6264450" y="2726650"/>
              <a:ext cx="124750" cy="133975"/>
            </a:xfrm>
            <a:custGeom>
              <a:rect b="b" l="l" r="r" t="t"/>
              <a:pathLst>
                <a:path extrusionOk="0" h="5359" w="4990">
                  <a:moveTo>
                    <a:pt x="168" y="1"/>
                  </a:moveTo>
                  <a:lnTo>
                    <a:pt x="96" y="120"/>
                  </a:lnTo>
                  <a:cubicBezTo>
                    <a:pt x="84" y="167"/>
                    <a:pt x="60" y="203"/>
                    <a:pt x="37" y="227"/>
                  </a:cubicBezTo>
                  <a:lnTo>
                    <a:pt x="1" y="275"/>
                  </a:lnTo>
                  <a:lnTo>
                    <a:pt x="4775" y="5359"/>
                  </a:lnTo>
                  <a:cubicBezTo>
                    <a:pt x="4811" y="5287"/>
                    <a:pt x="4906" y="5216"/>
                    <a:pt x="4990" y="5156"/>
                  </a:cubicBezTo>
                  <a:lnTo>
                    <a:pt x="16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5" name="Google Shape;3245;p23"/>
            <p:cNvSpPr/>
            <p:nvPr/>
          </p:nvSpPr>
          <p:spPr>
            <a:xfrm>
              <a:off x="6082000" y="2532575"/>
              <a:ext cx="92900" cy="98250"/>
            </a:xfrm>
            <a:custGeom>
              <a:rect b="b" l="l" r="r" t="t"/>
              <a:pathLst>
                <a:path extrusionOk="0" h="3930" w="3716">
                  <a:moveTo>
                    <a:pt x="191" y="1"/>
                  </a:moveTo>
                  <a:lnTo>
                    <a:pt x="0" y="263"/>
                  </a:lnTo>
                  <a:lnTo>
                    <a:pt x="3429" y="3930"/>
                  </a:lnTo>
                  <a:lnTo>
                    <a:pt x="3715" y="3763"/>
                  </a:lnTo>
                  <a:lnTo>
                    <a:pt x="19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6" name="Google Shape;3246;p23"/>
            <p:cNvSpPr/>
            <p:nvPr/>
          </p:nvSpPr>
          <p:spPr>
            <a:xfrm>
              <a:off x="5970975" y="2070325"/>
              <a:ext cx="455725" cy="618550"/>
            </a:xfrm>
            <a:custGeom>
              <a:rect b="b" l="l" r="r" t="t"/>
              <a:pathLst>
                <a:path extrusionOk="0" h="24742" w="18229">
                  <a:moveTo>
                    <a:pt x="18193" y="0"/>
                  </a:moveTo>
                  <a:cubicBezTo>
                    <a:pt x="18134" y="0"/>
                    <a:pt x="18074" y="12"/>
                    <a:pt x="18038" y="60"/>
                  </a:cubicBezTo>
                  <a:lnTo>
                    <a:pt x="17836" y="346"/>
                  </a:lnTo>
                  <a:lnTo>
                    <a:pt x="13752" y="5787"/>
                  </a:lnTo>
                  <a:lnTo>
                    <a:pt x="13526" y="6085"/>
                  </a:lnTo>
                  <a:lnTo>
                    <a:pt x="10323" y="10371"/>
                  </a:lnTo>
                  <a:lnTo>
                    <a:pt x="10133" y="10633"/>
                  </a:lnTo>
                  <a:lnTo>
                    <a:pt x="4763" y="17836"/>
                  </a:lnTo>
                  <a:lnTo>
                    <a:pt x="4322" y="18443"/>
                  </a:lnTo>
                  <a:lnTo>
                    <a:pt x="0" y="24218"/>
                  </a:lnTo>
                  <a:lnTo>
                    <a:pt x="0" y="24742"/>
                  </a:lnTo>
                  <a:lnTo>
                    <a:pt x="4465" y="18765"/>
                  </a:lnTo>
                  <a:lnTo>
                    <a:pt x="4656" y="18515"/>
                  </a:lnTo>
                  <a:lnTo>
                    <a:pt x="10371" y="10811"/>
                  </a:lnTo>
                  <a:lnTo>
                    <a:pt x="10478" y="10680"/>
                  </a:lnTo>
                  <a:lnTo>
                    <a:pt x="10478" y="10657"/>
                  </a:lnTo>
                  <a:cubicBezTo>
                    <a:pt x="10466" y="10514"/>
                    <a:pt x="10573" y="10395"/>
                    <a:pt x="10716" y="10359"/>
                  </a:cubicBezTo>
                  <a:lnTo>
                    <a:pt x="12966" y="7359"/>
                  </a:lnTo>
                  <a:cubicBezTo>
                    <a:pt x="12954" y="7323"/>
                    <a:pt x="12954" y="7299"/>
                    <a:pt x="12954" y="7263"/>
                  </a:cubicBezTo>
                  <a:cubicBezTo>
                    <a:pt x="12931" y="7109"/>
                    <a:pt x="13073" y="6966"/>
                    <a:pt x="13228" y="6966"/>
                  </a:cubicBezTo>
                  <a:lnTo>
                    <a:pt x="13264" y="6966"/>
                  </a:lnTo>
                  <a:lnTo>
                    <a:pt x="13669" y="6430"/>
                  </a:lnTo>
                  <a:lnTo>
                    <a:pt x="13883" y="6132"/>
                  </a:lnTo>
                  <a:lnTo>
                    <a:pt x="18229" y="310"/>
                  </a:lnTo>
                  <a:cubicBezTo>
                    <a:pt x="18193" y="239"/>
                    <a:pt x="18169" y="167"/>
                    <a:pt x="18169" y="96"/>
                  </a:cubicBezTo>
                  <a:cubicBezTo>
                    <a:pt x="18169" y="60"/>
                    <a:pt x="18169" y="36"/>
                    <a:pt x="1819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7" name="Google Shape;3247;p23"/>
            <p:cNvSpPr/>
            <p:nvPr/>
          </p:nvSpPr>
          <p:spPr>
            <a:xfrm>
              <a:off x="6432625" y="2473600"/>
              <a:ext cx="5700" cy="9000"/>
            </a:xfrm>
            <a:custGeom>
              <a:rect b="b" l="l" r="r" t="t"/>
              <a:pathLst>
                <a:path extrusionOk="0" h="360" w="228">
                  <a:moveTo>
                    <a:pt x="52" y="0"/>
                  </a:moveTo>
                  <a:cubicBezTo>
                    <a:pt x="43" y="0"/>
                    <a:pt x="34" y="1"/>
                    <a:pt x="25" y="2"/>
                  </a:cubicBezTo>
                  <a:cubicBezTo>
                    <a:pt x="37" y="50"/>
                    <a:pt x="49" y="98"/>
                    <a:pt x="49" y="157"/>
                  </a:cubicBezTo>
                  <a:cubicBezTo>
                    <a:pt x="49" y="217"/>
                    <a:pt x="37" y="288"/>
                    <a:pt x="1" y="360"/>
                  </a:cubicBezTo>
                  <a:lnTo>
                    <a:pt x="120" y="288"/>
                  </a:lnTo>
                  <a:cubicBezTo>
                    <a:pt x="203" y="241"/>
                    <a:pt x="227" y="157"/>
                    <a:pt x="180" y="86"/>
                  </a:cubicBezTo>
                  <a:cubicBezTo>
                    <a:pt x="159" y="34"/>
                    <a:pt x="111" y="0"/>
                    <a:pt x="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8" name="Google Shape;3248;p23"/>
            <p:cNvSpPr/>
            <p:nvPr/>
          </p:nvSpPr>
          <p:spPr>
            <a:xfrm>
              <a:off x="5970675" y="2486150"/>
              <a:ext cx="441150" cy="271775"/>
            </a:xfrm>
            <a:custGeom>
              <a:rect b="b" l="l" r="r" t="t"/>
              <a:pathLst>
                <a:path extrusionOk="0" h="10871" w="17646">
                  <a:moveTo>
                    <a:pt x="17646" y="0"/>
                  </a:moveTo>
                  <a:lnTo>
                    <a:pt x="8180" y="5632"/>
                  </a:lnTo>
                  <a:lnTo>
                    <a:pt x="7906" y="5799"/>
                  </a:lnTo>
                  <a:lnTo>
                    <a:pt x="0" y="10502"/>
                  </a:lnTo>
                  <a:lnTo>
                    <a:pt x="0" y="10871"/>
                  </a:lnTo>
                  <a:lnTo>
                    <a:pt x="8121" y="6037"/>
                  </a:lnTo>
                  <a:lnTo>
                    <a:pt x="8406" y="5870"/>
                  </a:lnTo>
                  <a:lnTo>
                    <a:pt x="17288" y="572"/>
                  </a:lnTo>
                  <a:lnTo>
                    <a:pt x="17646" y="12"/>
                  </a:lnTo>
                  <a:lnTo>
                    <a:pt x="176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9" name="Google Shape;3249;p23"/>
            <p:cNvSpPr/>
            <p:nvPr/>
          </p:nvSpPr>
          <p:spPr>
            <a:xfrm>
              <a:off x="5970675" y="2940975"/>
              <a:ext cx="97050" cy="144075"/>
            </a:xfrm>
            <a:custGeom>
              <a:rect b="b" l="l" r="r" t="t"/>
              <a:pathLst>
                <a:path extrusionOk="0" h="5763" w="3882">
                  <a:moveTo>
                    <a:pt x="0" y="0"/>
                  </a:moveTo>
                  <a:lnTo>
                    <a:pt x="0" y="560"/>
                  </a:lnTo>
                  <a:lnTo>
                    <a:pt x="3632" y="5763"/>
                  </a:lnTo>
                  <a:cubicBezTo>
                    <a:pt x="3703" y="5691"/>
                    <a:pt x="3775" y="5620"/>
                    <a:pt x="3882" y="5572"/>
                  </a:cubicBez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0" name="Google Shape;3250;p23"/>
            <p:cNvSpPr/>
            <p:nvPr/>
          </p:nvSpPr>
          <p:spPr>
            <a:xfrm>
              <a:off x="6244225" y="2877875"/>
              <a:ext cx="142300" cy="98825"/>
            </a:xfrm>
            <a:custGeom>
              <a:rect b="b" l="l" r="r" t="t"/>
              <a:pathLst>
                <a:path extrusionOk="0" h="3953" w="5692">
                  <a:moveTo>
                    <a:pt x="5513" y="0"/>
                  </a:moveTo>
                  <a:lnTo>
                    <a:pt x="0" y="3846"/>
                  </a:lnTo>
                  <a:lnTo>
                    <a:pt x="393" y="3953"/>
                  </a:lnTo>
                  <a:lnTo>
                    <a:pt x="5668" y="274"/>
                  </a:lnTo>
                  <a:lnTo>
                    <a:pt x="5692" y="238"/>
                  </a:lnTo>
                  <a:cubicBezTo>
                    <a:pt x="5620" y="179"/>
                    <a:pt x="5561" y="83"/>
                    <a:pt x="551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1" name="Google Shape;3251;p23"/>
            <p:cNvSpPr/>
            <p:nvPr/>
          </p:nvSpPr>
          <p:spPr>
            <a:xfrm>
              <a:off x="6087350" y="2980250"/>
              <a:ext cx="158375" cy="109575"/>
            </a:xfrm>
            <a:custGeom>
              <a:rect b="b" l="l" r="r" t="t"/>
              <a:pathLst>
                <a:path extrusionOk="0" h="4383" w="6335">
                  <a:moveTo>
                    <a:pt x="5930" y="1"/>
                  </a:moveTo>
                  <a:lnTo>
                    <a:pt x="1" y="4120"/>
                  </a:lnTo>
                  <a:cubicBezTo>
                    <a:pt x="84" y="4192"/>
                    <a:pt x="144" y="4287"/>
                    <a:pt x="179" y="4382"/>
                  </a:cubicBezTo>
                  <a:lnTo>
                    <a:pt x="6335" y="96"/>
                  </a:lnTo>
                  <a:lnTo>
                    <a:pt x="593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2" name="Google Shape;3252;p23"/>
            <p:cNvSpPr/>
            <p:nvPr/>
          </p:nvSpPr>
          <p:spPr>
            <a:xfrm>
              <a:off x="6127250" y="2732300"/>
              <a:ext cx="137825" cy="205425"/>
            </a:xfrm>
            <a:custGeom>
              <a:rect b="b" l="l" r="r" t="t"/>
              <a:pathLst>
                <a:path extrusionOk="0" h="8217" w="5513">
                  <a:moveTo>
                    <a:pt x="5513" y="1"/>
                  </a:moveTo>
                  <a:cubicBezTo>
                    <a:pt x="5465" y="49"/>
                    <a:pt x="5394" y="96"/>
                    <a:pt x="5310" y="96"/>
                  </a:cubicBezTo>
                  <a:cubicBezTo>
                    <a:pt x="5239" y="96"/>
                    <a:pt x="5179" y="72"/>
                    <a:pt x="5120" y="37"/>
                  </a:cubicBezTo>
                  <a:lnTo>
                    <a:pt x="2381" y="4347"/>
                  </a:lnTo>
                  <a:cubicBezTo>
                    <a:pt x="2441" y="4394"/>
                    <a:pt x="2489" y="4466"/>
                    <a:pt x="2489" y="4561"/>
                  </a:cubicBezTo>
                  <a:cubicBezTo>
                    <a:pt x="2489" y="4716"/>
                    <a:pt x="2370" y="4859"/>
                    <a:pt x="2203" y="4859"/>
                  </a:cubicBezTo>
                  <a:cubicBezTo>
                    <a:pt x="2155" y="4859"/>
                    <a:pt x="2119" y="4835"/>
                    <a:pt x="2072" y="4823"/>
                  </a:cubicBezTo>
                  <a:lnTo>
                    <a:pt x="0" y="8061"/>
                  </a:lnTo>
                  <a:cubicBezTo>
                    <a:pt x="107" y="8085"/>
                    <a:pt x="203" y="8145"/>
                    <a:pt x="286" y="8216"/>
                  </a:cubicBezTo>
                  <a:lnTo>
                    <a:pt x="5477" y="49"/>
                  </a:lnTo>
                  <a:lnTo>
                    <a:pt x="551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3" name="Google Shape;3253;p23"/>
            <p:cNvSpPr/>
            <p:nvPr/>
          </p:nvSpPr>
          <p:spPr>
            <a:xfrm>
              <a:off x="6263575" y="2486150"/>
              <a:ext cx="153900" cy="243500"/>
            </a:xfrm>
            <a:custGeom>
              <a:rect b="b" l="l" r="r" t="t"/>
              <a:pathLst>
                <a:path extrusionOk="0" h="9740" w="6156">
                  <a:moveTo>
                    <a:pt x="5953" y="0"/>
                  </a:moveTo>
                  <a:lnTo>
                    <a:pt x="5584" y="560"/>
                  </a:lnTo>
                  <a:lnTo>
                    <a:pt x="0" y="9371"/>
                  </a:lnTo>
                  <a:cubicBezTo>
                    <a:pt x="84" y="9418"/>
                    <a:pt x="155" y="9502"/>
                    <a:pt x="155" y="9621"/>
                  </a:cubicBezTo>
                  <a:cubicBezTo>
                    <a:pt x="155" y="9668"/>
                    <a:pt x="155" y="9704"/>
                    <a:pt x="143" y="9740"/>
                  </a:cubicBezTo>
                  <a:lnTo>
                    <a:pt x="215" y="9621"/>
                  </a:lnTo>
                  <a:lnTo>
                    <a:pt x="6144" y="262"/>
                  </a:lnTo>
                  <a:lnTo>
                    <a:pt x="6156" y="131"/>
                  </a:lnTo>
                  <a:cubicBezTo>
                    <a:pt x="6072" y="96"/>
                    <a:pt x="6013" y="60"/>
                    <a:pt x="595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4" name="Google Shape;3254;p23"/>
            <p:cNvSpPr/>
            <p:nvPr/>
          </p:nvSpPr>
          <p:spPr>
            <a:xfrm>
              <a:off x="6396025" y="2489125"/>
              <a:ext cx="29200" cy="364050"/>
            </a:xfrm>
            <a:custGeom>
              <a:rect b="b" l="l" r="r" t="t"/>
              <a:pathLst>
                <a:path extrusionOk="0" h="14562" w="1168">
                  <a:moveTo>
                    <a:pt x="846" y="1"/>
                  </a:moveTo>
                  <a:lnTo>
                    <a:pt x="834" y="132"/>
                  </a:lnTo>
                  <a:lnTo>
                    <a:pt x="1" y="14550"/>
                  </a:lnTo>
                  <a:cubicBezTo>
                    <a:pt x="24" y="14550"/>
                    <a:pt x="36" y="14550"/>
                    <a:pt x="72" y="14538"/>
                  </a:cubicBezTo>
                  <a:cubicBezTo>
                    <a:pt x="155" y="14538"/>
                    <a:pt x="239" y="14538"/>
                    <a:pt x="310" y="14562"/>
                  </a:cubicBezTo>
                  <a:lnTo>
                    <a:pt x="1167" y="1"/>
                  </a:lnTo>
                  <a:lnTo>
                    <a:pt x="1167" y="1"/>
                  </a:lnTo>
                  <a:cubicBezTo>
                    <a:pt x="1132" y="12"/>
                    <a:pt x="1084" y="24"/>
                    <a:pt x="1024" y="24"/>
                  </a:cubicBezTo>
                  <a:cubicBezTo>
                    <a:pt x="965" y="24"/>
                    <a:pt x="905" y="24"/>
                    <a:pt x="84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5" name="Google Shape;3255;p23"/>
            <p:cNvSpPr/>
            <p:nvPr/>
          </p:nvSpPr>
          <p:spPr>
            <a:xfrm>
              <a:off x="6426100" y="2483775"/>
              <a:ext cx="571225" cy="679875"/>
            </a:xfrm>
            <a:custGeom>
              <a:rect b="b" l="l" r="r" t="t"/>
              <a:pathLst>
                <a:path extrusionOk="0" h="27195" w="22849">
                  <a:moveTo>
                    <a:pt x="226" y="0"/>
                  </a:moveTo>
                  <a:cubicBezTo>
                    <a:pt x="191" y="95"/>
                    <a:pt x="107" y="167"/>
                    <a:pt x="0" y="215"/>
                  </a:cubicBezTo>
                  <a:lnTo>
                    <a:pt x="22610" y="27194"/>
                  </a:lnTo>
                  <a:cubicBezTo>
                    <a:pt x="22670" y="27099"/>
                    <a:pt x="22753" y="27039"/>
                    <a:pt x="22848" y="26980"/>
                  </a:cubicBezTo>
                  <a:lnTo>
                    <a:pt x="22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6" name="Google Shape;3256;p23"/>
            <p:cNvSpPr/>
            <p:nvPr/>
          </p:nvSpPr>
          <p:spPr>
            <a:xfrm>
              <a:off x="6408525" y="2878750"/>
              <a:ext cx="217325" cy="182800"/>
            </a:xfrm>
            <a:custGeom>
              <a:rect b="b" l="l" r="r" t="t"/>
              <a:pathLst>
                <a:path extrusionOk="0" h="7312" w="8693">
                  <a:moveTo>
                    <a:pt x="215" y="1"/>
                  </a:moveTo>
                  <a:cubicBezTo>
                    <a:pt x="167" y="108"/>
                    <a:pt x="96" y="191"/>
                    <a:pt x="1" y="239"/>
                  </a:cubicBezTo>
                  <a:lnTo>
                    <a:pt x="8490" y="7311"/>
                  </a:lnTo>
                  <a:cubicBezTo>
                    <a:pt x="8549" y="7228"/>
                    <a:pt x="8609" y="7145"/>
                    <a:pt x="8692" y="7073"/>
                  </a:cubicBezTo>
                  <a:lnTo>
                    <a:pt x="21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7" name="Google Shape;3257;p23"/>
            <p:cNvSpPr/>
            <p:nvPr/>
          </p:nvSpPr>
          <p:spPr>
            <a:xfrm>
              <a:off x="6323100" y="3003175"/>
              <a:ext cx="1800" cy="1525"/>
            </a:xfrm>
            <a:custGeom>
              <a:rect b="b" l="l" r="r" t="t"/>
              <a:pathLst>
                <a:path extrusionOk="0" h="61" w="72">
                  <a:moveTo>
                    <a:pt x="24" y="1"/>
                  </a:moveTo>
                  <a:lnTo>
                    <a:pt x="0" y="48"/>
                  </a:lnTo>
                  <a:lnTo>
                    <a:pt x="72" y="60"/>
                  </a:lnTo>
                  <a:cubicBezTo>
                    <a:pt x="60" y="48"/>
                    <a:pt x="36" y="13"/>
                    <a:pt x="2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8" name="Google Shape;3258;p23"/>
            <p:cNvSpPr/>
            <p:nvPr/>
          </p:nvSpPr>
          <p:spPr>
            <a:xfrm>
              <a:off x="6135275" y="2944250"/>
              <a:ext cx="183975" cy="57750"/>
            </a:xfrm>
            <a:custGeom>
              <a:rect b="b" l="l" r="r" t="t"/>
              <a:pathLst>
                <a:path extrusionOk="0" h="2310" w="7359">
                  <a:moveTo>
                    <a:pt x="72" y="0"/>
                  </a:moveTo>
                  <a:lnTo>
                    <a:pt x="72" y="60"/>
                  </a:lnTo>
                  <a:cubicBezTo>
                    <a:pt x="72" y="155"/>
                    <a:pt x="48" y="250"/>
                    <a:pt x="1" y="322"/>
                  </a:cubicBezTo>
                  <a:lnTo>
                    <a:pt x="3977" y="1417"/>
                  </a:lnTo>
                  <a:lnTo>
                    <a:pt x="4382" y="1524"/>
                  </a:lnTo>
                  <a:lnTo>
                    <a:pt x="7192" y="2310"/>
                  </a:lnTo>
                  <a:lnTo>
                    <a:pt x="7359" y="2036"/>
                  </a:lnTo>
                  <a:lnTo>
                    <a:pt x="4739" y="1298"/>
                  </a:lnTo>
                  <a:lnTo>
                    <a:pt x="4335" y="1191"/>
                  </a:ln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9" name="Google Shape;3259;p23"/>
            <p:cNvSpPr/>
            <p:nvPr/>
          </p:nvSpPr>
          <p:spPr>
            <a:xfrm>
              <a:off x="6331425" y="3000200"/>
              <a:ext cx="284000" cy="85150"/>
            </a:xfrm>
            <a:custGeom>
              <a:rect b="b" l="l" r="r" t="t"/>
              <a:pathLst>
                <a:path extrusionOk="0" h="3406" w="11360">
                  <a:moveTo>
                    <a:pt x="239" y="1"/>
                  </a:moveTo>
                  <a:cubicBezTo>
                    <a:pt x="227" y="132"/>
                    <a:pt x="144" y="239"/>
                    <a:pt x="1" y="274"/>
                  </a:cubicBezTo>
                  <a:lnTo>
                    <a:pt x="11288" y="3406"/>
                  </a:lnTo>
                  <a:lnTo>
                    <a:pt x="11359" y="3406"/>
                  </a:lnTo>
                  <a:cubicBezTo>
                    <a:pt x="11359" y="3382"/>
                    <a:pt x="11348" y="3334"/>
                    <a:pt x="11348" y="3310"/>
                  </a:cubicBezTo>
                  <a:cubicBezTo>
                    <a:pt x="11348" y="3227"/>
                    <a:pt x="11348" y="3156"/>
                    <a:pt x="11359" y="3096"/>
                  </a:cubicBez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0" name="Google Shape;3260;p23"/>
            <p:cNvSpPr/>
            <p:nvPr/>
          </p:nvSpPr>
          <p:spPr>
            <a:xfrm>
              <a:off x="6231125" y="2883825"/>
              <a:ext cx="162550" cy="263450"/>
            </a:xfrm>
            <a:custGeom>
              <a:rect b="b" l="l" r="r" t="t"/>
              <a:pathLst>
                <a:path extrusionOk="0" h="10538" w="6502">
                  <a:moveTo>
                    <a:pt x="6216" y="0"/>
                  </a:moveTo>
                  <a:lnTo>
                    <a:pt x="6192" y="60"/>
                  </a:lnTo>
                  <a:lnTo>
                    <a:pt x="3537" y="4465"/>
                  </a:lnTo>
                  <a:lnTo>
                    <a:pt x="3382" y="4751"/>
                  </a:lnTo>
                  <a:lnTo>
                    <a:pt x="0" y="10359"/>
                  </a:lnTo>
                  <a:lnTo>
                    <a:pt x="120" y="10406"/>
                  </a:lnTo>
                  <a:lnTo>
                    <a:pt x="143" y="10406"/>
                  </a:lnTo>
                  <a:cubicBezTo>
                    <a:pt x="143" y="10406"/>
                    <a:pt x="155" y="10406"/>
                    <a:pt x="155" y="10418"/>
                  </a:cubicBezTo>
                  <a:lnTo>
                    <a:pt x="179" y="10418"/>
                  </a:lnTo>
                  <a:lnTo>
                    <a:pt x="191" y="10430"/>
                  </a:lnTo>
                  <a:cubicBezTo>
                    <a:pt x="191" y="10442"/>
                    <a:pt x="203" y="10442"/>
                    <a:pt x="203" y="10466"/>
                  </a:cubicBezTo>
                  <a:lnTo>
                    <a:pt x="250" y="10537"/>
                  </a:lnTo>
                  <a:lnTo>
                    <a:pt x="3703" y="4810"/>
                  </a:lnTo>
                  <a:lnTo>
                    <a:pt x="3703" y="4775"/>
                  </a:lnTo>
                  <a:cubicBezTo>
                    <a:pt x="3679" y="4727"/>
                    <a:pt x="3656" y="4691"/>
                    <a:pt x="3656" y="4644"/>
                  </a:cubicBezTo>
                  <a:cubicBezTo>
                    <a:pt x="3656" y="4489"/>
                    <a:pt x="3775" y="4358"/>
                    <a:pt x="3941" y="4346"/>
                  </a:cubicBezTo>
                  <a:lnTo>
                    <a:pt x="3977" y="4346"/>
                  </a:lnTo>
                  <a:lnTo>
                    <a:pt x="6501" y="143"/>
                  </a:lnTo>
                  <a:cubicBezTo>
                    <a:pt x="6394" y="119"/>
                    <a:pt x="6311" y="72"/>
                    <a:pt x="6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1" name="Google Shape;3261;p23"/>
            <p:cNvSpPr/>
            <p:nvPr/>
          </p:nvSpPr>
          <p:spPr>
            <a:xfrm>
              <a:off x="5970675" y="3148425"/>
              <a:ext cx="260175" cy="142325"/>
            </a:xfrm>
            <a:custGeom>
              <a:rect b="b" l="l" r="r" t="t"/>
              <a:pathLst>
                <a:path extrusionOk="0" h="5693" w="10407">
                  <a:moveTo>
                    <a:pt x="10061" y="1"/>
                  </a:moveTo>
                  <a:lnTo>
                    <a:pt x="0" y="5335"/>
                  </a:lnTo>
                  <a:lnTo>
                    <a:pt x="0" y="5692"/>
                  </a:lnTo>
                  <a:lnTo>
                    <a:pt x="10407" y="168"/>
                  </a:lnTo>
                  <a:lnTo>
                    <a:pt x="10359" y="84"/>
                  </a:lnTo>
                  <a:lnTo>
                    <a:pt x="1006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2" name="Google Shape;3262;p23"/>
            <p:cNvSpPr/>
            <p:nvPr/>
          </p:nvSpPr>
          <p:spPr>
            <a:xfrm>
              <a:off x="6090025" y="3098425"/>
              <a:ext cx="143800" cy="51825"/>
            </a:xfrm>
            <a:custGeom>
              <a:rect b="b" l="l" r="r" t="t"/>
              <a:pathLst>
                <a:path extrusionOk="0" h="2073" w="5752">
                  <a:moveTo>
                    <a:pt x="120" y="1"/>
                  </a:moveTo>
                  <a:cubicBezTo>
                    <a:pt x="108" y="108"/>
                    <a:pt x="60" y="215"/>
                    <a:pt x="1" y="298"/>
                  </a:cubicBezTo>
                  <a:lnTo>
                    <a:pt x="5299" y="1977"/>
                  </a:lnTo>
                  <a:lnTo>
                    <a:pt x="5597" y="2072"/>
                  </a:lnTo>
                  <a:lnTo>
                    <a:pt x="5597" y="2072"/>
                  </a:lnTo>
                  <a:lnTo>
                    <a:pt x="5549" y="2025"/>
                  </a:lnTo>
                  <a:cubicBezTo>
                    <a:pt x="5513" y="1953"/>
                    <a:pt x="5537" y="1846"/>
                    <a:pt x="5633" y="1822"/>
                  </a:cubicBezTo>
                  <a:cubicBezTo>
                    <a:pt x="5668" y="1798"/>
                    <a:pt x="5716" y="1798"/>
                    <a:pt x="5752" y="1798"/>
                  </a:cubicBezTo>
                  <a:lnTo>
                    <a:pt x="5633" y="1763"/>
                  </a:lnTo>
                  <a:lnTo>
                    <a:pt x="1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3" name="Google Shape;3263;p23"/>
            <p:cNvSpPr/>
            <p:nvPr/>
          </p:nvSpPr>
          <p:spPr>
            <a:xfrm>
              <a:off x="6300775" y="3287725"/>
              <a:ext cx="102125" cy="186675"/>
            </a:xfrm>
            <a:custGeom>
              <a:rect b="b" l="l" r="r" t="t"/>
              <a:pathLst>
                <a:path extrusionOk="0" h="7467" w="4085">
                  <a:moveTo>
                    <a:pt x="322" y="1"/>
                  </a:moveTo>
                  <a:lnTo>
                    <a:pt x="1" y="49"/>
                  </a:lnTo>
                  <a:lnTo>
                    <a:pt x="3799" y="7466"/>
                  </a:lnTo>
                  <a:cubicBezTo>
                    <a:pt x="3882" y="7383"/>
                    <a:pt x="3977" y="7347"/>
                    <a:pt x="4084" y="7311"/>
                  </a:cubicBezTo>
                  <a:lnTo>
                    <a:pt x="32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4" name="Google Shape;3264;p23"/>
            <p:cNvSpPr/>
            <p:nvPr/>
          </p:nvSpPr>
          <p:spPr>
            <a:xfrm>
              <a:off x="6228150" y="3143850"/>
              <a:ext cx="77125" cy="138250"/>
            </a:xfrm>
            <a:custGeom>
              <a:rect b="b" l="l" r="r" t="t"/>
              <a:pathLst>
                <a:path extrusionOk="0" h="5530" w="3085">
                  <a:moveTo>
                    <a:pt x="169" y="1"/>
                  </a:moveTo>
                  <a:cubicBezTo>
                    <a:pt x="147" y="1"/>
                    <a:pt x="127" y="9"/>
                    <a:pt x="108" y="29"/>
                  </a:cubicBezTo>
                  <a:cubicBezTo>
                    <a:pt x="24" y="77"/>
                    <a:pt x="0" y="160"/>
                    <a:pt x="24" y="231"/>
                  </a:cubicBezTo>
                  <a:lnTo>
                    <a:pt x="60" y="291"/>
                  </a:lnTo>
                  <a:lnTo>
                    <a:pt x="108" y="386"/>
                  </a:lnTo>
                  <a:lnTo>
                    <a:pt x="2751" y="5530"/>
                  </a:lnTo>
                  <a:lnTo>
                    <a:pt x="3084" y="5494"/>
                  </a:lnTo>
                  <a:lnTo>
                    <a:pt x="358" y="148"/>
                  </a:lnTo>
                  <a:lnTo>
                    <a:pt x="310" y="77"/>
                  </a:lnTo>
                  <a:cubicBezTo>
                    <a:pt x="310" y="53"/>
                    <a:pt x="298" y="53"/>
                    <a:pt x="298" y="41"/>
                  </a:cubicBezTo>
                  <a:cubicBezTo>
                    <a:pt x="298" y="41"/>
                    <a:pt x="298" y="29"/>
                    <a:pt x="286" y="29"/>
                  </a:cubicBezTo>
                  <a:lnTo>
                    <a:pt x="262" y="29"/>
                  </a:lnTo>
                  <a:cubicBezTo>
                    <a:pt x="262" y="29"/>
                    <a:pt x="250" y="29"/>
                    <a:pt x="250" y="17"/>
                  </a:cubicBezTo>
                  <a:lnTo>
                    <a:pt x="227" y="17"/>
                  </a:lnTo>
                  <a:cubicBezTo>
                    <a:pt x="205" y="6"/>
                    <a:pt x="186" y="1"/>
                    <a:pt x="16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5" name="Google Shape;3265;p23"/>
            <p:cNvSpPr/>
            <p:nvPr/>
          </p:nvSpPr>
          <p:spPr>
            <a:xfrm>
              <a:off x="6586525" y="3246075"/>
              <a:ext cx="3000" cy="3300"/>
            </a:xfrm>
            <a:custGeom>
              <a:rect b="b" l="l" r="r" t="t"/>
              <a:pathLst>
                <a:path extrusionOk="0" h="132" w="120">
                  <a:moveTo>
                    <a:pt x="120" y="0"/>
                  </a:moveTo>
                  <a:lnTo>
                    <a:pt x="1" y="24"/>
                  </a:lnTo>
                  <a:lnTo>
                    <a:pt x="1" y="36"/>
                  </a:lnTo>
                  <a:cubicBezTo>
                    <a:pt x="12" y="60"/>
                    <a:pt x="12" y="107"/>
                    <a:pt x="1" y="131"/>
                  </a:cubicBezTo>
                  <a:cubicBezTo>
                    <a:pt x="60" y="119"/>
                    <a:pt x="120" y="60"/>
                    <a:pt x="1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6" name="Google Shape;3266;p23"/>
            <p:cNvSpPr/>
            <p:nvPr/>
          </p:nvSpPr>
          <p:spPr>
            <a:xfrm>
              <a:off x="5970675" y="3248450"/>
              <a:ext cx="567350" cy="86050"/>
            </a:xfrm>
            <a:custGeom>
              <a:rect b="b" l="l" r="r" t="t"/>
              <a:pathLst>
                <a:path extrusionOk="0" h="3442" w="22694">
                  <a:moveTo>
                    <a:pt x="22634" y="0"/>
                  </a:moveTo>
                  <a:lnTo>
                    <a:pt x="13383" y="1274"/>
                  </a:lnTo>
                  <a:lnTo>
                    <a:pt x="13050" y="1322"/>
                  </a:lnTo>
                  <a:lnTo>
                    <a:pt x="0" y="3120"/>
                  </a:lnTo>
                  <a:lnTo>
                    <a:pt x="0" y="3441"/>
                  </a:lnTo>
                  <a:lnTo>
                    <a:pt x="13205" y="1620"/>
                  </a:lnTo>
                  <a:lnTo>
                    <a:pt x="13526" y="1572"/>
                  </a:lnTo>
                  <a:lnTo>
                    <a:pt x="22694" y="310"/>
                  </a:lnTo>
                  <a:cubicBezTo>
                    <a:pt x="22670" y="203"/>
                    <a:pt x="22634" y="107"/>
                    <a:pt x="2263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7" name="Google Shape;3267;p23"/>
            <p:cNvSpPr/>
            <p:nvPr/>
          </p:nvSpPr>
          <p:spPr>
            <a:xfrm>
              <a:off x="6683850" y="3085625"/>
              <a:ext cx="305425" cy="89325"/>
            </a:xfrm>
            <a:custGeom>
              <a:rect b="b" l="l" r="r" t="t"/>
              <a:pathLst>
                <a:path extrusionOk="0" h="3573" w="12217">
                  <a:moveTo>
                    <a:pt x="72" y="1"/>
                  </a:moveTo>
                  <a:cubicBezTo>
                    <a:pt x="60" y="132"/>
                    <a:pt x="37" y="227"/>
                    <a:pt x="1" y="322"/>
                  </a:cubicBezTo>
                  <a:lnTo>
                    <a:pt x="12181" y="3572"/>
                  </a:lnTo>
                  <a:lnTo>
                    <a:pt x="12181" y="3549"/>
                  </a:lnTo>
                  <a:cubicBezTo>
                    <a:pt x="12181" y="3442"/>
                    <a:pt x="12193" y="3358"/>
                    <a:pt x="12217" y="3263"/>
                  </a:cubicBezTo>
                  <a:lnTo>
                    <a:pt x="7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8" name="Google Shape;3268;p23"/>
            <p:cNvSpPr/>
            <p:nvPr/>
          </p:nvSpPr>
          <p:spPr>
            <a:xfrm>
              <a:off x="6585025" y="3175825"/>
              <a:ext cx="403650" cy="70850"/>
            </a:xfrm>
            <a:custGeom>
              <a:rect b="b" l="l" r="r" t="t"/>
              <a:pathLst>
                <a:path extrusionOk="0" h="2834" w="16146">
                  <a:moveTo>
                    <a:pt x="16110" y="0"/>
                  </a:moveTo>
                  <a:lnTo>
                    <a:pt x="1" y="2536"/>
                  </a:lnTo>
                  <a:cubicBezTo>
                    <a:pt x="37" y="2620"/>
                    <a:pt x="61" y="2715"/>
                    <a:pt x="72" y="2834"/>
                  </a:cubicBezTo>
                  <a:lnTo>
                    <a:pt x="191" y="2810"/>
                  </a:lnTo>
                  <a:lnTo>
                    <a:pt x="15658" y="393"/>
                  </a:lnTo>
                  <a:lnTo>
                    <a:pt x="16146" y="131"/>
                  </a:lnTo>
                  <a:cubicBezTo>
                    <a:pt x="16134" y="95"/>
                    <a:pt x="16134" y="48"/>
                    <a:pt x="1611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9" name="Google Shape;3269;p23"/>
            <p:cNvSpPr/>
            <p:nvPr/>
          </p:nvSpPr>
          <p:spPr>
            <a:xfrm>
              <a:off x="6566575" y="3113300"/>
              <a:ext cx="76525" cy="112850"/>
            </a:xfrm>
            <a:custGeom>
              <a:rect b="b" l="l" r="r" t="t"/>
              <a:pathLst>
                <a:path extrusionOk="0" h="4514" w="3061">
                  <a:moveTo>
                    <a:pt x="2739" y="1"/>
                  </a:moveTo>
                  <a:lnTo>
                    <a:pt x="1" y="4394"/>
                  </a:lnTo>
                  <a:cubicBezTo>
                    <a:pt x="108" y="4418"/>
                    <a:pt x="215" y="4454"/>
                    <a:pt x="298" y="4513"/>
                  </a:cubicBezTo>
                  <a:lnTo>
                    <a:pt x="3061" y="108"/>
                  </a:lnTo>
                  <a:cubicBezTo>
                    <a:pt x="2954" y="72"/>
                    <a:pt x="2846" y="49"/>
                    <a:pt x="273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0" name="Google Shape;3270;p23"/>
            <p:cNvSpPr/>
            <p:nvPr/>
          </p:nvSpPr>
          <p:spPr>
            <a:xfrm>
              <a:off x="6412700" y="3263025"/>
              <a:ext cx="135750" cy="210775"/>
            </a:xfrm>
            <a:custGeom>
              <a:rect b="b" l="l" r="r" t="t"/>
              <a:pathLst>
                <a:path extrusionOk="0" h="8431" w="5430">
                  <a:moveTo>
                    <a:pt x="5179" y="1"/>
                  </a:moveTo>
                  <a:lnTo>
                    <a:pt x="0" y="8287"/>
                  </a:lnTo>
                  <a:cubicBezTo>
                    <a:pt x="107" y="8311"/>
                    <a:pt x="191" y="8359"/>
                    <a:pt x="286" y="8430"/>
                  </a:cubicBezTo>
                  <a:lnTo>
                    <a:pt x="5430" y="203"/>
                  </a:lnTo>
                  <a:cubicBezTo>
                    <a:pt x="5310" y="156"/>
                    <a:pt x="5239" y="84"/>
                    <a:pt x="517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1" name="Google Shape;3271;p23"/>
            <p:cNvSpPr/>
            <p:nvPr/>
          </p:nvSpPr>
          <p:spPr>
            <a:xfrm>
              <a:off x="6420425" y="3178800"/>
              <a:ext cx="572425" cy="303325"/>
            </a:xfrm>
            <a:custGeom>
              <a:rect b="b" l="l" r="r" t="t"/>
              <a:pathLst>
                <a:path extrusionOk="0" h="12133" w="22897">
                  <a:moveTo>
                    <a:pt x="22742" y="0"/>
                  </a:moveTo>
                  <a:lnTo>
                    <a:pt x="22242" y="274"/>
                  </a:lnTo>
                  <a:lnTo>
                    <a:pt x="1" y="11859"/>
                  </a:lnTo>
                  <a:cubicBezTo>
                    <a:pt x="72" y="11942"/>
                    <a:pt x="132" y="12026"/>
                    <a:pt x="168" y="12133"/>
                  </a:cubicBezTo>
                  <a:lnTo>
                    <a:pt x="22897" y="286"/>
                  </a:lnTo>
                  <a:cubicBezTo>
                    <a:pt x="22813" y="203"/>
                    <a:pt x="22777" y="107"/>
                    <a:pt x="2274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2" name="Google Shape;3272;p23"/>
            <p:cNvSpPr/>
            <p:nvPr/>
          </p:nvSpPr>
          <p:spPr>
            <a:xfrm>
              <a:off x="6093300" y="3491025"/>
              <a:ext cx="300075" cy="161375"/>
            </a:xfrm>
            <a:custGeom>
              <a:rect b="b" l="l" r="r" t="t"/>
              <a:pathLst>
                <a:path extrusionOk="0" h="6455" w="12003">
                  <a:moveTo>
                    <a:pt x="11871" y="1"/>
                  </a:moveTo>
                  <a:lnTo>
                    <a:pt x="1" y="6192"/>
                  </a:lnTo>
                  <a:cubicBezTo>
                    <a:pt x="60" y="6228"/>
                    <a:pt x="108" y="6299"/>
                    <a:pt x="144" y="6359"/>
                  </a:cubicBezTo>
                  <a:cubicBezTo>
                    <a:pt x="156" y="6383"/>
                    <a:pt x="168" y="6430"/>
                    <a:pt x="179" y="6454"/>
                  </a:cubicBezTo>
                  <a:lnTo>
                    <a:pt x="12002" y="287"/>
                  </a:lnTo>
                  <a:cubicBezTo>
                    <a:pt x="11943" y="191"/>
                    <a:pt x="11895" y="108"/>
                    <a:pt x="1187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3" name="Google Shape;3273;p23"/>
            <p:cNvSpPr/>
            <p:nvPr/>
          </p:nvSpPr>
          <p:spPr>
            <a:xfrm>
              <a:off x="6187075" y="3708325"/>
              <a:ext cx="191425" cy="58075"/>
            </a:xfrm>
            <a:custGeom>
              <a:rect b="b" l="l" r="r" t="t"/>
              <a:pathLst>
                <a:path extrusionOk="0" h="2323" w="7657">
                  <a:moveTo>
                    <a:pt x="7561" y="0"/>
                  </a:moveTo>
                  <a:lnTo>
                    <a:pt x="0" y="2013"/>
                  </a:lnTo>
                  <a:cubicBezTo>
                    <a:pt x="36" y="2084"/>
                    <a:pt x="60" y="2167"/>
                    <a:pt x="60" y="2275"/>
                  </a:cubicBezTo>
                  <a:cubicBezTo>
                    <a:pt x="48" y="2286"/>
                    <a:pt x="48" y="2310"/>
                    <a:pt x="48" y="2322"/>
                  </a:cubicBezTo>
                  <a:lnTo>
                    <a:pt x="7656" y="298"/>
                  </a:lnTo>
                  <a:cubicBezTo>
                    <a:pt x="7608" y="203"/>
                    <a:pt x="7561" y="108"/>
                    <a:pt x="756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4" name="Google Shape;3274;p23"/>
            <p:cNvSpPr/>
            <p:nvPr/>
          </p:nvSpPr>
          <p:spPr>
            <a:xfrm>
              <a:off x="5970675" y="3494300"/>
              <a:ext cx="107775" cy="154525"/>
            </a:xfrm>
            <a:custGeom>
              <a:rect b="b" l="l" r="r" t="t"/>
              <a:pathLst>
                <a:path extrusionOk="0" h="6181" w="4311">
                  <a:moveTo>
                    <a:pt x="0" y="1"/>
                  </a:moveTo>
                  <a:lnTo>
                    <a:pt x="0" y="537"/>
                  </a:lnTo>
                  <a:lnTo>
                    <a:pt x="4072" y="6180"/>
                  </a:lnTo>
                  <a:cubicBezTo>
                    <a:pt x="4120" y="6109"/>
                    <a:pt x="4191" y="6025"/>
                    <a:pt x="4287" y="5990"/>
                  </a:cubicBezTo>
                  <a:cubicBezTo>
                    <a:pt x="4299" y="5990"/>
                    <a:pt x="4299" y="5966"/>
                    <a:pt x="4311" y="5966"/>
                  </a:cubicBez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5" name="Google Shape;3275;p23"/>
            <p:cNvSpPr/>
            <p:nvPr/>
          </p:nvSpPr>
          <p:spPr>
            <a:xfrm>
              <a:off x="5970675" y="3658025"/>
              <a:ext cx="102725" cy="61925"/>
            </a:xfrm>
            <a:custGeom>
              <a:rect b="b" l="l" r="r" t="t"/>
              <a:pathLst>
                <a:path extrusionOk="0" h="2477" w="4109">
                  <a:moveTo>
                    <a:pt x="3989" y="0"/>
                  </a:moveTo>
                  <a:lnTo>
                    <a:pt x="0" y="2120"/>
                  </a:lnTo>
                  <a:lnTo>
                    <a:pt x="0" y="2477"/>
                  </a:lnTo>
                  <a:lnTo>
                    <a:pt x="4108" y="286"/>
                  </a:lnTo>
                  <a:cubicBezTo>
                    <a:pt x="4096" y="250"/>
                    <a:pt x="4061" y="227"/>
                    <a:pt x="4049" y="191"/>
                  </a:cubicBezTo>
                  <a:cubicBezTo>
                    <a:pt x="4001" y="131"/>
                    <a:pt x="3989" y="72"/>
                    <a:pt x="398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6" name="Google Shape;3276;p23"/>
            <p:cNvSpPr/>
            <p:nvPr/>
          </p:nvSpPr>
          <p:spPr>
            <a:xfrm>
              <a:off x="6172775" y="3780950"/>
              <a:ext cx="177425" cy="231600"/>
            </a:xfrm>
            <a:custGeom>
              <a:rect b="b" l="l" r="r" t="t"/>
              <a:pathLst>
                <a:path extrusionOk="0" h="9264" w="7097">
                  <a:moveTo>
                    <a:pt x="310" y="1"/>
                  </a:moveTo>
                  <a:cubicBezTo>
                    <a:pt x="215" y="60"/>
                    <a:pt x="120" y="96"/>
                    <a:pt x="1" y="120"/>
                  </a:cubicBezTo>
                  <a:lnTo>
                    <a:pt x="6585" y="8966"/>
                  </a:lnTo>
                  <a:lnTo>
                    <a:pt x="7085" y="9264"/>
                  </a:lnTo>
                  <a:lnTo>
                    <a:pt x="7097" y="9121"/>
                  </a:lnTo>
                  <a:lnTo>
                    <a:pt x="31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7" name="Google Shape;3277;p23"/>
            <p:cNvSpPr/>
            <p:nvPr/>
          </p:nvSpPr>
          <p:spPr>
            <a:xfrm>
              <a:off x="6354950" y="4022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8" name="Google Shape;3278;p23"/>
            <p:cNvSpPr/>
            <p:nvPr/>
          </p:nvSpPr>
          <p:spPr>
            <a:xfrm>
              <a:off x="6356150" y="4020850"/>
              <a:ext cx="25" cy="325"/>
            </a:xfrm>
            <a:custGeom>
              <a:rect b="b" l="l" r="r" t="t"/>
              <a:pathLst>
                <a:path extrusionOk="0" h="13" w="1">
                  <a:moveTo>
                    <a:pt x="0" y="13"/>
                  </a:moveTo>
                  <a:cubicBezTo>
                    <a:pt x="0" y="1"/>
                    <a:pt x="0" y="1"/>
                    <a:pt x="0" y="13"/>
                  </a:cubicBezTo>
                  <a:cubicBezTo>
                    <a:pt x="0" y="1"/>
                    <a:pt x="0" y="1"/>
                    <a:pt x="0" y="13"/>
                  </a:cubicBezTo>
                  <a:cubicBezTo>
                    <a:pt x="0" y="1"/>
                    <a:pt x="0" y="13"/>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9" name="Google Shape;3279;p23"/>
            <p:cNvSpPr/>
            <p:nvPr/>
          </p:nvSpPr>
          <p:spPr>
            <a:xfrm>
              <a:off x="6088250" y="3665750"/>
              <a:ext cx="70275" cy="92900"/>
            </a:xfrm>
            <a:custGeom>
              <a:rect b="b" l="l" r="r" t="t"/>
              <a:pathLst>
                <a:path extrusionOk="0" h="3716" w="2811">
                  <a:moveTo>
                    <a:pt x="250" y="1"/>
                  </a:moveTo>
                  <a:cubicBezTo>
                    <a:pt x="203" y="48"/>
                    <a:pt x="167" y="96"/>
                    <a:pt x="96" y="120"/>
                  </a:cubicBezTo>
                  <a:cubicBezTo>
                    <a:pt x="72" y="156"/>
                    <a:pt x="48" y="168"/>
                    <a:pt x="0" y="179"/>
                  </a:cubicBezTo>
                  <a:lnTo>
                    <a:pt x="2620" y="3716"/>
                  </a:lnTo>
                  <a:cubicBezTo>
                    <a:pt x="2656" y="3608"/>
                    <a:pt x="2739" y="3513"/>
                    <a:pt x="2810" y="3442"/>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0" name="Google Shape;3280;p23"/>
            <p:cNvSpPr/>
            <p:nvPr/>
          </p:nvSpPr>
          <p:spPr>
            <a:xfrm>
              <a:off x="6356425" y="4019675"/>
              <a:ext cx="25" cy="25"/>
            </a:xfrm>
            <a:custGeom>
              <a:rect b="b" l="l" r="r" t="t"/>
              <a:pathLst>
                <a:path extrusionOk="0" h="1" w="1">
                  <a:moveTo>
                    <a:pt x="1" y="0"/>
                  </a:move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1" name="Google Shape;3281;p23"/>
            <p:cNvSpPr/>
            <p:nvPr/>
          </p:nvSpPr>
          <p:spPr>
            <a:xfrm>
              <a:off x="6355850" y="4021150"/>
              <a:ext cx="325" cy="325"/>
            </a:xfrm>
            <a:custGeom>
              <a:rect b="b" l="l" r="r" t="t"/>
              <a:pathLst>
                <a:path extrusionOk="0" h="13" w="13">
                  <a:moveTo>
                    <a:pt x="0" y="13"/>
                  </a:moveTo>
                  <a:cubicBezTo>
                    <a:pt x="0" y="13"/>
                    <a:pt x="0" y="1"/>
                    <a:pt x="0" y="13"/>
                  </a:cubicBezTo>
                  <a:cubicBezTo>
                    <a:pt x="12" y="1"/>
                    <a:pt x="12" y="1"/>
                    <a:pt x="0" y="13"/>
                  </a:cubicBezTo>
                  <a:cubicBezTo>
                    <a:pt x="0" y="1"/>
                    <a:pt x="0" y="13"/>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2" name="Google Shape;3282;p23"/>
            <p:cNvSpPr/>
            <p:nvPr/>
          </p:nvSpPr>
          <p:spPr>
            <a:xfrm>
              <a:off x="6349900" y="3725000"/>
              <a:ext cx="47650" cy="294700"/>
            </a:xfrm>
            <a:custGeom>
              <a:rect b="b" l="l" r="r" t="t"/>
              <a:pathLst>
                <a:path extrusionOk="0" h="11788" w="1906">
                  <a:moveTo>
                    <a:pt x="1572" y="0"/>
                  </a:moveTo>
                  <a:lnTo>
                    <a:pt x="12" y="11359"/>
                  </a:lnTo>
                  <a:lnTo>
                    <a:pt x="0" y="11502"/>
                  </a:lnTo>
                  <a:lnTo>
                    <a:pt x="202" y="11621"/>
                  </a:lnTo>
                  <a:cubicBezTo>
                    <a:pt x="214" y="11621"/>
                    <a:pt x="214" y="11644"/>
                    <a:pt x="238" y="11656"/>
                  </a:cubicBezTo>
                  <a:lnTo>
                    <a:pt x="238" y="11668"/>
                  </a:lnTo>
                  <a:lnTo>
                    <a:pt x="250" y="11680"/>
                  </a:lnTo>
                  <a:cubicBezTo>
                    <a:pt x="250" y="11680"/>
                    <a:pt x="250" y="11704"/>
                    <a:pt x="262" y="11704"/>
                  </a:cubicBezTo>
                  <a:cubicBezTo>
                    <a:pt x="274" y="11716"/>
                    <a:pt x="274" y="11728"/>
                    <a:pt x="274" y="11740"/>
                  </a:cubicBezTo>
                  <a:lnTo>
                    <a:pt x="274" y="11764"/>
                  </a:lnTo>
                  <a:lnTo>
                    <a:pt x="274" y="11787"/>
                  </a:lnTo>
                  <a:lnTo>
                    <a:pt x="1905" y="48"/>
                  </a:lnTo>
                  <a:lnTo>
                    <a:pt x="1869" y="48"/>
                  </a:lnTo>
                  <a:cubicBezTo>
                    <a:pt x="1762" y="48"/>
                    <a:pt x="1667" y="36"/>
                    <a:pt x="157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3" name="Google Shape;3283;p23"/>
            <p:cNvSpPr/>
            <p:nvPr/>
          </p:nvSpPr>
          <p:spPr>
            <a:xfrm>
              <a:off x="6354950" y="4022050"/>
              <a:ext cx="325" cy="25"/>
            </a:xfrm>
            <a:custGeom>
              <a:rect b="b" l="l" r="r" t="t"/>
              <a:pathLst>
                <a:path extrusionOk="0" h="1" w="13">
                  <a:moveTo>
                    <a:pt x="0" y="1"/>
                  </a:moveTo>
                  <a:cubicBezTo>
                    <a:pt x="12" y="1"/>
                    <a:pt x="12" y="1"/>
                    <a:pt x="0" y="1"/>
                  </a:cubicBezTo>
                  <a:cubicBezTo>
                    <a:pt x="12" y="1"/>
                    <a:pt x="12" y="1"/>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4" name="Google Shape;3284;p23"/>
            <p:cNvSpPr/>
            <p:nvPr/>
          </p:nvSpPr>
          <p:spPr>
            <a:xfrm>
              <a:off x="6356150" y="4020850"/>
              <a:ext cx="25" cy="325"/>
            </a:xfrm>
            <a:custGeom>
              <a:rect b="b" l="l" r="r" t="t"/>
              <a:pathLst>
                <a:path extrusionOk="0" h="13" w="1">
                  <a:moveTo>
                    <a:pt x="0" y="13"/>
                  </a:moveTo>
                  <a:lnTo>
                    <a:pt x="0" y="13"/>
                  </a:lnTo>
                  <a:lnTo>
                    <a:pt x="0" y="13"/>
                  </a:lnTo>
                  <a:cubicBezTo>
                    <a:pt x="0" y="13"/>
                    <a:pt x="0" y="1"/>
                    <a:pt x="0" y="13"/>
                  </a:cubicBezTo>
                  <a:cubicBezTo>
                    <a:pt x="0" y="1"/>
                    <a:pt x="0" y="13"/>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5" name="Google Shape;3285;p23"/>
            <p:cNvSpPr/>
            <p:nvPr/>
          </p:nvSpPr>
          <p:spPr>
            <a:xfrm>
              <a:off x="6355850" y="4016400"/>
              <a:ext cx="325" cy="325"/>
            </a:xfrm>
            <a:custGeom>
              <a:rect b="b" l="l" r="r" t="t"/>
              <a:pathLst>
                <a:path extrusionOk="0" h="13" w="13">
                  <a:moveTo>
                    <a:pt x="0" y="0"/>
                  </a:moveTo>
                  <a:lnTo>
                    <a:pt x="12" y="12"/>
                  </a:lnTo>
                  <a:cubicBezTo>
                    <a:pt x="12" y="12"/>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6" name="Google Shape;3286;p23"/>
            <p:cNvSpPr/>
            <p:nvPr/>
          </p:nvSpPr>
          <p:spPr>
            <a:xfrm>
              <a:off x="6155225" y="4019075"/>
              <a:ext cx="199750" cy="125625"/>
            </a:xfrm>
            <a:custGeom>
              <a:rect b="b" l="l" r="r" t="t"/>
              <a:pathLst>
                <a:path extrusionOk="0" h="5025" w="7990">
                  <a:moveTo>
                    <a:pt x="7620" y="1"/>
                  </a:moveTo>
                  <a:lnTo>
                    <a:pt x="0" y="5025"/>
                  </a:lnTo>
                  <a:lnTo>
                    <a:pt x="560" y="5025"/>
                  </a:lnTo>
                  <a:lnTo>
                    <a:pt x="7989" y="132"/>
                  </a:lnTo>
                  <a:lnTo>
                    <a:pt x="7989" y="132"/>
                  </a:lnTo>
                  <a:cubicBezTo>
                    <a:pt x="7966" y="143"/>
                    <a:pt x="7936" y="149"/>
                    <a:pt x="7906" y="149"/>
                  </a:cubicBezTo>
                  <a:cubicBezTo>
                    <a:pt x="7876" y="149"/>
                    <a:pt x="7847" y="143"/>
                    <a:pt x="7823" y="132"/>
                  </a:cubicBezTo>
                  <a:lnTo>
                    <a:pt x="76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7" name="Google Shape;3287;p23"/>
            <p:cNvSpPr/>
            <p:nvPr/>
          </p:nvSpPr>
          <p:spPr>
            <a:xfrm>
              <a:off x="6356150" y="4021150"/>
              <a:ext cx="25" cy="25"/>
            </a:xfrm>
            <a:custGeom>
              <a:rect b="b" l="l" r="r" t="t"/>
              <a:pathLst>
                <a:path extrusionOk="0" h="1" w="1">
                  <a:moveTo>
                    <a:pt x="0" y="1"/>
                  </a:moveTo>
                  <a:lnTo>
                    <a:pt x="0" y="1"/>
                  </a:ln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8" name="Google Shape;3288;p23"/>
            <p:cNvSpPr/>
            <p:nvPr/>
          </p:nvSpPr>
          <p:spPr>
            <a:xfrm>
              <a:off x="6356425" y="4019675"/>
              <a:ext cx="25" cy="25"/>
            </a:xfrm>
            <a:custGeom>
              <a:rect b="b" l="l" r="r" t="t"/>
              <a:pathLst>
                <a:path extrusionOk="0" h="1" w="1">
                  <a:moveTo>
                    <a:pt x="1" y="0"/>
                  </a:moveTo>
                  <a:lnTo>
                    <a:pt x="1" y="0"/>
                  </a:lnTo>
                  <a:lnTo>
                    <a:pt x="1" y="0"/>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9" name="Google Shape;3289;p23"/>
            <p:cNvSpPr/>
            <p:nvPr/>
          </p:nvSpPr>
          <p:spPr>
            <a:xfrm>
              <a:off x="6356150" y="4017000"/>
              <a:ext cx="25" cy="25"/>
            </a:xfrm>
            <a:custGeom>
              <a:rect b="b" l="l" r="r" t="t"/>
              <a:pathLst>
                <a:path extrusionOk="0" h="1" w="1">
                  <a:moveTo>
                    <a:pt x="0"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0" name="Google Shape;3290;p23"/>
            <p:cNvSpPr/>
            <p:nvPr/>
          </p:nvSpPr>
          <p:spPr>
            <a:xfrm>
              <a:off x="5970975" y="3781850"/>
              <a:ext cx="385775" cy="240975"/>
            </a:xfrm>
            <a:custGeom>
              <a:rect b="b" l="l" r="r" t="t"/>
              <a:pathLst>
                <a:path extrusionOk="0" h="9639" w="15431">
                  <a:moveTo>
                    <a:pt x="0" y="0"/>
                  </a:moveTo>
                  <a:lnTo>
                    <a:pt x="0" y="381"/>
                  </a:lnTo>
                  <a:lnTo>
                    <a:pt x="15002" y="9490"/>
                  </a:lnTo>
                  <a:lnTo>
                    <a:pt x="15217" y="9621"/>
                  </a:lnTo>
                  <a:cubicBezTo>
                    <a:pt x="15246" y="9632"/>
                    <a:pt x="15276" y="9638"/>
                    <a:pt x="15303" y="9638"/>
                  </a:cubicBezTo>
                  <a:cubicBezTo>
                    <a:pt x="15330" y="9638"/>
                    <a:pt x="15353" y="9632"/>
                    <a:pt x="15371" y="9621"/>
                  </a:cubicBezTo>
                  <a:lnTo>
                    <a:pt x="15395" y="9609"/>
                  </a:lnTo>
                  <a:lnTo>
                    <a:pt x="15407" y="9585"/>
                  </a:lnTo>
                  <a:cubicBezTo>
                    <a:pt x="15407" y="9585"/>
                    <a:pt x="15407" y="9573"/>
                    <a:pt x="15419" y="9573"/>
                  </a:cubicBezTo>
                  <a:cubicBezTo>
                    <a:pt x="15419" y="9561"/>
                    <a:pt x="15431" y="9537"/>
                    <a:pt x="15431" y="9537"/>
                  </a:cubicBezTo>
                  <a:lnTo>
                    <a:pt x="15431" y="9525"/>
                  </a:lnTo>
                  <a:lnTo>
                    <a:pt x="15431" y="9466"/>
                  </a:lnTo>
                  <a:cubicBezTo>
                    <a:pt x="15431" y="9442"/>
                    <a:pt x="15419" y="9430"/>
                    <a:pt x="15419" y="9406"/>
                  </a:cubicBezTo>
                  <a:cubicBezTo>
                    <a:pt x="15419" y="9394"/>
                    <a:pt x="15407" y="9394"/>
                    <a:pt x="15407" y="9382"/>
                  </a:cubicBezTo>
                  <a:lnTo>
                    <a:pt x="15407" y="9370"/>
                  </a:lnTo>
                  <a:lnTo>
                    <a:pt x="15371" y="9335"/>
                  </a:lnTo>
                  <a:lnTo>
                    <a:pt x="15169" y="9216"/>
                  </a:lnTo>
                  <a:lnTo>
                    <a:pt x="14681" y="8918"/>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1" name="Google Shape;3291;p23"/>
            <p:cNvSpPr/>
            <p:nvPr/>
          </p:nvSpPr>
          <p:spPr>
            <a:xfrm>
              <a:off x="6535325" y="3221950"/>
              <a:ext cx="50625" cy="50675"/>
            </a:xfrm>
            <a:custGeom>
              <a:rect b="b" l="l" r="r" t="t"/>
              <a:pathLst>
                <a:path extrusionOk="0" h="2027" w="2025">
                  <a:moveTo>
                    <a:pt x="1001" y="1"/>
                  </a:moveTo>
                  <a:cubicBezTo>
                    <a:pt x="441" y="36"/>
                    <a:pt x="1" y="489"/>
                    <a:pt x="36" y="1048"/>
                  </a:cubicBezTo>
                  <a:cubicBezTo>
                    <a:pt x="36" y="1144"/>
                    <a:pt x="60" y="1251"/>
                    <a:pt x="96" y="1358"/>
                  </a:cubicBezTo>
                  <a:cubicBezTo>
                    <a:pt x="120" y="1465"/>
                    <a:pt x="179" y="1548"/>
                    <a:pt x="239" y="1620"/>
                  </a:cubicBezTo>
                  <a:cubicBezTo>
                    <a:pt x="334" y="1727"/>
                    <a:pt x="405" y="1799"/>
                    <a:pt x="501" y="1858"/>
                  </a:cubicBezTo>
                  <a:cubicBezTo>
                    <a:pt x="642" y="1967"/>
                    <a:pt x="834" y="2026"/>
                    <a:pt x="1021" y="2026"/>
                  </a:cubicBezTo>
                  <a:cubicBezTo>
                    <a:pt x="1038" y="2026"/>
                    <a:pt x="1055" y="2026"/>
                    <a:pt x="1072" y="2025"/>
                  </a:cubicBezTo>
                  <a:cubicBezTo>
                    <a:pt x="1584" y="2013"/>
                    <a:pt x="2001" y="1608"/>
                    <a:pt x="2025" y="1096"/>
                  </a:cubicBezTo>
                  <a:lnTo>
                    <a:pt x="2025" y="989"/>
                  </a:lnTo>
                  <a:lnTo>
                    <a:pt x="2025" y="965"/>
                  </a:lnTo>
                  <a:cubicBezTo>
                    <a:pt x="2025" y="858"/>
                    <a:pt x="2001" y="763"/>
                    <a:pt x="1965" y="656"/>
                  </a:cubicBezTo>
                  <a:cubicBezTo>
                    <a:pt x="1894" y="453"/>
                    <a:pt x="1727" y="263"/>
                    <a:pt x="1537" y="155"/>
                  </a:cubicBezTo>
                  <a:cubicBezTo>
                    <a:pt x="1453" y="96"/>
                    <a:pt x="1346" y="60"/>
                    <a:pt x="1239" y="36"/>
                  </a:cubicBezTo>
                  <a:cubicBezTo>
                    <a:pt x="1167" y="13"/>
                    <a:pt x="1072" y="1"/>
                    <a:pt x="100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2" name="Google Shape;3292;p23"/>
            <p:cNvSpPr/>
            <p:nvPr/>
          </p:nvSpPr>
          <p:spPr>
            <a:xfrm>
              <a:off x="6615100" y="3045125"/>
              <a:ext cx="70575" cy="71475"/>
            </a:xfrm>
            <a:custGeom>
              <a:rect b="b" l="l" r="r" t="t"/>
              <a:pathLst>
                <a:path extrusionOk="0" h="2859" w="2823">
                  <a:moveTo>
                    <a:pt x="1389" y="1"/>
                  </a:moveTo>
                  <a:cubicBezTo>
                    <a:pt x="1375" y="1"/>
                    <a:pt x="1360" y="1"/>
                    <a:pt x="1346" y="1"/>
                  </a:cubicBezTo>
                  <a:cubicBezTo>
                    <a:pt x="989" y="25"/>
                    <a:pt x="667" y="168"/>
                    <a:pt x="429" y="406"/>
                  </a:cubicBezTo>
                  <a:cubicBezTo>
                    <a:pt x="358" y="478"/>
                    <a:pt x="274" y="561"/>
                    <a:pt x="215" y="644"/>
                  </a:cubicBezTo>
                  <a:cubicBezTo>
                    <a:pt x="120" y="859"/>
                    <a:pt x="24" y="1061"/>
                    <a:pt x="12" y="1299"/>
                  </a:cubicBezTo>
                  <a:cubicBezTo>
                    <a:pt x="12" y="1359"/>
                    <a:pt x="1" y="1430"/>
                    <a:pt x="1" y="1513"/>
                  </a:cubicBezTo>
                  <a:cubicBezTo>
                    <a:pt x="1" y="1537"/>
                    <a:pt x="1" y="1585"/>
                    <a:pt x="12" y="1609"/>
                  </a:cubicBezTo>
                  <a:cubicBezTo>
                    <a:pt x="72" y="2121"/>
                    <a:pt x="382" y="2537"/>
                    <a:pt x="822" y="2728"/>
                  </a:cubicBezTo>
                  <a:cubicBezTo>
                    <a:pt x="917" y="2776"/>
                    <a:pt x="1013" y="2799"/>
                    <a:pt x="1132" y="2835"/>
                  </a:cubicBezTo>
                  <a:cubicBezTo>
                    <a:pt x="1251" y="2859"/>
                    <a:pt x="1358" y="2859"/>
                    <a:pt x="1477" y="2859"/>
                  </a:cubicBezTo>
                  <a:cubicBezTo>
                    <a:pt x="2048" y="2835"/>
                    <a:pt x="2548" y="2466"/>
                    <a:pt x="2739" y="1942"/>
                  </a:cubicBezTo>
                  <a:cubicBezTo>
                    <a:pt x="2763" y="1835"/>
                    <a:pt x="2798" y="1752"/>
                    <a:pt x="2810" y="1633"/>
                  </a:cubicBezTo>
                  <a:cubicBezTo>
                    <a:pt x="2822" y="1537"/>
                    <a:pt x="2822" y="1466"/>
                    <a:pt x="2822" y="1371"/>
                  </a:cubicBezTo>
                  <a:cubicBezTo>
                    <a:pt x="2799" y="611"/>
                    <a:pt x="2145" y="1"/>
                    <a:pt x="138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3" name="Google Shape;3293;p23"/>
            <p:cNvSpPr/>
            <p:nvPr/>
          </p:nvSpPr>
          <p:spPr>
            <a:xfrm>
              <a:off x="5970675" y="2098000"/>
              <a:ext cx="13425" cy="55400"/>
            </a:xfrm>
            <a:custGeom>
              <a:rect b="b" l="l" r="r" t="t"/>
              <a:pathLst>
                <a:path extrusionOk="0" h="2216" w="537">
                  <a:moveTo>
                    <a:pt x="0" y="1"/>
                  </a:moveTo>
                  <a:lnTo>
                    <a:pt x="0" y="2215"/>
                  </a:lnTo>
                  <a:cubicBezTo>
                    <a:pt x="60" y="2168"/>
                    <a:pt x="120" y="2108"/>
                    <a:pt x="179" y="2049"/>
                  </a:cubicBezTo>
                  <a:cubicBezTo>
                    <a:pt x="251" y="1977"/>
                    <a:pt x="310" y="1882"/>
                    <a:pt x="358" y="1799"/>
                  </a:cubicBezTo>
                  <a:cubicBezTo>
                    <a:pt x="477" y="1596"/>
                    <a:pt x="536" y="1334"/>
                    <a:pt x="536" y="1072"/>
                  </a:cubicBezTo>
                  <a:cubicBezTo>
                    <a:pt x="536" y="953"/>
                    <a:pt x="524" y="846"/>
                    <a:pt x="489" y="763"/>
                  </a:cubicBezTo>
                  <a:cubicBezTo>
                    <a:pt x="417" y="465"/>
                    <a:pt x="239" y="191"/>
                    <a:pt x="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4" name="Google Shape;3294;p23"/>
            <p:cNvSpPr/>
            <p:nvPr/>
          </p:nvSpPr>
          <p:spPr>
            <a:xfrm>
              <a:off x="6103125" y="1404475"/>
              <a:ext cx="36950" cy="36050"/>
            </a:xfrm>
            <a:custGeom>
              <a:rect b="b" l="l" r="r" t="t"/>
              <a:pathLst>
                <a:path extrusionOk="0" h="1442" w="1478">
                  <a:moveTo>
                    <a:pt x="715" y="0"/>
                  </a:moveTo>
                  <a:cubicBezTo>
                    <a:pt x="644" y="0"/>
                    <a:pt x="572" y="12"/>
                    <a:pt x="525" y="24"/>
                  </a:cubicBezTo>
                  <a:cubicBezTo>
                    <a:pt x="227" y="131"/>
                    <a:pt x="1" y="417"/>
                    <a:pt x="13" y="738"/>
                  </a:cubicBezTo>
                  <a:cubicBezTo>
                    <a:pt x="13" y="786"/>
                    <a:pt x="25" y="834"/>
                    <a:pt x="25" y="881"/>
                  </a:cubicBezTo>
                  <a:cubicBezTo>
                    <a:pt x="60" y="977"/>
                    <a:pt x="96" y="1084"/>
                    <a:pt x="167" y="1155"/>
                  </a:cubicBezTo>
                  <a:cubicBezTo>
                    <a:pt x="292" y="1326"/>
                    <a:pt x="504" y="1442"/>
                    <a:pt x="740" y="1442"/>
                  </a:cubicBezTo>
                  <a:cubicBezTo>
                    <a:pt x="752" y="1442"/>
                    <a:pt x="763" y="1441"/>
                    <a:pt x="775" y="1441"/>
                  </a:cubicBezTo>
                  <a:cubicBezTo>
                    <a:pt x="989" y="1429"/>
                    <a:pt x="1191" y="1322"/>
                    <a:pt x="1322" y="1155"/>
                  </a:cubicBezTo>
                  <a:cubicBezTo>
                    <a:pt x="1382" y="1072"/>
                    <a:pt x="1441" y="977"/>
                    <a:pt x="1453" y="881"/>
                  </a:cubicBezTo>
                  <a:cubicBezTo>
                    <a:pt x="1477" y="846"/>
                    <a:pt x="1477" y="786"/>
                    <a:pt x="1477" y="715"/>
                  </a:cubicBezTo>
                  <a:cubicBezTo>
                    <a:pt x="1453" y="357"/>
                    <a:pt x="1191" y="72"/>
                    <a:pt x="846" y="12"/>
                  </a:cubicBezTo>
                  <a:cubicBezTo>
                    <a:pt x="798" y="12"/>
                    <a:pt x="763" y="0"/>
                    <a:pt x="71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5" name="Google Shape;3295;p23"/>
            <p:cNvSpPr/>
            <p:nvPr/>
          </p:nvSpPr>
          <p:spPr>
            <a:xfrm>
              <a:off x="6109075" y="1694975"/>
              <a:ext cx="37250" cy="36950"/>
            </a:xfrm>
            <a:custGeom>
              <a:rect b="b" l="l" r="r" t="t"/>
              <a:pathLst>
                <a:path extrusionOk="0" h="1478" w="1490">
                  <a:moveTo>
                    <a:pt x="703" y="1"/>
                  </a:moveTo>
                  <a:cubicBezTo>
                    <a:pt x="310" y="13"/>
                    <a:pt x="1" y="346"/>
                    <a:pt x="1" y="751"/>
                  </a:cubicBezTo>
                  <a:lnTo>
                    <a:pt x="1" y="763"/>
                  </a:lnTo>
                  <a:cubicBezTo>
                    <a:pt x="1" y="870"/>
                    <a:pt x="25" y="965"/>
                    <a:pt x="72" y="1060"/>
                  </a:cubicBezTo>
                  <a:cubicBezTo>
                    <a:pt x="132" y="1168"/>
                    <a:pt x="203" y="1263"/>
                    <a:pt x="310" y="1346"/>
                  </a:cubicBezTo>
                  <a:cubicBezTo>
                    <a:pt x="394" y="1406"/>
                    <a:pt x="489" y="1441"/>
                    <a:pt x="608" y="1465"/>
                  </a:cubicBezTo>
                  <a:cubicBezTo>
                    <a:pt x="668" y="1477"/>
                    <a:pt x="715" y="1477"/>
                    <a:pt x="775" y="1477"/>
                  </a:cubicBezTo>
                  <a:cubicBezTo>
                    <a:pt x="1180" y="1465"/>
                    <a:pt x="1489" y="1120"/>
                    <a:pt x="1477" y="715"/>
                  </a:cubicBezTo>
                  <a:lnTo>
                    <a:pt x="1477" y="703"/>
                  </a:lnTo>
                  <a:cubicBezTo>
                    <a:pt x="1477" y="596"/>
                    <a:pt x="1442" y="489"/>
                    <a:pt x="1382" y="406"/>
                  </a:cubicBezTo>
                  <a:cubicBezTo>
                    <a:pt x="1334" y="310"/>
                    <a:pt x="1275" y="239"/>
                    <a:pt x="1192" y="179"/>
                  </a:cubicBezTo>
                  <a:cubicBezTo>
                    <a:pt x="1120" y="120"/>
                    <a:pt x="1013" y="60"/>
                    <a:pt x="906" y="36"/>
                  </a:cubicBezTo>
                  <a:cubicBezTo>
                    <a:pt x="846" y="13"/>
                    <a:pt x="775" y="1"/>
                    <a:pt x="70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6" name="Google Shape;3296;p23"/>
            <p:cNvSpPr/>
            <p:nvPr/>
          </p:nvSpPr>
          <p:spPr>
            <a:xfrm>
              <a:off x="6425200" y="2059300"/>
              <a:ext cx="25925" cy="25325"/>
            </a:xfrm>
            <a:custGeom>
              <a:rect b="b" l="l" r="r" t="t"/>
              <a:pathLst>
                <a:path extrusionOk="0" h="1013" w="1037">
                  <a:moveTo>
                    <a:pt x="522" y="0"/>
                  </a:moveTo>
                  <a:cubicBezTo>
                    <a:pt x="515" y="0"/>
                    <a:pt x="508" y="1"/>
                    <a:pt x="500" y="1"/>
                  </a:cubicBezTo>
                  <a:cubicBezTo>
                    <a:pt x="238" y="1"/>
                    <a:pt x="48" y="191"/>
                    <a:pt x="0" y="430"/>
                  </a:cubicBezTo>
                  <a:lnTo>
                    <a:pt x="0" y="525"/>
                  </a:lnTo>
                  <a:cubicBezTo>
                    <a:pt x="0" y="608"/>
                    <a:pt x="36" y="680"/>
                    <a:pt x="60" y="739"/>
                  </a:cubicBezTo>
                  <a:cubicBezTo>
                    <a:pt x="155" y="906"/>
                    <a:pt x="334" y="1013"/>
                    <a:pt x="524" y="1013"/>
                  </a:cubicBezTo>
                  <a:cubicBezTo>
                    <a:pt x="810" y="1013"/>
                    <a:pt x="1036" y="775"/>
                    <a:pt x="1012" y="489"/>
                  </a:cubicBezTo>
                  <a:cubicBezTo>
                    <a:pt x="1012" y="211"/>
                    <a:pt x="787" y="0"/>
                    <a:pt x="52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7" name="Google Shape;3297;p23"/>
            <p:cNvSpPr/>
            <p:nvPr/>
          </p:nvSpPr>
          <p:spPr>
            <a:xfrm>
              <a:off x="6057300" y="3078375"/>
              <a:ext cx="35725" cy="35300"/>
            </a:xfrm>
            <a:custGeom>
              <a:rect b="b" l="l" r="r" t="t"/>
              <a:pathLst>
                <a:path extrusionOk="0" h="1412" w="1429">
                  <a:moveTo>
                    <a:pt x="759" y="1"/>
                  </a:moveTo>
                  <a:cubicBezTo>
                    <a:pt x="737" y="1"/>
                    <a:pt x="714" y="2"/>
                    <a:pt x="691" y="5"/>
                  </a:cubicBezTo>
                  <a:cubicBezTo>
                    <a:pt x="584" y="5"/>
                    <a:pt x="488" y="29"/>
                    <a:pt x="405" y="76"/>
                  </a:cubicBezTo>
                  <a:cubicBezTo>
                    <a:pt x="310" y="124"/>
                    <a:pt x="226" y="195"/>
                    <a:pt x="167" y="267"/>
                  </a:cubicBezTo>
                  <a:cubicBezTo>
                    <a:pt x="60" y="398"/>
                    <a:pt x="0" y="553"/>
                    <a:pt x="12" y="731"/>
                  </a:cubicBezTo>
                  <a:cubicBezTo>
                    <a:pt x="12" y="1099"/>
                    <a:pt x="334" y="1411"/>
                    <a:pt x="709" y="1411"/>
                  </a:cubicBezTo>
                  <a:cubicBezTo>
                    <a:pt x="723" y="1411"/>
                    <a:pt x="737" y="1411"/>
                    <a:pt x="750" y="1410"/>
                  </a:cubicBezTo>
                  <a:cubicBezTo>
                    <a:pt x="988" y="1410"/>
                    <a:pt x="1179" y="1291"/>
                    <a:pt x="1310" y="1112"/>
                  </a:cubicBezTo>
                  <a:cubicBezTo>
                    <a:pt x="1369" y="1029"/>
                    <a:pt x="1417" y="922"/>
                    <a:pt x="1429" y="814"/>
                  </a:cubicBezTo>
                  <a:lnTo>
                    <a:pt x="1429" y="684"/>
                  </a:lnTo>
                  <a:cubicBezTo>
                    <a:pt x="1429" y="612"/>
                    <a:pt x="1417" y="541"/>
                    <a:pt x="1381" y="457"/>
                  </a:cubicBezTo>
                  <a:cubicBezTo>
                    <a:pt x="1358" y="350"/>
                    <a:pt x="1298" y="267"/>
                    <a:pt x="1203" y="195"/>
                  </a:cubicBezTo>
                  <a:cubicBezTo>
                    <a:pt x="1087" y="79"/>
                    <a:pt x="934" y="1"/>
                    <a:pt x="75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8" name="Google Shape;3298;p23"/>
            <p:cNvSpPr/>
            <p:nvPr/>
          </p:nvSpPr>
          <p:spPr>
            <a:xfrm>
              <a:off x="6380550" y="2852850"/>
              <a:ext cx="35750" cy="35750"/>
            </a:xfrm>
            <a:custGeom>
              <a:rect b="b" l="l" r="r" t="t"/>
              <a:pathLst>
                <a:path extrusionOk="0" h="1430" w="1430">
                  <a:moveTo>
                    <a:pt x="620" y="1"/>
                  </a:moveTo>
                  <a:cubicBezTo>
                    <a:pt x="512" y="13"/>
                    <a:pt x="417" y="49"/>
                    <a:pt x="346" y="108"/>
                  </a:cubicBezTo>
                  <a:cubicBezTo>
                    <a:pt x="262" y="168"/>
                    <a:pt x="179" y="239"/>
                    <a:pt x="119" y="334"/>
                  </a:cubicBezTo>
                  <a:cubicBezTo>
                    <a:pt x="48" y="453"/>
                    <a:pt x="0" y="584"/>
                    <a:pt x="0" y="727"/>
                  </a:cubicBezTo>
                  <a:cubicBezTo>
                    <a:pt x="0" y="834"/>
                    <a:pt x="36" y="930"/>
                    <a:pt x="60" y="1013"/>
                  </a:cubicBezTo>
                  <a:cubicBezTo>
                    <a:pt x="108" y="1108"/>
                    <a:pt x="167" y="1180"/>
                    <a:pt x="239" y="1251"/>
                  </a:cubicBezTo>
                  <a:cubicBezTo>
                    <a:pt x="322" y="1323"/>
                    <a:pt x="417" y="1370"/>
                    <a:pt x="524" y="1406"/>
                  </a:cubicBezTo>
                  <a:cubicBezTo>
                    <a:pt x="596" y="1418"/>
                    <a:pt x="679" y="1430"/>
                    <a:pt x="750" y="1430"/>
                  </a:cubicBezTo>
                  <a:cubicBezTo>
                    <a:pt x="893" y="1430"/>
                    <a:pt x="1036" y="1382"/>
                    <a:pt x="1131" y="1299"/>
                  </a:cubicBezTo>
                  <a:cubicBezTo>
                    <a:pt x="1227" y="1239"/>
                    <a:pt x="1298" y="1144"/>
                    <a:pt x="1346" y="1061"/>
                  </a:cubicBezTo>
                  <a:cubicBezTo>
                    <a:pt x="1405" y="953"/>
                    <a:pt x="1429" y="822"/>
                    <a:pt x="1429" y="703"/>
                  </a:cubicBezTo>
                  <a:cubicBezTo>
                    <a:pt x="1429" y="394"/>
                    <a:pt x="1227" y="132"/>
                    <a:pt x="941" y="49"/>
                  </a:cubicBezTo>
                  <a:cubicBezTo>
                    <a:pt x="870" y="13"/>
                    <a:pt x="798" y="13"/>
                    <a:pt x="703" y="13"/>
                  </a:cubicBezTo>
                  <a:cubicBezTo>
                    <a:pt x="655" y="1"/>
                    <a:pt x="631" y="1"/>
                    <a:pt x="6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9" name="Google Shape;3299;p23"/>
            <p:cNvSpPr/>
            <p:nvPr/>
          </p:nvSpPr>
          <p:spPr>
            <a:xfrm>
              <a:off x="6112050" y="2933525"/>
              <a:ext cx="25625" cy="25350"/>
            </a:xfrm>
            <a:custGeom>
              <a:rect b="b" l="l" r="r" t="t"/>
              <a:pathLst>
                <a:path extrusionOk="0" h="1014" w="1025">
                  <a:moveTo>
                    <a:pt x="489" y="1"/>
                  </a:moveTo>
                  <a:cubicBezTo>
                    <a:pt x="227" y="24"/>
                    <a:pt x="1" y="262"/>
                    <a:pt x="1" y="524"/>
                  </a:cubicBezTo>
                  <a:cubicBezTo>
                    <a:pt x="1" y="803"/>
                    <a:pt x="227" y="1013"/>
                    <a:pt x="502" y="1013"/>
                  </a:cubicBezTo>
                  <a:cubicBezTo>
                    <a:pt x="510" y="1013"/>
                    <a:pt x="517" y="1013"/>
                    <a:pt x="525" y="1013"/>
                  </a:cubicBezTo>
                  <a:cubicBezTo>
                    <a:pt x="715" y="1013"/>
                    <a:pt x="858" y="905"/>
                    <a:pt x="953" y="751"/>
                  </a:cubicBezTo>
                  <a:cubicBezTo>
                    <a:pt x="1001" y="679"/>
                    <a:pt x="1013" y="584"/>
                    <a:pt x="1013" y="489"/>
                  </a:cubicBezTo>
                  <a:cubicBezTo>
                    <a:pt x="1025" y="477"/>
                    <a:pt x="1025" y="465"/>
                    <a:pt x="1013" y="429"/>
                  </a:cubicBezTo>
                  <a:cubicBezTo>
                    <a:pt x="1001" y="334"/>
                    <a:pt x="953" y="239"/>
                    <a:pt x="894" y="167"/>
                  </a:cubicBezTo>
                  <a:cubicBezTo>
                    <a:pt x="822" y="96"/>
                    <a:pt x="727" y="36"/>
                    <a:pt x="608" y="24"/>
                  </a:cubicBezTo>
                  <a:cubicBezTo>
                    <a:pt x="584" y="24"/>
                    <a:pt x="537" y="1"/>
                    <a:pt x="48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0" name="Google Shape;3300;p23"/>
            <p:cNvSpPr/>
            <p:nvPr/>
          </p:nvSpPr>
          <p:spPr>
            <a:xfrm>
              <a:off x="6306125" y="3104075"/>
              <a:ext cx="25925" cy="25350"/>
            </a:xfrm>
            <a:custGeom>
              <a:rect b="b" l="l" r="r" t="t"/>
              <a:pathLst>
                <a:path extrusionOk="0" h="1014" w="1037">
                  <a:moveTo>
                    <a:pt x="522" y="0"/>
                  </a:moveTo>
                  <a:cubicBezTo>
                    <a:pt x="515" y="0"/>
                    <a:pt x="508" y="0"/>
                    <a:pt x="501" y="1"/>
                  </a:cubicBezTo>
                  <a:cubicBezTo>
                    <a:pt x="215" y="13"/>
                    <a:pt x="1" y="251"/>
                    <a:pt x="1" y="525"/>
                  </a:cubicBezTo>
                  <a:cubicBezTo>
                    <a:pt x="1" y="792"/>
                    <a:pt x="227" y="1013"/>
                    <a:pt x="503" y="1013"/>
                  </a:cubicBezTo>
                  <a:cubicBezTo>
                    <a:pt x="510" y="1013"/>
                    <a:pt x="517" y="1013"/>
                    <a:pt x="525" y="1013"/>
                  </a:cubicBezTo>
                  <a:cubicBezTo>
                    <a:pt x="810" y="1013"/>
                    <a:pt x="1037" y="775"/>
                    <a:pt x="1013" y="489"/>
                  </a:cubicBezTo>
                  <a:cubicBezTo>
                    <a:pt x="1001" y="211"/>
                    <a:pt x="775" y="0"/>
                    <a:pt x="52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1" name="Google Shape;3301;p23"/>
            <p:cNvSpPr/>
            <p:nvPr/>
          </p:nvSpPr>
          <p:spPr>
            <a:xfrm>
              <a:off x="6408525" y="2464700"/>
              <a:ext cx="25325" cy="25350"/>
            </a:xfrm>
            <a:custGeom>
              <a:rect b="b" l="l" r="r" t="t"/>
              <a:pathLst>
                <a:path extrusionOk="0" h="1014" w="1013">
                  <a:moveTo>
                    <a:pt x="513" y="1"/>
                  </a:moveTo>
                  <a:cubicBezTo>
                    <a:pt x="505" y="1"/>
                    <a:pt x="497" y="1"/>
                    <a:pt x="489" y="1"/>
                  </a:cubicBezTo>
                  <a:cubicBezTo>
                    <a:pt x="382" y="1"/>
                    <a:pt x="298" y="37"/>
                    <a:pt x="227" y="96"/>
                  </a:cubicBezTo>
                  <a:cubicBezTo>
                    <a:pt x="132" y="156"/>
                    <a:pt x="60" y="239"/>
                    <a:pt x="36" y="347"/>
                  </a:cubicBezTo>
                  <a:cubicBezTo>
                    <a:pt x="12" y="406"/>
                    <a:pt x="1" y="466"/>
                    <a:pt x="1" y="525"/>
                  </a:cubicBezTo>
                  <a:cubicBezTo>
                    <a:pt x="1" y="644"/>
                    <a:pt x="48" y="763"/>
                    <a:pt x="120" y="835"/>
                  </a:cubicBezTo>
                  <a:lnTo>
                    <a:pt x="120" y="858"/>
                  </a:lnTo>
                  <a:cubicBezTo>
                    <a:pt x="179" y="918"/>
                    <a:pt x="251" y="954"/>
                    <a:pt x="334" y="989"/>
                  </a:cubicBezTo>
                  <a:cubicBezTo>
                    <a:pt x="393" y="1001"/>
                    <a:pt x="453" y="1013"/>
                    <a:pt x="513" y="1013"/>
                  </a:cubicBezTo>
                  <a:cubicBezTo>
                    <a:pt x="548" y="1013"/>
                    <a:pt x="608" y="1001"/>
                    <a:pt x="655" y="989"/>
                  </a:cubicBezTo>
                  <a:cubicBezTo>
                    <a:pt x="667" y="989"/>
                    <a:pt x="691" y="978"/>
                    <a:pt x="703" y="978"/>
                  </a:cubicBezTo>
                  <a:cubicBezTo>
                    <a:pt x="810" y="930"/>
                    <a:pt x="882" y="858"/>
                    <a:pt x="941" y="763"/>
                  </a:cubicBezTo>
                  <a:cubicBezTo>
                    <a:pt x="953" y="751"/>
                    <a:pt x="953" y="739"/>
                    <a:pt x="965" y="716"/>
                  </a:cubicBezTo>
                  <a:cubicBezTo>
                    <a:pt x="1001" y="644"/>
                    <a:pt x="1013" y="585"/>
                    <a:pt x="1013" y="501"/>
                  </a:cubicBezTo>
                  <a:cubicBezTo>
                    <a:pt x="1013" y="454"/>
                    <a:pt x="1001" y="394"/>
                    <a:pt x="977" y="347"/>
                  </a:cubicBezTo>
                  <a:cubicBezTo>
                    <a:pt x="908" y="151"/>
                    <a:pt x="729" y="1"/>
                    <a:pt x="51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2" name="Google Shape;3302;p23"/>
            <p:cNvSpPr/>
            <p:nvPr/>
          </p:nvSpPr>
          <p:spPr>
            <a:xfrm>
              <a:off x="6123675" y="2252200"/>
              <a:ext cx="25325" cy="25625"/>
            </a:xfrm>
            <a:custGeom>
              <a:rect b="b" l="l" r="r" t="t"/>
              <a:pathLst>
                <a:path extrusionOk="0" h="1025" w="1013">
                  <a:moveTo>
                    <a:pt x="488" y="0"/>
                  </a:moveTo>
                  <a:cubicBezTo>
                    <a:pt x="381" y="0"/>
                    <a:pt x="298" y="48"/>
                    <a:pt x="203" y="107"/>
                  </a:cubicBezTo>
                  <a:cubicBezTo>
                    <a:pt x="119" y="167"/>
                    <a:pt x="60" y="262"/>
                    <a:pt x="24" y="357"/>
                  </a:cubicBezTo>
                  <a:cubicBezTo>
                    <a:pt x="12" y="405"/>
                    <a:pt x="0" y="465"/>
                    <a:pt x="0" y="524"/>
                  </a:cubicBezTo>
                  <a:cubicBezTo>
                    <a:pt x="0" y="750"/>
                    <a:pt x="155" y="941"/>
                    <a:pt x="369" y="1000"/>
                  </a:cubicBezTo>
                  <a:cubicBezTo>
                    <a:pt x="417" y="1024"/>
                    <a:pt x="477" y="1024"/>
                    <a:pt x="512" y="1024"/>
                  </a:cubicBezTo>
                  <a:cubicBezTo>
                    <a:pt x="572" y="1024"/>
                    <a:pt x="631" y="1000"/>
                    <a:pt x="679" y="988"/>
                  </a:cubicBezTo>
                  <a:cubicBezTo>
                    <a:pt x="715" y="977"/>
                    <a:pt x="750" y="965"/>
                    <a:pt x="786" y="941"/>
                  </a:cubicBezTo>
                  <a:cubicBezTo>
                    <a:pt x="869" y="881"/>
                    <a:pt x="953" y="798"/>
                    <a:pt x="977" y="691"/>
                  </a:cubicBezTo>
                  <a:cubicBezTo>
                    <a:pt x="989" y="631"/>
                    <a:pt x="1012" y="572"/>
                    <a:pt x="1012" y="500"/>
                  </a:cubicBezTo>
                  <a:cubicBezTo>
                    <a:pt x="1012" y="334"/>
                    <a:pt x="929" y="203"/>
                    <a:pt x="810" y="107"/>
                  </a:cubicBezTo>
                  <a:cubicBezTo>
                    <a:pt x="727" y="48"/>
                    <a:pt x="619" y="0"/>
                    <a:pt x="51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3" name="Google Shape;3303;p23"/>
            <p:cNvSpPr/>
            <p:nvPr/>
          </p:nvSpPr>
          <p:spPr>
            <a:xfrm>
              <a:off x="6508250" y="1603550"/>
              <a:ext cx="25625" cy="25400"/>
            </a:xfrm>
            <a:custGeom>
              <a:rect b="b" l="l" r="r" t="t"/>
              <a:pathLst>
                <a:path extrusionOk="0" h="1016" w="1025">
                  <a:moveTo>
                    <a:pt x="530" y="1"/>
                  </a:moveTo>
                  <a:cubicBezTo>
                    <a:pt x="516" y="1"/>
                    <a:pt x="502" y="1"/>
                    <a:pt x="488" y="3"/>
                  </a:cubicBezTo>
                  <a:cubicBezTo>
                    <a:pt x="357" y="3"/>
                    <a:pt x="238" y="74"/>
                    <a:pt x="155" y="157"/>
                  </a:cubicBezTo>
                  <a:cubicBezTo>
                    <a:pt x="72" y="241"/>
                    <a:pt x="36" y="336"/>
                    <a:pt x="12" y="443"/>
                  </a:cubicBezTo>
                  <a:cubicBezTo>
                    <a:pt x="0" y="491"/>
                    <a:pt x="0" y="503"/>
                    <a:pt x="0" y="514"/>
                  </a:cubicBezTo>
                  <a:cubicBezTo>
                    <a:pt x="0" y="634"/>
                    <a:pt x="48" y="741"/>
                    <a:pt x="107" y="812"/>
                  </a:cubicBezTo>
                  <a:cubicBezTo>
                    <a:pt x="185" y="945"/>
                    <a:pt x="334" y="1016"/>
                    <a:pt x="488" y="1016"/>
                  </a:cubicBezTo>
                  <a:cubicBezTo>
                    <a:pt x="500" y="1016"/>
                    <a:pt x="512" y="1015"/>
                    <a:pt x="524" y="1015"/>
                  </a:cubicBezTo>
                  <a:cubicBezTo>
                    <a:pt x="810" y="1015"/>
                    <a:pt x="1024" y="776"/>
                    <a:pt x="1012" y="491"/>
                  </a:cubicBezTo>
                  <a:cubicBezTo>
                    <a:pt x="1012" y="219"/>
                    <a:pt x="797" y="1"/>
                    <a:pt x="53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4" name="Google Shape;3304;p23"/>
            <p:cNvSpPr/>
            <p:nvPr/>
          </p:nvSpPr>
          <p:spPr>
            <a:xfrm>
              <a:off x="6389175" y="3469300"/>
              <a:ext cx="36650" cy="35450"/>
            </a:xfrm>
            <a:custGeom>
              <a:rect b="b" l="l" r="r" t="t"/>
              <a:pathLst>
                <a:path extrusionOk="0" h="1418" w="1466">
                  <a:moveTo>
                    <a:pt x="703" y="1"/>
                  </a:moveTo>
                  <a:cubicBezTo>
                    <a:pt x="644" y="1"/>
                    <a:pt x="584" y="25"/>
                    <a:pt x="536" y="36"/>
                  </a:cubicBezTo>
                  <a:cubicBezTo>
                    <a:pt x="429" y="60"/>
                    <a:pt x="346" y="120"/>
                    <a:pt x="251" y="179"/>
                  </a:cubicBezTo>
                  <a:cubicBezTo>
                    <a:pt x="108" y="322"/>
                    <a:pt x="1" y="525"/>
                    <a:pt x="13" y="739"/>
                  </a:cubicBezTo>
                  <a:cubicBezTo>
                    <a:pt x="13" y="775"/>
                    <a:pt x="13" y="810"/>
                    <a:pt x="36" y="858"/>
                  </a:cubicBezTo>
                  <a:cubicBezTo>
                    <a:pt x="48" y="953"/>
                    <a:pt x="96" y="1060"/>
                    <a:pt x="167" y="1132"/>
                  </a:cubicBezTo>
                  <a:cubicBezTo>
                    <a:pt x="298" y="1310"/>
                    <a:pt x="525" y="1418"/>
                    <a:pt x="763" y="1418"/>
                  </a:cubicBezTo>
                  <a:cubicBezTo>
                    <a:pt x="1144" y="1418"/>
                    <a:pt x="1465" y="1072"/>
                    <a:pt x="1441" y="691"/>
                  </a:cubicBezTo>
                  <a:cubicBezTo>
                    <a:pt x="1441" y="632"/>
                    <a:pt x="1429" y="560"/>
                    <a:pt x="1418" y="501"/>
                  </a:cubicBezTo>
                  <a:cubicBezTo>
                    <a:pt x="1382" y="394"/>
                    <a:pt x="1322" y="298"/>
                    <a:pt x="1251" y="227"/>
                  </a:cubicBezTo>
                  <a:lnTo>
                    <a:pt x="1203" y="179"/>
                  </a:lnTo>
                  <a:cubicBezTo>
                    <a:pt x="1132" y="108"/>
                    <a:pt x="1025" y="60"/>
                    <a:pt x="929" y="36"/>
                  </a:cubicBezTo>
                  <a:cubicBezTo>
                    <a:pt x="846" y="25"/>
                    <a:pt x="775" y="1"/>
                    <a:pt x="70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5" name="Google Shape;3305;p23"/>
            <p:cNvSpPr/>
            <p:nvPr/>
          </p:nvSpPr>
          <p:spPr>
            <a:xfrm>
              <a:off x="6987775" y="3156175"/>
              <a:ext cx="36325" cy="35750"/>
            </a:xfrm>
            <a:custGeom>
              <a:rect b="b" l="l" r="r" t="t"/>
              <a:pathLst>
                <a:path extrusionOk="0" h="1430" w="1453">
                  <a:moveTo>
                    <a:pt x="713" y="0"/>
                  </a:moveTo>
                  <a:cubicBezTo>
                    <a:pt x="706" y="0"/>
                    <a:pt x="698" y="0"/>
                    <a:pt x="691" y="0"/>
                  </a:cubicBezTo>
                  <a:cubicBezTo>
                    <a:pt x="584" y="0"/>
                    <a:pt x="476" y="24"/>
                    <a:pt x="393" y="84"/>
                  </a:cubicBezTo>
                  <a:cubicBezTo>
                    <a:pt x="298" y="131"/>
                    <a:pt x="214" y="203"/>
                    <a:pt x="155" y="298"/>
                  </a:cubicBezTo>
                  <a:cubicBezTo>
                    <a:pt x="119" y="346"/>
                    <a:pt x="95" y="405"/>
                    <a:pt x="60" y="465"/>
                  </a:cubicBezTo>
                  <a:cubicBezTo>
                    <a:pt x="36" y="548"/>
                    <a:pt x="0" y="643"/>
                    <a:pt x="24" y="739"/>
                  </a:cubicBezTo>
                  <a:lnTo>
                    <a:pt x="24" y="774"/>
                  </a:lnTo>
                  <a:cubicBezTo>
                    <a:pt x="24" y="822"/>
                    <a:pt x="36" y="858"/>
                    <a:pt x="48" y="905"/>
                  </a:cubicBezTo>
                  <a:cubicBezTo>
                    <a:pt x="83" y="1012"/>
                    <a:pt x="119" y="1096"/>
                    <a:pt x="203" y="1191"/>
                  </a:cubicBezTo>
                  <a:cubicBezTo>
                    <a:pt x="334" y="1334"/>
                    <a:pt x="536" y="1429"/>
                    <a:pt x="750" y="1429"/>
                  </a:cubicBezTo>
                  <a:cubicBezTo>
                    <a:pt x="1131" y="1429"/>
                    <a:pt x="1453" y="1084"/>
                    <a:pt x="1429" y="703"/>
                  </a:cubicBezTo>
                  <a:cubicBezTo>
                    <a:pt x="1417" y="306"/>
                    <a:pt x="1107" y="0"/>
                    <a:pt x="7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6" name="Google Shape;3306;p23"/>
            <p:cNvSpPr/>
            <p:nvPr/>
          </p:nvSpPr>
          <p:spPr>
            <a:xfrm>
              <a:off x="6376075" y="3686575"/>
              <a:ext cx="40225" cy="39625"/>
            </a:xfrm>
            <a:custGeom>
              <a:rect b="b" l="l" r="r" t="t"/>
              <a:pathLst>
                <a:path extrusionOk="0" h="1585" w="1609">
                  <a:moveTo>
                    <a:pt x="816" y="0"/>
                  </a:moveTo>
                  <a:cubicBezTo>
                    <a:pt x="803" y="0"/>
                    <a:pt x="789" y="1"/>
                    <a:pt x="775" y="1"/>
                  </a:cubicBezTo>
                  <a:cubicBezTo>
                    <a:pt x="346" y="37"/>
                    <a:pt x="1" y="394"/>
                    <a:pt x="25" y="823"/>
                  </a:cubicBezTo>
                  <a:lnTo>
                    <a:pt x="25" y="882"/>
                  </a:lnTo>
                  <a:cubicBezTo>
                    <a:pt x="37" y="990"/>
                    <a:pt x="60" y="1085"/>
                    <a:pt x="108" y="1180"/>
                  </a:cubicBezTo>
                  <a:cubicBezTo>
                    <a:pt x="179" y="1347"/>
                    <a:pt x="346" y="1466"/>
                    <a:pt x="525" y="1537"/>
                  </a:cubicBezTo>
                  <a:cubicBezTo>
                    <a:pt x="620" y="1573"/>
                    <a:pt x="715" y="1585"/>
                    <a:pt x="822" y="1585"/>
                  </a:cubicBezTo>
                  <a:lnTo>
                    <a:pt x="858" y="1585"/>
                  </a:lnTo>
                  <a:cubicBezTo>
                    <a:pt x="1275" y="1549"/>
                    <a:pt x="1608" y="1192"/>
                    <a:pt x="1596" y="763"/>
                  </a:cubicBezTo>
                  <a:cubicBezTo>
                    <a:pt x="1585" y="348"/>
                    <a:pt x="1238" y="0"/>
                    <a:pt x="8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7" name="Google Shape;3307;p23"/>
            <p:cNvSpPr/>
            <p:nvPr/>
          </p:nvSpPr>
          <p:spPr>
            <a:xfrm>
              <a:off x="6069500" y="3642400"/>
              <a:ext cx="29200" cy="28375"/>
            </a:xfrm>
            <a:custGeom>
              <a:rect b="b" l="l" r="r" t="t"/>
              <a:pathLst>
                <a:path extrusionOk="0" h="1135" w="1168">
                  <a:moveTo>
                    <a:pt x="568" y="0"/>
                  </a:moveTo>
                  <a:cubicBezTo>
                    <a:pt x="494" y="0"/>
                    <a:pt x="418" y="14"/>
                    <a:pt x="346" y="42"/>
                  </a:cubicBezTo>
                  <a:cubicBezTo>
                    <a:pt x="334" y="42"/>
                    <a:pt x="322" y="66"/>
                    <a:pt x="322" y="66"/>
                  </a:cubicBezTo>
                  <a:cubicBezTo>
                    <a:pt x="227" y="101"/>
                    <a:pt x="155" y="173"/>
                    <a:pt x="108" y="256"/>
                  </a:cubicBezTo>
                  <a:cubicBezTo>
                    <a:pt x="36" y="363"/>
                    <a:pt x="0" y="494"/>
                    <a:pt x="24" y="625"/>
                  </a:cubicBezTo>
                  <a:cubicBezTo>
                    <a:pt x="36" y="697"/>
                    <a:pt x="48" y="756"/>
                    <a:pt x="84" y="828"/>
                  </a:cubicBezTo>
                  <a:cubicBezTo>
                    <a:pt x="96" y="863"/>
                    <a:pt x="108" y="887"/>
                    <a:pt x="143" y="923"/>
                  </a:cubicBezTo>
                  <a:cubicBezTo>
                    <a:pt x="253" y="1060"/>
                    <a:pt x="412" y="1134"/>
                    <a:pt x="582" y="1134"/>
                  </a:cubicBezTo>
                  <a:cubicBezTo>
                    <a:pt x="633" y="1134"/>
                    <a:pt x="686" y="1127"/>
                    <a:pt x="739" y="1113"/>
                  </a:cubicBezTo>
                  <a:cubicBezTo>
                    <a:pt x="774" y="1102"/>
                    <a:pt x="810" y="1090"/>
                    <a:pt x="834" y="1066"/>
                  </a:cubicBezTo>
                  <a:cubicBezTo>
                    <a:pt x="893" y="1042"/>
                    <a:pt x="953" y="994"/>
                    <a:pt x="989" y="959"/>
                  </a:cubicBezTo>
                  <a:cubicBezTo>
                    <a:pt x="1120" y="804"/>
                    <a:pt x="1167" y="601"/>
                    <a:pt x="1108" y="423"/>
                  </a:cubicBezTo>
                  <a:cubicBezTo>
                    <a:pt x="1096" y="387"/>
                    <a:pt x="1072" y="340"/>
                    <a:pt x="1060" y="316"/>
                  </a:cubicBezTo>
                  <a:cubicBezTo>
                    <a:pt x="1060" y="244"/>
                    <a:pt x="1012" y="185"/>
                    <a:pt x="953" y="137"/>
                  </a:cubicBezTo>
                  <a:cubicBezTo>
                    <a:pt x="851" y="51"/>
                    <a:pt x="712" y="0"/>
                    <a:pt x="56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8" name="Google Shape;3308;p23"/>
            <p:cNvSpPr/>
            <p:nvPr/>
          </p:nvSpPr>
          <p:spPr>
            <a:xfrm>
              <a:off x="6322200" y="2992450"/>
              <a:ext cx="14925" cy="14025"/>
            </a:xfrm>
            <a:custGeom>
              <a:rect b="b" l="l" r="r" t="t"/>
              <a:pathLst>
                <a:path extrusionOk="0" h="561" w="597">
                  <a:moveTo>
                    <a:pt x="287" y="1"/>
                  </a:moveTo>
                  <a:cubicBezTo>
                    <a:pt x="120" y="13"/>
                    <a:pt x="1" y="144"/>
                    <a:pt x="1" y="299"/>
                  </a:cubicBezTo>
                  <a:cubicBezTo>
                    <a:pt x="1" y="358"/>
                    <a:pt x="13" y="406"/>
                    <a:pt x="48" y="430"/>
                  </a:cubicBezTo>
                  <a:cubicBezTo>
                    <a:pt x="60" y="453"/>
                    <a:pt x="72" y="477"/>
                    <a:pt x="84" y="489"/>
                  </a:cubicBezTo>
                  <a:cubicBezTo>
                    <a:pt x="144" y="537"/>
                    <a:pt x="227" y="561"/>
                    <a:pt x="298" y="561"/>
                  </a:cubicBezTo>
                  <a:lnTo>
                    <a:pt x="346" y="561"/>
                  </a:lnTo>
                  <a:cubicBezTo>
                    <a:pt x="489" y="549"/>
                    <a:pt x="584" y="442"/>
                    <a:pt x="596" y="311"/>
                  </a:cubicBezTo>
                  <a:lnTo>
                    <a:pt x="596" y="275"/>
                  </a:lnTo>
                  <a:cubicBezTo>
                    <a:pt x="596" y="132"/>
                    <a:pt x="477" y="13"/>
                    <a:pt x="3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9" name="Google Shape;3309;p23"/>
            <p:cNvSpPr/>
            <p:nvPr/>
          </p:nvSpPr>
          <p:spPr>
            <a:xfrm>
              <a:off x="6251950" y="2719800"/>
              <a:ext cx="14925" cy="14925"/>
            </a:xfrm>
            <a:custGeom>
              <a:rect b="b" l="l" r="r" t="t"/>
              <a:pathLst>
                <a:path extrusionOk="0" h="597" w="597">
                  <a:moveTo>
                    <a:pt x="287" y="1"/>
                  </a:moveTo>
                  <a:cubicBezTo>
                    <a:pt x="191" y="1"/>
                    <a:pt x="120" y="37"/>
                    <a:pt x="60" y="120"/>
                  </a:cubicBezTo>
                  <a:cubicBezTo>
                    <a:pt x="13" y="179"/>
                    <a:pt x="1" y="239"/>
                    <a:pt x="1" y="310"/>
                  </a:cubicBezTo>
                  <a:cubicBezTo>
                    <a:pt x="1" y="394"/>
                    <a:pt x="49" y="477"/>
                    <a:pt x="108" y="537"/>
                  </a:cubicBezTo>
                  <a:cubicBezTo>
                    <a:pt x="168" y="572"/>
                    <a:pt x="227" y="596"/>
                    <a:pt x="299" y="596"/>
                  </a:cubicBezTo>
                  <a:cubicBezTo>
                    <a:pt x="406" y="572"/>
                    <a:pt x="477" y="549"/>
                    <a:pt x="525" y="501"/>
                  </a:cubicBezTo>
                  <a:cubicBezTo>
                    <a:pt x="549" y="477"/>
                    <a:pt x="560" y="441"/>
                    <a:pt x="584" y="394"/>
                  </a:cubicBezTo>
                  <a:cubicBezTo>
                    <a:pt x="596" y="370"/>
                    <a:pt x="596" y="322"/>
                    <a:pt x="596" y="275"/>
                  </a:cubicBezTo>
                  <a:cubicBezTo>
                    <a:pt x="596" y="156"/>
                    <a:pt x="525" y="72"/>
                    <a:pt x="430" y="25"/>
                  </a:cubicBezTo>
                  <a:lnTo>
                    <a:pt x="418" y="25"/>
                  </a:lnTo>
                  <a:cubicBezTo>
                    <a:pt x="370" y="13"/>
                    <a:pt x="322" y="1"/>
                    <a:pt x="2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0" name="Google Shape;3310;p23"/>
            <p:cNvSpPr/>
            <p:nvPr/>
          </p:nvSpPr>
          <p:spPr>
            <a:xfrm>
              <a:off x="6174575" y="2838875"/>
              <a:ext cx="14900" cy="14300"/>
            </a:xfrm>
            <a:custGeom>
              <a:rect b="b" l="l" r="r" t="t"/>
              <a:pathLst>
                <a:path extrusionOk="0" h="572" w="596">
                  <a:moveTo>
                    <a:pt x="286" y="0"/>
                  </a:moveTo>
                  <a:cubicBezTo>
                    <a:pt x="131" y="12"/>
                    <a:pt x="0" y="131"/>
                    <a:pt x="0" y="298"/>
                  </a:cubicBezTo>
                  <a:cubicBezTo>
                    <a:pt x="0" y="405"/>
                    <a:pt x="72" y="500"/>
                    <a:pt x="179" y="548"/>
                  </a:cubicBezTo>
                  <a:cubicBezTo>
                    <a:pt x="215" y="560"/>
                    <a:pt x="262" y="572"/>
                    <a:pt x="310" y="572"/>
                  </a:cubicBezTo>
                  <a:cubicBezTo>
                    <a:pt x="477" y="572"/>
                    <a:pt x="596" y="441"/>
                    <a:pt x="596" y="274"/>
                  </a:cubicBezTo>
                  <a:cubicBezTo>
                    <a:pt x="596" y="191"/>
                    <a:pt x="548" y="108"/>
                    <a:pt x="488" y="72"/>
                  </a:cubicBezTo>
                  <a:cubicBezTo>
                    <a:pt x="429" y="24"/>
                    <a:pt x="369" y="0"/>
                    <a:pt x="28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1" name="Google Shape;3311;p23"/>
            <p:cNvSpPr/>
            <p:nvPr/>
          </p:nvSpPr>
          <p:spPr>
            <a:xfrm>
              <a:off x="6164450" y="2236725"/>
              <a:ext cx="14600" cy="14600"/>
            </a:xfrm>
            <a:custGeom>
              <a:rect b="b" l="l" r="r" t="t"/>
              <a:pathLst>
                <a:path extrusionOk="0" h="584" w="584">
                  <a:moveTo>
                    <a:pt x="286" y="0"/>
                  </a:moveTo>
                  <a:cubicBezTo>
                    <a:pt x="120" y="0"/>
                    <a:pt x="0" y="131"/>
                    <a:pt x="0" y="298"/>
                  </a:cubicBezTo>
                  <a:cubicBezTo>
                    <a:pt x="0" y="464"/>
                    <a:pt x="131" y="583"/>
                    <a:pt x="298" y="583"/>
                  </a:cubicBezTo>
                  <a:cubicBezTo>
                    <a:pt x="465" y="583"/>
                    <a:pt x="584" y="453"/>
                    <a:pt x="584" y="286"/>
                  </a:cubicBezTo>
                  <a:cubicBezTo>
                    <a:pt x="584" y="119"/>
                    <a:pt x="453" y="0"/>
                    <a:pt x="28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2" name="Google Shape;3312;p23"/>
            <p:cNvSpPr/>
            <p:nvPr/>
          </p:nvSpPr>
          <p:spPr>
            <a:xfrm>
              <a:off x="5982275" y="2068825"/>
              <a:ext cx="14325" cy="14625"/>
            </a:xfrm>
            <a:custGeom>
              <a:rect b="b" l="l" r="r" t="t"/>
              <a:pathLst>
                <a:path extrusionOk="0" h="585" w="573">
                  <a:moveTo>
                    <a:pt x="275" y="1"/>
                  </a:moveTo>
                  <a:cubicBezTo>
                    <a:pt x="132" y="25"/>
                    <a:pt x="1" y="144"/>
                    <a:pt x="1" y="299"/>
                  </a:cubicBezTo>
                  <a:cubicBezTo>
                    <a:pt x="1" y="465"/>
                    <a:pt x="132" y="584"/>
                    <a:pt x="298" y="584"/>
                  </a:cubicBezTo>
                  <a:cubicBezTo>
                    <a:pt x="453" y="584"/>
                    <a:pt x="572" y="453"/>
                    <a:pt x="572" y="287"/>
                  </a:cubicBezTo>
                  <a:cubicBezTo>
                    <a:pt x="572" y="120"/>
                    <a:pt x="441" y="1"/>
                    <a:pt x="2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3" name="Google Shape;3313;p23"/>
            <p:cNvSpPr/>
            <p:nvPr/>
          </p:nvSpPr>
          <p:spPr>
            <a:xfrm>
              <a:off x="6225775" y="1468775"/>
              <a:ext cx="14900" cy="14425"/>
            </a:xfrm>
            <a:custGeom>
              <a:rect b="b" l="l" r="r" t="t"/>
              <a:pathLst>
                <a:path extrusionOk="0" h="577" w="596">
                  <a:moveTo>
                    <a:pt x="286" y="0"/>
                  </a:moveTo>
                  <a:cubicBezTo>
                    <a:pt x="262" y="0"/>
                    <a:pt x="226" y="12"/>
                    <a:pt x="214" y="12"/>
                  </a:cubicBezTo>
                  <a:cubicBezTo>
                    <a:pt x="167" y="36"/>
                    <a:pt x="143" y="48"/>
                    <a:pt x="107" y="71"/>
                  </a:cubicBezTo>
                  <a:cubicBezTo>
                    <a:pt x="48" y="131"/>
                    <a:pt x="0" y="214"/>
                    <a:pt x="24" y="298"/>
                  </a:cubicBezTo>
                  <a:cubicBezTo>
                    <a:pt x="24" y="333"/>
                    <a:pt x="36" y="357"/>
                    <a:pt x="36" y="393"/>
                  </a:cubicBezTo>
                  <a:cubicBezTo>
                    <a:pt x="60" y="464"/>
                    <a:pt x="107" y="512"/>
                    <a:pt x="167" y="536"/>
                  </a:cubicBezTo>
                  <a:cubicBezTo>
                    <a:pt x="214" y="572"/>
                    <a:pt x="262" y="572"/>
                    <a:pt x="322" y="572"/>
                  </a:cubicBezTo>
                  <a:cubicBezTo>
                    <a:pt x="338" y="575"/>
                    <a:pt x="352" y="576"/>
                    <a:pt x="365" y="576"/>
                  </a:cubicBezTo>
                  <a:cubicBezTo>
                    <a:pt x="400" y="576"/>
                    <a:pt x="426" y="565"/>
                    <a:pt x="453" y="548"/>
                  </a:cubicBezTo>
                  <a:cubicBezTo>
                    <a:pt x="536" y="512"/>
                    <a:pt x="595" y="417"/>
                    <a:pt x="595" y="310"/>
                  </a:cubicBezTo>
                  <a:lnTo>
                    <a:pt x="595" y="286"/>
                  </a:lnTo>
                  <a:cubicBezTo>
                    <a:pt x="595" y="214"/>
                    <a:pt x="572" y="155"/>
                    <a:pt x="524" y="107"/>
                  </a:cubicBezTo>
                  <a:cubicBezTo>
                    <a:pt x="464" y="48"/>
                    <a:pt x="393" y="0"/>
                    <a:pt x="28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4" name="Google Shape;3314;p23"/>
            <p:cNvSpPr/>
            <p:nvPr/>
          </p:nvSpPr>
          <p:spPr>
            <a:xfrm>
              <a:off x="6000750" y="1963775"/>
              <a:ext cx="14600" cy="14300"/>
            </a:xfrm>
            <a:custGeom>
              <a:rect b="b" l="l" r="r" t="t"/>
              <a:pathLst>
                <a:path extrusionOk="0" h="572" w="584">
                  <a:moveTo>
                    <a:pt x="286" y="0"/>
                  </a:moveTo>
                  <a:cubicBezTo>
                    <a:pt x="238" y="0"/>
                    <a:pt x="191" y="12"/>
                    <a:pt x="167" y="24"/>
                  </a:cubicBezTo>
                  <a:cubicBezTo>
                    <a:pt x="60" y="72"/>
                    <a:pt x="0" y="167"/>
                    <a:pt x="0" y="298"/>
                  </a:cubicBezTo>
                  <a:cubicBezTo>
                    <a:pt x="0" y="322"/>
                    <a:pt x="12" y="369"/>
                    <a:pt x="12" y="393"/>
                  </a:cubicBezTo>
                  <a:cubicBezTo>
                    <a:pt x="60" y="500"/>
                    <a:pt x="167" y="572"/>
                    <a:pt x="286" y="572"/>
                  </a:cubicBezTo>
                  <a:lnTo>
                    <a:pt x="298" y="572"/>
                  </a:lnTo>
                  <a:cubicBezTo>
                    <a:pt x="417" y="572"/>
                    <a:pt x="512" y="500"/>
                    <a:pt x="548" y="393"/>
                  </a:cubicBezTo>
                  <a:cubicBezTo>
                    <a:pt x="572" y="345"/>
                    <a:pt x="583" y="310"/>
                    <a:pt x="583" y="262"/>
                  </a:cubicBezTo>
                  <a:cubicBezTo>
                    <a:pt x="583" y="202"/>
                    <a:pt x="572" y="143"/>
                    <a:pt x="524" y="95"/>
                  </a:cubicBezTo>
                  <a:cubicBezTo>
                    <a:pt x="464" y="36"/>
                    <a:pt x="393" y="0"/>
                    <a:pt x="28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5" name="Google Shape;3315;p23"/>
            <p:cNvSpPr/>
            <p:nvPr/>
          </p:nvSpPr>
          <p:spPr>
            <a:xfrm>
              <a:off x="6232600" y="2329000"/>
              <a:ext cx="14925" cy="14900"/>
            </a:xfrm>
            <a:custGeom>
              <a:rect b="b" l="l" r="r" t="t"/>
              <a:pathLst>
                <a:path extrusionOk="0" h="596" w="597">
                  <a:moveTo>
                    <a:pt x="251" y="0"/>
                  </a:moveTo>
                  <a:cubicBezTo>
                    <a:pt x="108" y="36"/>
                    <a:pt x="1" y="155"/>
                    <a:pt x="13" y="298"/>
                  </a:cubicBezTo>
                  <a:lnTo>
                    <a:pt x="13" y="310"/>
                  </a:lnTo>
                  <a:cubicBezTo>
                    <a:pt x="25" y="488"/>
                    <a:pt x="168" y="595"/>
                    <a:pt x="311" y="595"/>
                  </a:cubicBezTo>
                  <a:cubicBezTo>
                    <a:pt x="382" y="595"/>
                    <a:pt x="465" y="572"/>
                    <a:pt x="501" y="500"/>
                  </a:cubicBezTo>
                  <a:cubicBezTo>
                    <a:pt x="561" y="452"/>
                    <a:pt x="596" y="369"/>
                    <a:pt x="596" y="286"/>
                  </a:cubicBezTo>
                  <a:cubicBezTo>
                    <a:pt x="596" y="119"/>
                    <a:pt x="453" y="0"/>
                    <a:pt x="29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6" name="Google Shape;3316;p23"/>
            <p:cNvSpPr/>
            <p:nvPr/>
          </p:nvSpPr>
          <p:spPr>
            <a:xfrm>
              <a:off x="6047175" y="2542100"/>
              <a:ext cx="14900" cy="14625"/>
            </a:xfrm>
            <a:custGeom>
              <a:rect b="b" l="l" r="r" t="t"/>
              <a:pathLst>
                <a:path extrusionOk="0" h="585" w="596">
                  <a:moveTo>
                    <a:pt x="298" y="1"/>
                  </a:moveTo>
                  <a:cubicBezTo>
                    <a:pt x="143" y="1"/>
                    <a:pt x="0" y="156"/>
                    <a:pt x="24" y="299"/>
                  </a:cubicBezTo>
                  <a:cubicBezTo>
                    <a:pt x="24" y="465"/>
                    <a:pt x="155" y="584"/>
                    <a:pt x="322" y="584"/>
                  </a:cubicBezTo>
                  <a:cubicBezTo>
                    <a:pt x="477" y="584"/>
                    <a:pt x="596" y="453"/>
                    <a:pt x="596" y="287"/>
                  </a:cubicBezTo>
                  <a:cubicBezTo>
                    <a:pt x="596" y="120"/>
                    <a:pt x="465" y="1"/>
                    <a:pt x="29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7" name="Google Shape;3317;p23"/>
            <p:cNvSpPr/>
            <p:nvPr/>
          </p:nvSpPr>
          <p:spPr>
            <a:xfrm>
              <a:off x="6294225" y="2244150"/>
              <a:ext cx="14900" cy="14650"/>
            </a:xfrm>
            <a:custGeom>
              <a:rect b="b" l="l" r="r" t="t"/>
              <a:pathLst>
                <a:path extrusionOk="0" h="586" w="596">
                  <a:moveTo>
                    <a:pt x="298" y="1"/>
                  </a:moveTo>
                  <a:cubicBezTo>
                    <a:pt x="143" y="1"/>
                    <a:pt x="1" y="156"/>
                    <a:pt x="24" y="298"/>
                  </a:cubicBezTo>
                  <a:cubicBezTo>
                    <a:pt x="24" y="334"/>
                    <a:pt x="36" y="358"/>
                    <a:pt x="36" y="394"/>
                  </a:cubicBezTo>
                  <a:cubicBezTo>
                    <a:pt x="81" y="505"/>
                    <a:pt x="167" y="585"/>
                    <a:pt x="295" y="585"/>
                  </a:cubicBezTo>
                  <a:cubicBezTo>
                    <a:pt x="304" y="585"/>
                    <a:pt x="313" y="585"/>
                    <a:pt x="322" y="584"/>
                  </a:cubicBezTo>
                  <a:cubicBezTo>
                    <a:pt x="477" y="584"/>
                    <a:pt x="596" y="453"/>
                    <a:pt x="596" y="286"/>
                  </a:cubicBezTo>
                  <a:cubicBezTo>
                    <a:pt x="596" y="132"/>
                    <a:pt x="477" y="13"/>
                    <a:pt x="33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8" name="Google Shape;3318;p23"/>
            <p:cNvSpPr/>
            <p:nvPr/>
          </p:nvSpPr>
          <p:spPr>
            <a:xfrm>
              <a:off x="6151950" y="3747600"/>
              <a:ext cx="36625" cy="36350"/>
            </a:xfrm>
            <a:custGeom>
              <a:rect b="b" l="l" r="r" t="t"/>
              <a:pathLst>
                <a:path extrusionOk="0" h="1454" w="1465">
                  <a:moveTo>
                    <a:pt x="733" y="1"/>
                  </a:moveTo>
                  <a:cubicBezTo>
                    <a:pt x="723" y="1"/>
                    <a:pt x="713" y="1"/>
                    <a:pt x="703" y="1"/>
                  </a:cubicBezTo>
                  <a:cubicBezTo>
                    <a:pt x="548" y="1"/>
                    <a:pt x="393" y="84"/>
                    <a:pt x="274" y="168"/>
                  </a:cubicBezTo>
                  <a:cubicBezTo>
                    <a:pt x="191" y="227"/>
                    <a:pt x="119" y="323"/>
                    <a:pt x="72" y="418"/>
                  </a:cubicBezTo>
                  <a:cubicBezTo>
                    <a:pt x="24" y="525"/>
                    <a:pt x="0" y="632"/>
                    <a:pt x="12" y="751"/>
                  </a:cubicBezTo>
                  <a:cubicBezTo>
                    <a:pt x="24" y="1156"/>
                    <a:pt x="369" y="1454"/>
                    <a:pt x="774" y="1454"/>
                  </a:cubicBezTo>
                  <a:lnTo>
                    <a:pt x="846" y="1454"/>
                  </a:lnTo>
                  <a:cubicBezTo>
                    <a:pt x="965" y="1430"/>
                    <a:pt x="1072" y="1394"/>
                    <a:pt x="1155" y="1335"/>
                  </a:cubicBezTo>
                  <a:cubicBezTo>
                    <a:pt x="1346" y="1192"/>
                    <a:pt x="1465" y="989"/>
                    <a:pt x="1465" y="751"/>
                  </a:cubicBezTo>
                  <a:lnTo>
                    <a:pt x="1465" y="704"/>
                  </a:lnTo>
                  <a:cubicBezTo>
                    <a:pt x="1465" y="620"/>
                    <a:pt x="1441" y="525"/>
                    <a:pt x="1405" y="442"/>
                  </a:cubicBezTo>
                  <a:cubicBezTo>
                    <a:pt x="1290" y="176"/>
                    <a:pt x="1041" y="1"/>
                    <a:pt x="73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19" name="Google Shape;3319;p2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3320" name="Google Shape;3320;p23"/>
          <p:cNvSpPr txBox="1"/>
          <p:nvPr>
            <p:ph idx="2" type="title"/>
          </p:nvPr>
        </p:nvSpPr>
        <p:spPr>
          <a:xfrm>
            <a:off x="2102413" y="1896675"/>
            <a:ext cx="21990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321" name="Google Shape;3321;p23"/>
          <p:cNvSpPr txBox="1"/>
          <p:nvPr>
            <p:ph idx="1" type="subTitle"/>
          </p:nvPr>
        </p:nvSpPr>
        <p:spPr>
          <a:xfrm>
            <a:off x="2102413" y="2208125"/>
            <a:ext cx="2199000" cy="66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322" name="Google Shape;3322;p23"/>
          <p:cNvSpPr txBox="1"/>
          <p:nvPr>
            <p:ph idx="3" type="title"/>
          </p:nvPr>
        </p:nvSpPr>
        <p:spPr>
          <a:xfrm>
            <a:off x="4902892" y="1896675"/>
            <a:ext cx="21387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323" name="Google Shape;3323;p23"/>
          <p:cNvSpPr txBox="1"/>
          <p:nvPr>
            <p:ph idx="4" type="subTitle"/>
          </p:nvPr>
        </p:nvSpPr>
        <p:spPr>
          <a:xfrm>
            <a:off x="4902887" y="2208125"/>
            <a:ext cx="2138700" cy="66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324" name="Google Shape;3324;p23"/>
          <p:cNvSpPr txBox="1"/>
          <p:nvPr>
            <p:ph idx="5" type="title"/>
          </p:nvPr>
        </p:nvSpPr>
        <p:spPr>
          <a:xfrm>
            <a:off x="2102413" y="3664275"/>
            <a:ext cx="21990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325" name="Google Shape;3325;p23"/>
          <p:cNvSpPr txBox="1"/>
          <p:nvPr>
            <p:ph idx="6" type="subTitle"/>
          </p:nvPr>
        </p:nvSpPr>
        <p:spPr>
          <a:xfrm>
            <a:off x="2102413" y="3975725"/>
            <a:ext cx="2199000" cy="66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326" name="Google Shape;3326;p23"/>
          <p:cNvSpPr txBox="1"/>
          <p:nvPr>
            <p:ph idx="7" type="title"/>
          </p:nvPr>
        </p:nvSpPr>
        <p:spPr>
          <a:xfrm>
            <a:off x="4902867" y="3664275"/>
            <a:ext cx="21387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327" name="Google Shape;3327;p23"/>
          <p:cNvSpPr txBox="1"/>
          <p:nvPr>
            <p:ph idx="8" type="subTitle"/>
          </p:nvPr>
        </p:nvSpPr>
        <p:spPr>
          <a:xfrm>
            <a:off x="4902862" y="3975725"/>
            <a:ext cx="2138700" cy="66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11">
    <p:spTree>
      <p:nvGrpSpPr>
        <p:cNvPr id="3328" name="Shape 3328"/>
        <p:cNvGrpSpPr/>
        <p:nvPr/>
      </p:nvGrpSpPr>
      <p:grpSpPr>
        <a:xfrm>
          <a:off x="0" y="0"/>
          <a:ext cx="0" cy="0"/>
          <a:chOff x="0" y="0"/>
          <a:chExt cx="0" cy="0"/>
        </a:xfrm>
      </p:grpSpPr>
      <p:grpSp>
        <p:nvGrpSpPr>
          <p:cNvPr id="3329" name="Google Shape;3329;p24"/>
          <p:cNvGrpSpPr/>
          <p:nvPr/>
        </p:nvGrpSpPr>
        <p:grpSpPr>
          <a:xfrm>
            <a:off x="6992246" y="1992053"/>
            <a:ext cx="2140156" cy="3151313"/>
            <a:chOff x="2525900" y="1699450"/>
            <a:chExt cx="1076050" cy="1584450"/>
          </a:xfrm>
        </p:grpSpPr>
        <p:sp>
          <p:nvSpPr>
            <p:cNvPr id="3330" name="Google Shape;3330;p24"/>
            <p:cNvSpPr/>
            <p:nvPr/>
          </p:nvSpPr>
          <p:spPr>
            <a:xfrm>
              <a:off x="3569775" y="2193250"/>
              <a:ext cx="31875" cy="43775"/>
            </a:xfrm>
            <a:custGeom>
              <a:rect b="b" l="l" r="r" t="t"/>
              <a:pathLst>
                <a:path extrusionOk="0" h="1751" w="1275">
                  <a:moveTo>
                    <a:pt x="1275" y="1"/>
                  </a:moveTo>
                  <a:lnTo>
                    <a:pt x="1" y="1691"/>
                  </a:lnTo>
                  <a:lnTo>
                    <a:pt x="275" y="1751"/>
                  </a:lnTo>
                  <a:lnTo>
                    <a:pt x="1275" y="441"/>
                  </a:lnTo>
                  <a:lnTo>
                    <a:pt x="127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1" name="Google Shape;3331;p24"/>
            <p:cNvSpPr/>
            <p:nvPr/>
          </p:nvSpPr>
          <p:spPr>
            <a:xfrm>
              <a:off x="3486425" y="2241175"/>
              <a:ext cx="85750" cy="108375"/>
            </a:xfrm>
            <a:custGeom>
              <a:rect b="b" l="l" r="r" t="t"/>
              <a:pathLst>
                <a:path extrusionOk="0" h="4335" w="3430">
                  <a:moveTo>
                    <a:pt x="3156" y="1"/>
                  </a:moveTo>
                  <a:lnTo>
                    <a:pt x="1" y="4168"/>
                  </a:lnTo>
                  <a:cubicBezTo>
                    <a:pt x="84" y="4204"/>
                    <a:pt x="156" y="4263"/>
                    <a:pt x="203" y="4335"/>
                  </a:cubicBezTo>
                  <a:lnTo>
                    <a:pt x="3430" y="72"/>
                  </a:lnTo>
                  <a:lnTo>
                    <a:pt x="31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2" name="Google Shape;3332;p24"/>
            <p:cNvSpPr/>
            <p:nvPr/>
          </p:nvSpPr>
          <p:spPr>
            <a:xfrm>
              <a:off x="3361425" y="1699450"/>
              <a:ext cx="240225" cy="42875"/>
            </a:xfrm>
            <a:custGeom>
              <a:rect b="b" l="l" r="r" t="t"/>
              <a:pathLst>
                <a:path extrusionOk="0" h="1715" w="9609">
                  <a:moveTo>
                    <a:pt x="9609" y="0"/>
                  </a:moveTo>
                  <a:lnTo>
                    <a:pt x="12" y="1429"/>
                  </a:lnTo>
                  <a:cubicBezTo>
                    <a:pt x="60" y="1524"/>
                    <a:pt x="72" y="1584"/>
                    <a:pt x="36" y="1643"/>
                  </a:cubicBezTo>
                  <a:cubicBezTo>
                    <a:pt x="24" y="1667"/>
                    <a:pt x="12" y="1703"/>
                    <a:pt x="0" y="1715"/>
                  </a:cubicBezTo>
                  <a:lnTo>
                    <a:pt x="9609" y="274"/>
                  </a:lnTo>
                  <a:lnTo>
                    <a:pt x="960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3" name="Google Shape;3333;p24"/>
            <p:cNvSpPr/>
            <p:nvPr/>
          </p:nvSpPr>
          <p:spPr>
            <a:xfrm>
              <a:off x="3354575" y="1742600"/>
              <a:ext cx="9250" cy="139925"/>
            </a:xfrm>
            <a:custGeom>
              <a:rect b="b" l="l" r="r" t="t"/>
              <a:pathLst>
                <a:path extrusionOk="0" h="5597" w="370">
                  <a:moveTo>
                    <a:pt x="274" y="1"/>
                  </a:moveTo>
                  <a:cubicBezTo>
                    <a:pt x="231" y="44"/>
                    <a:pt x="175" y="75"/>
                    <a:pt x="116" y="75"/>
                  </a:cubicBezTo>
                  <a:cubicBezTo>
                    <a:pt x="94" y="75"/>
                    <a:pt x="71" y="70"/>
                    <a:pt x="48" y="60"/>
                  </a:cubicBezTo>
                  <a:cubicBezTo>
                    <a:pt x="36" y="60"/>
                    <a:pt x="12" y="48"/>
                    <a:pt x="0" y="48"/>
                  </a:cubicBezTo>
                  <a:lnTo>
                    <a:pt x="108" y="5597"/>
                  </a:lnTo>
                  <a:cubicBezTo>
                    <a:pt x="171" y="5560"/>
                    <a:pt x="242" y="5545"/>
                    <a:pt x="309" y="5545"/>
                  </a:cubicBezTo>
                  <a:cubicBezTo>
                    <a:pt x="330" y="5545"/>
                    <a:pt x="350" y="5546"/>
                    <a:pt x="370" y="5549"/>
                  </a:cubicBez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4" name="Google Shape;3334;p24"/>
            <p:cNvSpPr/>
            <p:nvPr/>
          </p:nvSpPr>
          <p:spPr>
            <a:xfrm>
              <a:off x="3468575" y="1948000"/>
              <a:ext cx="133075" cy="136625"/>
            </a:xfrm>
            <a:custGeom>
              <a:rect b="b" l="l" r="r" t="t"/>
              <a:pathLst>
                <a:path extrusionOk="0" h="5465" w="5323">
                  <a:moveTo>
                    <a:pt x="5323" y="0"/>
                  </a:moveTo>
                  <a:lnTo>
                    <a:pt x="1" y="5298"/>
                  </a:lnTo>
                  <a:cubicBezTo>
                    <a:pt x="72" y="5334"/>
                    <a:pt x="132" y="5370"/>
                    <a:pt x="155" y="5453"/>
                  </a:cubicBezTo>
                  <a:cubicBezTo>
                    <a:pt x="179" y="5453"/>
                    <a:pt x="203" y="5453"/>
                    <a:pt x="215" y="5465"/>
                  </a:cubicBezTo>
                  <a:lnTo>
                    <a:pt x="5323" y="369"/>
                  </a:lnTo>
                  <a:lnTo>
                    <a:pt x="532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5" name="Google Shape;3335;p24"/>
            <p:cNvSpPr/>
            <p:nvPr/>
          </p:nvSpPr>
          <p:spPr>
            <a:xfrm>
              <a:off x="3371850" y="1888750"/>
              <a:ext cx="229800" cy="29200"/>
            </a:xfrm>
            <a:custGeom>
              <a:rect b="b" l="l" r="r" t="t"/>
              <a:pathLst>
                <a:path extrusionOk="0" h="1168" w="9192">
                  <a:moveTo>
                    <a:pt x="12" y="1"/>
                  </a:moveTo>
                  <a:cubicBezTo>
                    <a:pt x="24" y="84"/>
                    <a:pt x="24" y="167"/>
                    <a:pt x="0" y="263"/>
                  </a:cubicBezTo>
                  <a:lnTo>
                    <a:pt x="9192" y="1168"/>
                  </a:lnTo>
                  <a:lnTo>
                    <a:pt x="9192" y="894"/>
                  </a:lnTo>
                  <a:lnTo>
                    <a:pt x="1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6" name="Google Shape;3336;p24"/>
            <p:cNvSpPr/>
            <p:nvPr/>
          </p:nvSpPr>
          <p:spPr>
            <a:xfrm>
              <a:off x="3233425" y="1875350"/>
              <a:ext cx="119375" cy="17900"/>
            </a:xfrm>
            <a:custGeom>
              <a:rect b="b" l="l" r="r" t="t"/>
              <a:pathLst>
                <a:path extrusionOk="0" h="716" w="4775">
                  <a:moveTo>
                    <a:pt x="36" y="1"/>
                  </a:moveTo>
                  <a:cubicBezTo>
                    <a:pt x="36" y="84"/>
                    <a:pt x="24" y="156"/>
                    <a:pt x="13" y="215"/>
                  </a:cubicBezTo>
                  <a:cubicBezTo>
                    <a:pt x="13" y="227"/>
                    <a:pt x="1" y="239"/>
                    <a:pt x="1" y="263"/>
                  </a:cubicBezTo>
                  <a:lnTo>
                    <a:pt x="4727" y="715"/>
                  </a:lnTo>
                  <a:cubicBezTo>
                    <a:pt x="4715" y="656"/>
                    <a:pt x="4727" y="584"/>
                    <a:pt x="4739" y="525"/>
                  </a:cubicBezTo>
                  <a:cubicBezTo>
                    <a:pt x="4763" y="501"/>
                    <a:pt x="4763" y="477"/>
                    <a:pt x="4775" y="465"/>
                  </a:cubicBezTo>
                  <a:lnTo>
                    <a:pt x="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7" name="Google Shape;3337;p24"/>
            <p:cNvSpPr/>
            <p:nvPr/>
          </p:nvSpPr>
          <p:spPr>
            <a:xfrm>
              <a:off x="3357850" y="1901550"/>
              <a:ext cx="10150" cy="91100"/>
            </a:xfrm>
            <a:custGeom>
              <a:rect b="b" l="l" r="r" t="t"/>
              <a:pathLst>
                <a:path extrusionOk="0" h="3644" w="406">
                  <a:moveTo>
                    <a:pt x="0" y="1"/>
                  </a:moveTo>
                  <a:lnTo>
                    <a:pt x="143" y="3620"/>
                  </a:lnTo>
                  <a:cubicBezTo>
                    <a:pt x="175" y="3609"/>
                    <a:pt x="208" y="3604"/>
                    <a:pt x="242" y="3604"/>
                  </a:cubicBezTo>
                  <a:cubicBezTo>
                    <a:pt x="284" y="3604"/>
                    <a:pt x="329" y="3612"/>
                    <a:pt x="381" y="3632"/>
                  </a:cubicBezTo>
                  <a:cubicBezTo>
                    <a:pt x="393" y="3632"/>
                    <a:pt x="393" y="3644"/>
                    <a:pt x="405" y="3644"/>
                  </a:cubicBezTo>
                  <a:lnTo>
                    <a:pt x="274" y="24"/>
                  </a:lnTo>
                  <a:cubicBezTo>
                    <a:pt x="242" y="35"/>
                    <a:pt x="205" y="41"/>
                    <a:pt x="168" y="41"/>
                  </a:cubicBezTo>
                  <a:cubicBezTo>
                    <a:pt x="122" y="41"/>
                    <a:pt x="75" y="32"/>
                    <a:pt x="36" y="13"/>
                  </a:cubicBezTo>
                  <a:cubicBezTo>
                    <a:pt x="24" y="13"/>
                    <a:pt x="24" y="13"/>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8" name="Google Shape;3338;p24"/>
            <p:cNvSpPr/>
            <p:nvPr/>
          </p:nvSpPr>
          <p:spPr>
            <a:xfrm>
              <a:off x="3391475" y="2086400"/>
              <a:ext cx="73250" cy="83675"/>
            </a:xfrm>
            <a:custGeom>
              <a:rect b="b" l="l" r="r" t="t"/>
              <a:pathLst>
                <a:path extrusionOk="0" h="3347" w="2930">
                  <a:moveTo>
                    <a:pt x="2763" y="0"/>
                  </a:moveTo>
                  <a:lnTo>
                    <a:pt x="1" y="3191"/>
                  </a:lnTo>
                  <a:cubicBezTo>
                    <a:pt x="72" y="3227"/>
                    <a:pt x="144" y="3287"/>
                    <a:pt x="203" y="3346"/>
                  </a:cubicBezTo>
                  <a:lnTo>
                    <a:pt x="2930" y="227"/>
                  </a:lnTo>
                  <a:cubicBezTo>
                    <a:pt x="2846" y="191"/>
                    <a:pt x="2763" y="108"/>
                    <a:pt x="276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9" name="Google Shape;3339;p24"/>
            <p:cNvSpPr/>
            <p:nvPr/>
          </p:nvSpPr>
          <p:spPr>
            <a:xfrm>
              <a:off x="3226875" y="1884000"/>
              <a:ext cx="132200" cy="113425"/>
            </a:xfrm>
            <a:custGeom>
              <a:rect b="b" l="l" r="r" t="t"/>
              <a:pathLst>
                <a:path extrusionOk="0" h="4537" w="5288">
                  <a:moveTo>
                    <a:pt x="191" y="0"/>
                  </a:moveTo>
                  <a:cubicBezTo>
                    <a:pt x="155" y="72"/>
                    <a:pt x="84" y="131"/>
                    <a:pt x="1" y="191"/>
                  </a:cubicBezTo>
                  <a:lnTo>
                    <a:pt x="5097" y="4536"/>
                  </a:lnTo>
                  <a:cubicBezTo>
                    <a:pt x="5156" y="4453"/>
                    <a:pt x="5216" y="4394"/>
                    <a:pt x="5287" y="4346"/>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0" name="Google Shape;3340;p24"/>
            <p:cNvSpPr/>
            <p:nvPr/>
          </p:nvSpPr>
          <p:spPr>
            <a:xfrm>
              <a:off x="3370650" y="2004850"/>
              <a:ext cx="95275" cy="79500"/>
            </a:xfrm>
            <a:custGeom>
              <a:rect b="b" l="l" r="r" t="t"/>
              <a:pathLst>
                <a:path extrusionOk="0" h="3180" w="3811">
                  <a:moveTo>
                    <a:pt x="131" y="0"/>
                  </a:moveTo>
                  <a:lnTo>
                    <a:pt x="131" y="24"/>
                  </a:lnTo>
                  <a:cubicBezTo>
                    <a:pt x="96" y="107"/>
                    <a:pt x="60" y="167"/>
                    <a:pt x="0" y="226"/>
                  </a:cubicBezTo>
                  <a:lnTo>
                    <a:pt x="3620" y="3179"/>
                  </a:lnTo>
                  <a:cubicBezTo>
                    <a:pt x="3644" y="3084"/>
                    <a:pt x="3715" y="3024"/>
                    <a:pt x="3810" y="3012"/>
                  </a:cubicBezTo>
                  <a:lnTo>
                    <a:pt x="13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1" name="Google Shape;3341;p24"/>
            <p:cNvSpPr/>
            <p:nvPr/>
          </p:nvSpPr>
          <p:spPr>
            <a:xfrm>
              <a:off x="3470950" y="2084325"/>
              <a:ext cx="130700" cy="76500"/>
            </a:xfrm>
            <a:custGeom>
              <a:rect b="b" l="l" r="r" t="t"/>
              <a:pathLst>
                <a:path extrusionOk="0" h="3060" w="5228">
                  <a:moveTo>
                    <a:pt x="60" y="0"/>
                  </a:moveTo>
                  <a:cubicBezTo>
                    <a:pt x="84" y="36"/>
                    <a:pt x="84" y="95"/>
                    <a:pt x="60" y="155"/>
                  </a:cubicBezTo>
                  <a:cubicBezTo>
                    <a:pt x="48" y="191"/>
                    <a:pt x="37" y="238"/>
                    <a:pt x="1" y="250"/>
                  </a:cubicBezTo>
                  <a:lnTo>
                    <a:pt x="5228" y="3060"/>
                  </a:lnTo>
                  <a:lnTo>
                    <a:pt x="5228" y="2762"/>
                  </a:lnTo>
                  <a:lnTo>
                    <a:pt x="120" y="12"/>
                  </a:lnTo>
                  <a:cubicBezTo>
                    <a:pt x="108" y="0"/>
                    <a:pt x="96" y="0"/>
                    <a:pt x="6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2" name="Google Shape;3342;p24"/>
            <p:cNvSpPr/>
            <p:nvPr/>
          </p:nvSpPr>
          <p:spPr>
            <a:xfrm>
              <a:off x="3403100" y="2193850"/>
              <a:ext cx="198550" cy="56575"/>
            </a:xfrm>
            <a:custGeom>
              <a:rect b="b" l="l" r="r" t="t"/>
              <a:pathLst>
                <a:path extrusionOk="0" h="2263" w="7942">
                  <a:moveTo>
                    <a:pt x="60" y="1"/>
                  </a:moveTo>
                  <a:cubicBezTo>
                    <a:pt x="36" y="96"/>
                    <a:pt x="24" y="167"/>
                    <a:pt x="0" y="263"/>
                  </a:cubicBezTo>
                  <a:lnTo>
                    <a:pt x="6489" y="1894"/>
                  </a:lnTo>
                  <a:lnTo>
                    <a:pt x="6763" y="1965"/>
                  </a:lnTo>
                  <a:lnTo>
                    <a:pt x="7942" y="2263"/>
                  </a:lnTo>
                  <a:lnTo>
                    <a:pt x="7942" y="2001"/>
                  </a:lnTo>
                  <a:lnTo>
                    <a:pt x="6942" y="1751"/>
                  </a:lnTo>
                  <a:lnTo>
                    <a:pt x="6668" y="1667"/>
                  </a:lnTo>
                  <a:lnTo>
                    <a:pt x="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3" name="Google Shape;3343;p24"/>
            <p:cNvSpPr/>
            <p:nvPr/>
          </p:nvSpPr>
          <p:spPr>
            <a:xfrm>
              <a:off x="3388800" y="2213200"/>
              <a:ext cx="90825" cy="135150"/>
            </a:xfrm>
            <a:custGeom>
              <a:rect b="b" l="l" r="r" t="t"/>
              <a:pathLst>
                <a:path extrusionOk="0" h="5406" w="3633">
                  <a:moveTo>
                    <a:pt x="227" y="0"/>
                  </a:moveTo>
                  <a:cubicBezTo>
                    <a:pt x="155" y="60"/>
                    <a:pt x="96" y="108"/>
                    <a:pt x="1" y="155"/>
                  </a:cubicBezTo>
                  <a:lnTo>
                    <a:pt x="3406" y="5406"/>
                  </a:lnTo>
                  <a:cubicBezTo>
                    <a:pt x="3465" y="5346"/>
                    <a:pt x="3549" y="5299"/>
                    <a:pt x="3632" y="5275"/>
                  </a:cubicBez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4" name="Google Shape;3344;p24"/>
            <p:cNvSpPr/>
            <p:nvPr/>
          </p:nvSpPr>
          <p:spPr>
            <a:xfrm>
              <a:off x="3534650" y="2440025"/>
              <a:ext cx="66700" cy="103600"/>
            </a:xfrm>
            <a:custGeom>
              <a:rect b="b" l="l" r="r" t="t"/>
              <a:pathLst>
                <a:path extrusionOk="0" h="4144" w="2668">
                  <a:moveTo>
                    <a:pt x="120" y="0"/>
                  </a:moveTo>
                  <a:lnTo>
                    <a:pt x="1" y="71"/>
                  </a:lnTo>
                  <a:lnTo>
                    <a:pt x="2668" y="4143"/>
                  </a:lnTo>
                  <a:lnTo>
                    <a:pt x="2668" y="3667"/>
                  </a:lnTo>
                  <a:lnTo>
                    <a:pt x="453" y="298"/>
                  </a:lnTo>
                  <a:cubicBezTo>
                    <a:pt x="429" y="304"/>
                    <a:pt x="403" y="307"/>
                    <a:pt x="374" y="307"/>
                  </a:cubicBezTo>
                  <a:cubicBezTo>
                    <a:pt x="346" y="307"/>
                    <a:pt x="316" y="304"/>
                    <a:pt x="286" y="298"/>
                  </a:cubicBezTo>
                  <a:cubicBezTo>
                    <a:pt x="167" y="250"/>
                    <a:pt x="96" y="131"/>
                    <a:pt x="1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5" name="Google Shape;3345;p24"/>
            <p:cNvSpPr/>
            <p:nvPr/>
          </p:nvSpPr>
          <p:spPr>
            <a:xfrm>
              <a:off x="3484950" y="2361725"/>
              <a:ext cx="52100" cy="74450"/>
            </a:xfrm>
            <a:custGeom>
              <a:rect b="b" l="l" r="r" t="t"/>
              <a:pathLst>
                <a:path extrusionOk="0" h="2978" w="2084">
                  <a:moveTo>
                    <a:pt x="239" y="1"/>
                  </a:moveTo>
                  <a:cubicBezTo>
                    <a:pt x="155" y="72"/>
                    <a:pt x="84" y="132"/>
                    <a:pt x="0" y="155"/>
                  </a:cubicBezTo>
                  <a:lnTo>
                    <a:pt x="1858" y="2977"/>
                  </a:lnTo>
                  <a:lnTo>
                    <a:pt x="2084" y="2834"/>
                  </a:ln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6" name="Google Shape;3346;p24"/>
            <p:cNvSpPr/>
            <p:nvPr/>
          </p:nvSpPr>
          <p:spPr>
            <a:xfrm>
              <a:off x="3359925" y="2364100"/>
              <a:ext cx="122675" cy="183700"/>
            </a:xfrm>
            <a:custGeom>
              <a:rect b="b" l="l" r="r" t="t"/>
              <a:pathLst>
                <a:path extrusionOk="0" h="7348" w="4907">
                  <a:moveTo>
                    <a:pt x="4656" y="1"/>
                  </a:moveTo>
                  <a:lnTo>
                    <a:pt x="1" y="7347"/>
                  </a:lnTo>
                  <a:lnTo>
                    <a:pt x="537" y="7002"/>
                  </a:lnTo>
                  <a:lnTo>
                    <a:pt x="4894" y="120"/>
                  </a:lnTo>
                  <a:cubicBezTo>
                    <a:pt x="4906" y="96"/>
                    <a:pt x="4906" y="84"/>
                    <a:pt x="4906" y="72"/>
                  </a:cubicBezTo>
                  <a:cubicBezTo>
                    <a:pt x="4859" y="72"/>
                    <a:pt x="4823" y="72"/>
                    <a:pt x="4775" y="60"/>
                  </a:cubicBezTo>
                  <a:cubicBezTo>
                    <a:pt x="4728" y="37"/>
                    <a:pt x="4704" y="25"/>
                    <a:pt x="465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7" name="Google Shape;3347;p24"/>
            <p:cNvSpPr/>
            <p:nvPr/>
          </p:nvSpPr>
          <p:spPr>
            <a:xfrm>
              <a:off x="3403975" y="2657300"/>
              <a:ext cx="46175" cy="92900"/>
            </a:xfrm>
            <a:custGeom>
              <a:rect b="b" l="l" r="r" t="t"/>
              <a:pathLst>
                <a:path extrusionOk="0" h="3716" w="1847">
                  <a:moveTo>
                    <a:pt x="275" y="1"/>
                  </a:moveTo>
                  <a:lnTo>
                    <a:pt x="1" y="36"/>
                  </a:lnTo>
                  <a:lnTo>
                    <a:pt x="1549" y="3691"/>
                  </a:lnTo>
                  <a:cubicBezTo>
                    <a:pt x="1593" y="3665"/>
                    <a:pt x="1651" y="3651"/>
                    <a:pt x="1708" y="3651"/>
                  </a:cubicBezTo>
                  <a:cubicBezTo>
                    <a:pt x="1727" y="3651"/>
                    <a:pt x="1745" y="3653"/>
                    <a:pt x="1763" y="3656"/>
                  </a:cubicBezTo>
                  <a:cubicBezTo>
                    <a:pt x="1799" y="3668"/>
                    <a:pt x="1834" y="3691"/>
                    <a:pt x="1846" y="3715"/>
                  </a:cubicBezTo>
                  <a:lnTo>
                    <a:pt x="27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8" name="Google Shape;3348;p24"/>
            <p:cNvSpPr/>
            <p:nvPr/>
          </p:nvSpPr>
          <p:spPr>
            <a:xfrm>
              <a:off x="3447750" y="2756725"/>
              <a:ext cx="63125" cy="139325"/>
            </a:xfrm>
            <a:custGeom>
              <a:rect b="b" l="l" r="r" t="t"/>
              <a:pathLst>
                <a:path extrusionOk="0" h="5573" w="2525">
                  <a:moveTo>
                    <a:pt x="214" y="0"/>
                  </a:moveTo>
                  <a:lnTo>
                    <a:pt x="119" y="84"/>
                  </a:lnTo>
                  <a:cubicBezTo>
                    <a:pt x="95" y="107"/>
                    <a:pt x="72" y="131"/>
                    <a:pt x="36" y="143"/>
                  </a:cubicBezTo>
                  <a:lnTo>
                    <a:pt x="0" y="167"/>
                  </a:lnTo>
                  <a:lnTo>
                    <a:pt x="2286" y="5572"/>
                  </a:lnTo>
                  <a:cubicBezTo>
                    <a:pt x="2358" y="5513"/>
                    <a:pt x="2441" y="5477"/>
                    <a:pt x="2524" y="5465"/>
                  </a:cubicBezTo>
                  <a:lnTo>
                    <a:pt x="21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9" name="Google Shape;3349;p24"/>
            <p:cNvSpPr/>
            <p:nvPr/>
          </p:nvSpPr>
          <p:spPr>
            <a:xfrm>
              <a:off x="3360525" y="2551625"/>
              <a:ext cx="47650" cy="100650"/>
            </a:xfrm>
            <a:custGeom>
              <a:rect b="b" l="l" r="r" t="t"/>
              <a:pathLst>
                <a:path extrusionOk="0" h="4026" w="1906">
                  <a:moveTo>
                    <a:pt x="227" y="1"/>
                  </a:moveTo>
                  <a:lnTo>
                    <a:pt x="1" y="144"/>
                  </a:lnTo>
                  <a:lnTo>
                    <a:pt x="1644" y="4025"/>
                  </a:lnTo>
                  <a:lnTo>
                    <a:pt x="1906" y="3989"/>
                  </a:ln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0" name="Google Shape;3350;p24"/>
            <p:cNvSpPr/>
            <p:nvPr/>
          </p:nvSpPr>
          <p:spPr>
            <a:xfrm>
              <a:off x="3125375" y="2390600"/>
              <a:ext cx="476275" cy="313150"/>
            </a:xfrm>
            <a:custGeom>
              <a:rect b="b" l="l" r="r" t="t"/>
              <a:pathLst>
                <a:path extrusionOk="0" h="12526" w="19051">
                  <a:moveTo>
                    <a:pt x="19051" y="1"/>
                  </a:moveTo>
                  <a:lnTo>
                    <a:pt x="16455" y="1691"/>
                  </a:lnTo>
                  <a:lnTo>
                    <a:pt x="16241" y="1834"/>
                  </a:lnTo>
                  <a:lnTo>
                    <a:pt x="9907" y="5942"/>
                  </a:lnTo>
                  <a:lnTo>
                    <a:pt x="9371" y="6287"/>
                  </a:lnTo>
                  <a:lnTo>
                    <a:pt x="1" y="12395"/>
                  </a:lnTo>
                  <a:cubicBezTo>
                    <a:pt x="48" y="12431"/>
                    <a:pt x="72" y="12478"/>
                    <a:pt x="108" y="12526"/>
                  </a:cubicBezTo>
                  <a:lnTo>
                    <a:pt x="358" y="12478"/>
                  </a:lnTo>
                  <a:lnTo>
                    <a:pt x="9407" y="6597"/>
                  </a:lnTo>
                  <a:lnTo>
                    <a:pt x="9633" y="6454"/>
                  </a:lnTo>
                  <a:lnTo>
                    <a:pt x="16384" y="2060"/>
                  </a:lnTo>
                  <a:lnTo>
                    <a:pt x="16503" y="1989"/>
                  </a:lnTo>
                  <a:lnTo>
                    <a:pt x="16503" y="1977"/>
                  </a:lnTo>
                  <a:cubicBezTo>
                    <a:pt x="16533" y="1877"/>
                    <a:pt x="16622" y="1802"/>
                    <a:pt x="16720" y="1802"/>
                  </a:cubicBezTo>
                  <a:cubicBezTo>
                    <a:pt x="16739" y="1802"/>
                    <a:pt x="16758" y="1805"/>
                    <a:pt x="16777" y="1810"/>
                  </a:cubicBezTo>
                  <a:lnTo>
                    <a:pt x="19051" y="322"/>
                  </a:lnTo>
                  <a:lnTo>
                    <a:pt x="190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1" name="Google Shape;3351;p24"/>
            <p:cNvSpPr/>
            <p:nvPr/>
          </p:nvSpPr>
          <p:spPr>
            <a:xfrm>
              <a:off x="3128050" y="2615625"/>
              <a:ext cx="473900" cy="94675"/>
            </a:xfrm>
            <a:custGeom>
              <a:rect b="b" l="l" r="r" t="t"/>
              <a:pathLst>
                <a:path extrusionOk="0" h="3787" w="18956">
                  <a:moveTo>
                    <a:pt x="18956" y="1"/>
                  </a:moveTo>
                  <a:lnTo>
                    <a:pt x="11216" y="1441"/>
                  </a:lnTo>
                  <a:lnTo>
                    <a:pt x="10955" y="1489"/>
                  </a:lnTo>
                  <a:lnTo>
                    <a:pt x="251" y="3477"/>
                  </a:lnTo>
                  <a:lnTo>
                    <a:pt x="1" y="3525"/>
                  </a:lnTo>
                  <a:cubicBezTo>
                    <a:pt x="25" y="3596"/>
                    <a:pt x="37" y="3704"/>
                    <a:pt x="25" y="3787"/>
                  </a:cubicBezTo>
                  <a:lnTo>
                    <a:pt x="11062" y="1739"/>
                  </a:lnTo>
                  <a:lnTo>
                    <a:pt x="11324" y="1691"/>
                  </a:lnTo>
                  <a:lnTo>
                    <a:pt x="18956" y="263"/>
                  </a:lnTo>
                  <a:lnTo>
                    <a:pt x="189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2" name="Google Shape;3352;p24"/>
            <p:cNvSpPr/>
            <p:nvPr/>
          </p:nvSpPr>
          <p:spPr>
            <a:xfrm>
              <a:off x="3117650" y="2716825"/>
              <a:ext cx="74725" cy="262575"/>
            </a:xfrm>
            <a:custGeom>
              <a:rect b="b" l="l" r="r" t="t"/>
              <a:pathLst>
                <a:path extrusionOk="0" h="10503" w="2989">
                  <a:moveTo>
                    <a:pt x="250" y="1"/>
                  </a:moveTo>
                  <a:cubicBezTo>
                    <a:pt x="188" y="32"/>
                    <a:pt x="109" y="63"/>
                    <a:pt x="34" y="63"/>
                  </a:cubicBezTo>
                  <a:cubicBezTo>
                    <a:pt x="23" y="63"/>
                    <a:pt x="11" y="62"/>
                    <a:pt x="0" y="60"/>
                  </a:cubicBezTo>
                  <a:lnTo>
                    <a:pt x="0" y="60"/>
                  </a:lnTo>
                  <a:lnTo>
                    <a:pt x="2739" y="10502"/>
                  </a:lnTo>
                  <a:cubicBezTo>
                    <a:pt x="2810" y="10454"/>
                    <a:pt x="2905" y="10431"/>
                    <a:pt x="2989" y="10419"/>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3" name="Google Shape;3353;p24"/>
            <p:cNvSpPr/>
            <p:nvPr/>
          </p:nvSpPr>
          <p:spPr>
            <a:xfrm>
              <a:off x="3207525" y="2947525"/>
              <a:ext cx="153325" cy="44675"/>
            </a:xfrm>
            <a:custGeom>
              <a:rect b="b" l="l" r="r" t="t"/>
              <a:pathLst>
                <a:path extrusionOk="0" h="1787" w="6133">
                  <a:moveTo>
                    <a:pt x="5859" y="0"/>
                  </a:moveTo>
                  <a:lnTo>
                    <a:pt x="1" y="1524"/>
                  </a:lnTo>
                  <a:cubicBezTo>
                    <a:pt x="48" y="1607"/>
                    <a:pt x="60" y="1691"/>
                    <a:pt x="60" y="1786"/>
                  </a:cubicBezTo>
                  <a:lnTo>
                    <a:pt x="6132" y="191"/>
                  </a:lnTo>
                  <a:lnTo>
                    <a:pt x="585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4" name="Google Shape;3354;p24"/>
            <p:cNvSpPr/>
            <p:nvPr/>
          </p:nvSpPr>
          <p:spPr>
            <a:xfrm>
              <a:off x="3362025" y="2909125"/>
              <a:ext cx="138425" cy="40800"/>
            </a:xfrm>
            <a:custGeom>
              <a:rect b="b" l="l" r="r" t="t"/>
              <a:pathLst>
                <a:path extrusionOk="0" h="1632" w="5537">
                  <a:moveTo>
                    <a:pt x="5465" y="0"/>
                  </a:moveTo>
                  <a:lnTo>
                    <a:pt x="0" y="1429"/>
                  </a:lnTo>
                  <a:lnTo>
                    <a:pt x="286" y="1631"/>
                  </a:lnTo>
                  <a:lnTo>
                    <a:pt x="5489" y="262"/>
                  </a:lnTo>
                  <a:lnTo>
                    <a:pt x="5537" y="238"/>
                  </a:lnTo>
                  <a:cubicBezTo>
                    <a:pt x="5489" y="155"/>
                    <a:pt x="5477" y="84"/>
                    <a:pt x="546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5" name="Google Shape;3355;p24"/>
            <p:cNvSpPr/>
            <p:nvPr/>
          </p:nvSpPr>
          <p:spPr>
            <a:xfrm>
              <a:off x="3281950" y="2758200"/>
              <a:ext cx="167000" cy="126825"/>
            </a:xfrm>
            <a:custGeom>
              <a:rect b="b" l="l" r="r" t="t"/>
              <a:pathLst>
                <a:path extrusionOk="0" h="5073" w="6680">
                  <a:moveTo>
                    <a:pt x="6370" y="1"/>
                  </a:moveTo>
                  <a:lnTo>
                    <a:pt x="2965" y="2608"/>
                  </a:lnTo>
                  <a:cubicBezTo>
                    <a:pt x="2977" y="2656"/>
                    <a:pt x="3001" y="2727"/>
                    <a:pt x="2965" y="2787"/>
                  </a:cubicBezTo>
                  <a:cubicBezTo>
                    <a:pt x="2927" y="2900"/>
                    <a:pt x="2837" y="2968"/>
                    <a:pt x="2737" y="2968"/>
                  </a:cubicBezTo>
                  <a:cubicBezTo>
                    <a:pt x="2710" y="2968"/>
                    <a:pt x="2683" y="2963"/>
                    <a:pt x="2655" y="2954"/>
                  </a:cubicBezTo>
                  <a:cubicBezTo>
                    <a:pt x="2608" y="2942"/>
                    <a:pt x="2584" y="2930"/>
                    <a:pt x="2560" y="2894"/>
                  </a:cubicBezTo>
                  <a:lnTo>
                    <a:pt x="0" y="4859"/>
                  </a:lnTo>
                  <a:cubicBezTo>
                    <a:pt x="72" y="4906"/>
                    <a:pt x="131" y="4978"/>
                    <a:pt x="179" y="5073"/>
                  </a:cubicBezTo>
                  <a:lnTo>
                    <a:pt x="6644" y="132"/>
                  </a:lnTo>
                  <a:lnTo>
                    <a:pt x="6680" y="96"/>
                  </a:lnTo>
                  <a:lnTo>
                    <a:pt x="6680" y="96"/>
                  </a:lnTo>
                  <a:cubicBezTo>
                    <a:pt x="6647" y="116"/>
                    <a:pt x="6618" y="125"/>
                    <a:pt x="6586" y="125"/>
                  </a:cubicBezTo>
                  <a:cubicBezTo>
                    <a:pt x="6561" y="125"/>
                    <a:pt x="6533" y="119"/>
                    <a:pt x="6501" y="108"/>
                  </a:cubicBezTo>
                  <a:cubicBezTo>
                    <a:pt x="6442" y="96"/>
                    <a:pt x="6406" y="48"/>
                    <a:pt x="637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6" name="Google Shape;3356;p24"/>
            <p:cNvSpPr/>
            <p:nvPr/>
          </p:nvSpPr>
          <p:spPr>
            <a:xfrm>
              <a:off x="3450725" y="2635275"/>
              <a:ext cx="150925" cy="123850"/>
            </a:xfrm>
            <a:custGeom>
              <a:rect b="b" l="l" r="r" t="t"/>
              <a:pathLst>
                <a:path extrusionOk="0" h="4954" w="6037">
                  <a:moveTo>
                    <a:pt x="6037" y="1"/>
                  </a:moveTo>
                  <a:lnTo>
                    <a:pt x="0" y="4632"/>
                  </a:lnTo>
                  <a:cubicBezTo>
                    <a:pt x="60" y="4668"/>
                    <a:pt x="72" y="4775"/>
                    <a:pt x="36" y="4870"/>
                  </a:cubicBezTo>
                  <a:lnTo>
                    <a:pt x="0" y="4953"/>
                  </a:lnTo>
                  <a:lnTo>
                    <a:pt x="0" y="4953"/>
                  </a:lnTo>
                  <a:lnTo>
                    <a:pt x="95" y="4882"/>
                  </a:lnTo>
                  <a:lnTo>
                    <a:pt x="6037" y="322"/>
                  </a:lnTo>
                  <a:lnTo>
                    <a:pt x="603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7" name="Google Shape;3357;p24"/>
            <p:cNvSpPr/>
            <p:nvPr/>
          </p:nvSpPr>
          <p:spPr>
            <a:xfrm>
              <a:off x="3516800" y="2698375"/>
              <a:ext cx="84850" cy="197675"/>
            </a:xfrm>
            <a:custGeom>
              <a:rect b="b" l="l" r="r" t="t"/>
              <a:pathLst>
                <a:path extrusionOk="0" h="7907" w="3394">
                  <a:moveTo>
                    <a:pt x="3394" y="1"/>
                  </a:moveTo>
                  <a:lnTo>
                    <a:pt x="0" y="7799"/>
                  </a:lnTo>
                  <a:cubicBezTo>
                    <a:pt x="12" y="7799"/>
                    <a:pt x="48" y="7811"/>
                    <a:pt x="60" y="7811"/>
                  </a:cubicBezTo>
                  <a:cubicBezTo>
                    <a:pt x="119" y="7835"/>
                    <a:pt x="179" y="7883"/>
                    <a:pt x="238" y="7906"/>
                  </a:cubicBezTo>
                  <a:lnTo>
                    <a:pt x="3394" y="667"/>
                  </a:lnTo>
                  <a:lnTo>
                    <a:pt x="33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8" name="Google Shape;3358;p24"/>
            <p:cNvSpPr/>
            <p:nvPr/>
          </p:nvSpPr>
          <p:spPr>
            <a:xfrm>
              <a:off x="3517700" y="2919250"/>
              <a:ext cx="83950" cy="148250"/>
            </a:xfrm>
            <a:custGeom>
              <a:rect b="b" l="l" r="r" t="t"/>
              <a:pathLst>
                <a:path extrusionOk="0" h="5930" w="3358">
                  <a:moveTo>
                    <a:pt x="238" y="0"/>
                  </a:moveTo>
                  <a:cubicBezTo>
                    <a:pt x="155" y="60"/>
                    <a:pt x="83" y="95"/>
                    <a:pt x="0" y="131"/>
                  </a:cubicBezTo>
                  <a:lnTo>
                    <a:pt x="3358" y="5929"/>
                  </a:lnTo>
                  <a:lnTo>
                    <a:pt x="3358" y="5394"/>
                  </a:lnTo>
                  <a:lnTo>
                    <a:pt x="23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9" name="Google Shape;3359;p24"/>
            <p:cNvSpPr/>
            <p:nvPr/>
          </p:nvSpPr>
          <p:spPr>
            <a:xfrm>
              <a:off x="3421550" y="2991875"/>
              <a:ext cx="180100" cy="133375"/>
            </a:xfrm>
            <a:custGeom>
              <a:rect b="b" l="l" r="r" t="t"/>
              <a:pathLst>
                <a:path extrusionOk="0" h="5335" w="7204">
                  <a:moveTo>
                    <a:pt x="250" y="0"/>
                  </a:moveTo>
                  <a:cubicBezTo>
                    <a:pt x="221" y="110"/>
                    <a:pt x="141" y="161"/>
                    <a:pt x="53" y="161"/>
                  </a:cubicBezTo>
                  <a:cubicBezTo>
                    <a:pt x="36" y="161"/>
                    <a:pt x="18" y="159"/>
                    <a:pt x="0" y="155"/>
                  </a:cubicBezTo>
                  <a:lnTo>
                    <a:pt x="0" y="155"/>
                  </a:lnTo>
                  <a:lnTo>
                    <a:pt x="7204" y="5334"/>
                  </a:lnTo>
                  <a:lnTo>
                    <a:pt x="7204" y="5001"/>
                  </a:lnTo>
                  <a:lnTo>
                    <a:pt x="25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0" name="Google Shape;3360;p24"/>
            <p:cNvSpPr/>
            <p:nvPr/>
          </p:nvSpPr>
          <p:spPr>
            <a:xfrm>
              <a:off x="3415600" y="2991275"/>
              <a:ext cx="1500" cy="1500"/>
            </a:xfrm>
            <a:custGeom>
              <a:rect b="b" l="l" r="r" t="t"/>
              <a:pathLst>
                <a:path extrusionOk="0" h="60" w="60">
                  <a:moveTo>
                    <a:pt x="48" y="0"/>
                  </a:moveTo>
                  <a:lnTo>
                    <a:pt x="0" y="12"/>
                  </a:lnTo>
                  <a:lnTo>
                    <a:pt x="60" y="60"/>
                  </a:lnTo>
                  <a:cubicBezTo>
                    <a:pt x="48" y="48"/>
                    <a:pt x="48" y="12"/>
                    <a:pt x="4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1" name="Google Shape;3361;p24"/>
            <p:cNvSpPr/>
            <p:nvPr/>
          </p:nvSpPr>
          <p:spPr>
            <a:xfrm>
              <a:off x="3283125" y="2890950"/>
              <a:ext cx="131900" cy="96475"/>
            </a:xfrm>
            <a:custGeom>
              <a:rect b="b" l="l" r="r" t="t"/>
              <a:pathLst>
                <a:path extrusionOk="0" h="3859" w="5276">
                  <a:moveTo>
                    <a:pt x="132" y="1"/>
                  </a:moveTo>
                  <a:cubicBezTo>
                    <a:pt x="132" y="13"/>
                    <a:pt x="132" y="25"/>
                    <a:pt x="120" y="37"/>
                  </a:cubicBezTo>
                  <a:cubicBezTo>
                    <a:pt x="96" y="108"/>
                    <a:pt x="60" y="168"/>
                    <a:pt x="1" y="227"/>
                  </a:cubicBezTo>
                  <a:lnTo>
                    <a:pt x="2811" y="2251"/>
                  </a:lnTo>
                  <a:lnTo>
                    <a:pt x="3097" y="2454"/>
                  </a:lnTo>
                  <a:lnTo>
                    <a:pt x="5061" y="3859"/>
                  </a:lnTo>
                  <a:lnTo>
                    <a:pt x="5275" y="3680"/>
                  </a:lnTo>
                  <a:lnTo>
                    <a:pt x="3430" y="2346"/>
                  </a:lnTo>
                  <a:lnTo>
                    <a:pt x="3156" y="2168"/>
                  </a:lnTo>
                  <a:lnTo>
                    <a:pt x="13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2" name="Google Shape;3362;p24"/>
            <p:cNvSpPr/>
            <p:nvPr/>
          </p:nvSpPr>
          <p:spPr>
            <a:xfrm>
              <a:off x="3303375" y="2915075"/>
              <a:ext cx="202425" cy="165525"/>
            </a:xfrm>
            <a:custGeom>
              <a:rect b="b" l="l" r="r" t="t"/>
              <a:pathLst>
                <a:path extrusionOk="0" h="6621" w="8097">
                  <a:moveTo>
                    <a:pt x="7883" y="0"/>
                  </a:moveTo>
                  <a:lnTo>
                    <a:pt x="7835" y="24"/>
                  </a:lnTo>
                  <a:lnTo>
                    <a:pt x="4489" y="2739"/>
                  </a:lnTo>
                  <a:lnTo>
                    <a:pt x="4287" y="2917"/>
                  </a:lnTo>
                  <a:lnTo>
                    <a:pt x="1" y="6370"/>
                  </a:lnTo>
                  <a:lnTo>
                    <a:pt x="84" y="6430"/>
                  </a:lnTo>
                  <a:lnTo>
                    <a:pt x="96" y="6442"/>
                  </a:lnTo>
                  <a:lnTo>
                    <a:pt x="120" y="6454"/>
                  </a:lnTo>
                  <a:lnTo>
                    <a:pt x="132" y="6477"/>
                  </a:lnTo>
                  <a:lnTo>
                    <a:pt x="132" y="6489"/>
                  </a:lnTo>
                  <a:lnTo>
                    <a:pt x="132" y="6501"/>
                  </a:lnTo>
                  <a:lnTo>
                    <a:pt x="132" y="6513"/>
                  </a:lnTo>
                  <a:lnTo>
                    <a:pt x="132" y="6549"/>
                  </a:lnTo>
                  <a:lnTo>
                    <a:pt x="143" y="6620"/>
                  </a:lnTo>
                  <a:lnTo>
                    <a:pt x="4525" y="3108"/>
                  </a:lnTo>
                  <a:lnTo>
                    <a:pt x="4549" y="3084"/>
                  </a:lnTo>
                  <a:cubicBezTo>
                    <a:pt x="4537" y="3036"/>
                    <a:pt x="4549" y="3001"/>
                    <a:pt x="4561" y="2965"/>
                  </a:cubicBezTo>
                  <a:cubicBezTo>
                    <a:pt x="4601" y="2865"/>
                    <a:pt x="4700" y="2790"/>
                    <a:pt x="4815" y="2790"/>
                  </a:cubicBezTo>
                  <a:cubicBezTo>
                    <a:pt x="4837" y="2790"/>
                    <a:pt x="4859" y="2793"/>
                    <a:pt x="4882" y="2798"/>
                  </a:cubicBezTo>
                  <a:cubicBezTo>
                    <a:pt x="4882" y="2798"/>
                    <a:pt x="4894" y="2798"/>
                    <a:pt x="4894" y="2810"/>
                  </a:cubicBezTo>
                  <a:lnTo>
                    <a:pt x="8097" y="238"/>
                  </a:lnTo>
                  <a:cubicBezTo>
                    <a:pt x="7990" y="143"/>
                    <a:pt x="7930" y="72"/>
                    <a:pt x="788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3" name="Google Shape;3363;p24"/>
            <p:cNvSpPr/>
            <p:nvPr/>
          </p:nvSpPr>
          <p:spPr>
            <a:xfrm>
              <a:off x="2964350" y="3075800"/>
              <a:ext cx="335475" cy="51225"/>
            </a:xfrm>
            <a:custGeom>
              <a:rect b="b" l="l" r="r" t="t"/>
              <a:pathLst>
                <a:path extrusionOk="0" h="2049" w="13419">
                  <a:moveTo>
                    <a:pt x="13204" y="1"/>
                  </a:moveTo>
                  <a:lnTo>
                    <a:pt x="0" y="1810"/>
                  </a:lnTo>
                  <a:cubicBezTo>
                    <a:pt x="24" y="1870"/>
                    <a:pt x="36" y="1941"/>
                    <a:pt x="60" y="2025"/>
                  </a:cubicBezTo>
                  <a:lnTo>
                    <a:pt x="203" y="2049"/>
                  </a:lnTo>
                  <a:lnTo>
                    <a:pt x="13419" y="239"/>
                  </a:lnTo>
                  <a:lnTo>
                    <a:pt x="13407" y="156"/>
                  </a:lnTo>
                  <a:lnTo>
                    <a:pt x="1320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4" name="Google Shape;3364;p24"/>
            <p:cNvSpPr/>
            <p:nvPr/>
          </p:nvSpPr>
          <p:spPr>
            <a:xfrm>
              <a:off x="3202475" y="2999600"/>
              <a:ext cx="102700" cy="80400"/>
            </a:xfrm>
            <a:custGeom>
              <a:rect b="b" l="l" r="r" t="t"/>
              <a:pathLst>
                <a:path extrusionOk="0" h="3216" w="4108">
                  <a:moveTo>
                    <a:pt x="4061" y="3007"/>
                  </a:moveTo>
                  <a:lnTo>
                    <a:pt x="4108" y="3037"/>
                  </a:lnTo>
                  <a:cubicBezTo>
                    <a:pt x="4092" y="3021"/>
                    <a:pt x="4077" y="3012"/>
                    <a:pt x="4061" y="3007"/>
                  </a:cubicBezTo>
                  <a:close/>
                  <a:moveTo>
                    <a:pt x="179" y="1"/>
                  </a:moveTo>
                  <a:cubicBezTo>
                    <a:pt x="131" y="72"/>
                    <a:pt x="72" y="144"/>
                    <a:pt x="0" y="191"/>
                  </a:cubicBezTo>
                  <a:lnTo>
                    <a:pt x="3679" y="3049"/>
                  </a:lnTo>
                  <a:lnTo>
                    <a:pt x="3882" y="3215"/>
                  </a:lnTo>
                  <a:lnTo>
                    <a:pt x="3882" y="3144"/>
                  </a:lnTo>
                  <a:cubicBezTo>
                    <a:pt x="3870" y="3073"/>
                    <a:pt x="3929" y="3013"/>
                    <a:pt x="4001" y="3001"/>
                  </a:cubicBezTo>
                  <a:cubicBezTo>
                    <a:pt x="4021" y="3001"/>
                    <a:pt x="4041" y="3001"/>
                    <a:pt x="4061" y="3007"/>
                  </a:cubicBezTo>
                  <a:lnTo>
                    <a:pt x="4061" y="3007"/>
                  </a:lnTo>
                  <a:lnTo>
                    <a:pt x="4013" y="2977"/>
                  </a:lnTo>
                  <a:lnTo>
                    <a:pt x="17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5" name="Google Shape;3365;p24"/>
            <p:cNvSpPr/>
            <p:nvPr/>
          </p:nvSpPr>
          <p:spPr>
            <a:xfrm>
              <a:off x="3299500" y="3073725"/>
              <a:ext cx="22050" cy="129200"/>
            </a:xfrm>
            <a:custGeom>
              <a:rect b="b" l="l" r="r" t="t"/>
              <a:pathLst>
                <a:path extrusionOk="0" h="5168" w="882">
                  <a:moveTo>
                    <a:pt x="120" y="0"/>
                  </a:moveTo>
                  <a:cubicBezTo>
                    <a:pt x="48" y="24"/>
                    <a:pt x="1" y="84"/>
                    <a:pt x="1" y="155"/>
                  </a:cubicBezTo>
                  <a:lnTo>
                    <a:pt x="1" y="215"/>
                  </a:lnTo>
                  <a:lnTo>
                    <a:pt x="13" y="286"/>
                  </a:lnTo>
                  <a:lnTo>
                    <a:pt x="608" y="5108"/>
                  </a:lnTo>
                  <a:lnTo>
                    <a:pt x="882" y="5168"/>
                  </a:lnTo>
                  <a:lnTo>
                    <a:pt x="263" y="179"/>
                  </a:lnTo>
                  <a:lnTo>
                    <a:pt x="275" y="155"/>
                  </a:lnTo>
                  <a:lnTo>
                    <a:pt x="275" y="131"/>
                  </a:lnTo>
                  <a:lnTo>
                    <a:pt x="275" y="108"/>
                  </a:lnTo>
                  <a:lnTo>
                    <a:pt x="275" y="96"/>
                  </a:lnTo>
                  <a:lnTo>
                    <a:pt x="275" y="84"/>
                  </a:lnTo>
                  <a:cubicBezTo>
                    <a:pt x="275" y="84"/>
                    <a:pt x="275" y="60"/>
                    <a:pt x="251" y="60"/>
                  </a:cubicBezTo>
                  <a:lnTo>
                    <a:pt x="239" y="48"/>
                  </a:lnTo>
                  <a:lnTo>
                    <a:pt x="227" y="36"/>
                  </a:lnTo>
                  <a:cubicBezTo>
                    <a:pt x="191" y="24"/>
                    <a:pt x="167" y="0"/>
                    <a:pt x="1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6" name="Google Shape;3366;p24"/>
            <p:cNvSpPr/>
            <p:nvPr/>
          </p:nvSpPr>
          <p:spPr>
            <a:xfrm>
              <a:off x="3315575" y="3209450"/>
              <a:ext cx="16100" cy="73850"/>
            </a:xfrm>
            <a:custGeom>
              <a:rect b="b" l="l" r="r" t="t"/>
              <a:pathLst>
                <a:path extrusionOk="0" h="2954" w="644">
                  <a:moveTo>
                    <a:pt x="1" y="1"/>
                  </a:moveTo>
                  <a:lnTo>
                    <a:pt x="370" y="2953"/>
                  </a:lnTo>
                  <a:lnTo>
                    <a:pt x="644" y="2953"/>
                  </a:lnTo>
                  <a:lnTo>
                    <a:pt x="286" y="60"/>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7" name="Google Shape;3367;p24"/>
            <p:cNvSpPr/>
            <p:nvPr/>
          </p:nvSpPr>
          <p:spPr>
            <a:xfrm>
              <a:off x="3552525" y="3258875"/>
              <a:ext cx="3300" cy="2100"/>
            </a:xfrm>
            <a:custGeom>
              <a:rect b="b" l="l" r="r" t="t"/>
              <a:pathLst>
                <a:path extrusionOk="0" h="84" w="132">
                  <a:moveTo>
                    <a:pt x="36" y="0"/>
                  </a:moveTo>
                  <a:cubicBezTo>
                    <a:pt x="12" y="24"/>
                    <a:pt x="0" y="60"/>
                    <a:pt x="0" y="83"/>
                  </a:cubicBezTo>
                  <a:cubicBezTo>
                    <a:pt x="60" y="83"/>
                    <a:pt x="107" y="60"/>
                    <a:pt x="131" y="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8" name="Google Shape;3368;p24"/>
            <p:cNvSpPr/>
            <p:nvPr/>
          </p:nvSpPr>
          <p:spPr>
            <a:xfrm>
              <a:off x="2964650" y="3126400"/>
              <a:ext cx="548300" cy="125650"/>
            </a:xfrm>
            <a:custGeom>
              <a:rect b="b" l="l" r="r" t="t"/>
              <a:pathLst>
                <a:path extrusionOk="0" h="5026" w="21932">
                  <a:moveTo>
                    <a:pt x="48" y="1"/>
                  </a:moveTo>
                  <a:cubicBezTo>
                    <a:pt x="48" y="72"/>
                    <a:pt x="48" y="144"/>
                    <a:pt x="12" y="215"/>
                  </a:cubicBezTo>
                  <a:cubicBezTo>
                    <a:pt x="12" y="239"/>
                    <a:pt x="0" y="251"/>
                    <a:pt x="0" y="251"/>
                  </a:cubicBezTo>
                  <a:lnTo>
                    <a:pt x="14038" y="3323"/>
                  </a:lnTo>
                  <a:lnTo>
                    <a:pt x="14300" y="3382"/>
                  </a:lnTo>
                  <a:lnTo>
                    <a:pt x="21896" y="5025"/>
                  </a:lnTo>
                  <a:cubicBezTo>
                    <a:pt x="21896" y="4942"/>
                    <a:pt x="21908" y="4847"/>
                    <a:pt x="21932" y="4763"/>
                  </a:cubicBezTo>
                  <a:lnTo>
                    <a:pt x="14276" y="3096"/>
                  </a:lnTo>
                  <a:lnTo>
                    <a:pt x="14002" y="3037"/>
                  </a:lnTo>
                  <a:lnTo>
                    <a:pt x="191" y="25"/>
                  </a:ln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9" name="Google Shape;3369;p24"/>
            <p:cNvSpPr/>
            <p:nvPr/>
          </p:nvSpPr>
          <p:spPr>
            <a:xfrm>
              <a:off x="3553400" y="3252025"/>
              <a:ext cx="48250" cy="16400"/>
            </a:xfrm>
            <a:custGeom>
              <a:rect b="b" l="l" r="r" t="t"/>
              <a:pathLst>
                <a:path extrusionOk="0" h="656" w="1930">
                  <a:moveTo>
                    <a:pt x="37" y="0"/>
                  </a:moveTo>
                  <a:cubicBezTo>
                    <a:pt x="37" y="95"/>
                    <a:pt x="25" y="179"/>
                    <a:pt x="1" y="274"/>
                  </a:cubicBezTo>
                  <a:lnTo>
                    <a:pt x="84" y="286"/>
                  </a:lnTo>
                  <a:lnTo>
                    <a:pt x="1930" y="655"/>
                  </a:lnTo>
                  <a:lnTo>
                    <a:pt x="1930" y="381"/>
                  </a:lnTo>
                  <a:lnTo>
                    <a:pt x="3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0" name="Google Shape;3370;p24"/>
            <p:cNvSpPr/>
            <p:nvPr/>
          </p:nvSpPr>
          <p:spPr>
            <a:xfrm>
              <a:off x="3481375" y="3258875"/>
              <a:ext cx="35150" cy="24425"/>
            </a:xfrm>
            <a:custGeom>
              <a:rect b="b" l="l" r="r" t="t"/>
              <a:pathLst>
                <a:path extrusionOk="0" h="977" w="1406">
                  <a:moveTo>
                    <a:pt x="1286" y="0"/>
                  </a:moveTo>
                  <a:lnTo>
                    <a:pt x="1" y="976"/>
                  </a:lnTo>
                  <a:lnTo>
                    <a:pt x="441" y="976"/>
                  </a:lnTo>
                  <a:lnTo>
                    <a:pt x="1405" y="238"/>
                  </a:lnTo>
                  <a:cubicBezTo>
                    <a:pt x="1346" y="167"/>
                    <a:pt x="1310" y="83"/>
                    <a:pt x="128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1" name="Google Shape;3371;p24"/>
            <p:cNvSpPr/>
            <p:nvPr/>
          </p:nvSpPr>
          <p:spPr>
            <a:xfrm>
              <a:off x="3544475" y="3190100"/>
              <a:ext cx="57175" cy="49150"/>
            </a:xfrm>
            <a:custGeom>
              <a:rect b="b" l="l" r="r" t="t"/>
              <a:pathLst>
                <a:path extrusionOk="0" h="1966" w="2287">
                  <a:moveTo>
                    <a:pt x="2287" y="1"/>
                  </a:moveTo>
                  <a:lnTo>
                    <a:pt x="1" y="1763"/>
                  </a:lnTo>
                  <a:cubicBezTo>
                    <a:pt x="72" y="1822"/>
                    <a:pt x="144" y="1882"/>
                    <a:pt x="203" y="1965"/>
                  </a:cubicBezTo>
                  <a:lnTo>
                    <a:pt x="2287" y="334"/>
                  </a:lnTo>
                  <a:lnTo>
                    <a:pt x="228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2" name="Google Shape;3372;p24"/>
            <p:cNvSpPr/>
            <p:nvPr/>
          </p:nvSpPr>
          <p:spPr>
            <a:xfrm>
              <a:off x="2569050" y="3051400"/>
              <a:ext cx="368525" cy="75325"/>
            </a:xfrm>
            <a:custGeom>
              <a:rect b="b" l="l" r="r" t="t"/>
              <a:pathLst>
                <a:path extrusionOk="0" h="3013" w="14741">
                  <a:moveTo>
                    <a:pt x="48" y="0"/>
                  </a:moveTo>
                  <a:cubicBezTo>
                    <a:pt x="48" y="84"/>
                    <a:pt x="37" y="167"/>
                    <a:pt x="1" y="239"/>
                  </a:cubicBezTo>
                  <a:lnTo>
                    <a:pt x="1" y="286"/>
                  </a:lnTo>
                  <a:lnTo>
                    <a:pt x="14681" y="3013"/>
                  </a:lnTo>
                  <a:cubicBezTo>
                    <a:pt x="14681" y="2953"/>
                    <a:pt x="14693" y="2894"/>
                    <a:pt x="14705" y="2834"/>
                  </a:cubicBezTo>
                  <a:cubicBezTo>
                    <a:pt x="14729" y="2798"/>
                    <a:pt x="14729" y="2775"/>
                    <a:pt x="14741" y="2739"/>
                  </a:cubicBezTo>
                  <a:lnTo>
                    <a:pt x="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3" name="Google Shape;3373;p24"/>
            <p:cNvSpPr/>
            <p:nvPr/>
          </p:nvSpPr>
          <p:spPr>
            <a:xfrm>
              <a:off x="2951550" y="3140400"/>
              <a:ext cx="46750" cy="143500"/>
            </a:xfrm>
            <a:custGeom>
              <a:rect b="b" l="l" r="r" t="t"/>
              <a:pathLst>
                <a:path extrusionOk="0" h="5740" w="1870">
                  <a:moveTo>
                    <a:pt x="262" y="0"/>
                  </a:moveTo>
                  <a:cubicBezTo>
                    <a:pt x="179" y="48"/>
                    <a:pt x="96" y="60"/>
                    <a:pt x="0" y="84"/>
                  </a:cubicBezTo>
                  <a:lnTo>
                    <a:pt x="1596" y="5739"/>
                  </a:lnTo>
                  <a:lnTo>
                    <a:pt x="1870" y="5739"/>
                  </a:lnTo>
                  <a:lnTo>
                    <a:pt x="26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4" name="Google Shape;3374;p24"/>
            <p:cNvSpPr/>
            <p:nvPr/>
          </p:nvSpPr>
          <p:spPr>
            <a:xfrm>
              <a:off x="2657175" y="3196350"/>
              <a:ext cx="8050" cy="86950"/>
            </a:xfrm>
            <a:custGeom>
              <a:rect b="b" l="l" r="r" t="t"/>
              <a:pathLst>
                <a:path extrusionOk="0" h="3478" w="322">
                  <a:moveTo>
                    <a:pt x="143" y="1"/>
                  </a:moveTo>
                  <a:cubicBezTo>
                    <a:pt x="95" y="13"/>
                    <a:pt x="60" y="60"/>
                    <a:pt x="60" y="120"/>
                  </a:cubicBezTo>
                  <a:lnTo>
                    <a:pt x="0" y="3477"/>
                  </a:lnTo>
                  <a:lnTo>
                    <a:pt x="274" y="3477"/>
                  </a:lnTo>
                  <a:lnTo>
                    <a:pt x="322" y="227"/>
                  </a:lnTo>
                  <a:lnTo>
                    <a:pt x="14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5" name="Google Shape;3375;p24"/>
            <p:cNvSpPr/>
            <p:nvPr/>
          </p:nvSpPr>
          <p:spPr>
            <a:xfrm>
              <a:off x="2560125" y="3065400"/>
              <a:ext cx="178625" cy="217900"/>
            </a:xfrm>
            <a:custGeom>
              <a:rect b="b" l="l" r="r" t="t"/>
              <a:pathLst>
                <a:path extrusionOk="0" h="8716" w="7145">
                  <a:moveTo>
                    <a:pt x="215" y="0"/>
                  </a:moveTo>
                  <a:cubicBezTo>
                    <a:pt x="155" y="60"/>
                    <a:pt x="72" y="119"/>
                    <a:pt x="1" y="167"/>
                  </a:cubicBezTo>
                  <a:lnTo>
                    <a:pt x="4037" y="5227"/>
                  </a:lnTo>
                  <a:lnTo>
                    <a:pt x="4215" y="5441"/>
                  </a:lnTo>
                  <a:lnTo>
                    <a:pt x="6811" y="8715"/>
                  </a:lnTo>
                  <a:lnTo>
                    <a:pt x="7144" y="8715"/>
                  </a:lnTo>
                  <a:lnTo>
                    <a:pt x="21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6" name="Google Shape;3376;p24"/>
            <p:cNvSpPr/>
            <p:nvPr/>
          </p:nvSpPr>
          <p:spPr>
            <a:xfrm>
              <a:off x="3512025" y="3231250"/>
              <a:ext cx="42000" cy="42050"/>
            </a:xfrm>
            <a:custGeom>
              <a:rect b="b" l="l" r="r" t="t"/>
              <a:pathLst>
                <a:path extrusionOk="0" h="1682" w="1680">
                  <a:moveTo>
                    <a:pt x="834" y="1"/>
                  </a:moveTo>
                  <a:cubicBezTo>
                    <a:pt x="481" y="1"/>
                    <a:pt x="154" y="237"/>
                    <a:pt x="48" y="581"/>
                  </a:cubicBezTo>
                  <a:cubicBezTo>
                    <a:pt x="13" y="676"/>
                    <a:pt x="1" y="760"/>
                    <a:pt x="1" y="843"/>
                  </a:cubicBezTo>
                  <a:cubicBezTo>
                    <a:pt x="13" y="926"/>
                    <a:pt x="25" y="1010"/>
                    <a:pt x="48" y="1105"/>
                  </a:cubicBezTo>
                  <a:cubicBezTo>
                    <a:pt x="72" y="1188"/>
                    <a:pt x="120" y="1272"/>
                    <a:pt x="168" y="1343"/>
                  </a:cubicBezTo>
                  <a:cubicBezTo>
                    <a:pt x="263" y="1474"/>
                    <a:pt x="406" y="1581"/>
                    <a:pt x="584" y="1641"/>
                  </a:cubicBezTo>
                  <a:cubicBezTo>
                    <a:pt x="668" y="1669"/>
                    <a:pt x="754" y="1682"/>
                    <a:pt x="839" y="1682"/>
                  </a:cubicBezTo>
                  <a:cubicBezTo>
                    <a:pt x="1157" y="1682"/>
                    <a:pt x="1467" y="1498"/>
                    <a:pt x="1608" y="1188"/>
                  </a:cubicBezTo>
                  <a:cubicBezTo>
                    <a:pt x="1620" y="1165"/>
                    <a:pt x="1632" y="1129"/>
                    <a:pt x="1632" y="1105"/>
                  </a:cubicBezTo>
                  <a:cubicBezTo>
                    <a:pt x="1668" y="1010"/>
                    <a:pt x="1680" y="926"/>
                    <a:pt x="1680" y="831"/>
                  </a:cubicBezTo>
                  <a:cubicBezTo>
                    <a:pt x="1680" y="641"/>
                    <a:pt x="1608" y="462"/>
                    <a:pt x="1489" y="319"/>
                  </a:cubicBezTo>
                  <a:cubicBezTo>
                    <a:pt x="1430" y="236"/>
                    <a:pt x="1370" y="176"/>
                    <a:pt x="1275" y="129"/>
                  </a:cubicBezTo>
                  <a:lnTo>
                    <a:pt x="1096" y="45"/>
                  </a:lnTo>
                  <a:cubicBezTo>
                    <a:pt x="1009" y="15"/>
                    <a:pt x="921" y="1"/>
                    <a:pt x="83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7" name="Google Shape;3377;p24"/>
            <p:cNvSpPr/>
            <p:nvPr/>
          </p:nvSpPr>
          <p:spPr>
            <a:xfrm>
              <a:off x="3341175" y="2161300"/>
              <a:ext cx="64025" cy="59775"/>
            </a:xfrm>
            <a:custGeom>
              <a:rect b="b" l="l" r="r" t="t"/>
              <a:pathLst>
                <a:path extrusionOk="0" h="2391" w="2561">
                  <a:moveTo>
                    <a:pt x="1350" y="0"/>
                  </a:moveTo>
                  <a:cubicBezTo>
                    <a:pt x="840" y="0"/>
                    <a:pt x="366" y="323"/>
                    <a:pt x="191" y="826"/>
                  </a:cubicBezTo>
                  <a:cubicBezTo>
                    <a:pt x="1" y="1457"/>
                    <a:pt x="346" y="2124"/>
                    <a:pt x="965" y="2338"/>
                  </a:cubicBezTo>
                  <a:cubicBezTo>
                    <a:pt x="1084" y="2374"/>
                    <a:pt x="1204" y="2391"/>
                    <a:pt x="1323" y="2391"/>
                  </a:cubicBezTo>
                  <a:cubicBezTo>
                    <a:pt x="1525" y="2391"/>
                    <a:pt x="1721" y="2341"/>
                    <a:pt x="1894" y="2243"/>
                  </a:cubicBezTo>
                  <a:cubicBezTo>
                    <a:pt x="1965" y="2196"/>
                    <a:pt x="2037" y="2148"/>
                    <a:pt x="2120" y="2100"/>
                  </a:cubicBezTo>
                  <a:cubicBezTo>
                    <a:pt x="2275" y="1957"/>
                    <a:pt x="2418" y="1779"/>
                    <a:pt x="2477" y="1565"/>
                  </a:cubicBezTo>
                  <a:cubicBezTo>
                    <a:pt x="2501" y="1469"/>
                    <a:pt x="2513" y="1386"/>
                    <a:pt x="2537" y="1303"/>
                  </a:cubicBezTo>
                  <a:cubicBezTo>
                    <a:pt x="2561" y="969"/>
                    <a:pt x="2441" y="612"/>
                    <a:pt x="2203" y="374"/>
                  </a:cubicBezTo>
                  <a:cubicBezTo>
                    <a:pt x="2144" y="314"/>
                    <a:pt x="2072" y="255"/>
                    <a:pt x="2001" y="207"/>
                  </a:cubicBezTo>
                  <a:cubicBezTo>
                    <a:pt x="1906" y="148"/>
                    <a:pt x="1799" y="100"/>
                    <a:pt x="1703" y="52"/>
                  </a:cubicBezTo>
                  <a:cubicBezTo>
                    <a:pt x="1586" y="17"/>
                    <a:pt x="1467" y="0"/>
                    <a:pt x="135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8" name="Google Shape;3378;p24"/>
            <p:cNvSpPr/>
            <p:nvPr/>
          </p:nvSpPr>
          <p:spPr>
            <a:xfrm>
              <a:off x="3201575" y="1860600"/>
              <a:ext cx="32475" cy="30475"/>
            </a:xfrm>
            <a:custGeom>
              <a:rect b="b" l="l" r="r" t="t"/>
              <a:pathLst>
                <a:path extrusionOk="0" h="1219" w="1299">
                  <a:moveTo>
                    <a:pt x="690" y="0"/>
                  </a:moveTo>
                  <a:cubicBezTo>
                    <a:pt x="433" y="0"/>
                    <a:pt x="194" y="164"/>
                    <a:pt x="108" y="412"/>
                  </a:cubicBezTo>
                  <a:cubicBezTo>
                    <a:pt x="1" y="746"/>
                    <a:pt x="179" y="1091"/>
                    <a:pt x="501" y="1186"/>
                  </a:cubicBezTo>
                  <a:cubicBezTo>
                    <a:pt x="564" y="1207"/>
                    <a:pt x="630" y="1218"/>
                    <a:pt x="694" y="1218"/>
                  </a:cubicBezTo>
                  <a:cubicBezTo>
                    <a:pt x="809" y="1218"/>
                    <a:pt x="921" y="1184"/>
                    <a:pt x="1013" y="1115"/>
                  </a:cubicBezTo>
                  <a:cubicBezTo>
                    <a:pt x="1108" y="1091"/>
                    <a:pt x="1167" y="1020"/>
                    <a:pt x="1215" y="936"/>
                  </a:cubicBezTo>
                  <a:lnTo>
                    <a:pt x="1251" y="853"/>
                  </a:lnTo>
                  <a:cubicBezTo>
                    <a:pt x="1251" y="829"/>
                    <a:pt x="1275" y="817"/>
                    <a:pt x="1275" y="805"/>
                  </a:cubicBezTo>
                  <a:cubicBezTo>
                    <a:pt x="1298" y="722"/>
                    <a:pt x="1298" y="650"/>
                    <a:pt x="1298" y="579"/>
                  </a:cubicBezTo>
                  <a:cubicBezTo>
                    <a:pt x="1287" y="329"/>
                    <a:pt x="1120" y="103"/>
                    <a:pt x="882" y="31"/>
                  </a:cubicBezTo>
                  <a:cubicBezTo>
                    <a:pt x="818" y="10"/>
                    <a:pt x="753" y="0"/>
                    <a:pt x="6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9" name="Google Shape;3379;p24"/>
            <p:cNvSpPr/>
            <p:nvPr/>
          </p:nvSpPr>
          <p:spPr>
            <a:xfrm>
              <a:off x="3351600" y="1734200"/>
              <a:ext cx="11625" cy="10025"/>
            </a:xfrm>
            <a:custGeom>
              <a:rect b="b" l="l" r="r" t="t"/>
              <a:pathLst>
                <a:path extrusionOk="0" h="401" w="465">
                  <a:moveTo>
                    <a:pt x="223" y="0"/>
                  </a:moveTo>
                  <a:cubicBezTo>
                    <a:pt x="135" y="0"/>
                    <a:pt x="62" y="62"/>
                    <a:pt x="24" y="146"/>
                  </a:cubicBezTo>
                  <a:cubicBezTo>
                    <a:pt x="0" y="230"/>
                    <a:pt x="24" y="337"/>
                    <a:pt x="119" y="384"/>
                  </a:cubicBezTo>
                  <a:cubicBezTo>
                    <a:pt x="131" y="396"/>
                    <a:pt x="155" y="396"/>
                    <a:pt x="167" y="396"/>
                  </a:cubicBezTo>
                  <a:cubicBezTo>
                    <a:pt x="186" y="399"/>
                    <a:pt x="205" y="400"/>
                    <a:pt x="223" y="400"/>
                  </a:cubicBezTo>
                  <a:cubicBezTo>
                    <a:pt x="287" y="400"/>
                    <a:pt x="347" y="383"/>
                    <a:pt x="393" y="337"/>
                  </a:cubicBezTo>
                  <a:cubicBezTo>
                    <a:pt x="405" y="325"/>
                    <a:pt x="429" y="289"/>
                    <a:pt x="429" y="265"/>
                  </a:cubicBezTo>
                  <a:cubicBezTo>
                    <a:pt x="465" y="206"/>
                    <a:pt x="453" y="134"/>
                    <a:pt x="405" y="87"/>
                  </a:cubicBezTo>
                  <a:cubicBezTo>
                    <a:pt x="369" y="51"/>
                    <a:pt x="346" y="27"/>
                    <a:pt x="298" y="15"/>
                  </a:cubicBezTo>
                  <a:cubicBezTo>
                    <a:pt x="272" y="5"/>
                    <a:pt x="247" y="0"/>
                    <a:pt x="22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0" name="Google Shape;3380;p24"/>
            <p:cNvSpPr/>
            <p:nvPr/>
          </p:nvSpPr>
          <p:spPr>
            <a:xfrm>
              <a:off x="2525900" y="3030750"/>
              <a:ext cx="45275" cy="41925"/>
            </a:xfrm>
            <a:custGeom>
              <a:rect b="b" l="l" r="r" t="t"/>
              <a:pathLst>
                <a:path extrusionOk="0" h="1677" w="1811">
                  <a:moveTo>
                    <a:pt x="954" y="0"/>
                  </a:moveTo>
                  <a:cubicBezTo>
                    <a:pt x="592" y="0"/>
                    <a:pt x="261" y="230"/>
                    <a:pt x="155" y="576"/>
                  </a:cubicBezTo>
                  <a:cubicBezTo>
                    <a:pt x="0" y="1005"/>
                    <a:pt x="262" y="1493"/>
                    <a:pt x="691" y="1636"/>
                  </a:cubicBezTo>
                  <a:cubicBezTo>
                    <a:pt x="780" y="1663"/>
                    <a:pt x="870" y="1676"/>
                    <a:pt x="957" y="1676"/>
                  </a:cubicBezTo>
                  <a:cubicBezTo>
                    <a:pt x="1103" y="1676"/>
                    <a:pt x="1243" y="1639"/>
                    <a:pt x="1370" y="1565"/>
                  </a:cubicBezTo>
                  <a:cubicBezTo>
                    <a:pt x="1453" y="1517"/>
                    <a:pt x="1524" y="1457"/>
                    <a:pt x="1584" y="1398"/>
                  </a:cubicBezTo>
                  <a:cubicBezTo>
                    <a:pt x="1644" y="1303"/>
                    <a:pt x="1691" y="1219"/>
                    <a:pt x="1727" y="1112"/>
                  </a:cubicBezTo>
                  <a:cubicBezTo>
                    <a:pt x="1727" y="1112"/>
                    <a:pt x="1727" y="1100"/>
                    <a:pt x="1751" y="1100"/>
                  </a:cubicBezTo>
                  <a:cubicBezTo>
                    <a:pt x="1774" y="1029"/>
                    <a:pt x="1786" y="934"/>
                    <a:pt x="1786" y="862"/>
                  </a:cubicBezTo>
                  <a:cubicBezTo>
                    <a:pt x="1810" y="505"/>
                    <a:pt x="1572" y="160"/>
                    <a:pt x="1215" y="41"/>
                  </a:cubicBezTo>
                  <a:cubicBezTo>
                    <a:pt x="1128" y="13"/>
                    <a:pt x="1040" y="0"/>
                    <a:pt x="95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1" name="Google Shape;3381;p24"/>
            <p:cNvSpPr/>
            <p:nvPr/>
          </p:nvSpPr>
          <p:spPr>
            <a:xfrm>
              <a:off x="2935775" y="3112575"/>
              <a:ext cx="30375" cy="29925"/>
            </a:xfrm>
            <a:custGeom>
              <a:rect b="b" l="l" r="r" t="t"/>
              <a:pathLst>
                <a:path extrusionOk="0" h="1197" w="1215">
                  <a:moveTo>
                    <a:pt x="616" y="0"/>
                  </a:moveTo>
                  <a:cubicBezTo>
                    <a:pt x="393" y="0"/>
                    <a:pt x="187" y="131"/>
                    <a:pt x="84" y="328"/>
                  </a:cubicBezTo>
                  <a:cubicBezTo>
                    <a:pt x="72" y="363"/>
                    <a:pt x="60" y="387"/>
                    <a:pt x="60" y="411"/>
                  </a:cubicBezTo>
                  <a:cubicBezTo>
                    <a:pt x="24" y="459"/>
                    <a:pt x="12" y="518"/>
                    <a:pt x="12" y="578"/>
                  </a:cubicBezTo>
                  <a:cubicBezTo>
                    <a:pt x="0" y="840"/>
                    <a:pt x="155" y="1066"/>
                    <a:pt x="429" y="1161"/>
                  </a:cubicBezTo>
                  <a:cubicBezTo>
                    <a:pt x="500" y="1197"/>
                    <a:pt x="572" y="1197"/>
                    <a:pt x="655" y="1197"/>
                  </a:cubicBezTo>
                  <a:cubicBezTo>
                    <a:pt x="739" y="1197"/>
                    <a:pt x="834" y="1161"/>
                    <a:pt x="905" y="1113"/>
                  </a:cubicBezTo>
                  <a:cubicBezTo>
                    <a:pt x="1024" y="1054"/>
                    <a:pt x="1108" y="959"/>
                    <a:pt x="1167" y="804"/>
                  </a:cubicBezTo>
                  <a:cubicBezTo>
                    <a:pt x="1167" y="792"/>
                    <a:pt x="1191" y="792"/>
                    <a:pt x="1191" y="768"/>
                  </a:cubicBezTo>
                  <a:cubicBezTo>
                    <a:pt x="1215" y="697"/>
                    <a:pt x="1215" y="625"/>
                    <a:pt x="1215" y="554"/>
                  </a:cubicBezTo>
                  <a:cubicBezTo>
                    <a:pt x="1215" y="470"/>
                    <a:pt x="1191" y="399"/>
                    <a:pt x="1155" y="339"/>
                  </a:cubicBezTo>
                  <a:cubicBezTo>
                    <a:pt x="1096" y="197"/>
                    <a:pt x="965" y="78"/>
                    <a:pt x="798" y="30"/>
                  </a:cubicBezTo>
                  <a:cubicBezTo>
                    <a:pt x="737" y="10"/>
                    <a:pt x="676" y="0"/>
                    <a:pt x="6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2" name="Google Shape;3382;p24"/>
            <p:cNvSpPr/>
            <p:nvPr/>
          </p:nvSpPr>
          <p:spPr>
            <a:xfrm>
              <a:off x="3176575" y="2977575"/>
              <a:ext cx="32175" cy="29400"/>
            </a:xfrm>
            <a:custGeom>
              <a:rect b="b" l="l" r="r" t="t"/>
              <a:pathLst>
                <a:path extrusionOk="0" h="1176" w="1287">
                  <a:moveTo>
                    <a:pt x="620" y="1"/>
                  </a:moveTo>
                  <a:cubicBezTo>
                    <a:pt x="524" y="13"/>
                    <a:pt x="441" y="36"/>
                    <a:pt x="370" y="84"/>
                  </a:cubicBezTo>
                  <a:cubicBezTo>
                    <a:pt x="251" y="155"/>
                    <a:pt x="155" y="263"/>
                    <a:pt x="108" y="405"/>
                  </a:cubicBezTo>
                  <a:cubicBezTo>
                    <a:pt x="1" y="715"/>
                    <a:pt x="167" y="1048"/>
                    <a:pt x="477" y="1144"/>
                  </a:cubicBezTo>
                  <a:cubicBezTo>
                    <a:pt x="545" y="1165"/>
                    <a:pt x="613" y="1176"/>
                    <a:pt x="679" y="1176"/>
                  </a:cubicBezTo>
                  <a:cubicBezTo>
                    <a:pt x="797" y="1176"/>
                    <a:pt x="909" y="1141"/>
                    <a:pt x="1001" y="1072"/>
                  </a:cubicBezTo>
                  <a:cubicBezTo>
                    <a:pt x="1108" y="1025"/>
                    <a:pt x="1167" y="953"/>
                    <a:pt x="1215" y="882"/>
                  </a:cubicBezTo>
                  <a:cubicBezTo>
                    <a:pt x="1227" y="846"/>
                    <a:pt x="1239" y="798"/>
                    <a:pt x="1263" y="775"/>
                  </a:cubicBezTo>
                  <a:cubicBezTo>
                    <a:pt x="1274" y="715"/>
                    <a:pt x="1286" y="656"/>
                    <a:pt x="1286" y="584"/>
                  </a:cubicBezTo>
                  <a:cubicBezTo>
                    <a:pt x="1286" y="489"/>
                    <a:pt x="1274" y="405"/>
                    <a:pt x="1227" y="322"/>
                  </a:cubicBezTo>
                  <a:cubicBezTo>
                    <a:pt x="1155" y="191"/>
                    <a:pt x="1036" y="72"/>
                    <a:pt x="870" y="24"/>
                  </a:cubicBezTo>
                  <a:cubicBezTo>
                    <a:pt x="798" y="1"/>
                    <a:pt x="703" y="1"/>
                    <a:pt x="6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3" name="Google Shape;3383;p24"/>
            <p:cNvSpPr/>
            <p:nvPr/>
          </p:nvSpPr>
          <p:spPr>
            <a:xfrm>
              <a:off x="3498925" y="2893500"/>
              <a:ext cx="31300" cy="29750"/>
            </a:xfrm>
            <a:custGeom>
              <a:rect b="b" l="l" r="r" t="t"/>
              <a:pathLst>
                <a:path extrusionOk="0" h="1190" w="1252">
                  <a:moveTo>
                    <a:pt x="613" y="0"/>
                  </a:moveTo>
                  <a:cubicBezTo>
                    <a:pt x="572" y="0"/>
                    <a:pt x="531" y="6"/>
                    <a:pt x="489" y="18"/>
                  </a:cubicBezTo>
                  <a:cubicBezTo>
                    <a:pt x="406" y="30"/>
                    <a:pt x="334" y="78"/>
                    <a:pt x="251" y="113"/>
                  </a:cubicBezTo>
                  <a:cubicBezTo>
                    <a:pt x="132" y="173"/>
                    <a:pt x="61" y="268"/>
                    <a:pt x="37" y="399"/>
                  </a:cubicBezTo>
                  <a:cubicBezTo>
                    <a:pt x="1" y="470"/>
                    <a:pt x="1" y="566"/>
                    <a:pt x="1" y="637"/>
                  </a:cubicBezTo>
                  <a:cubicBezTo>
                    <a:pt x="1" y="732"/>
                    <a:pt x="37" y="804"/>
                    <a:pt x="72" y="875"/>
                  </a:cubicBezTo>
                  <a:cubicBezTo>
                    <a:pt x="120" y="947"/>
                    <a:pt x="180" y="1030"/>
                    <a:pt x="251" y="1066"/>
                  </a:cubicBezTo>
                  <a:cubicBezTo>
                    <a:pt x="299" y="1101"/>
                    <a:pt x="358" y="1125"/>
                    <a:pt x="418" y="1161"/>
                  </a:cubicBezTo>
                  <a:cubicBezTo>
                    <a:pt x="483" y="1181"/>
                    <a:pt x="549" y="1190"/>
                    <a:pt x="612" y="1190"/>
                  </a:cubicBezTo>
                  <a:cubicBezTo>
                    <a:pt x="664" y="1190"/>
                    <a:pt x="715" y="1184"/>
                    <a:pt x="763" y="1173"/>
                  </a:cubicBezTo>
                  <a:cubicBezTo>
                    <a:pt x="846" y="1137"/>
                    <a:pt x="930" y="1101"/>
                    <a:pt x="1001" y="1042"/>
                  </a:cubicBezTo>
                  <a:cubicBezTo>
                    <a:pt x="1073" y="971"/>
                    <a:pt x="1132" y="875"/>
                    <a:pt x="1168" y="768"/>
                  </a:cubicBezTo>
                  <a:cubicBezTo>
                    <a:pt x="1251" y="530"/>
                    <a:pt x="1168" y="268"/>
                    <a:pt x="965" y="113"/>
                  </a:cubicBezTo>
                  <a:cubicBezTo>
                    <a:pt x="906" y="78"/>
                    <a:pt x="846" y="42"/>
                    <a:pt x="787" y="30"/>
                  </a:cubicBezTo>
                  <a:cubicBezTo>
                    <a:pt x="775" y="30"/>
                    <a:pt x="751" y="18"/>
                    <a:pt x="727" y="18"/>
                  </a:cubicBezTo>
                  <a:cubicBezTo>
                    <a:pt x="692" y="6"/>
                    <a:pt x="653" y="0"/>
                    <a:pt x="6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4" name="Google Shape;3384;p24"/>
            <p:cNvSpPr/>
            <p:nvPr/>
          </p:nvSpPr>
          <p:spPr>
            <a:xfrm>
              <a:off x="3351900" y="1991575"/>
              <a:ext cx="23525" cy="21275"/>
            </a:xfrm>
            <a:custGeom>
              <a:rect b="b" l="l" r="r" t="t"/>
              <a:pathLst>
                <a:path extrusionOk="0" h="851" w="941">
                  <a:moveTo>
                    <a:pt x="460" y="0"/>
                  </a:moveTo>
                  <a:cubicBezTo>
                    <a:pt x="430" y="0"/>
                    <a:pt x="400" y="3"/>
                    <a:pt x="369" y="7"/>
                  </a:cubicBezTo>
                  <a:cubicBezTo>
                    <a:pt x="346" y="7"/>
                    <a:pt x="310" y="31"/>
                    <a:pt x="298" y="43"/>
                  </a:cubicBezTo>
                  <a:cubicBezTo>
                    <a:pt x="227" y="91"/>
                    <a:pt x="155" y="150"/>
                    <a:pt x="107" y="233"/>
                  </a:cubicBezTo>
                  <a:cubicBezTo>
                    <a:pt x="96" y="245"/>
                    <a:pt x="96" y="281"/>
                    <a:pt x="72" y="293"/>
                  </a:cubicBezTo>
                  <a:cubicBezTo>
                    <a:pt x="0" y="519"/>
                    <a:pt x="119" y="757"/>
                    <a:pt x="346" y="829"/>
                  </a:cubicBezTo>
                  <a:cubicBezTo>
                    <a:pt x="387" y="844"/>
                    <a:pt x="430" y="850"/>
                    <a:pt x="474" y="850"/>
                  </a:cubicBezTo>
                  <a:cubicBezTo>
                    <a:pt x="570" y="850"/>
                    <a:pt x="669" y="818"/>
                    <a:pt x="750" y="769"/>
                  </a:cubicBezTo>
                  <a:cubicBezTo>
                    <a:pt x="810" y="710"/>
                    <a:pt x="858" y="638"/>
                    <a:pt x="881" y="567"/>
                  </a:cubicBezTo>
                  <a:lnTo>
                    <a:pt x="881" y="543"/>
                  </a:lnTo>
                  <a:cubicBezTo>
                    <a:pt x="941" y="341"/>
                    <a:pt x="834" y="126"/>
                    <a:pt x="643" y="43"/>
                  </a:cubicBezTo>
                  <a:cubicBezTo>
                    <a:pt x="631" y="43"/>
                    <a:pt x="631" y="31"/>
                    <a:pt x="608" y="31"/>
                  </a:cubicBezTo>
                  <a:cubicBezTo>
                    <a:pt x="562" y="8"/>
                    <a:pt x="512" y="0"/>
                    <a:pt x="46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5" name="Google Shape;3385;p24"/>
            <p:cNvSpPr/>
            <p:nvPr/>
          </p:nvSpPr>
          <p:spPr>
            <a:xfrm>
              <a:off x="3264375" y="2877675"/>
              <a:ext cx="22950" cy="21150"/>
            </a:xfrm>
            <a:custGeom>
              <a:rect b="b" l="l" r="r" t="t"/>
              <a:pathLst>
                <a:path extrusionOk="0" h="846" w="918">
                  <a:moveTo>
                    <a:pt x="497" y="0"/>
                  </a:moveTo>
                  <a:cubicBezTo>
                    <a:pt x="318" y="0"/>
                    <a:pt x="142" y="118"/>
                    <a:pt x="84" y="282"/>
                  </a:cubicBezTo>
                  <a:cubicBezTo>
                    <a:pt x="1" y="508"/>
                    <a:pt x="120" y="746"/>
                    <a:pt x="346" y="830"/>
                  </a:cubicBezTo>
                  <a:cubicBezTo>
                    <a:pt x="390" y="840"/>
                    <a:pt x="433" y="845"/>
                    <a:pt x="475" y="845"/>
                  </a:cubicBezTo>
                  <a:cubicBezTo>
                    <a:pt x="580" y="845"/>
                    <a:pt x="678" y="811"/>
                    <a:pt x="763" y="734"/>
                  </a:cubicBezTo>
                  <a:cubicBezTo>
                    <a:pt x="822" y="687"/>
                    <a:pt x="870" y="627"/>
                    <a:pt x="882" y="544"/>
                  </a:cubicBezTo>
                  <a:cubicBezTo>
                    <a:pt x="882" y="547"/>
                    <a:pt x="882" y="549"/>
                    <a:pt x="883" y="549"/>
                  </a:cubicBezTo>
                  <a:cubicBezTo>
                    <a:pt x="884" y="549"/>
                    <a:pt x="889" y="540"/>
                    <a:pt x="906" y="532"/>
                  </a:cubicBezTo>
                  <a:cubicBezTo>
                    <a:pt x="918" y="437"/>
                    <a:pt x="918" y="365"/>
                    <a:pt x="882" y="270"/>
                  </a:cubicBezTo>
                  <a:cubicBezTo>
                    <a:pt x="858" y="187"/>
                    <a:pt x="799" y="127"/>
                    <a:pt x="703" y="68"/>
                  </a:cubicBezTo>
                  <a:lnTo>
                    <a:pt x="620" y="20"/>
                  </a:lnTo>
                  <a:cubicBezTo>
                    <a:pt x="580" y="7"/>
                    <a:pt x="538" y="0"/>
                    <a:pt x="49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6" name="Google Shape;3386;p24"/>
            <p:cNvSpPr/>
            <p:nvPr/>
          </p:nvSpPr>
          <p:spPr>
            <a:xfrm>
              <a:off x="3367975" y="3068275"/>
              <a:ext cx="23825" cy="21175"/>
            </a:xfrm>
            <a:custGeom>
              <a:rect b="b" l="l" r="r" t="t"/>
              <a:pathLst>
                <a:path extrusionOk="0" h="847" w="953">
                  <a:moveTo>
                    <a:pt x="495" y="1"/>
                  </a:moveTo>
                  <a:cubicBezTo>
                    <a:pt x="315" y="1"/>
                    <a:pt x="141" y="113"/>
                    <a:pt x="72" y="290"/>
                  </a:cubicBezTo>
                  <a:cubicBezTo>
                    <a:pt x="0" y="504"/>
                    <a:pt x="119" y="742"/>
                    <a:pt x="346" y="826"/>
                  </a:cubicBezTo>
                  <a:cubicBezTo>
                    <a:pt x="390" y="840"/>
                    <a:pt x="435" y="846"/>
                    <a:pt x="478" y="846"/>
                  </a:cubicBezTo>
                  <a:cubicBezTo>
                    <a:pt x="659" y="846"/>
                    <a:pt x="824" y="734"/>
                    <a:pt x="881" y="552"/>
                  </a:cubicBezTo>
                  <a:cubicBezTo>
                    <a:pt x="953" y="326"/>
                    <a:pt x="834" y="87"/>
                    <a:pt x="607" y="16"/>
                  </a:cubicBezTo>
                  <a:cubicBezTo>
                    <a:pt x="570" y="6"/>
                    <a:pt x="532" y="1"/>
                    <a:pt x="49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7" name="Google Shape;3387;p24"/>
            <p:cNvSpPr/>
            <p:nvPr/>
          </p:nvSpPr>
          <p:spPr>
            <a:xfrm>
              <a:off x="3106025" y="2697300"/>
              <a:ext cx="23250" cy="21150"/>
            </a:xfrm>
            <a:custGeom>
              <a:rect b="b" l="l" r="r" t="t"/>
              <a:pathLst>
                <a:path extrusionOk="0" h="846" w="930">
                  <a:moveTo>
                    <a:pt x="490" y="0"/>
                  </a:moveTo>
                  <a:cubicBezTo>
                    <a:pt x="317" y="0"/>
                    <a:pt x="140" y="117"/>
                    <a:pt x="72" y="282"/>
                  </a:cubicBezTo>
                  <a:cubicBezTo>
                    <a:pt x="1" y="508"/>
                    <a:pt x="120" y="746"/>
                    <a:pt x="346" y="818"/>
                  </a:cubicBezTo>
                  <a:cubicBezTo>
                    <a:pt x="370" y="841"/>
                    <a:pt x="417" y="841"/>
                    <a:pt x="453" y="841"/>
                  </a:cubicBezTo>
                  <a:cubicBezTo>
                    <a:pt x="475" y="844"/>
                    <a:pt x="496" y="845"/>
                    <a:pt x="517" y="845"/>
                  </a:cubicBezTo>
                  <a:cubicBezTo>
                    <a:pt x="590" y="845"/>
                    <a:pt x="660" y="828"/>
                    <a:pt x="715" y="782"/>
                  </a:cubicBezTo>
                  <a:cubicBezTo>
                    <a:pt x="787" y="734"/>
                    <a:pt x="870" y="639"/>
                    <a:pt x="894" y="556"/>
                  </a:cubicBezTo>
                  <a:cubicBezTo>
                    <a:pt x="894" y="544"/>
                    <a:pt x="894" y="520"/>
                    <a:pt x="906" y="508"/>
                  </a:cubicBezTo>
                  <a:cubicBezTo>
                    <a:pt x="929" y="425"/>
                    <a:pt x="929" y="329"/>
                    <a:pt x="882" y="246"/>
                  </a:cubicBezTo>
                  <a:cubicBezTo>
                    <a:pt x="846" y="198"/>
                    <a:pt x="822" y="139"/>
                    <a:pt x="775" y="103"/>
                  </a:cubicBezTo>
                  <a:cubicBezTo>
                    <a:pt x="727" y="67"/>
                    <a:pt x="667" y="32"/>
                    <a:pt x="608" y="20"/>
                  </a:cubicBezTo>
                  <a:cubicBezTo>
                    <a:pt x="570" y="6"/>
                    <a:pt x="530" y="0"/>
                    <a:pt x="4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8" name="Google Shape;3388;p24"/>
            <p:cNvSpPr/>
            <p:nvPr/>
          </p:nvSpPr>
          <p:spPr>
            <a:xfrm>
              <a:off x="3470350" y="2344400"/>
              <a:ext cx="22950" cy="21525"/>
            </a:xfrm>
            <a:custGeom>
              <a:rect b="b" l="l" r="r" t="t"/>
              <a:pathLst>
                <a:path extrusionOk="0" h="861" w="918">
                  <a:moveTo>
                    <a:pt x="467" y="0"/>
                  </a:moveTo>
                  <a:cubicBezTo>
                    <a:pt x="427" y="0"/>
                    <a:pt x="388" y="9"/>
                    <a:pt x="346" y="27"/>
                  </a:cubicBezTo>
                  <a:cubicBezTo>
                    <a:pt x="251" y="51"/>
                    <a:pt x="180" y="98"/>
                    <a:pt x="120" y="170"/>
                  </a:cubicBezTo>
                  <a:cubicBezTo>
                    <a:pt x="84" y="206"/>
                    <a:pt x="72" y="253"/>
                    <a:pt x="61" y="289"/>
                  </a:cubicBezTo>
                  <a:cubicBezTo>
                    <a:pt x="1" y="467"/>
                    <a:pt x="72" y="670"/>
                    <a:pt x="227" y="765"/>
                  </a:cubicBezTo>
                  <a:cubicBezTo>
                    <a:pt x="251" y="801"/>
                    <a:pt x="299" y="813"/>
                    <a:pt x="346" y="825"/>
                  </a:cubicBezTo>
                  <a:cubicBezTo>
                    <a:pt x="406" y="848"/>
                    <a:pt x="442" y="860"/>
                    <a:pt x="489" y="860"/>
                  </a:cubicBezTo>
                  <a:cubicBezTo>
                    <a:pt x="525" y="860"/>
                    <a:pt x="549" y="860"/>
                    <a:pt x="584" y="848"/>
                  </a:cubicBezTo>
                  <a:cubicBezTo>
                    <a:pt x="668" y="825"/>
                    <a:pt x="739" y="765"/>
                    <a:pt x="799" y="706"/>
                  </a:cubicBezTo>
                  <a:cubicBezTo>
                    <a:pt x="834" y="670"/>
                    <a:pt x="858" y="622"/>
                    <a:pt x="882" y="563"/>
                  </a:cubicBezTo>
                  <a:cubicBezTo>
                    <a:pt x="918" y="444"/>
                    <a:pt x="894" y="313"/>
                    <a:pt x="834" y="206"/>
                  </a:cubicBezTo>
                  <a:cubicBezTo>
                    <a:pt x="787" y="134"/>
                    <a:pt x="715" y="75"/>
                    <a:pt x="620" y="39"/>
                  </a:cubicBezTo>
                  <a:cubicBezTo>
                    <a:pt x="608" y="39"/>
                    <a:pt x="608" y="39"/>
                    <a:pt x="596" y="27"/>
                  </a:cubicBezTo>
                  <a:cubicBezTo>
                    <a:pt x="549" y="9"/>
                    <a:pt x="507" y="0"/>
                    <a:pt x="4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9" name="Google Shape;3389;p24"/>
            <p:cNvSpPr/>
            <p:nvPr/>
          </p:nvSpPr>
          <p:spPr>
            <a:xfrm>
              <a:off x="3351300" y="1881200"/>
              <a:ext cx="21150" cy="21400"/>
            </a:xfrm>
            <a:custGeom>
              <a:rect b="b" l="l" r="r" t="t"/>
              <a:pathLst>
                <a:path extrusionOk="0" h="856" w="846">
                  <a:moveTo>
                    <a:pt x="424" y="1"/>
                  </a:moveTo>
                  <a:cubicBezTo>
                    <a:pt x="358" y="1"/>
                    <a:pt x="289" y="14"/>
                    <a:pt x="227" y="41"/>
                  </a:cubicBezTo>
                  <a:cubicBezTo>
                    <a:pt x="143" y="88"/>
                    <a:pt x="72" y="148"/>
                    <a:pt x="24" y="219"/>
                  </a:cubicBezTo>
                  <a:cubicBezTo>
                    <a:pt x="12" y="231"/>
                    <a:pt x="12" y="267"/>
                    <a:pt x="0" y="279"/>
                  </a:cubicBezTo>
                  <a:lnTo>
                    <a:pt x="0" y="481"/>
                  </a:lnTo>
                  <a:cubicBezTo>
                    <a:pt x="12" y="636"/>
                    <a:pt x="120" y="755"/>
                    <a:pt x="262" y="815"/>
                  </a:cubicBezTo>
                  <a:cubicBezTo>
                    <a:pt x="286" y="815"/>
                    <a:pt x="286" y="827"/>
                    <a:pt x="298" y="827"/>
                  </a:cubicBezTo>
                  <a:cubicBezTo>
                    <a:pt x="337" y="846"/>
                    <a:pt x="384" y="855"/>
                    <a:pt x="430" y="855"/>
                  </a:cubicBezTo>
                  <a:cubicBezTo>
                    <a:pt x="467" y="855"/>
                    <a:pt x="504" y="849"/>
                    <a:pt x="536" y="838"/>
                  </a:cubicBezTo>
                  <a:cubicBezTo>
                    <a:pt x="667" y="815"/>
                    <a:pt x="774" y="708"/>
                    <a:pt x="822" y="577"/>
                  </a:cubicBezTo>
                  <a:lnTo>
                    <a:pt x="822" y="565"/>
                  </a:lnTo>
                  <a:cubicBezTo>
                    <a:pt x="846" y="469"/>
                    <a:pt x="846" y="386"/>
                    <a:pt x="822" y="303"/>
                  </a:cubicBezTo>
                  <a:cubicBezTo>
                    <a:pt x="774" y="172"/>
                    <a:pt x="679" y="65"/>
                    <a:pt x="536" y="29"/>
                  </a:cubicBezTo>
                  <a:cubicBezTo>
                    <a:pt x="524" y="29"/>
                    <a:pt x="501" y="29"/>
                    <a:pt x="489" y="5"/>
                  </a:cubicBezTo>
                  <a:cubicBezTo>
                    <a:pt x="468" y="2"/>
                    <a:pt x="446" y="1"/>
                    <a:pt x="42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0" name="Google Shape;3390;p24"/>
            <p:cNvSpPr/>
            <p:nvPr/>
          </p:nvSpPr>
          <p:spPr>
            <a:xfrm>
              <a:off x="3416475" y="2983725"/>
              <a:ext cx="12525" cy="12075"/>
            </a:xfrm>
            <a:custGeom>
              <a:rect b="b" l="l" r="r" t="t"/>
              <a:pathLst>
                <a:path extrusionOk="0" h="483" w="501">
                  <a:moveTo>
                    <a:pt x="264" y="0"/>
                  </a:moveTo>
                  <a:cubicBezTo>
                    <a:pt x="159" y="0"/>
                    <a:pt x="54" y="68"/>
                    <a:pt x="13" y="171"/>
                  </a:cubicBezTo>
                  <a:cubicBezTo>
                    <a:pt x="1" y="207"/>
                    <a:pt x="1" y="255"/>
                    <a:pt x="1" y="290"/>
                  </a:cubicBezTo>
                  <a:cubicBezTo>
                    <a:pt x="1" y="314"/>
                    <a:pt x="13" y="326"/>
                    <a:pt x="13" y="350"/>
                  </a:cubicBezTo>
                  <a:cubicBezTo>
                    <a:pt x="37" y="410"/>
                    <a:pt x="84" y="457"/>
                    <a:pt x="156" y="469"/>
                  </a:cubicBezTo>
                  <a:cubicBezTo>
                    <a:pt x="180" y="469"/>
                    <a:pt x="191" y="469"/>
                    <a:pt x="191" y="481"/>
                  </a:cubicBezTo>
                  <a:cubicBezTo>
                    <a:pt x="201" y="482"/>
                    <a:pt x="210" y="482"/>
                    <a:pt x="219" y="482"/>
                  </a:cubicBezTo>
                  <a:cubicBezTo>
                    <a:pt x="315" y="482"/>
                    <a:pt x="398" y="426"/>
                    <a:pt x="441" y="350"/>
                  </a:cubicBezTo>
                  <a:cubicBezTo>
                    <a:pt x="441" y="326"/>
                    <a:pt x="453" y="326"/>
                    <a:pt x="453" y="314"/>
                  </a:cubicBezTo>
                  <a:cubicBezTo>
                    <a:pt x="501" y="195"/>
                    <a:pt x="441" y="64"/>
                    <a:pt x="322" y="17"/>
                  </a:cubicBezTo>
                  <a:cubicBezTo>
                    <a:pt x="322" y="17"/>
                    <a:pt x="311" y="17"/>
                    <a:pt x="311" y="5"/>
                  </a:cubicBezTo>
                  <a:cubicBezTo>
                    <a:pt x="295" y="2"/>
                    <a:pt x="280" y="0"/>
                    <a:pt x="26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1" name="Google Shape;3391;p24"/>
            <p:cNvSpPr/>
            <p:nvPr/>
          </p:nvSpPr>
          <p:spPr>
            <a:xfrm>
              <a:off x="3439400" y="2748675"/>
              <a:ext cx="13125" cy="12125"/>
            </a:xfrm>
            <a:custGeom>
              <a:rect b="b" l="l" r="r" t="t"/>
              <a:pathLst>
                <a:path extrusionOk="0" h="485" w="525">
                  <a:moveTo>
                    <a:pt x="267" y="0"/>
                  </a:moveTo>
                  <a:cubicBezTo>
                    <a:pt x="219" y="0"/>
                    <a:pt x="170" y="13"/>
                    <a:pt x="132" y="36"/>
                  </a:cubicBezTo>
                  <a:cubicBezTo>
                    <a:pt x="96" y="60"/>
                    <a:pt x="48" y="108"/>
                    <a:pt x="25" y="167"/>
                  </a:cubicBezTo>
                  <a:cubicBezTo>
                    <a:pt x="1" y="239"/>
                    <a:pt x="13" y="310"/>
                    <a:pt x="60" y="370"/>
                  </a:cubicBezTo>
                  <a:cubicBezTo>
                    <a:pt x="96" y="417"/>
                    <a:pt x="132" y="465"/>
                    <a:pt x="191" y="477"/>
                  </a:cubicBezTo>
                  <a:cubicBezTo>
                    <a:pt x="216" y="482"/>
                    <a:pt x="241" y="485"/>
                    <a:pt x="265" y="485"/>
                  </a:cubicBezTo>
                  <a:cubicBezTo>
                    <a:pt x="300" y="485"/>
                    <a:pt x="335" y="479"/>
                    <a:pt x="370" y="465"/>
                  </a:cubicBezTo>
                  <a:cubicBezTo>
                    <a:pt x="406" y="441"/>
                    <a:pt x="429" y="429"/>
                    <a:pt x="453" y="406"/>
                  </a:cubicBezTo>
                  <a:cubicBezTo>
                    <a:pt x="465" y="370"/>
                    <a:pt x="489" y="346"/>
                    <a:pt x="489" y="310"/>
                  </a:cubicBezTo>
                  <a:cubicBezTo>
                    <a:pt x="525" y="227"/>
                    <a:pt x="489" y="132"/>
                    <a:pt x="429" y="72"/>
                  </a:cubicBezTo>
                  <a:cubicBezTo>
                    <a:pt x="406" y="48"/>
                    <a:pt x="370" y="25"/>
                    <a:pt x="346" y="13"/>
                  </a:cubicBezTo>
                  <a:cubicBezTo>
                    <a:pt x="321" y="4"/>
                    <a:pt x="294" y="0"/>
                    <a:pt x="2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2" name="Google Shape;3392;p24"/>
            <p:cNvSpPr/>
            <p:nvPr/>
          </p:nvSpPr>
          <p:spPr>
            <a:xfrm>
              <a:off x="3343850" y="2820000"/>
              <a:ext cx="13125" cy="12425"/>
            </a:xfrm>
            <a:custGeom>
              <a:rect b="b" l="l" r="r" t="t"/>
              <a:pathLst>
                <a:path extrusionOk="0" h="497" w="525">
                  <a:moveTo>
                    <a:pt x="293" y="0"/>
                  </a:moveTo>
                  <a:cubicBezTo>
                    <a:pt x="185" y="0"/>
                    <a:pt x="65" y="60"/>
                    <a:pt x="25" y="172"/>
                  </a:cubicBezTo>
                  <a:cubicBezTo>
                    <a:pt x="1" y="255"/>
                    <a:pt x="25" y="362"/>
                    <a:pt x="84" y="422"/>
                  </a:cubicBezTo>
                  <a:cubicBezTo>
                    <a:pt x="120" y="458"/>
                    <a:pt x="144" y="470"/>
                    <a:pt x="179" y="482"/>
                  </a:cubicBezTo>
                  <a:cubicBezTo>
                    <a:pt x="207" y="491"/>
                    <a:pt x="234" y="496"/>
                    <a:pt x="261" y="496"/>
                  </a:cubicBezTo>
                  <a:cubicBezTo>
                    <a:pt x="361" y="496"/>
                    <a:pt x="451" y="428"/>
                    <a:pt x="489" y="315"/>
                  </a:cubicBezTo>
                  <a:cubicBezTo>
                    <a:pt x="525" y="243"/>
                    <a:pt x="501" y="184"/>
                    <a:pt x="477" y="124"/>
                  </a:cubicBezTo>
                  <a:cubicBezTo>
                    <a:pt x="441" y="77"/>
                    <a:pt x="406" y="41"/>
                    <a:pt x="346" y="5"/>
                  </a:cubicBezTo>
                  <a:cubicBezTo>
                    <a:pt x="329" y="2"/>
                    <a:pt x="311" y="0"/>
                    <a:pt x="29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3" name="Google Shape;3393;p24"/>
            <p:cNvSpPr/>
            <p:nvPr/>
          </p:nvSpPr>
          <p:spPr>
            <a:xfrm>
              <a:off x="3509650" y="2342575"/>
              <a:ext cx="14325" cy="12400"/>
            </a:xfrm>
            <a:custGeom>
              <a:rect b="b" l="l" r="r" t="t"/>
              <a:pathLst>
                <a:path extrusionOk="0" h="496" w="573">
                  <a:moveTo>
                    <a:pt x="307" y="0"/>
                  </a:moveTo>
                  <a:cubicBezTo>
                    <a:pt x="194" y="0"/>
                    <a:pt x="90" y="68"/>
                    <a:pt x="48" y="171"/>
                  </a:cubicBezTo>
                  <a:cubicBezTo>
                    <a:pt x="1" y="302"/>
                    <a:pt x="84" y="445"/>
                    <a:pt x="215" y="481"/>
                  </a:cubicBezTo>
                  <a:cubicBezTo>
                    <a:pt x="243" y="491"/>
                    <a:pt x="270" y="496"/>
                    <a:pt x="297" y="496"/>
                  </a:cubicBezTo>
                  <a:cubicBezTo>
                    <a:pt x="397" y="496"/>
                    <a:pt x="487" y="429"/>
                    <a:pt x="524" y="326"/>
                  </a:cubicBezTo>
                  <a:cubicBezTo>
                    <a:pt x="572" y="183"/>
                    <a:pt x="501" y="52"/>
                    <a:pt x="358" y="5"/>
                  </a:cubicBezTo>
                  <a:cubicBezTo>
                    <a:pt x="341" y="2"/>
                    <a:pt x="324" y="0"/>
                    <a:pt x="30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4" name="Google Shape;3394;p24"/>
            <p:cNvSpPr/>
            <p:nvPr/>
          </p:nvSpPr>
          <p:spPr>
            <a:xfrm>
              <a:off x="3414400" y="2157325"/>
              <a:ext cx="14325" cy="12475"/>
            </a:xfrm>
            <a:custGeom>
              <a:rect b="b" l="l" r="r" t="t"/>
              <a:pathLst>
                <a:path extrusionOk="0" h="499" w="573">
                  <a:moveTo>
                    <a:pt x="296" y="1"/>
                  </a:moveTo>
                  <a:cubicBezTo>
                    <a:pt x="187" y="1"/>
                    <a:pt x="88" y="76"/>
                    <a:pt x="48" y="176"/>
                  </a:cubicBezTo>
                  <a:cubicBezTo>
                    <a:pt x="1" y="307"/>
                    <a:pt x="84" y="438"/>
                    <a:pt x="215" y="485"/>
                  </a:cubicBezTo>
                  <a:cubicBezTo>
                    <a:pt x="240" y="494"/>
                    <a:pt x="266" y="499"/>
                    <a:pt x="290" y="499"/>
                  </a:cubicBezTo>
                  <a:cubicBezTo>
                    <a:pt x="394" y="499"/>
                    <a:pt x="486" y="424"/>
                    <a:pt x="524" y="319"/>
                  </a:cubicBezTo>
                  <a:cubicBezTo>
                    <a:pt x="572" y="188"/>
                    <a:pt x="501" y="57"/>
                    <a:pt x="358" y="9"/>
                  </a:cubicBezTo>
                  <a:cubicBezTo>
                    <a:pt x="337" y="3"/>
                    <a:pt x="316" y="1"/>
                    <a:pt x="29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5" name="Google Shape;3395;p24"/>
            <p:cNvSpPr/>
            <p:nvPr/>
          </p:nvSpPr>
          <p:spPr>
            <a:xfrm>
              <a:off x="3460550" y="2080150"/>
              <a:ext cx="12525" cy="12150"/>
            </a:xfrm>
            <a:custGeom>
              <a:rect b="b" l="l" r="r" t="t"/>
              <a:pathLst>
                <a:path extrusionOk="0" h="486" w="501">
                  <a:moveTo>
                    <a:pt x="226" y="0"/>
                  </a:moveTo>
                  <a:cubicBezTo>
                    <a:pt x="143" y="12"/>
                    <a:pt x="48" y="72"/>
                    <a:pt x="24" y="167"/>
                  </a:cubicBezTo>
                  <a:cubicBezTo>
                    <a:pt x="0" y="191"/>
                    <a:pt x="0" y="215"/>
                    <a:pt x="0" y="250"/>
                  </a:cubicBezTo>
                  <a:cubicBezTo>
                    <a:pt x="0" y="358"/>
                    <a:pt x="60" y="441"/>
                    <a:pt x="167" y="477"/>
                  </a:cubicBezTo>
                  <a:cubicBezTo>
                    <a:pt x="194" y="483"/>
                    <a:pt x="221" y="486"/>
                    <a:pt x="245" y="486"/>
                  </a:cubicBezTo>
                  <a:cubicBezTo>
                    <a:pt x="315" y="486"/>
                    <a:pt x="373" y="461"/>
                    <a:pt x="417" y="417"/>
                  </a:cubicBezTo>
                  <a:cubicBezTo>
                    <a:pt x="453" y="381"/>
                    <a:pt x="464" y="358"/>
                    <a:pt x="476" y="322"/>
                  </a:cubicBezTo>
                  <a:cubicBezTo>
                    <a:pt x="500" y="262"/>
                    <a:pt x="500" y="227"/>
                    <a:pt x="476" y="167"/>
                  </a:cubicBezTo>
                  <a:cubicBezTo>
                    <a:pt x="453" y="84"/>
                    <a:pt x="405" y="36"/>
                    <a:pt x="333" y="12"/>
                  </a:cubicBezTo>
                  <a:cubicBezTo>
                    <a:pt x="298" y="0"/>
                    <a:pt x="262" y="0"/>
                    <a:pt x="22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6" name="Google Shape;3396;p24"/>
            <p:cNvSpPr/>
            <p:nvPr/>
          </p:nvSpPr>
          <p:spPr>
            <a:xfrm>
              <a:off x="3537325" y="2434925"/>
              <a:ext cx="13725" cy="12725"/>
            </a:xfrm>
            <a:custGeom>
              <a:rect b="b" l="l" r="r" t="t"/>
              <a:pathLst>
                <a:path extrusionOk="0" h="509" w="549">
                  <a:moveTo>
                    <a:pt x="282" y="0"/>
                  </a:moveTo>
                  <a:cubicBezTo>
                    <a:pt x="163" y="0"/>
                    <a:pt x="58" y="70"/>
                    <a:pt x="25" y="180"/>
                  </a:cubicBezTo>
                  <a:lnTo>
                    <a:pt x="25" y="204"/>
                  </a:lnTo>
                  <a:cubicBezTo>
                    <a:pt x="1" y="323"/>
                    <a:pt x="60" y="454"/>
                    <a:pt x="191" y="502"/>
                  </a:cubicBezTo>
                  <a:cubicBezTo>
                    <a:pt x="213" y="506"/>
                    <a:pt x="235" y="509"/>
                    <a:pt x="257" y="509"/>
                  </a:cubicBezTo>
                  <a:cubicBezTo>
                    <a:pt x="294" y="509"/>
                    <a:pt x="332" y="501"/>
                    <a:pt x="370" y="478"/>
                  </a:cubicBezTo>
                  <a:cubicBezTo>
                    <a:pt x="430" y="454"/>
                    <a:pt x="477" y="406"/>
                    <a:pt x="501" y="335"/>
                  </a:cubicBezTo>
                  <a:cubicBezTo>
                    <a:pt x="549" y="204"/>
                    <a:pt x="477" y="61"/>
                    <a:pt x="346" y="25"/>
                  </a:cubicBezTo>
                  <a:cubicBezTo>
                    <a:pt x="322" y="25"/>
                    <a:pt x="322" y="25"/>
                    <a:pt x="310" y="2"/>
                  </a:cubicBezTo>
                  <a:cubicBezTo>
                    <a:pt x="301" y="1"/>
                    <a:pt x="292" y="0"/>
                    <a:pt x="28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7" name="Google Shape;3397;p24"/>
            <p:cNvSpPr/>
            <p:nvPr/>
          </p:nvSpPr>
          <p:spPr>
            <a:xfrm>
              <a:off x="3328975" y="2549325"/>
              <a:ext cx="14025" cy="12525"/>
            </a:xfrm>
            <a:custGeom>
              <a:rect b="b" l="l" r="r" t="t"/>
              <a:pathLst>
                <a:path extrusionOk="0" h="501" w="561">
                  <a:moveTo>
                    <a:pt x="289" y="0"/>
                  </a:moveTo>
                  <a:cubicBezTo>
                    <a:pt x="180" y="0"/>
                    <a:pt x="78" y="68"/>
                    <a:pt x="48" y="176"/>
                  </a:cubicBezTo>
                  <a:cubicBezTo>
                    <a:pt x="1" y="307"/>
                    <a:pt x="72" y="450"/>
                    <a:pt x="203" y="486"/>
                  </a:cubicBezTo>
                  <a:cubicBezTo>
                    <a:pt x="233" y="496"/>
                    <a:pt x="263" y="501"/>
                    <a:pt x="291" y="501"/>
                  </a:cubicBezTo>
                  <a:cubicBezTo>
                    <a:pt x="397" y="501"/>
                    <a:pt x="487" y="434"/>
                    <a:pt x="524" y="331"/>
                  </a:cubicBezTo>
                  <a:cubicBezTo>
                    <a:pt x="560" y="188"/>
                    <a:pt x="489" y="57"/>
                    <a:pt x="358" y="10"/>
                  </a:cubicBezTo>
                  <a:cubicBezTo>
                    <a:pt x="335" y="3"/>
                    <a:pt x="312" y="0"/>
                    <a:pt x="28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98" name="Google Shape;3398;p24"/>
          <p:cNvGrpSpPr/>
          <p:nvPr/>
        </p:nvGrpSpPr>
        <p:grpSpPr>
          <a:xfrm flipH="1">
            <a:off x="-4" y="1992053"/>
            <a:ext cx="2140156" cy="3151313"/>
            <a:chOff x="2525900" y="1699450"/>
            <a:chExt cx="1076050" cy="1584450"/>
          </a:xfrm>
        </p:grpSpPr>
        <p:sp>
          <p:nvSpPr>
            <p:cNvPr id="3399" name="Google Shape;3399;p24"/>
            <p:cNvSpPr/>
            <p:nvPr/>
          </p:nvSpPr>
          <p:spPr>
            <a:xfrm>
              <a:off x="3569775" y="2193250"/>
              <a:ext cx="31875" cy="43775"/>
            </a:xfrm>
            <a:custGeom>
              <a:rect b="b" l="l" r="r" t="t"/>
              <a:pathLst>
                <a:path extrusionOk="0" h="1751" w="1275">
                  <a:moveTo>
                    <a:pt x="1275" y="1"/>
                  </a:moveTo>
                  <a:lnTo>
                    <a:pt x="1" y="1691"/>
                  </a:lnTo>
                  <a:lnTo>
                    <a:pt x="275" y="1751"/>
                  </a:lnTo>
                  <a:lnTo>
                    <a:pt x="1275" y="441"/>
                  </a:lnTo>
                  <a:lnTo>
                    <a:pt x="127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0" name="Google Shape;3400;p24"/>
            <p:cNvSpPr/>
            <p:nvPr/>
          </p:nvSpPr>
          <p:spPr>
            <a:xfrm>
              <a:off x="3486425" y="2241175"/>
              <a:ext cx="85750" cy="108375"/>
            </a:xfrm>
            <a:custGeom>
              <a:rect b="b" l="l" r="r" t="t"/>
              <a:pathLst>
                <a:path extrusionOk="0" h="4335" w="3430">
                  <a:moveTo>
                    <a:pt x="3156" y="1"/>
                  </a:moveTo>
                  <a:lnTo>
                    <a:pt x="1" y="4168"/>
                  </a:lnTo>
                  <a:cubicBezTo>
                    <a:pt x="84" y="4204"/>
                    <a:pt x="156" y="4263"/>
                    <a:pt x="203" y="4335"/>
                  </a:cubicBezTo>
                  <a:lnTo>
                    <a:pt x="3430" y="72"/>
                  </a:lnTo>
                  <a:lnTo>
                    <a:pt x="31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1" name="Google Shape;3401;p24"/>
            <p:cNvSpPr/>
            <p:nvPr/>
          </p:nvSpPr>
          <p:spPr>
            <a:xfrm>
              <a:off x="3361425" y="1699450"/>
              <a:ext cx="240225" cy="42875"/>
            </a:xfrm>
            <a:custGeom>
              <a:rect b="b" l="l" r="r" t="t"/>
              <a:pathLst>
                <a:path extrusionOk="0" h="1715" w="9609">
                  <a:moveTo>
                    <a:pt x="9609" y="0"/>
                  </a:moveTo>
                  <a:lnTo>
                    <a:pt x="12" y="1429"/>
                  </a:lnTo>
                  <a:cubicBezTo>
                    <a:pt x="60" y="1524"/>
                    <a:pt x="72" y="1584"/>
                    <a:pt x="36" y="1643"/>
                  </a:cubicBezTo>
                  <a:cubicBezTo>
                    <a:pt x="24" y="1667"/>
                    <a:pt x="12" y="1703"/>
                    <a:pt x="0" y="1715"/>
                  </a:cubicBezTo>
                  <a:lnTo>
                    <a:pt x="9609" y="274"/>
                  </a:lnTo>
                  <a:lnTo>
                    <a:pt x="960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2" name="Google Shape;3402;p24"/>
            <p:cNvSpPr/>
            <p:nvPr/>
          </p:nvSpPr>
          <p:spPr>
            <a:xfrm>
              <a:off x="3354575" y="1742600"/>
              <a:ext cx="9250" cy="139925"/>
            </a:xfrm>
            <a:custGeom>
              <a:rect b="b" l="l" r="r" t="t"/>
              <a:pathLst>
                <a:path extrusionOk="0" h="5597" w="370">
                  <a:moveTo>
                    <a:pt x="274" y="1"/>
                  </a:moveTo>
                  <a:cubicBezTo>
                    <a:pt x="231" y="44"/>
                    <a:pt x="175" y="75"/>
                    <a:pt x="116" y="75"/>
                  </a:cubicBezTo>
                  <a:cubicBezTo>
                    <a:pt x="94" y="75"/>
                    <a:pt x="71" y="70"/>
                    <a:pt x="48" y="60"/>
                  </a:cubicBezTo>
                  <a:cubicBezTo>
                    <a:pt x="36" y="60"/>
                    <a:pt x="12" y="48"/>
                    <a:pt x="0" y="48"/>
                  </a:cubicBezTo>
                  <a:lnTo>
                    <a:pt x="108" y="5597"/>
                  </a:lnTo>
                  <a:cubicBezTo>
                    <a:pt x="171" y="5560"/>
                    <a:pt x="242" y="5545"/>
                    <a:pt x="309" y="5545"/>
                  </a:cubicBezTo>
                  <a:cubicBezTo>
                    <a:pt x="330" y="5545"/>
                    <a:pt x="350" y="5546"/>
                    <a:pt x="370" y="5549"/>
                  </a:cubicBez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3" name="Google Shape;3403;p24"/>
            <p:cNvSpPr/>
            <p:nvPr/>
          </p:nvSpPr>
          <p:spPr>
            <a:xfrm>
              <a:off x="3468575" y="1948000"/>
              <a:ext cx="133075" cy="136625"/>
            </a:xfrm>
            <a:custGeom>
              <a:rect b="b" l="l" r="r" t="t"/>
              <a:pathLst>
                <a:path extrusionOk="0" h="5465" w="5323">
                  <a:moveTo>
                    <a:pt x="5323" y="0"/>
                  </a:moveTo>
                  <a:lnTo>
                    <a:pt x="1" y="5298"/>
                  </a:lnTo>
                  <a:cubicBezTo>
                    <a:pt x="72" y="5334"/>
                    <a:pt x="132" y="5370"/>
                    <a:pt x="155" y="5453"/>
                  </a:cubicBezTo>
                  <a:cubicBezTo>
                    <a:pt x="179" y="5453"/>
                    <a:pt x="203" y="5453"/>
                    <a:pt x="215" y="5465"/>
                  </a:cubicBezTo>
                  <a:lnTo>
                    <a:pt x="5323" y="369"/>
                  </a:lnTo>
                  <a:lnTo>
                    <a:pt x="532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4" name="Google Shape;3404;p24"/>
            <p:cNvSpPr/>
            <p:nvPr/>
          </p:nvSpPr>
          <p:spPr>
            <a:xfrm>
              <a:off x="3371850" y="1888750"/>
              <a:ext cx="229800" cy="29200"/>
            </a:xfrm>
            <a:custGeom>
              <a:rect b="b" l="l" r="r" t="t"/>
              <a:pathLst>
                <a:path extrusionOk="0" h="1168" w="9192">
                  <a:moveTo>
                    <a:pt x="12" y="1"/>
                  </a:moveTo>
                  <a:cubicBezTo>
                    <a:pt x="24" y="84"/>
                    <a:pt x="24" y="167"/>
                    <a:pt x="0" y="263"/>
                  </a:cubicBezTo>
                  <a:lnTo>
                    <a:pt x="9192" y="1168"/>
                  </a:lnTo>
                  <a:lnTo>
                    <a:pt x="9192" y="894"/>
                  </a:lnTo>
                  <a:lnTo>
                    <a:pt x="1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5" name="Google Shape;3405;p24"/>
            <p:cNvSpPr/>
            <p:nvPr/>
          </p:nvSpPr>
          <p:spPr>
            <a:xfrm>
              <a:off x="3233425" y="1875350"/>
              <a:ext cx="119375" cy="17900"/>
            </a:xfrm>
            <a:custGeom>
              <a:rect b="b" l="l" r="r" t="t"/>
              <a:pathLst>
                <a:path extrusionOk="0" h="716" w="4775">
                  <a:moveTo>
                    <a:pt x="36" y="1"/>
                  </a:moveTo>
                  <a:cubicBezTo>
                    <a:pt x="36" y="84"/>
                    <a:pt x="24" y="156"/>
                    <a:pt x="13" y="215"/>
                  </a:cubicBezTo>
                  <a:cubicBezTo>
                    <a:pt x="13" y="227"/>
                    <a:pt x="1" y="239"/>
                    <a:pt x="1" y="263"/>
                  </a:cubicBezTo>
                  <a:lnTo>
                    <a:pt x="4727" y="715"/>
                  </a:lnTo>
                  <a:cubicBezTo>
                    <a:pt x="4715" y="656"/>
                    <a:pt x="4727" y="584"/>
                    <a:pt x="4739" y="525"/>
                  </a:cubicBezTo>
                  <a:cubicBezTo>
                    <a:pt x="4763" y="501"/>
                    <a:pt x="4763" y="477"/>
                    <a:pt x="4775" y="465"/>
                  </a:cubicBezTo>
                  <a:lnTo>
                    <a:pt x="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6" name="Google Shape;3406;p24"/>
            <p:cNvSpPr/>
            <p:nvPr/>
          </p:nvSpPr>
          <p:spPr>
            <a:xfrm>
              <a:off x="3357850" y="1901550"/>
              <a:ext cx="10150" cy="91100"/>
            </a:xfrm>
            <a:custGeom>
              <a:rect b="b" l="l" r="r" t="t"/>
              <a:pathLst>
                <a:path extrusionOk="0" h="3644" w="406">
                  <a:moveTo>
                    <a:pt x="0" y="1"/>
                  </a:moveTo>
                  <a:lnTo>
                    <a:pt x="143" y="3620"/>
                  </a:lnTo>
                  <a:cubicBezTo>
                    <a:pt x="175" y="3609"/>
                    <a:pt x="208" y="3604"/>
                    <a:pt x="242" y="3604"/>
                  </a:cubicBezTo>
                  <a:cubicBezTo>
                    <a:pt x="284" y="3604"/>
                    <a:pt x="329" y="3612"/>
                    <a:pt x="381" y="3632"/>
                  </a:cubicBezTo>
                  <a:cubicBezTo>
                    <a:pt x="393" y="3632"/>
                    <a:pt x="393" y="3644"/>
                    <a:pt x="405" y="3644"/>
                  </a:cubicBezTo>
                  <a:lnTo>
                    <a:pt x="274" y="24"/>
                  </a:lnTo>
                  <a:cubicBezTo>
                    <a:pt x="242" y="35"/>
                    <a:pt x="205" y="41"/>
                    <a:pt x="168" y="41"/>
                  </a:cubicBezTo>
                  <a:cubicBezTo>
                    <a:pt x="122" y="41"/>
                    <a:pt x="75" y="32"/>
                    <a:pt x="36" y="13"/>
                  </a:cubicBezTo>
                  <a:cubicBezTo>
                    <a:pt x="24" y="13"/>
                    <a:pt x="24" y="13"/>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7" name="Google Shape;3407;p24"/>
            <p:cNvSpPr/>
            <p:nvPr/>
          </p:nvSpPr>
          <p:spPr>
            <a:xfrm>
              <a:off x="3391475" y="2086400"/>
              <a:ext cx="73250" cy="83675"/>
            </a:xfrm>
            <a:custGeom>
              <a:rect b="b" l="l" r="r" t="t"/>
              <a:pathLst>
                <a:path extrusionOk="0" h="3347" w="2930">
                  <a:moveTo>
                    <a:pt x="2763" y="0"/>
                  </a:moveTo>
                  <a:lnTo>
                    <a:pt x="1" y="3191"/>
                  </a:lnTo>
                  <a:cubicBezTo>
                    <a:pt x="72" y="3227"/>
                    <a:pt x="144" y="3287"/>
                    <a:pt x="203" y="3346"/>
                  </a:cubicBezTo>
                  <a:lnTo>
                    <a:pt x="2930" y="227"/>
                  </a:lnTo>
                  <a:cubicBezTo>
                    <a:pt x="2846" y="191"/>
                    <a:pt x="2763" y="108"/>
                    <a:pt x="276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8" name="Google Shape;3408;p24"/>
            <p:cNvSpPr/>
            <p:nvPr/>
          </p:nvSpPr>
          <p:spPr>
            <a:xfrm>
              <a:off x="3226875" y="1884000"/>
              <a:ext cx="132200" cy="113425"/>
            </a:xfrm>
            <a:custGeom>
              <a:rect b="b" l="l" r="r" t="t"/>
              <a:pathLst>
                <a:path extrusionOk="0" h="4537" w="5288">
                  <a:moveTo>
                    <a:pt x="191" y="0"/>
                  </a:moveTo>
                  <a:cubicBezTo>
                    <a:pt x="155" y="72"/>
                    <a:pt x="84" y="131"/>
                    <a:pt x="1" y="191"/>
                  </a:cubicBezTo>
                  <a:lnTo>
                    <a:pt x="5097" y="4536"/>
                  </a:lnTo>
                  <a:cubicBezTo>
                    <a:pt x="5156" y="4453"/>
                    <a:pt x="5216" y="4394"/>
                    <a:pt x="5287" y="4346"/>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9" name="Google Shape;3409;p24"/>
            <p:cNvSpPr/>
            <p:nvPr/>
          </p:nvSpPr>
          <p:spPr>
            <a:xfrm>
              <a:off x="3370650" y="2004850"/>
              <a:ext cx="95275" cy="79500"/>
            </a:xfrm>
            <a:custGeom>
              <a:rect b="b" l="l" r="r" t="t"/>
              <a:pathLst>
                <a:path extrusionOk="0" h="3180" w="3811">
                  <a:moveTo>
                    <a:pt x="131" y="0"/>
                  </a:moveTo>
                  <a:lnTo>
                    <a:pt x="131" y="24"/>
                  </a:lnTo>
                  <a:cubicBezTo>
                    <a:pt x="96" y="107"/>
                    <a:pt x="60" y="167"/>
                    <a:pt x="0" y="226"/>
                  </a:cubicBezTo>
                  <a:lnTo>
                    <a:pt x="3620" y="3179"/>
                  </a:lnTo>
                  <a:cubicBezTo>
                    <a:pt x="3644" y="3084"/>
                    <a:pt x="3715" y="3024"/>
                    <a:pt x="3810" y="3012"/>
                  </a:cubicBezTo>
                  <a:lnTo>
                    <a:pt x="13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0" name="Google Shape;3410;p24"/>
            <p:cNvSpPr/>
            <p:nvPr/>
          </p:nvSpPr>
          <p:spPr>
            <a:xfrm>
              <a:off x="3470950" y="2084325"/>
              <a:ext cx="130700" cy="76500"/>
            </a:xfrm>
            <a:custGeom>
              <a:rect b="b" l="l" r="r" t="t"/>
              <a:pathLst>
                <a:path extrusionOk="0" h="3060" w="5228">
                  <a:moveTo>
                    <a:pt x="60" y="0"/>
                  </a:moveTo>
                  <a:cubicBezTo>
                    <a:pt x="84" y="36"/>
                    <a:pt x="84" y="95"/>
                    <a:pt x="60" y="155"/>
                  </a:cubicBezTo>
                  <a:cubicBezTo>
                    <a:pt x="48" y="191"/>
                    <a:pt x="37" y="238"/>
                    <a:pt x="1" y="250"/>
                  </a:cubicBezTo>
                  <a:lnTo>
                    <a:pt x="5228" y="3060"/>
                  </a:lnTo>
                  <a:lnTo>
                    <a:pt x="5228" y="2762"/>
                  </a:lnTo>
                  <a:lnTo>
                    <a:pt x="120" y="12"/>
                  </a:lnTo>
                  <a:cubicBezTo>
                    <a:pt x="108" y="0"/>
                    <a:pt x="96" y="0"/>
                    <a:pt x="6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1" name="Google Shape;3411;p24"/>
            <p:cNvSpPr/>
            <p:nvPr/>
          </p:nvSpPr>
          <p:spPr>
            <a:xfrm>
              <a:off x="3403100" y="2193850"/>
              <a:ext cx="198550" cy="56575"/>
            </a:xfrm>
            <a:custGeom>
              <a:rect b="b" l="l" r="r" t="t"/>
              <a:pathLst>
                <a:path extrusionOk="0" h="2263" w="7942">
                  <a:moveTo>
                    <a:pt x="60" y="1"/>
                  </a:moveTo>
                  <a:cubicBezTo>
                    <a:pt x="36" y="96"/>
                    <a:pt x="24" y="167"/>
                    <a:pt x="0" y="263"/>
                  </a:cubicBezTo>
                  <a:lnTo>
                    <a:pt x="6489" y="1894"/>
                  </a:lnTo>
                  <a:lnTo>
                    <a:pt x="6763" y="1965"/>
                  </a:lnTo>
                  <a:lnTo>
                    <a:pt x="7942" y="2263"/>
                  </a:lnTo>
                  <a:lnTo>
                    <a:pt x="7942" y="2001"/>
                  </a:lnTo>
                  <a:lnTo>
                    <a:pt x="6942" y="1751"/>
                  </a:lnTo>
                  <a:lnTo>
                    <a:pt x="6668" y="1667"/>
                  </a:lnTo>
                  <a:lnTo>
                    <a:pt x="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2" name="Google Shape;3412;p24"/>
            <p:cNvSpPr/>
            <p:nvPr/>
          </p:nvSpPr>
          <p:spPr>
            <a:xfrm>
              <a:off x="3388800" y="2213200"/>
              <a:ext cx="90825" cy="135150"/>
            </a:xfrm>
            <a:custGeom>
              <a:rect b="b" l="l" r="r" t="t"/>
              <a:pathLst>
                <a:path extrusionOk="0" h="5406" w="3633">
                  <a:moveTo>
                    <a:pt x="227" y="0"/>
                  </a:moveTo>
                  <a:cubicBezTo>
                    <a:pt x="155" y="60"/>
                    <a:pt x="96" y="108"/>
                    <a:pt x="1" y="155"/>
                  </a:cubicBezTo>
                  <a:lnTo>
                    <a:pt x="3406" y="5406"/>
                  </a:lnTo>
                  <a:cubicBezTo>
                    <a:pt x="3465" y="5346"/>
                    <a:pt x="3549" y="5299"/>
                    <a:pt x="3632" y="5275"/>
                  </a:cubicBez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3" name="Google Shape;3413;p24"/>
            <p:cNvSpPr/>
            <p:nvPr/>
          </p:nvSpPr>
          <p:spPr>
            <a:xfrm>
              <a:off x="3534650" y="2440025"/>
              <a:ext cx="66700" cy="103600"/>
            </a:xfrm>
            <a:custGeom>
              <a:rect b="b" l="l" r="r" t="t"/>
              <a:pathLst>
                <a:path extrusionOk="0" h="4144" w="2668">
                  <a:moveTo>
                    <a:pt x="120" y="0"/>
                  </a:moveTo>
                  <a:lnTo>
                    <a:pt x="1" y="71"/>
                  </a:lnTo>
                  <a:lnTo>
                    <a:pt x="2668" y="4143"/>
                  </a:lnTo>
                  <a:lnTo>
                    <a:pt x="2668" y="3667"/>
                  </a:lnTo>
                  <a:lnTo>
                    <a:pt x="453" y="298"/>
                  </a:lnTo>
                  <a:cubicBezTo>
                    <a:pt x="429" y="304"/>
                    <a:pt x="403" y="307"/>
                    <a:pt x="374" y="307"/>
                  </a:cubicBezTo>
                  <a:cubicBezTo>
                    <a:pt x="346" y="307"/>
                    <a:pt x="316" y="304"/>
                    <a:pt x="286" y="298"/>
                  </a:cubicBezTo>
                  <a:cubicBezTo>
                    <a:pt x="167" y="250"/>
                    <a:pt x="96" y="131"/>
                    <a:pt x="1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4" name="Google Shape;3414;p24"/>
            <p:cNvSpPr/>
            <p:nvPr/>
          </p:nvSpPr>
          <p:spPr>
            <a:xfrm>
              <a:off x="3484950" y="2361725"/>
              <a:ext cx="52100" cy="74450"/>
            </a:xfrm>
            <a:custGeom>
              <a:rect b="b" l="l" r="r" t="t"/>
              <a:pathLst>
                <a:path extrusionOk="0" h="2978" w="2084">
                  <a:moveTo>
                    <a:pt x="239" y="1"/>
                  </a:moveTo>
                  <a:cubicBezTo>
                    <a:pt x="155" y="72"/>
                    <a:pt x="84" y="132"/>
                    <a:pt x="0" y="155"/>
                  </a:cubicBezTo>
                  <a:lnTo>
                    <a:pt x="1858" y="2977"/>
                  </a:lnTo>
                  <a:lnTo>
                    <a:pt x="2084" y="2834"/>
                  </a:ln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5" name="Google Shape;3415;p24"/>
            <p:cNvSpPr/>
            <p:nvPr/>
          </p:nvSpPr>
          <p:spPr>
            <a:xfrm>
              <a:off x="3359925" y="2364100"/>
              <a:ext cx="122675" cy="183700"/>
            </a:xfrm>
            <a:custGeom>
              <a:rect b="b" l="l" r="r" t="t"/>
              <a:pathLst>
                <a:path extrusionOk="0" h="7348" w="4907">
                  <a:moveTo>
                    <a:pt x="4656" y="1"/>
                  </a:moveTo>
                  <a:lnTo>
                    <a:pt x="1" y="7347"/>
                  </a:lnTo>
                  <a:lnTo>
                    <a:pt x="537" y="7002"/>
                  </a:lnTo>
                  <a:lnTo>
                    <a:pt x="4894" y="120"/>
                  </a:lnTo>
                  <a:cubicBezTo>
                    <a:pt x="4906" y="96"/>
                    <a:pt x="4906" y="84"/>
                    <a:pt x="4906" y="72"/>
                  </a:cubicBezTo>
                  <a:cubicBezTo>
                    <a:pt x="4859" y="72"/>
                    <a:pt x="4823" y="72"/>
                    <a:pt x="4775" y="60"/>
                  </a:cubicBezTo>
                  <a:cubicBezTo>
                    <a:pt x="4728" y="37"/>
                    <a:pt x="4704" y="25"/>
                    <a:pt x="465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6" name="Google Shape;3416;p24"/>
            <p:cNvSpPr/>
            <p:nvPr/>
          </p:nvSpPr>
          <p:spPr>
            <a:xfrm>
              <a:off x="3403975" y="2657300"/>
              <a:ext cx="46175" cy="92900"/>
            </a:xfrm>
            <a:custGeom>
              <a:rect b="b" l="l" r="r" t="t"/>
              <a:pathLst>
                <a:path extrusionOk="0" h="3716" w="1847">
                  <a:moveTo>
                    <a:pt x="275" y="1"/>
                  </a:moveTo>
                  <a:lnTo>
                    <a:pt x="1" y="36"/>
                  </a:lnTo>
                  <a:lnTo>
                    <a:pt x="1549" y="3691"/>
                  </a:lnTo>
                  <a:cubicBezTo>
                    <a:pt x="1593" y="3665"/>
                    <a:pt x="1651" y="3651"/>
                    <a:pt x="1708" y="3651"/>
                  </a:cubicBezTo>
                  <a:cubicBezTo>
                    <a:pt x="1727" y="3651"/>
                    <a:pt x="1745" y="3653"/>
                    <a:pt x="1763" y="3656"/>
                  </a:cubicBezTo>
                  <a:cubicBezTo>
                    <a:pt x="1799" y="3668"/>
                    <a:pt x="1834" y="3691"/>
                    <a:pt x="1846" y="3715"/>
                  </a:cubicBezTo>
                  <a:lnTo>
                    <a:pt x="27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7" name="Google Shape;3417;p24"/>
            <p:cNvSpPr/>
            <p:nvPr/>
          </p:nvSpPr>
          <p:spPr>
            <a:xfrm>
              <a:off x="3447750" y="2756725"/>
              <a:ext cx="63125" cy="139325"/>
            </a:xfrm>
            <a:custGeom>
              <a:rect b="b" l="l" r="r" t="t"/>
              <a:pathLst>
                <a:path extrusionOk="0" h="5573" w="2525">
                  <a:moveTo>
                    <a:pt x="214" y="0"/>
                  </a:moveTo>
                  <a:lnTo>
                    <a:pt x="119" y="84"/>
                  </a:lnTo>
                  <a:cubicBezTo>
                    <a:pt x="95" y="107"/>
                    <a:pt x="72" y="131"/>
                    <a:pt x="36" y="143"/>
                  </a:cubicBezTo>
                  <a:lnTo>
                    <a:pt x="0" y="167"/>
                  </a:lnTo>
                  <a:lnTo>
                    <a:pt x="2286" y="5572"/>
                  </a:lnTo>
                  <a:cubicBezTo>
                    <a:pt x="2358" y="5513"/>
                    <a:pt x="2441" y="5477"/>
                    <a:pt x="2524" y="5465"/>
                  </a:cubicBezTo>
                  <a:lnTo>
                    <a:pt x="21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8" name="Google Shape;3418;p24"/>
            <p:cNvSpPr/>
            <p:nvPr/>
          </p:nvSpPr>
          <p:spPr>
            <a:xfrm>
              <a:off x="3360525" y="2551625"/>
              <a:ext cx="47650" cy="100650"/>
            </a:xfrm>
            <a:custGeom>
              <a:rect b="b" l="l" r="r" t="t"/>
              <a:pathLst>
                <a:path extrusionOk="0" h="4026" w="1906">
                  <a:moveTo>
                    <a:pt x="227" y="1"/>
                  </a:moveTo>
                  <a:lnTo>
                    <a:pt x="1" y="144"/>
                  </a:lnTo>
                  <a:lnTo>
                    <a:pt x="1644" y="4025"/>
                  </a:lnTo>
                  <a:lnTo>
                    <a:pt x="1906" y="3989"/>
                  </a:ln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9" name="Google Shape;3419;p24"/>
            <p:cNvSpPr/>
            <p:nvPr/>
          </p:nvSpPr>
          <p:spPr>
            <a:xfrm>
              <a:off x="3125375" y="2390600"/>
              <a:ext cx="476275" cy="313150"/>
            </a:xfrm>
            <a:custGeom>
              <a:rect b="b" l="l" r="r" t="t"/>
              <a:pathLst>
                <a:path extrusionOk="0" h="12526" w="19051">
                  <a:moveTo>
                    <a:pt x="19051" y="1"/>
                  </a:moveTo>
                  <a:lnTo>
                    <a:pt x="16455" y="1691"/>
                  </a:lnTo>
                  <a:lnTo>
                    <a:pt x="16241" y="1834"/>
                  </a:lnTo>
                  <a:lnTo>
                    <a:pt x="9907" y="5942"/>
                  </a:lnTo>
                  <a:lnTo>
                    <a:pt x="9371" y="6287"/>
                  </a:lnTo>
                  <a:lnTo>
                    <a:pt x="1" y="12395"/>
                  </a:lnTo>
                  <a:cubicBezTo>
                    <a:pt x="48" y="12431"/>
                    <a:pt x="72" y="12478"/>
                    <a:pt x="108" y="12526"/>
                  </a:cubicBezTo>
                  <a:lnTo>
                    <a:pt x="358" y="12478"/>
                  </a:lnTo>
                  <a:lnTo>
                    <a:pt x="9407" y="6597"/>
                  </a:lnTo>
                  <a:lnTo>
                    <a:pt x="9633" y="6454"/>
                  </a:lnTo>
                  <a:lnTo>
                    <a:pt x="16384" y="2060"/>
                  </a:lnTo>
                  <a:lnTo>
                    <a:pt x="16503" y="1989"/>
                  </a:lnTo>
                  <a:lnTo>
                    <a:pt x="16503" y="1977"/>
                  </a:lnTo>
                  <a:cubicBezTo>
                    <a:pt x="16533" y="1877"/>
                    <a:pt x="16622" y="1802"/>
                    <a:pt x="16720" y="1802"/>
                  </a:cubicBezTo>
                  <a:cubicBezTo>
                    <a:pt x="16739" y="1802"/>
                    <a:pt x="16758" y="1805"/>
                    <a:pt x="16777" y="1810"/>
                  </a:cubicBezTo>
                  <a:lnTo>
                    <a:pt x="19051" y="322"/>
                  </a:lnTo>
                  <a:lnTo>
                    <a:pt x="190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0" name="Google Shape;3420;p24"/>
            <p:cNvSpPr/>
            <p:nvPr/>
          </p:nvSpPr>
          <p:spPr>
            <a:xfrm>
              <a:off x="3128050" y="2615625"/>
              <a:ext cx="473900" cy="94675"/>
            </a:xfrm>
            <a:custGeom>
              <a:rect b="b" l="l" r="r" t="t"/>
              <a:pathLst>
                <a:path extrusionOk="0" h="3787" w="18956">
                  <a:moveTo>
                    <a:pt x="18956" y="1"/>
                  </a:moveTo>
                  <a:lnTo>
                    <a:pt x="11216" y="1441"/>
                  </a:lnTo>
                  <a:lnTo>
                    <a:pt x="10955" y="1489"/>
                  </a:lnTo>
                  <a:lnTo>
                    <a:pt x="251" y="3477"/>
                  </a:lnTo>
                  <a:lnTo>
                    <a:pt x="1" y="3525"/>
                  </a:lnTo>
                  <a:cubicBezTo>
                    <a:pt x="25" y="3596"/>
                    <a:pt x="37" y="3704"/>
                    <a:pt x="25" y="3787"/>
                  </a:cubicBezTo>
                  <a:lnTo>
                    <a:pt x="11062" y="1739"/>
                  </a:lnTo>
                  <a:lnTo>
                    <a:pt x="11324" y="1691"/>
                  </a:lnTo>
                  <a:lnTo>
                    <a:pt x="18956" y="263"/>
                  </a:lnTo>
                  <a:lnTo>
                    <a:pt x="189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1" name="Google Shape;3421;p24"/>
            <p:cNvSpPr/>
            <p:nvPr/>
          </p:nvSpPr>
          <p:spPr>
            <a:xfrm>
              <a:off x="3117650" y="2716825"/>
              <a:ext cx="74725" cy="262575"/>
            </a:xfrm>
            <a:custGeom>
              <a:rect b="b" l="l" r="r" t="t"/>
              <a:pathLst>
                <a:path extrusionOk="0" h="10503" w="2989">
                  <a:moveTo>
                    <a:pt x="250" y="1"/>
                  </a:moveTo>
                  <a:cubicBezTo>
                    <a:pt x="188" y="32"/>
                    <a:pt x="109" y="63"/>
                    <a:pt x="34" y="63"/>
                  </a:cubicBezTo>
                  <a:cubicBezTo>
                    <a:pt x="23" y="63"/>
                    <a:pt x="11" y="62"/>
                    <a:pt x="0" y="60"/>
                  </a:cubicBezTo>
                  <a:lnTo>
                    <a:pt x="0" y="60"/>
                  </a:lnTo>
                  <a:lnTo>
                    <a:pt x="2739" y="10502"/>
                  </a:lnTo>
                  <a:cubicBezTo>
                    <a:pt x="2810" y="10454"/>
                    <a:pt x="2905" y="10431"/>
                    <a:pt x="2989" y="10419"/>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2" name="Google Shape;3422;p24"/>
            <p:cNvSpPr/>
            <p:nvPr/>
          </p:nvSpPr>
          <p:spPr>
            <a:xfrm>
              <a:off x="3207525" y="2947525"/>
              <a:ext cx="153325" cy="44675"/>
            </a:xfrm>
            <a:custGeom>
              <a:rect b="b" l="l" r="r" t="t"/>
              <a:pathLst>
                <a:path extrusionOk="0" h="1787" w="6133">
                  <a:moveTo>
                    <a:pt x="5859" y="0"/>
                  </a:moveTo>
                  <a:lnTo>
                    <a:pt x="1" y="1524"/>
                  </a:lnTo>
                  <a:cubicBezTo>
                    <a:pt x="48" y="1607"/>
                    <a:pt x="60" y="1691"/>
                    <a:pt x="60" y="1786"/>
                  </a:cubicBezTo>
                  <a:lnTo>
                    <a:pt x="6132" y="191"/>
                  </a:lnTo>
                  <a:lnTo>
                    <a:pt x="585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3" name="Google Shape;3423;p24"/>
            <p:cNvSpPr/>
            <p:nvPr/>
          </p:nvSpPr>
          <p:spPr>
            <a:xfrm>
              <a:off x="3362025" y="2909125"/>
              <a:ext cx="138425" cy="40800"/>
            </a:xfrm>
            <a:custGeom>
              <a:rect b="b" l="l" r="r" t="t"/>
              <a:pathLst>
                <a:path extrusionOk="0" h="1632" w="5537">
                  <a:moveTo>
                    <a:pt x="5465" y="0"/>
                  </a:moveTo>
                  <a:lnTo>
                    <a:pt x="0" y="1429"/>
                  </a:lnTo>
                  <a:lnTo>
                    <a:pt x="286" y="1631"/>
                  </a:lnTo>
                  <a:lnTo>
                    <a:pt x="5489" y="262"/>
                  </a:lnTo>
                  <a:lnTo>
                    <a:pt x="5537" y="238"/>
                  </a:lnTo>
                  <a:cubicBezTo>
                    <a:pt x="5489" y="155"/>
                    <a:pt x="5477" y="84"/>
                    <a:pt x="546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4" name="Google Shape;3424;p24"/>
            <p:cNvSpPr/>
            <p:nvPr/>
          </p:nvSpPr>
          <p:spPr>
            <a:xfrm>
              <a:off x="3281950" y="2758200"/>
              <a:ext cx="167000" cy="126825"/>
            </a:xfrm>
            <a:custGeom>
              <a:rect b="b" l="l" r="r" t="t"/>
              <a:pathLst>
                <a:path extrusionOk="0" h="5073" w="6680">
                  <a:moveTo>
                    <a:pt x="6370" y="1"/>
                  </a:moveTo>
                  <a:lnTo>
                    <a:pt x="2965" y="2608"/>
                  </a:lnTo>
                  <a:cubicBezTo>
                    <a:pt x="2977" y="2656"/>
                    <a:pt x="3001" y="2727"/>
                    <a:pt x="2965" y="2787"/>
                  </a:cubicBezTo>
                  <a:cubicBezTo>
                    <a:pt x="2927" y="2900"/>
                    <a:pt x="2837" y="2968"/>
                    <a:pt x="2737" y="2968"/>
                  </a:cubicBezTo>
                  <a:cubicBezTo>
                    <a:pt x="2710" y="2968"/>
                    <a:pt x="2683" y="2963"/>
                    <a:pt x="2655" y="2954"/>
                  </a:cubicBezTo>
                  <a:cubicBezTo>
                    <a:pt x="2608" y="2942"/>
                    <a:pt x="2584" y="2930"/>
                    <a:pt x="2560" y="2894"/>
                  </a:cubicBezTo>
                  <a:lnTo>
                    <a:pt x="0" y="4859"/>
                  </a:lnTo>
                  <a:cubicBezTo>
                    <a:pt x="72" y="4906"/>
                    <a:pt x="131" y="4978"/>
                    <a:pt x="179" y="5073"/>
                  </a:cubicBezTo>
                  <a:lnTo>
                    <a:pt x="6644" y="132"/>
                  </a:lnTo>
                  <a:lnTo>
                    <a:pt x="6680" y="96"/>
                  </a:lnTo>
                  <a:lnTo>
                    <a:pt x="6680" y="96"/>
                  </a:lnTo>
                  <a:cubicBezTo>
                    <a:pt x="6647" y="116"/>
                    <a:pt x="6618" y="125"/>
                    <a:pt x="6586" y="125"/>
                  </a:cubicBezTo>
                  <a:cubicBezTo>
                    <a:pt x="6561" y="125"/>
                    <a:pt x="6533" y="119"/>
                    <a:pt x="6501" y="108"/>
                  </a:cubicBezTo>
                  <a:cubicBezTo>
                    <a:pt x="6442" y="96"/>
                    <a:pt x="6406" y="48"/>
                    <a:pt x="637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5" name="Google Shape;3425;p24"/>
            <p:cNvSpPr/>
            <p:nvPr/>
          </p:nvSpPr>
          <p:spPr>
            <a:xfrm>
              <a:off x="3450725" y="2635275"/>
              <a:ext cx="150925" cy="123850"/>
            </a:xfrm>
            <a:custGeom>
              <a:rect b="b" l="l" r="r" t="t"/>
              <a:pathLst>
                <a:path extrusionOk="0" h="4954" w="6037">
                  <a:moveTo>
                    <a:pt x="6037" y="1"/>
                  </a:moveTo>
                  <a:lnTo>
                    <a:pt x="0" y="4632"/>
                  </a:lnTo>
                  <a:cubicBezTo>
                    <a:pt x="60" y="4668"/>
                    <a:pt x="72" y="4775"/>
                    <a:pt x="36" y="4870"/>
                  </a:cubicBezTo>
                  <a:lnTo>
                    <a:pt x="0" y="4953"/>
                  </a:lnTo>
                  <a:lnTo>
                    <a:pt x="0" y="4953"/>
                  </a:lnTo>
                  <a:lnTo>
                    <a:pt x="95" y="4882"/>
                  </a:lnTo>
                  <a:lnTo>
                    <a:pt x="6037" y="322"/>
                  </a:lnTo>
                  <a:lnTo>
                    <a:pt x="603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6" name="Google Shape;3426;p24"/>
            <p:cNvSpPr/>
            <p:nvPr/>
          </p:nvSpPr>
          <p:spPr>
            <a:xfrm>
              <a:off x="3516800" y="2698375"/>
              <a:ext cx="84850" cy="197675"/>
            </a:xfrm>
            <a:custGeom>
              <a:rect b="b" l="l" r="r" t="t"/>
              <a:pathLst>
                <a:path extrusionOk="0" h="7907" w="3394">
                  <a:moveTo>
                    <a:pt x="3394" y="1"/>
                  </a:moveTo>
                  <a:lnTo>
                    <a:pt x="0" y="7799"/>
                  </a:lnTo>
                  <a:cubicBezTo>
                    <a:pt x="12" y="7799"/>
                    <a:pt x="48" y="7811"/>
                    <a:pt x="60" y="7811"/>
                  </a:cubicBezTo>
                  <a:cubicBezTo>
                    <a:pt x="119" y="7835"/>
                    <a:pt x="179" y="7883"/>
                    <a:pt x="238" y="7906"/>
                  </a:cubicBezTo>
                  <a:lnTo>
                    <a:pt x="3394" y="667"/>
                  </a:lnTo>
                  <a:lnTo>
                    <a:pt x="33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7" name="Google Shape;3427;p24"/>
            <p:cNvSpPr/>
            <p:nvPr/>
          </p:nvSpPr>
          <p:spPr>
            <a:xfrm>
              <a:off x="3517700" y="2919250"/>
              <a:ext cx="83950" cy="148250"/>
            </a:xfrm>
            <a:custGeom>
              <a:rect b="b" l="l" r="r" t="t"/>
              <a:pathLst>
                <a:path extrusionOk="0" h="5930" w="3358">
                  <a:moveTo>
                    <a:pt x="238" y="0"/>
                  </a:moveTo>
                  <a:cubicBezTo>
                    <a:pt x="155" y="60"/>
                    <a:pt x="83" y="95"/>
                    <a:pt x="0" y="131"/>
                  </a:cubicBezTo>
                  <a:lnTo>
                    <a:pt x="3358" y="5929"/>
                  </a:lnTo>
                  <a:lnTo>
                    <a:pt x="3358" y="5394"/>
                  </a:lnTo>
                  <a:lnTo>
                    <a:pt x="23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8" name="Google Shape;3428;p24"/>
            <p:cNvSpPr/>
            <p:nvPr/>
          </p:nvSpPr>
          <p:spPr>
            <a:xfrm>
              <a:off x="3421550" y="2991875"/>
              <a:ext cx="180100" cy="133375"/>
            </a:xfrm>
            <a:custGeom>
              <a:rect b="b" l="l" r="r" t="t"/>
              <a:pathLst>
                <a:path extrusionOk="0" h="5335" w="7204">
                  <a:moveTo>
                    <a:pt x="250" y="0"/>
                  </a:moveTo>
                  <a:cubicBezTo>
                    <a:pt x="221" y="110"/>
                    <a:pt x="141" y="161"/>
                    <a:pt x="53" y="161"/>
                  </a:cubicBezTo>
                  <a:cubicBezTo>
                    <a:pt x="36" y="161"/>
                    <a:pt x="18" y="159"/>
                    <a:pt x="0" y="155"/>
                  </a:cubicBezTo>
                  <a:lnTo>
                    <a:pt x="0" y="155"/>
                  </a:lnTo>
                  <a:lnTo>
                    <a:pt x="7204" y="5334"/>
                  </a:lnTo>
                  <a:lnTo>
                    <a:pt x="7204" y="5001"/>
                  </a:lnTo>
                  <a:lnTo>
                    <a:pt x="25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9" name="Google Shape;3429;p24"/>
            <p:cNvSpPr/>
            <p:nvPr/>
          </p:nvSpPr>
          <p:spPr>
            <a:xfrm>
              <a:off x="3415600" y="2991275"/>
              <a:ext cx="1500" cy="1500"/>
            </a:xfrm>
            <a:custGeom>
              <a:rect b="b" l="l" r="r" t="t"/>
              <a:pathLst>
                <a:path extrusionOk="0" h="60" w="60">
                  <a:moveTo>
                    <a:pt x="48" y="0"/>
                  </a:moveTo>
                  <a:lnTo>
                    <a:pt x="0" y="12"/>
                  </a:lnTo>
                  <a:lnTo>
                    <a:pt x="60" y="60"/>
                  </a:lnTo>
                  <a:cubicBezTo>
                    <a:pt x="48" y="48"/>
                    <a:pt x="48" y="12"/>
                    <a:pt x="4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0" name="Google Shape;3430;p24"/>
            <p:cNvSpPr/>
            <p:nvPr/>
          </p:nvSpPr>
          <p:spPr>
            <a:xfrm>
              <a:off x="3283125" y="2890950"/>
              <a:ext cx="131900" cy="96475"/>
            </a:xfrm>
            <a:custGeom>
              <a:rect b="b" l="l" r="r" t="t"/>
              <a:pathLst>
                <a:path extrusionOk="0" h="3859" w="5276">
                  <a:moveTo>
                    <a:pt x="132" y="1"/>
                  </a:moveTo>
                  <a:cubicBezTo>
                    <a:pt x="132" y="13"/>
                    <a:pt x="132" y="25"/>
                    <a:pt x="120" y="37"/>
                  </a:cubicBezTo>
                  <a:cubicBezTo>
                    <a:pt x="96" y="108"/>
                    <a:pt x="60" y="168"/>
                    <a:pt x="1" y="227"/>
                  </a:cubicBezTo>
                  <a:lnTo>
                    <a:pt x="2811" y="2251"/>
                  </a:lnTo>
                  <a:lnTo>
                    <a:pt x="3097" y="2454"/>
                  </a:lnTo>
                  <a:lnTo>
                    <a:pt x="5061" y="3859"/>
                  </a:lnTo>
                  <a:lnTo>
                    <a:pt x="5275" y="3680"/>
                  </a:lnTo>
                  <a:lnTo>
                    <a:pt x="3430" y="2346"/>
                  </a:lnTo>
                  <a:lnTo>
                    <a:pt x="3156" y="2168"/>
                  </a:lnTo>
                  <a:lnTo>
                    <a:pt x="13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1" name="Google Shape;3431;p24"/>
            <p:cNvSpPr/>
            <p:nvPr/>
          </p:nvSpPr>
          <p:spPr>
            <a:xfrm>
              <a:off x="3303375" y="2915075"/>
              <a:ext cx="202425" cy="165525"/>
            </a:xfrm>
            <a:custGeom>
              <a:rect b="b" l="l" r="r" t="t"/>
              <a:pathLst>
                <a:path extrusionOk="0" h="6621" w="8097">
                  <a:moveTo>
                    <a:pt x="7883" y="0"/>
                  </a:moveTo>
                  <a:lnTo>
                    <a:pt x="7835" y="24"/>
                  </a:lnTo>
                  <a:lnTo>
                    <a:pt x="4489" y="2739"/>
                  </a:lnTo>
                  <a:lnTo>
                    <a:pt x="4287" y="2917"/>
                  </a:lnTo>
                  <a:lnTo>
                    <a:pt x="1" y="6370"/>
                  </a:lnTo>
                  <a:lnTo>
                    <a:pt x="84" y="6430"/>
                  </a:lnTo>
                  <a:lnTo>
                    <a:pt x="96" y="6442"/>
                  </a:lnTo>
                  <a:lnTo>
                    <a:pt x="120" y="6454"/>
                  </a:lnTo>
                  <a:lnTo>
                    <a:pt x="132" y="6477"/>
                  </a:lnTo>
                  <a:lnTo>
                    <a:pt x="132" y="6489"/>
                  </a:lnTo>
                  <a:lnTo>
                    <a:pt x="132" y="6501"/>
                  </a:lnTo>
                  <a:lnTo>
                    <a:pt x="132" y="6513"/>
                  </a:lnTo>
                  <a:lnTo>
                    <a:pt x="132" y="6549"/>
                  </a:lnTo>
                  <a:lnTo>
                    <a:pt x="143" y="6620"/>
                  </a:lnTo>
                  <a:lnTo>
                    <a:pt x="4525" y="3108"/>
                  </a:lnTo>
                  <a:lnTo>
                    <a:pt x="4549" y="3084"/>
                  </a:lnTo>
                  <a:cubicBezTo>
                    <a:pt x="4537" y="3036"/>
                    <a:pt x="4549" y="3001"/>
                    <a:pt x="4561" y="2965"/>
                  </a:cubicBezTo>
                  <a:cubicBezTo>
                    <a:pt x="4601" y="2865"/>
                    <a:pt x="4700" y="2790"/>
                    <a:pt x="4815" y="2790"/>
                  </a:cubicBezTo>
                  <a:cubicBezTo>
                    <a:pt x="4837" y="2790"/>
                    <a:pt x="4859" y="2793"/>
                    <a:pt x="4882" y="2798"/>
                  </a:cubicBezTo>
                  <a:cubicBezTo>
                    <a:pt x="4882" y="2798"/>
                    <a:pt x="4894" y="2798"/>
                    <a:pt x="4894" y="2810"/>
                  </a:cubicBezTo>
                  <a:lnTo>
                    <a:pt x="8097" y="238"/>
                  </a:lnTo>
                  <a:cubicBezTo>
                    <a:pt x="7990" y="143"/>
                    <a:pt x="7930" y="72"/>
                    <a:pt x="788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2" name="Google Shape;3432;p24"/>
            <p:cNvSpPr/>
            <p:nvPr/>
          </p:nvSpPr>
          <p:spPr>
            <a:xfrm>
              <a:off x="2964350" y="3075800"/>
              <a:ext cx="335475" cy="51225"/>
            </a:xfrm>
            <a:custGeom>
              <a:rect b="b" l="l" r="r" t="t"/>
              <a:pathLst>
                <a:path extrusionOk="0" h="2049" w="13419">
                  <a:moveTo>
                    <a:pt x="13204" y="1"/>
                  </a:moveTo>
                  <a:lnTo>
                    <a:pt x="0" y="1810"/>
                  </a:lnTo>
                  <a:cubicBezTo>
                    <a:pt x="24" y="1870"/>
                    <a:pt x="36" y="1941"/>
                    <a:pt x="60" y="2025"/>
                  </a:cubicBezTo>
                  <a:lnTo>
                    <a:pt x="203" y="2049"/>
                  </a:lnTo>
                  <a:lnTo>
                    <a:pt x="13419" y="239"/>
                  </a:lnTo>
                  <a:lnTo>
                    <a:pt x="13407" y="156"/>
                  </a:lnTo>
                  <a:lnTo>
                    <a:pt x="1320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3" name="Google Shape;3433;p24"/>
            <p:cNvSpPr/>
            <p:nvPr/>
          </p:nvSpPr>
          <p:spPr>
            <a:xfrm>
              <a:off x="3202475" y="2999600"/>
              <a:ext cx="102700" cy="80400"/>
            </a:xfrm>
            <a:custGeom>
              <a:rect b="b" l="l" r="r" t="t"/>
              <a:pathLst>
                <a:path extrusionOk="0" h="3216" w="4108">
                  <a:moveTo>
                    <a:pt x="4061" y="3007"/>
                  </a:moveTo>
                  <a:lnTo>
                    <a:pt x="4108" y="3037"/>
                  </a:lnTo>
                  <a:cubicBezTo>
                    <a:pt x="4092" y="3021"/>
                    <a:pt x="4077" y="3012"/>
                    <a:pt x="4061" y="3007"/>
                  </a:cubicBezTo>
                  <a:close/>
                  <a:moveTo>
                    <a:pt x="179" y="1"/>
                  </a:moveTo>
                  <a:cubicBezTo>
                    <a:pt x="131" y="72"/>
                    <a:pt x="72" y="144"/>
                    <a:pt x="0" y="191"/>
                  </a:cubicBezTo>
                  <a:lnTo>
                    <a:pt x="3679" y="3049"/>
                  </a:lnTo>
                  <a:lnTo>
                    <a:pt x="3882" y="3215"/>
                  </a:lnTo>
                  <a:lnTo>
                    <a:pt x="3882" y="3144"/>
                  </a:lnTo>
                  <a:cubicBezTo>
                    <a:pt x="3870" y="3073"/>
                    <a:pt x="3929" y="3013"/>
                    <a:pt x="4001" y="3001"/>
                  </a:cubicBezTo>
                  <a:cubicBezTo>
                    <a:pt x="4021" y="3001"/>
                    <a:pt x="4041" y="3001"/>
                    <a:pt x="4061" y="3007"/>
                  </a:cubicBezTo>
                  <a:lnTo>
                    <a:pt x="4061" y="3007"/>
                  </a:lnTo>
                  <a:lnTo>
                    <a:pt x="4013" y="2977"/>
                  </a:lnTo>
                  <a:lnTo>
                    <a:pt x="17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4" name="Google Shape;3434;p24"/>
            <p:cNvSpPr/>
            <p:nvPr/>
          </p:nvSpPr>
          <p:spPr>
            <a:xfrm>
              <a:off x="3299500" y="3073725"/>
              <a:ext cx="22050" cy="129200"/>
            </a:xfrm>
            <a:custGeom>
              <a:rect b="b" l="l" r="r" t="t"/>
              <a:pathLst>
                <a:path extrusionOk="0" h="5168" w="882">
                  <a:moveTo>
                    <a:pt x="120" y="0"/>
                  </a:moveTo>
                  <a:cubicBezTo>
                    <a:pt x="48" y="24"/>
                    <a:pt x="1" y="84"/>
                    <a:pt x="1" y="155"/>
                  </a:cubicBezTo>
                  <a:lnTo>
                    <a:pt x="1" y="215"/>
                  </a:lnTo>
                  <a:lnTo>
                    <a:pt x="13" y="286"/>
                  </a:lnTo>
                  <a:lnTo>
                    <a:pt x="608" y="5108"/>
                  </a:lnTo>
                  <a:lnTo>
                    <a:pt x="882" y="5168"/>
                  </a:lnTo>
                  <a:lnTo>
                    <a:pt x="263" y="179"/>
                  </a:lnTo>
                  <a:lnTo>
                    <a:pt x="275" y="155"/>
                  </a:lnTo>
                  <a:lnTo>
                    <a:pt x="275" y="131"/>
                  </a:lnTo>
                  <a:lnTo>
                    <a:pt x="275" y="108"/>
                  </a:lnTo>
                  <a:lnTo>
                    <a:pt x="275" y="96"/>
                  </a:lnTo>
                  <a:lnTo>
                    <a:pt x="275" y="84"/>
                  </a:lnTo>
                  <a:cubicBezTo>
                    <a:pt x="275" y="84"/>
                    <a:pt x="275" y="60"/>
                    <a:pt x="251" y="60"/>
                  </a:cubicBezTo>
                  <a:lnTo>
                    <a:pt x="239" y="48"/>
                  </a:lnTo>
                  <a:lnTo>
                    <a:pt x="227" y="36"/>
                  </a:lnTo>
                  <a:cubicBezTo>
                    <a:pt x="191" y="24"/>
                    <a:pt x="167" y="0"/>
                    <a:pt x="1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5" name="Google Shape;3435;p24"/>
            <p:cNvSpPr/>
            <p:nvPr/>
          </p:nvSpPr>
          <p:spPr>
            <a:xfrm>
              <a:off x="3315575" y="3209450"/>
              <a:ext cx="16100" cy="73850"/>
            </a:xfrm>
            <a:custGeom>
              <a:rect b="b" l="l" r="r" t="t"/>
              <a:pathLst>
                <a:path extrusionOk="0" h="2954" w="644">
                  <a:moveTo>
                    <a:pt x="1" y="1"/>
                  </a:moveTo>
                  <a:lnTo>
                    <a:pt x="370" y="2953"/>
                  </a:lnTo>
                  <a:lnTo>
                    <a:pt x="644" y="2953"/>
                  </a:lnTo>
                  <a:lnTo>
                    <a:pt x="286" y="60"/>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6" name="Google Shape;3436;p24"/>
            <p:cNvSpPr/>
            <p:nvPr/>
          </p:nvSpPr>
          <p:spPr>
            <a:xfrm>
              <a:off x="3552525" y="3258875"/>
              <a:ext cx="3300" cy="2100"/>
            </a:xfrm>
            <a:custGeom>
              <a:rect b="b" l="l" r="r" t="t"/>
              <a:pathLst>
                <a:path extrusionOk="0" h="84" w="132">
                  <a:moveTo>
                    <a:pt x="36" y="0"/>
                  </a:moveTo>
                  <a:cubicBezTo>
                    <a:pt x="12" y="24"/>
                    <a:pt x="0" y="60"/>
                    <a:pt x="0" y="83"/>
                  </a:cubicBezTo>
                  <a:cubicBezTo>
                    <a:pt x="60" y="83"/>
                    <a:pt x="107" y="60"/>
                    <a:pt x="131" y="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7" name="Google Shape;3437;p24"/>
            <p:cNvSpPr/>
            <p:nvPr/>
          </p:nvSpPr>
          <p:spPr>
            <a:xfrm>
              <a:off x="2964650" y="3126400"/>
              <a:ext cx="548300" cy="125650"/>
            </a:xfrm>
            <a:custGeom>
              <a:rect b="b" l="l" r="r" t="t"/>
              <a:pathLst>
                <a:path extrusionOk="0" h="5026" w="21932">
                  <a:moveTo>
                    <a:pt x="48" y="1"/>
                  </a:moveTo>
                  <a:cubicBezTo>
                    <a:pt x="48" y="72"/>
                    <a:pt x="48" y="144"/>
                    <a:pt x="12" y="215"/>
                  </a:cubicBezTo>
                  <a:cubicBezTo>
                    <a:pt x="12" y="239"/>
                    <a:pt x="0" y="251"/>
                    <a:pt x="0" y="251"/>
                  </a:cubicBezTo>
                  <a:lnTo>
                    <a:pt x="14038" y="3323"/>
                  </a:lnTo>
                  <a:lnTo>
                    <a:pt x="14300" y="3382"/>
                  </a:lnTo>
                  <a:lnTo>
                    <a:pt x="21896" y="5025"/>
                  </a:lnTo>
                  <a:cubicBezTo>
                    <a:pt x="21896" y="4942"/>
                    <a:pt x="21908" y="4847"/>
                    <a:pt x="21932" y="4763"/>
                  </a:cubicBezTo>
                  <a:lnTo>
                    <a:pt x="14276" y="3096"/>
                  </a:lnTo>
                  <a:lnTo>
                    <a:pt x="14002" y="3037"/>
                  </a:lnTo>
                  <a:lnTo>
                    <a:pt x="191" y="25"/>
                  </a:ln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8" name="Google Shape;3438;p24"/>
            <p:cNvSpPr/>
            <p:nvPr/>
          </p:nvSpPr>
          <p:spPr>
            <a:xfrm>
              <a:off x="3553400" y="3252025"/>
              <a:ext cx="48250" cy="16400"/>
            </a:xfrm>
            <a:custGeom>
              <a:rect b="b" l="l" r="r" t="t"/>
              <a:pathLst>
                <a:path extrusionOk="0" h="656" w="1930">
                  <a:moveTo>
                    <a:pt x="37" y="0"/>
                  </a:moveTo>
                  <a:cubicBezTo>
                    <a:pt x="37" y="95"/>
                    <a:pt x="25" y="179"/>
                    <a:pt x="1" y="274"/>
                  </a:cubicBezTo>
                  <a:lnTo>
                    <a:pt x="84" y="286"/>
                  </a:lnTo>
                  <a:lnTo>
                    <a:pt x="1930" y="655"/>
                  </a:lnTo>
                  <a:lnTo>
                    <a:pt x="1930" y="381"/>
                  </a:lnTo>
                  <a:lnTo>
                    <a:pt x="3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9" name="Google Shape;3439;p24"/>
            <p:cNvSpPr/>
            <p:nvPr/>
          </p:nvSpPr>
          <p:spPr>
            <a:xfrm>
              <a:off x="3481375" y="3258875"/>
              <a:ext cx="35150" cy="24425"/>
            </a:xfrm>
            <a:custGeom>
              <a:rect b="b" l="l" r="r" t="t"/>
              <a:pathLst>
                <a:path extrusionOk="0" h="977" w="1406">
                  <a:moveTo>
                    <a:pt x="1286" y="0"/>
                  </a:moveTo>
                  <a:lnTo>
                    <a:pt x="1" y="976"/>
                  </a:lnTo>
                  <a:lnTo>
                    <a:pt x="441" y="976"/>
                  </a:lnTo>
                  <a:lnTo>
                    <a:pt x="1405" y="238"/>
                  </a:lnTo>
                  <a:cubicBezTo>
                    <a:pt x="1346" y="167"/>
                    <a:pt x="1310" y="83"/>
                    <a:pt x="128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0" name="Google Shape;3440;p24"/>
            <p:cNvSpPr/>
            <p:nvPr/>
          </p:nvSpPr>
          <p:spPr>
            <a:xfrm>
              <a:off x="3544475" y="3190100"/>
              <a:ext cx="57175" cy="49150"/>
            </a:xfrm>
            <a:custGeom>
              <a:rect b="b" l="l" r="r" t="t"/>
              <a:pathLst>
                <a:path extrusionOk="0" h="1966" w="2287">
                  <a:moveTo>
                    <a:pt x="2287" y="1"/>
                  </a:moveTo>
                  <a:lnTo>
                    <a:pt x="1" y="1763"/>
                  </a:lnTo>
                  <a:cubicBezTo>
                    <a:pt x="72" y="1822"/>
                    <a:pt x="144" y="1882"/>
                    <a:pt x="203" y="1965"/>
                  </a:cubicBezTo>
                  <a:lnTo>
                    <a:pt x="2287" y="334"/>
                  </a:lnTo>
                  <a:lnTo>
                    <a:pt x="228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1" name="Google Shape;3441;p24"/>
            <p:cNvSpPr/>
            <p:nvPr/>
          </p:nvSpPr>
          <p:spPr>
            <a:xfrm>
              <a:off x="2569050" y="3051400"/>
              <a:ext cx="368525" cy="75325"/>
            </a:xfrm>
            <a:custGeom>
              <a:rect b="b" l="l" r="r" t="t"/>
              <a:pathLst>
                <a:path extrusionOk="0" h="3013" w="14741">
                  <a:moveTo>
                    <a:pt x="48" y="0"/>
                  </a:moveTo>
                  <a:cubicBezTo>
                    <a:pt x="48" y="84"/>
                    <a:pt x="37" y="167"/>
                    <a:pt x="1" y="239"/>
                  </a:cubicBezTo>
                  <a:lnTo>
                    <a:pt x="1" y="286"/>
                  </a:lnTo>
                  <a:lnTo>
                    <a:pt x="14681" y="3013"/>
                  </a:lnTo>
                  <a:cubicBezTo>
                    <a:pt x="14681" y="2953"/>
                    <a:pt x="14693" y="2894"/>
                    <a:pt x="14705" y="2834"/>
                  </a:cubicBezTo>
                  <a:cubicBezTo>
                    <a:pt x="14729" y="2798"/>
                    <a:pt x="14729" y="2775"/>
                    <a:pt x="14741" y="2739"/>
                  </a:cubicBezTo>
                  <a:lnTo>
                    <a:pt x="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2" name="Google Shape;3442;p24"/>
            <p:cNvSpPr/>
            <p:nvPr/>
          </p:nvSpPr>
          <p:spPr>
            <a:xfrm>
              <a:off x="2951550" y="3140400"/>
              <a:ext cx="46750" cy="143500"/>
            </a:xfrm>
            <a:custGeom>
              <a:rect b="b" l="l" r="r" t="t"/>
              <a:pathLst>
                <a:path extrusionOk="0" h="5740" w="1870">
                  <a:moveTo>
                    <a:pt x="262" y="0"/>
                  </a:moveTo>
                  <a:cubicBezTo>
                    <a:pt x="179" y="48"/>
                    <a:pt x="96" y="60"/>
                    <a:pt x="0" y="84"/>
                  </a:cubicBezTo>
                  <a:lnTo>
                    <a:pt x="1596" y="5739"/>
                  </a:lnTo>
                  <a:lnTo>
                    <a:pt x="1870" y="5739"/>
                  </a:lnTo>
                  <a:lnTo>
                    <a:pt x="26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3" name="Google Shape;3443;p24"/>
            <p:cNvSpPr/>
            <p:nvPr/>
          </p:nvSpPr>
          <p:spPr>
            <a:xfrm>
              <a:off x="2657175" y="3196350"/>
              <a:ext cx="8050" cy="86950"/>
            </a:xfrm>
            <a:custGeom>
              <a:rect b="b" l="l" r="r" t="t"/>
              <a:pathLst>
                <a:path extrusionOk="0" h="3478" w="322">
                  <a:moveTo>
                    <a:pt x="143" y="1"/>
                  </a:moveTo>
                  <a:cubicBezTo>
                    <a:pt x="95" y="13"/>
                    <a:pt x="60" y="60"/>
                    <a:pt x="60" y="120"/>
                  </a:cubicBezTo>
                  <a:lnTo>
                    <a:pt x="0" y="3477"/>
                  </a:lnTo>
                  <a:lnTo>
                    <a:pt x="274" y="3477"/>
                  </a:lnTo>
                  <a:lnTo>
                    <a:pt x="322" y="227"/>
                  </a:lnTo>
                  <a:lnTo>
                    <a:pt x="14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4" name="Google Shape;3444;p24"/>
            <p:cNvSpPr/>
            <p:nvPr/>
          </p:nvSpPr>
          <p:spPr>
            <a:xfrm>
              <a:off x="2560125" y="3065400"/>
              <a:ext cx="178625" cy="217900"/>
            </a:xfrm>
            <a:custGeom>
              <a:rect b="b" l="l" r="r" t="t"/>
              <a:pathLst>
                <a:path extrusionOk="0" h="8716" w="7145">
                  <a:moveTo>
                    <a:pt x="215" y="0"/>
                  </a:moveTo>
                  <a:cubicBezTo>
                    <a:pt x="155" y="60"/>
                    <a:pt x="72" y="119"/>
                    <a:pt x="1" y="167"/>
                  </a:cubicBezTo>
                  <a:lnTo>
                    <a:pt x="4037" y="5227"/>
                  </a:lnTo>
                  <a:lnTo>
                    <a:pt x="4215" y="5441"/>
                  </a:lnTo>
                  <a:lnTo>
                    <a:pt x="6811" y="8715"/>
                  </a:lnTo>
                  <a:lnTo>
                    <a:pt x="7144" y="8715"/>
                  </a:lnTo>
                  <a:lnTo>
                    <a:pt x="21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5" name="Google Shape;3445;p24"/>
            <p:cNvSpPr/>
            <p:nvPr/>
          </p:nvSpPr>
          <p:spPr>
            <a:xfrm>
              <a:off x="3512025" y="3231250"/>
              <a:ext cx="42000" cy="42050"/>
            </a:xfrm>
            <a:custGeom>
              <a:rect b="b" l="l" r="r" t="t"/>
              <a:pathLst>
                <a:path extrusionOk="0" h="1682" w="1680">
                  <a:moveTo>
                    <a:pt x="834" y="1"/>
                  </a:moveTo>
                  <a:cubicBezTo>
                    <a:pt x="481" y="1"/>
                    <a:pt x="154" y="237"/>
                    <a:pt x="48" y="581"/>
                  </a:cubicBezTo>
                  <a:cubicBezTo>
                    <a:pt x="13" y="676"/>
                    <a:pt x="1" y="760"/>
                    <a:pt x="1" y="843"/>
                  </a:cubicBezTo>
                  <a:cubicBezTo>
                    <a:pt x="13" y="926"/>
                    <a:pt x="25" y="1010"/>
                    <a:pt x="48" y="1105"/>
                  </a:cubicBezTo>
                  <a:cubicBezTo>
                    <a:pt x="72" y="1188"/>
                    <a:pt x="120" y="1272"/>
                    <a:pt x="168" y="1343"/>
                  </a:cubicBezTo>
                  <a:cubicBezTo>
                    <a:pt x="263" y="1474"/>
                    <a:pt x="406" y="1581"/>
                    <a:pt x="584" y="1641"/>
                  </a:cubicBezTo>
                  <a:cubicBezTo>
                    <a:pt x="668" y="1669"/>
                    <a:pt x="754" y="1682"/>
                    <a:pt x="839" y="1682"/>
                  </a:cubicBezTo>
                  <a:cubicBezTo>
                    <a:pt x="1157" y="1682"/>
                    <a:pt x="1467" y="1498"/>
                    <a:pt x="1608" y="1188"/>
                  </a:cubicBezTo>
                  <a:cubicBezTo>
                    <a:pt x="1620" y="1165"/>
                    <a:pt x="1632" y="1129"/>
                    <a:pt x="1632" y="1105"/>
                  </a:cubicBezTo>
                  <a:cubicBezTo>
                    <a:pt x="1668" y="1010"/>
                    <a:pt x="1680" y="926"/>
                    <a:pt x="1680" y="831"/>
                  </a:cubicBezTo>
                  <a:cubicBezTo>
                    <a:pt x="1680" y="641"/>
                    <a:pt x="1608" y="462"/>
                    <a:pt x="1489" y="319"/>
                  </a:cubicBezTo>
                  <a:cubicBezTo>
                    <a:pt x="1430" y="236"/>
                    <a:pt x="1370" y="176"/>
                    <a:pt x="1275" y="129"/>
                  </a:cubicBezTo>
                  <a:lnTo>
                    <a:pt x="1096" y="45"/>
                  </a:lnTo>
                  <a:cubicBezTo>
                    <a:pt x="1009" y="15"/>
                    <a:pt x="921" y="1"/>
                    <a:pt x="83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6" name="Google Shape;3446;p24"/>
            <p:cNvSpPr/>
            <p:nvPr/>
          </p:nvSpPr>
          <p:spPr>
            <a:xfrm>
              <a:off x="3341175" y="2161300"/>
              <a:ext cx="64025" cy="59775"/>
            </a:xfrm>
            <a:custGeom>
              <a:rect b="b" l="l" r="r" t="t"/>
              <a:pathLst>
                <a:path extrusionOk="0" h="2391" w="2561">
                  <a:moveTo>
                    <a:pt x="1350" y="0"/>
                  </a:moveTo>
                  <a:cubicBezTo>
                    <a:pt x="840" y="0"/>
                    <a:pt x="366" y="323"/>
                    <a:pt x="191" y="826"/>
                  </a:cubicBezTo>
                  <a:cubicBezTo>
                    <a:pt x="1" y="1457"/>
                    <a:pt x="346" y="2124"/>
                    <a:pt x="965" y="2338"/>
                  </a:cubicBezTo>
                  <a:cubicBezTo>
                    <a:pt x="1084" y="2374"/>
                    <a:pt x="1204" y="2391"/>
                    <a:pt x="1323" y="2391"/>
                  </a:cubicBezTo>
                  <a:cubicBezTo>
                    <a:pt x="1525" y="2391"/>
                    <a:pt x="1721" y="2341"/>
                    <a:pt x="1894" y="2243"/>
                  </a:cubicBezTo>
                  <a:cubicBezTo>
                    <a:pt x="1965" y="2196"/>
                    <a:pt x="2037" y="2148"/>
                    <a:pt x="2120" y="2100"/>
                  </a:cubicBezTo>
                  <a:cubicBezTo>
                    <a:pt x="2275" y="1957"/>
                    <a:pt x="2418" y="1779"/>
                    <a:pt x="2477" y="1565"/>
                  </a:cubicBezTo>
                  <a:cubicBezTo>
                    <a:pt x="2501" y="1469"/>
                    <a:pt x="2513" y="1386"/>
                    <a:pt x="2537" y="1303"/>
                  </a:cubicBezTo>
                  <a:cubicBezTo>
                    <a:pt x="2561" y="969"/>
                    <a:pt x="2441" y="612"/>
                    <a:pt x="2203" y="374"/>
                  </a:cubicBezTo>
                  <a:cubicBezTo>
                    <a:pt x="2144" y="314"/>
                    <a:pt x="2072" y="255"/>
                    <a:pt x="2001" y="207"/>
                  </a:cubicBezTo>
                  <a:cubicBezTo>
                    <a:pt x="1906" y="148"/>
                    <a:pt x="1799" y="100"/>
                    <a:pt x="1703" y="52"/>
                  </a:cubicBezTo>
                  <a:cubicBezTo>
                    <a:pt x="1586" y="17"/>
                    <a:pt x="1467" y="0"/>
                    <a:pt x="135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7" name="Google Shape;3447;p24"/>
            <p:cNvSpPr/>
            <p:nvPr/>
          </p:nvSpPr>
          <p:spPr>
            <a:xfrm>
              <a:off x="3201575" y="1860600"/>
              <a:ext cx="32475" cy="30475"/>
            </a:xfrm>
            <a:custGeom>
              <a:rect b="b" l="l" r="r" t="t"/>
              <a:pathLst>
                <a:path extrusionOk="0" h="1219" w="1299">
                  <a:moveTo>
                    <a:pt x="690" y="0"/>
                  </a:moveTo>
                  <a:cubicBezTo>
                    <a:pt x="433" y="0"/>
                    <a:pt x="194" y="164"/>
                    <a:pt x="108" y="412"/>
                  </a:cubicBezTo>
                  <a:cubicBezTo>
                    <a:pt x="1" y="746"/>
                    <a:pt x="179" y="1091"/>
                    <a:pt x="501" y="1186"/>
                  </a:cubicBezTo>
                  <a:cubicBezTo>
                    <a:pt x="564" y="1207"/>
                    <a:pt x="630" y="1218"/>
                    <a:pt x="694" y="1218"/>
                  </a:cubicBezTo>
                  <a:cubicBezTo>
                    <a:pt x="809" y="1218"/>
                    <a:pt x="921" y="1184"/>
                    <a:pt x="1013" y="1115"/>
                  </a:cubicBezTo>
                  <a:cubicBezTo>
                    <a:pt x="1108" y="1091"/>
                    <a:pt x="1167" y="1020"/>
                    <a:pt x="1215" y="936"/>
                  </a:cubicBezTo>
                  <a:lnTo>
                    <a:pt x="1251" y="853"/>
                  </a:lnTo>
                  <a:cubicBezTo>
                    <a:pt x="1251" y="829"/>
                    <a:pt x="1275" y="817"/>
                    <a:pt x="1275" y="805"/>
                  </a:cubicBezTo>
                  <a:cubicBezTo>
                    <a:pt x="1298" y="722"/>
                    <a:pt x="1298" y="650"/>
                    <a:pt x="1298" y="579"/>
                  </a:cubicBezTo>
                  <a:cubicBezTo>
                    <a:pt x="1287" y="329"/>
                    <a:pt x="1120" y="103"/>
                    <a:pt x="882" y="31"/>
                  </a:cubicBezTo>
                  <a:cubicBezTo>
                    <a:pt x="818" y="10"/>
                    <a:pt x="753" y="0"/>
                    <a:pt x="6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8" name="Google Shape;3448;p24"/>
            <p:cNvSpPr/>
            <p:nvPr/>
          </p:nvSpPr>
          <p:spPr>
            <a:xfrm>
              <a:off x="3351600" y="1734200"/>
              <a:ext cx="11625" cy="10025"/>
            </a:xfrm>
            <a:custGeom>
              <a:rect b="b" l="l" r="r" t="t"/>
              <a:pathLst>
                <a:path extrusionOk="0" h="401" w="465">
                  <a:moveTo>
                    <a:pt x="223" y="0"/>
                  </a:moveTo>
                  <a:cubicBezTo>
                    <a:pt x="135" y="0"/>
                    <a:pt x="62" y="62"/>
                    <a:pt x="24" y="146"/>
                  </a:cubicBezTo>
                  <a:cubicBezTo>
                    <a:pt x="0" y="230"/>
                    <a:pt x="24" y="337"/>
                    <a:pt x="119" y="384"/>
                  </a:cubicBezTo>
                  <a:cubicBezTo>
                    <a:pt x="131" y="396"/>
                    <a:pt x="155" y="396"/>
                    <a:pt x="167" y="396"/>
                  </a:cubicBezTo>
                  <a:cubicBezTo>
                    <a:pt x="186" y="399"/>
                    <a:pt x="205" y="400"/>
                    <a:pt x="223" y="400"/>
                  </a:cubicBezTo>
                  <a:cubicBezTo>
                    <a:pt x="287" y="400"/>
                    <a:pt x="347" y="383"/>
                    <a:pt x="393" y="337"/>
                  </a:cubicBezTo>
                  <a:cubicBezTo>
                    <a:pt x="405" y="325"/>
                    <a:pt x="429" y="289"/>
                    <a:pt x="429" y="265"/>
                  </a:cubicBezTo>
                  <a:cubicBezTo>
                    <a:pt x="465" y="206"/>
                    <a:pt x="453" y="134"/>
                    <a:pt x="405" y="87"/>
                  </a:cubicBezTo>
                  <a:cubicBezTo>
                    <a:pt x="369" y="51"/>
                    <a:pt x="346" y="27"/>
                    <a:pt x="298" y="15"/>
                  </a:cubicBezTo>
                  <a:cubicBezTo>
                    <a:pt x="272" y="5"/>
                    <a:pt x="247" y="0"/>
                    <a:pt x="22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9" name="Google Shape;3449;p24"/>
            <p:cNvSpPr/>
            <p:nvPr/>
          </p:nvSpPr>
          <p:spPr>
            <a:xfrm>
              <a:off x="2525900" y="3030750"/>
              <a:ext cx="45275" cy="41925"/>
            </a:xfrm>
            <a:custGeom>
              <a:rect b="b" l="l" r="r" t="t"/>
              <a:pathLst>
                <a:path extrusionOk="0" h="1677" w="1811">
                  <a:moveTo>
                    <a:pt x="954" y="0"/>
                  </a:moveTo>
                  <a:cubicBezTo>
                    <a:pt x="592" y="0"/>
                    <a:pt x="261" y="230"/>
                    <a:pt x="155" y="576"/>
                  </a:cubicBezTo>
                  <a:cubicBezTo>
                    <a:pt x="0" y="1005"/>
                    <a:pt x="262" y="1493"/>
                    <a:pt x="691" y="1636"/>
                  </a:cubicBezTo>
                  <a:cubicBezTo>
                    <a:pt x="780" y="1663"/>
                    <a:pt x="870" y="1676"/>
                    <a:pt x="957" y="1676"/>
                  </a:cubicBezTo>
                  <a:cubicBezTo>
                    <a:pt x="1103" y="1676"/>
                    <a:pt x="1243" y="1639"/>
                    <a:pt x="1370" y="1565"/>
                  </a:cubicBezTo>
                  <a:cubicBezTo>
                    <a:pt x="1453" y="1517"/>
                    <a:pt x="1524" y="1457"/>
                    <a:pt x="1584" y="1398"/>
                  </a:cubicBezTo>
                  <a:cubicBezTo>
                    <a:pt x="1644" y="1303"/>
                    <a:pt x="1691" y="1219"/>
                    <a:pt x="1727" y="1112"/>
                  </a:cubicBezTo>
                  <a:cubicBezTo>
                    <a:pt x="1727" y="1112"/>
                    <a:pt x="1727" y="1100"/>
                    <a:pt x="1751" y="1100"/>
                  </a:cubicBezTo>
                  <a:cubicBezTo>
                    <a:pt x="1774" y="1029"/>
                    <a:pt x="1786" y="934"/>
                    <a:pt x="1786" y="862"/>
                  </a:cubicBezTo>
                  <a:cubicBezTo>
                    <a:pt x="1810" y="505"/>
                    <a:pt x="1572" y="160"/>
                    <a:pt x="1215" y="41"/>
                  </a:cubicBezTo>
                  <a:cubicBezTo>
                    <a:pt x="1128" y="13"/>
                    <a:pt x="1040" y="0"/>
                    <a:pt x="95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0" name="Google Shape;3450;p24"/>
            <p:cNvSpPr/>
            <p:nvPr/>
          </p:nvSpPr>
          <p:spPr>
            <a:xfrm>
              <a:off x="2935775" y="3112575"/>
              <a:ext cx="30375" cy="29925"/>
            </a:xfrm>
            <a:custGeom>
              <a:rect b="b" l="l" r="r" t="t"/>
              <a:pathLst>
                <a:path extrusionOk="0" h="1197" w="1215">
                  <a:moveTo>
                    <a:pt x="616" y="0"/>
                  </a:moveTo>
                  <a:cubicBezTo>
                    <a:pt x="393" y="0"/>
                    <a:pt x="187" y="131"/>
                    <a:pt x="84" y="328"/>
                  </a:cubicBezTo>
                  <a:cubicBezTo>
                    <a:pt x="72" y="363"/>
                    <a:pt x="60" y="387"/>
                    <a:pt x="60" y="411"/>
                  </a:cubicBezTo>
                  <a:cubicBezTo>
                    <a:pt x="24" y="459"/>
                    <a:pt x="12" y="518"/>
                    <a:pt x="12" y="578"/>
                  </a:cubicBezTo>
                  <a:cubicBezTo>
                    <a:pt x="0" y="840"/>
                    <a:pt x="155" y="1066"/>
                    <a:pt x="429" y="1161"/>
                  </a:cubicBezTo>
                  <a:cubicBezTo>
                    <a:pt x="500" y="1197"/>
                    <a:pt x="572" y="1197"/>
                    <a:pt x="655" y="1197"/>
                  </a:cubicBezTo>
                  <a:cubicBezTo>
                    <a:pt x="739" y="1197"/>
                    <a:pt x="834" y="1161"/>
                    <a:pt x="905" y="1113"/>
                  </a:cubicBezTo>
                  <a:cubicBezTo>
                    <a:pt x="1024" y="1054"/>
                    <a:pt x="1108" y="959"/>
                    <a:pt x="1167" y="804"/>
                  </a:cubicBezTo>
                  <a:cubicBezTo>
                    <a:pt x="1167" y="792"/>
                    <a:pt x="1191" y="792"/>
                    <a:pt x="1191" y="768"/>
                  </a:cubicBezTo>
                  <a:cubicBezTo>
                    <a:pt x="1215" y="697"/>
                    <a:pt x="1215" y="625"/>
                    <a:pt x="1215" y="554"/>
                  </a:cubicBezTo>
                  <a:cubicBezTo>
                    <a:pt x="1215" y="470"/>
                    <a:pt x="1191" y="399"/>
                    <a:pt x="1155" y="339"/>
                  </a:cubicBezTo>
                  <a:cubicBezTo>
                    <a:pt x="1096" y="197"/>
                    <a:pt x="965" y="78"/>
                    <a:pt x="798" y="30"/>
                  </a:cubicBezTo>
                  <a:cubicBezTo>
                    <a:pt x="737" y="10"/>
                    <a:pt x="676" y="0"/>
                    <a:pt x="6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1" name="Google Shape;3451;p24"/>
            <p:cNvSpPr/>
            <p:nvPr/>
          </p:nvSpPr>
          <p:spPr>
            <a:xfrm>
              <a:off x="3176575" y="2977575"/>
              <a:ext cx="32175" cy="29400"/>
            </a:xfrm>
            <a:custGeom>
              <a:rect b="b" l="l" r="r" t="t"/>
              <a:pathLst>
                <a:path extrusionOk="0" h="1176" w="1287">
                  <a:moveTo>
                    <a:pt x="620" y="1"/>
                  </a:moveTo>
                  <a:cubicBezTo>
                    <a:pt x="524" y="13"/>
                    <a:pt x="441" y="36"/>
                    <a:pt x="370" y="84"/>
                  </a:cubicBezTo>
                  <a:cubicBezTo>
                    <a:pt x="251" y="155"/>
                    <a:pt x="155" y="263"/>
                    <a:pt x="108" y="405"/>
                  </a:cubicBezTo>
                  <a:cubicBezTo>
                    <a:pt x="1" y="715"/>
                    <a:pt x="167" y="1048"/>
                    <a:pt x="477" y="1144"/>
                  </a:cubicBezTo>
                  <a:cubicBezTo>
                    <a:pt x="545" y="1165"/>
                    <a:pt x="613" y="1176"/>
                    <a:pt x="679" y="1176"/>
                  </a:cubicBezTo>
                  <a:cubicBezTo>
                    <a:pt x="797" y="1176"/>
                    <a:pt x="909" y="1141"/>
                    <a:pt x="1001" y="1072"/>
                  </a:cubicBezTo>
                  <a:cubicBezTo>
                    <a:pt x="1108" y="1025"/>
                    <a:pt x="1167" y="953"/>
                    <a:pt x="1215" y="882"/>
                  </a:cubicBezTo>
                  <a:cubicBezTo>
                    <a:pt x="1227" y="846"/>
                    <a:pt x="1239" y="798"/>
                    <a:pt x="1263" y="775"/>
                  </a:cubicBezTo>
                  <a:cubicBezTo>
                    <a:pt x="1274" y="715"/>
                    <a:pt x="1286" y="656"/>
                    <a:pt x="1286" y="584"/>
                  </a:cubicBezTo>
                  <a:cubicBezTo>
                    <a:pt x="1286" y="489"/>
                    <a:pt x="1274" y="405"/>
                    <a:pt x="1227" y="322"/>
                  </a:cubicBezTo>
                  <a:cubicBezTo>
                    <a:pt x="1155" y="191"/>
                    <a:pt x="1036" y="72"/>
                    <a:pt x="870" y="24"/>
                  </a:cubicBezTo>
                  <a:cubicBezTo>
                    <a:pt x="798" y="1"/>
                    <a:pt x="703" y="1"/>
                    <a:pt x="6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2" name="Google Shape;3452;p24"/>
            <p:cNvSpPr/>
            <p:nvPr/>
          </p:nvSpPr>
          <p:spPr>
            <a:xfrm>
              <a:off x="3498925" y="2893500"/>
              <a:ext cx="31300" cy="29750"/>
            </a:xfrm>
            <a:custGeom>
              <a:rect b="b" l="l" r="r" t="t"/>
              <a:pathLst>
                <a:path extrusionOk="0" h="1190" w="1252">
                  <a:moveTo>
                    <a:pt x="613" y="0"/>
                  </a:moveTo>
                  <a:cubicBezTo>
                    <a:pt x="572" y="0"/>
                    <a:pt x="531" y="6"/>
                    <a:pt x="489" y="18"/>
                  </a:cubicBezTo>
                  <a:cubicBezTo>
                    <a:pt x="406" y="30"/>
                    <a:pt x="334" y="78"/>
                    <a:pt x="251" y="113"/>
                  </a:cubicBezTo>
                  <a:cubicBezTo>
                    <a:pt x="132" y="173"/>
                    <a:pt x="61" y="268"/>
                    <a:pt x="37" y="399"/>
                  </a:cubicBezTo>
                  <a:cubicBezTo>
                    <a:pt x="1" y="470"/>
                    <a:pt x="1" y="566"/>
                    <a:pt x="1" y="637"/>
                  </a:cubicBezTo>
                  <a:cubicBezTo>
                    <a:pt x="1" y="732"/>
                    <a:pt x="37" y="804"/>
                    <a:pt x="72" y="875"/>
                  </a:cubicBezTo>
                  <a:cubicBezTo>
                    <a:pt x="120" y="947"/>
                    <a:pt x="180" y="1030"/>
                    <a:pt x="251" y="1066"/>
                  </a:cubicBezTo>
                  <a:cubicBezTo>
                    <a:pt x="299" y="1101"/>
                    <a:pt x="358" y="1125"/>
                    <a:pt x="418" y="1161"/>
                  </a:cubicBezTo>
                  <a:cubicBezTo>
                    <a:pt x="483" y="1181"/>
                    <a:pt x="549" y="1190"/>
                    <a:pt x="612" y="1190"/>
                  </a:cubicBezTo>
                  <a:cubicBezTo>
                    <a:pt x="664" y="1190"/>
                    <a:pt x="715" y="1184"/>
                    <a:pt x="763" y="1173"/>
                  </a:cubicBezTo>
                  <a:cubicBezTo>
                    <a:pt x="846" y="1137"/>
                    <a:pt x="930" y="1101"/>
                    <a:pt x="1001" y="1042"/>
                  </a:cubicBezTo>
                  <a:cubicBezTo>
                    <a:pt x="1073" y="971"/>
                    <a:pt x="1132" y="875"/>
                    <a:pt x="1168" y="768"/>
                  </a:cubicBezTo>
                  <a:cubicBezTo>
                    <a:pt x="1251" y="530"/>
                    <a:pt x="1168" y="268"/>
                    <a:pt x="965" y="113"/>
                  </a:cubicBezTo>
                  <a:cubicBezTo>
                    <a:pt x="906" y="78"/>
                    <a:pt x="846" y="42"/>
                    <a:pt x="787" y="30"/>
                  </a:cubicBezTo>
                  <a:cubicBezTo>
                    <a:pt x="775" y="30"/>
                    <a:pt x="751" y="18"/>
                    <a:pt x="727" y="18"/>
                  </a:cubicBezTo>
                  <a:cubicBezTo>
                    <a:pt x="692" y="6"/>
                    <a:pt x="653" y="0"/>
                    <a:pt x="6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3" name="Google Shape;3453;p24"/>
            <p:cNvSpPr/>
            <p:nvPr/>
          </p:nvSpPr>
          <p:spPr>
            <a:xfrm>
              <a:off x="3351900" y="1991575"/>
              <a:ext cx="23525" cy="21275"/>
            </a:xfrm>
            <a:custGeom>
              <a:rect b="b" l="l" r="r" t="t"/>
              <a:pathLst>
                <a:path extrusionOk="0" h="851" w="941">
                  <a:moveTo>
                    <a:pt x="460" y="0"/>
                  </a:moveTo>
                  <a:cubicBezTo>
                    <a:pt x="430" y="0"/>
                    <a:pt x="400" y="3"/>
                    <a:pt x="369" y="7"/>
                  </a:cubicBezTo>
                  <a:cubicBezTo>
                    <a:pt x="346" y="7"/>
                    <a:pt x="310" y="31"/>
                    <a:pt x="298" y="43"/>
                  </a:cubicBezTo>
                  <a:cubicBezTo>
                    <a:pt x="227" y="91"/>
                    <a:pt x="155" y="150"/>
                    <a:pt x="107" y="233"/>
                  </a:cubicBezTo>
                  <a:cubicBezTo>
                    <a:pt x="96" y="245"/>
                    <a:pt x="96" y="281"/>
                    <a:pt x="72" y="293"/>
                  </a:cubicBezTo>
                  <a:cubicBezTo>
                    <a:pt x="0" y="519"/>
                    <a:pt x="119" y="757"/>
                    <a:pt x="346" y="829"/>
                  </a:cubicBezTo>
                  <a:cubicBezTo>
                    <a:pt x="387" y="844"/>
                    <a:pt x="430" y="850"/>
                    <a:pt x="474" y="850"/>
                  </a:cubicBezTo>
                  <a:cubicBezTo>
                    <a:pt x="570" y="850"/>
                    <a:pt x="669" y="818"/>
                    <a:pt x="750" y="769"/>
                  </a:cubicBezTo>
                  <a:cubicBezTo>
                    <a:pt x="810" y="710"/>
                    <a:pt x="858" y="638"/>
                    <a:pt x="881" y="567"/>
                  </a:cubicBezTo>
                  <a:lnTo>
                    <a:pt x="881" y="543"/>
                  </a:lnTo>
                  <a:cubicBezTo>
                    <a:pt x="941" y="341"/>
                    <a:pt x="834" y="126"/>
                    <a:pt x="643" y="43"/>
                  </a:cubicBezTo>
                  <a:cubicBezTo>
                    <a:pt x="631" y="43"/>
                    <a:pt x="631" y="31"/>
                    <a:pt x="608" y="31"/>
                  </a:cubicBezTo>
                  <a:cubicBezTo>
                    <a:pt x="562" y="8"/>
                    <a:pt x="512" y="0"/>
                    <a:pt x="46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4" name="Google Shape;3454;p24"/>
            <p:cNvSpPr/>
            <p:nvPr/>
          </p:nvSpPr>
          <p:spPr>
            <a:xfrm>
              <a:off x="3264375" y="2877675"/>
              <a:ext cx="22950" cy="21150"/>
            </a:xfrm>
            <a:custGeom>
              <a:rect b="b" l="l" r="r" t="t"/>
              <a:pathLst>
                <a:path extrusionOk="0" h="846" w="918">
                  <a:moveTo>
                    <a:pt x="497" y="0"/>
                  </a:moveTo>
                  <a:cubicBezTo>
                    <a:pt x="318" y="0"/>
                    <a:pt x="142" y="118"/>
                    <a:pt x="84" y="282"/>
                  </a:cubicBezTo>
                  <a:cubicBezTo>
                    <a:pt x="1" y="508"/>
                    <a:pt x="120" y="746"/>
                    <a:pt x="346" y="830"/>
                  </a:cubicBezTo>
                  <a:cubicBezTo>
                    <a:pt x="390" y="840"/>
                    <a:pt x="433" y="845"/>
                    <a:pt x="475" y="845"/>
                  </a:cubicBezTo>
                  <a:cubicBezTo>
                    <a:pt x="580" y="845"/>
                    <a:pt x="678" y="811"/>
                    <a:pt x="763" y="734"/>
                  </a:cubicBezTo>
                  <a:cubicBezTo>
                    <a:pt x="822" y="687"/>
                    <a:pt x="870" y="627"/>
                    <a:pt x="882" y="544"/>
                  </a:cubicBezTo>
                  <a:cubicBezTo>
                    <a:pt x="882" y="547"/>
                    <a:pt x="882" y="549"/>
                    <a:pt x="883" y="549"/>
                  </a:cubicBezTo>
                  <a:cubicBezTo>
                    <a:pt x="884" y="549"/>
                    <a:pt x="889" y="540"/>
                    <a:pt x="906" y="532"/>
                  </a:cubicBezTo>
                  <a:cubicBezTo>
                    <a:pt x="918" y="437"/>
                    <a:pt x="918" y="365"/>
                    <a:pt x="882" y="270"/>
                  </a:cubicBezTo>
                  <a:cubicBezTo>
                    <a:pt x="858" y="187"/>
                    <a:pt x="799" y="127"/>
                    <a:pt x="703" y="68"/>
                  </a:cubicBezTo>
                  <a:lnTo>
                    <a:pt x="620" y="20"/>
                  </a:lnTo>
                  <a:cubicBezTo>
                    <a:pt x="580" y="7"/>
                    <a:pt x="538" y="0"/>
                    <a:pt x="49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5" name="Google Shape;3455;p24"/>
            <p:cNvSpPr/>
            <p:nvPr/>
          </p:nvSpPr>
          <p:spPr>
            <a:xfrm>
              <a:off x="3367975" y="3068275"/>
              <a:ext cx="23825" cy="21175"/>
            </a:xfrm>
            <a:custGeom>
              <a:rect b="b" l="l" r="r" t="t"/>
              <a:pathLst>
                <a:path extrusionOk="0" h="847" w="953">
                  <a:moveTo>
                    <a:pt x="495" y="1"/>
                  </a:moveTo>
                  <a:cubicBezTo>
                    <a:pt x="315" y="1"/>
                    <a:pt x="141" y="113"/>
                    <a:pt x="72" y="290"/>
                  </a:cubicBezTo>
                  <a:cubicBezTo>
                    <a:pt x="0" y="504"/>
                    <a:pt x="119" y="742"/>
                    <a:pt x="346" y="826"/>
                  </a:cubicBezTo>
                  <a:cubicBezTo>
                    <a:pt x="390" y="840"/>
                    <a:pt x="435" y="846"/>
                    <a:pt x="478" y="846"/>
                  </a:cubicBezTo>
                  <a:cubicBezTo>
                    <a:pt x="659" y="846"/>
                    <a:pt x="824" y="734"/>
                    <a:pt x="881" y="552"/>
                  </a:cubicBezTo>
                  <a:cubicBezTo>
                    <a:pt x="953" y="326"/>
                    <a:pt x="834" y="87"/>
                    <a:pt x="607" y="16"/>
                  </a:cubicBezTo>
                  <a:cubicBezTo>
                    <a:pt x="570" y="6"/>
                    <a:pt x="532" y="1"/>
                    <a:pt x="49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6" name="Google Shape;3456;p24"/>
            <p:cNvSpPr/>
            <p:nvPr/>
          </p:nvSpPr>
          <p:spPr>
            <a:xfrm>
              <a:off x="3106025" y="2697300"/>
              <a:ext cx="23250" cy="21150"/>
            </a:xfrm>
            <a:custGeom>
              <a:rect b="b" l="l" r="r" t="t"/>
              <a:pathLst>
                <a:path extrusionOk="0" h="846" w="930">
                  <a:moveTo>
                    <a:pt x="490" y="0"/>
                  </a:moveTo>
                  <a:cubicBezTo>
                    <a:pt x="317" y="0"/>
                    <a:pt x="140" y="117"/>
                    <a:pt x="72" y="282"/>
                  </a:cubicBezTo>
                  <a:cubicBezTo>
                    <a:pt x="1" y="508"/>
                    <a:pt x="120" y="746"/>
                    <a:pt x="346" y="818"/>
                  </a:cubicBezTo>
                  <a:cubicBezTo>
                    <a:pt x="370" y="841"/>
                    <a:pt x="417" y="841"/>
                    <a:pt x="453" y="841"/>
                  </a:cubicBezTo>
                  <a:cubicBezTo>
                    <a:pt x="475" y="844"/>
                    <a:pt x="496" y="845"/>
                    <a:pt x="517" y="845"/>
                  </a:cubicBezTo>
                  <a:cubicBezTo>
                    <a:pt x="590" y="845"/>
                    <a:pt x="660" y="828"/>
                    <a:pt x="715" y="782"/>
                  </a:cubicBezTo>
                  <a:cubicBezTo>
                    <a:pt x="787" y="734"/>
                    <a:pt x="870" y="639"/>
                    <a:pt x="894" y="556"/>
                  </a:cubicBezTo>
                  <a:cubicBezTo>
                    <a:pt x="894" y="544"/>
                    <a:pt x="894" y="520"/>
                    <a:pt x="906" y="508"/>
                  </a:cubicBezTo>
                  <a:cubicBezTo>
                    <a:pt x="929" y="425"/>
                    <a:pt x="929" y="329"/>
                    <a:pt x="882" y="246"/>
                  </a:cubicBezTo>
                  <a:cubicBezTo>
                    <a:pt x="846" y="198"/>
                    <a:pt x="822" y="139"/>
                    <a:pt x="775" y="103"/>
                  </a:cubicBezTo>
                  <a:cubicBezTo>
                    <a:pt x="727" y="67"/>
                    <a:pt x="667" y="32"/>
                    <a:pt x="608" y="20"/>
                  </a:cubicBezTo>
                  <a:cubicBezTo>
                    <a:pt x="570" y="6"/>
                    <a:pt x="530" y="0"/>
                    <a:pt x="4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7" name="Google Shape;3457;p24"/>
            <p:cNvSpPr/>
            <p:nvPr/>
          </p:nvSpPr>
          <p:spPr>
            <a:xfrm>
              <a:off x="3470350" y="2344400"/>
              <a:ext cx="22950" cy="21525"/>
            </a:xfrm>
            <a:custGeom>
              <a:rect b="b" l="l" r="r" t="t"/>
              <a:pathLst>
                <a:path extrusionOk="0" h="861" w="918">
                  <a:moveTo>
                    <a:pt x="467" y="0"/>
                  </a:moveTo>
                  <a:cubicBezTo>
                    <a:pt x="427" y="0"/>
                    <a:pt x="388" y="9"/>
                    <a:pt x="346" y="27"/>
                  </a:cubicBezTo>
                  <a:cubicBezTo>
                    <a:pt x="251" y="51"/>
                    <a:pt x="180" y="98"/>
                    <a:pt x="120" y="170"/>
                  </a:cubicBezTo>
                  <a:cubicBezTo>
                    <a:pt x="84" y="206"/>
                    <a:pt x="72" y="253"/>
                    <a:pt x="61" y="289"/>
                  </a:cubicBezTo>
                  <a:cubicBezTo>
                    <a:pt x="1" y="467"/>
                    <a:pt x="72" y="670"/>
                    <a:pt x="227" y="765"/>
                  </a:cubicBezTo>
                  <a:cubicBezTo>
                    <a:pt x="251" y="801"/>
                    <a:pt x="299" y="813"/>
                    <a:pt x="346" y="825"/>
                  </a:cubicBezTo>
                  <a:cubicBezTo>
                    <a:pt x="406" y="848"/>
                    <a:pt x="442" y="860"/>
                    <a:pt x="489" y="860"/>
                  </a:cubicBezTo>
                  <a:cubicBezTo>
                    <a:pt x="525" y="860"/>
                    <a:pt x="549" y="860"/>
                    <a:pt x="584" y="848"/>
                  </a:cubicBezTo>
                  <a:cubicBezTo>
                    <a:pt x="668" y="825"/>
                    <a:pt x="739" y="765"/>
                    <a:pt x="799" y="706"/>
                  </a:cubicBezTo>
                  <a:cubicBezTo>
                    <a:pt x="834" y="670"/>
                    <a:pt x="858" y="622"/>
                    <a:pt x="882" y="563"/>
                  </a:cubicBezTo>
                  <a:cubicBezTo>
                    <a:pt x="918" y="444"/>
                    <a:pt x="894" y="313"/>
                    <a:pt x="834" y="206"/>
                  </a:cubicBezTo>
                  <a:cubicBezTo>
                    <a:pt x="787" y="134"/>
                    <a:pt x="715" y="75"/>
                    <a:pt x="620" y="39"/>
                  </a:cubicBezTo>
                  <a:cubicBezTo>
                    <a:pt x="608" y="39"/>
                    <a:pt x="608" y="39"/>
                    <a:pt x="596" y="27"/>
                  </a:cubicBezTo>
                  <a:cubicBezTo>
                    <a:pt x="549" y="9"/>
                    <a:pt x="507" y="0"/>
                    <a:pt x="4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8" name="Google Shape;3458;p24"/>
            <p:cNvSpPr/>
            <p:nvPr/>
          </p:nvSpPr>
          <p:spPr>
            <a:xfrm>
              <a:off x="3351300" y="1881200"/>
              <a:ext cx="21150" cy="21400"/>
            </a:xfrm>
            <a:custGeom>
              <a:rect b="b" l="l" r="r" t="t"/>
              <a:pathLst>
                <a:path extrusionOk="0" h="856" w="846">
                  <a:moveTo>
                    <a:pt x="424" y="1"/>
                  </a:moveTo>
                  <a:cubicBezTo>
                    <a:pt x="358" y="1"/>
                    <a:pt x="289" y="14"/>
                    <a:pt x="227" y="41"/>
                  </a:cubicBezTo>
                  <a:cubicBezTo>
                    <a:pt x="143" y="88"/>
                    <a:pt x="72" y="148"/>
                    <a:pt x="24" y="219"/>
                  </a:cubicBezTo>
                  <a:cubicBezTo>
                    <a:pt x="12" y="231"/>
                    <a:pt x="12" y="267"/>
                    <a:pt x="0" y="279"/>
                  </a:cubicBezTo>
                  <a:lnTo>
                    <a:pt x="0" y="481"/>
                  </a:lnTo>
                  <a:cubicBezTo>
                    <a:pt x="12" y="636"/>
                    <a:pt x="120" y="755"/>
                    <a:pt x="262" y="815"/>
                  </a:cubicBezTo>
                  <a:cubicBezTo>
                    <a:pt x="286" y="815"/>
                    <a:pt x="286" y="827"/>
                    <a:pt x="298" y="827"/>
                  </a:cubicBezTo>
                  <a:cubicBezTo>
                    <a:pt x="337" y="846"/>
                    <a:pt x="384" y="855"/>
                    <a:pt x="430" y="855"/>
                  </a:cubicBezTo>
                  <a:cubicBezTo>
                    <a:pt x="467" y="855"/>
                    <a:pt x="504" y="849"/>
                    <a:pt x="536" y="838"/>
                  </a:cubicBezTo>
                  <a:cubicBezTo>
                    <a:pt x="667" y="815"/>
                    <a:pt x="774" y="708"/>
                    <a:pt x="822" y="577"/>
                  </a:cubicBezTo>
                  <a:lnTo>
                    <a:pt x="822" y="565"/>
                  </a:lnTo>
                  <a:cubicBezTo>
                    <a:pt x="846" y="469"/>
                    <a:pt x="846" y="386"/>
                    <a:pt x="822" y="303"/>
                  </a:cubicBezTo>
                  <a:cubicBezTo>
                    <a:pt x="774" y="172"/>
                    <a:pt x="679" y="65"/>
                    <a:pt x="536" y="29"/>
                  </a:cubicBezTo>
                  <a:cubicBezTo>
                    <a:pt x="524" y="29"/>
                    <a:pt x="501" y="29"/>
                    <a:pt x="489" y="5"/>
                  </a:cubicBezTo>
                  <a:cubicBezTo>
                    <a:pt x="468" y="2"/>
                    <a:pt x="446" y="1"/>
                    <a:pt x="42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9" name="Google Shape;3459;p24"/>
            <p:cNvSpPr/>
            <p:nvPr/>
          </p:nvSpPr>
          <p:spPr>
            <a:xfrm>
              <a:off x="3416475" y="2983725"/>
              <a:ext cx="12525" cy="12075"/>
            </a:xfrm>
            <a:custGeom>
              <a:rect b="b" l="l" r="r" t="t"/>
              <a:pathLst>
                <a:path extrusionOk="0" h="483" w="501">
                  <a:moveTo>
                    <a:pt x="264" y="0"/>
                  </a:moveTo>
                  <a:cubicBezTo>
                    <a:pt x="159" y="0"/>
                    <a:pt x="54" y="68"/>
                    <a:pt x="13" y="171"/>
                  </a:cubicBezTo>
                  <a:cubicBezTo>
                    <a:pt x="1" y="207"/>
                    <a:pt x="1" y="255"/>
                    <a:pt x="1" y="290"/>
                  </a:cubicBezTo>
                  <a:cubicBezTo>
                    <a:pt x="1" y="314"/>
                    <a:pt x="13" y="326"/>
                    <a:pt x="13" y="350"/>
                  </a:cubicBezTo>
                  <a:cubicBezTo>
                    <a:pt x="37" y="410"/>
                    <a:pt x="84" y="457"/>
                    <a:pt x="156" y="469"/>
                  </a:cubicBezTo>
                  <a:cubicBezTo>
                    <a:pt x="180" y="469"/>
                    <a:pt x="191" y="469"/>
                    <a:pt x="191" y="481"/>
                  </a:cubicBezTo>
                  <a:cubicBezTo>
                    <a:pt x="201" y="482"/>
                    <a:pt x="210" y="482"/>
                    <a:pt x="219" y="482"/>
                  </a:cubicBezTo>
                  <a:cubicBezTo>
                    <a:pt x="315" y="482"/>
                    <a:pt x="398" y="426"/>
                    <a:pt x="441" y="350"/>
                  </a:cubicBezTo>
                  <a:cubicBezTo>
                    <a:pt x="441" y="326"/>
                    <a:pt x="453" y="326"/>
                    <a:pt x="453" y="314"/>
                  </a:cubicBezTo>
                  <a:cubicBezTo>
                    <a:pt x="501" y="195"/>
                    <a:pt x="441" y="64"/>
                    <a:pt x="322" y="17"/>
                  </a:cubicBezTo>
                  <a:cubicBezTo>
                    <a:pt x="322" y="17"/>
                    <a:pt x="311" y="17"/>
                    <a:pt x="311" y="5"/>
                  </a:cubicBezTo>
                  <a:cubicBezTo>
                    <a:pt x="295" y="2"/>
                    <a:pt x="280" y="0"/>
                    <a:pt x="26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0" name="Google Shape;3460;p24"/>
            <p:cNvSpPr/>
            <p:nvPr/>
          </p:nvSpPr>
          <p:spPr>
            <a:xfrm>
              <a:off x="3439400" y="2748675"/>
              <a:ext cx="13125" cy="12125"/>
            </a:xfrm>
            <a:custGeom>
              <a:rect b="b" l="l" r="r" t="t"/>
              <a:pathLst>
                <a:path extrusionOk="0" h="485" w="525">
                  <a:moveTo>
                    <a:pt x="267" y="0"/>
                  </a:moveTo>
                  <a:cubicBezTo>
                    <a:pt x="219" y="0"/>
                    <a:pt x="170" y="13"/>
                    <a:pt x="132" y="36"/>
                  </a:cubicBezTo>
                  <a:cubicBezTo>
                    <a:pt x="96" y="60"/>
                    <a:pt x="48" y="108"/>
                    <a:pt x="25" y="167"/>
                  </a:cubicBezTo>
                  <a:cubicBezTo>
                    <a:pt x="1" y="239"/>
                    <a:pt x="13" y="310"/>
                    <a:pt x="60" y="370"/>
                  </a:cubicBezTo>
                  <a:cubicBezTo>
                    <a:pt x="96" y="417"/>
                    <a:pt x="132" y="465"/>
                    <a:pt x="191" y="477"/>
                  </a:cubicBezTo>
                  <a:cubicBezTo>
                    <a:pt x="216" y="482"/>
                    <a:pt x="241" y="485"/>
                    <a:pt x="265" y="485"/>
                  </a:cubicBezTo>
                  <a:cubicBezTo>
                    <a:pt x="300" y="485"/>
                    <a:pt x="335" y="479"/>
                    <a:pt x="370" y="465"/>
                  </a:cubicBezTo>
                  <a:cubicBezTo>
                    <a:pt x="406" y="441"/>
                    <a:pt x="429" y="429"/>
                    <a:pt x="453" y="406"/>
                  </a:cubicBezTo>
                  <a:cubicBezTo>
                    <a:pt x="465" y="370"/>
                    <a:pt x="489" y="346"/>
                    <a:pt x="489" y="310"/>
                  </a:cubicBezTo>
                  <a:cubicBezTo>
                    <a:pt x="525" y="227"/>
                    <a:pt x="489" y="132"/>
                    <a:pt x="429" y="72"/>
                  </a:cubicBezTo>
                  <a:cubicBezTo>
                    <a:pt x="406" y="48"/>
                    <a:pt x="370" y="25"/>
                    <a:pt x="346" y="13"/>
                  </a:cubicBezTo>
                  <a:cubicBezTo>
                    <a:pt x="321" y="4"/>
                    <a:pt x="294" y="0"/>
                    <a:pt x="2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1" name="Google Shape;3461;p24"/>
            <p:cNvSpPr/>
            <p:nvPr/>
          </p:nvSpPr>
          <p:spPr>
            <a:xfrm>
              <a:off x="3343850" y="2820000"/>
              <a:ext cx="13125" cy="12425"/>
            </a:xfrm>
            <a:custGeom>
              <a:rect b="b" l="l" r="r" t="t"/>
              <a:pathLst>
                <a:path extrusionOk="0" h="497" w="525">
                  <a:moveTo>
                    <a:pt x="293" y="0"/>
                  </a:moveTo>
                  <a:cubicBezTo>
                    <a:pt x="185" y="0"/>
                    <a:pt x="65" y="60"/>
                    <a:pt x="25" y="172"/>
                  </a:cubicBezTo>
                  <a:cubicBezTo>
                    <a:pt x="1" y="255"/>
                    <a:pt x="25" y="362"/>
                    <a:pt x="84" y="422"/>
                  </a:cubicBezTo>
                  <a:cubicBezTo>
                    <a:pt x="120" y="458"/>
                    <a:pt x="144" y="470"/>
                    <a:pt x="179" y="482"/>
                  </a:cubicBezTo>
                  <a:cubicBezTo>
                    <a:pt x="207" y="491"/>
                    <a:pt x="234" y="496"/>
                    <a:pt x="261" y="496"/>
                  </a:cubicBezTo>
                  <a:cubicBezTo>
                    <a:pt x="361" y="496"/>
                    <a:pt x="451" y="428"/>
                    <a:pt x="489" y="315"/>
                  </a:cubicBezTo>
                  <a:cubicBezTo>
                    <a:pt x="525" y="243"/>
                    <a:pt x="501" y="184"/>
                    <a:pt x="477" y="124"/>
                  </a:cubicBezTo>
                  <a:cubicBezTo>
                    <a:pt x="441" y="77"/>
                    <a:pt x="406" y="41"/>
                    <a:pt x="346" y="5"/>
                  </a:cubicBezTo>
                  <a:cubicBezTo>
                    <a:pt x="329" y="2"/>
                    <a:pt x="311" y="0"/>
                    <a:pt x="29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2" name="Google Shape;3462;p24"/>
            <p:cNvSpPr/>
            <p:nvPr/>
          </p:nvSpPr>
          <p:spPr>
            <a:xfrm>
              <a:off x="3509650" y="2342575"/>
              <a:ext cx="14325" cy="12400"/>
            </a:xfrm>
            <a:custGeom>
              <a:rect b="b" l="l" r="r" t="t"/>
              <a:pathLst>
                <a:path extrusionOk="0" h="496" w="573">
                  <a:moveTo>
                    <a:pt x="307" y="0"/>
                  </a:moveTo>
                  <a:cubicBezTo>
                    <a:pt x="194" y="0"/>
                    <a:pt x="90" y="68"/>
                    <a:pt x="48" y="171"/>
                  </a:cubicBezTo>
                  <a:cubicBezTo>
                    <a:pt x="1" y="302"/>
                    <a:pt x="84" y="445"/>
                    <a:pt x="215" y="481"/>
                  </a:cubicBezTo>
                  <a:cubicBezTo>
                    <a:pt x="243" y="491"/>
                    <a:pt x="270" y="496"/>
                    <a:pt x="297" y="496"/>
                  </a:cubicBezTo>
                  <a:cubicBezTo>
                    <a:pt x="397" y="496"/>
                    <a:pt x="487" y="429"/>
                    <a:pt x="524" y="326"/>
                  </a:cubicBezTo>
                  <a:cubicBezTo>
                    <a:pt x="572" y="183"/>
                    <a:pt x="501" y="52"/>
                    <a:pt x="358" y="5"/>
                  </a:cubicBezTo>
                  <a:cubicBezTo>
                    <a:pt x="341" y="2"/>
                    <a:pt x="324" y="0"/>
                    <a:pt x="30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3" name="Google Shape;3463;p24"/>
            <p:cNvSpPr/>
            <p:nvPr/>
          </p:nvSpPr>
          <p:spPr>
            <a:xfrm>
              <a:off x="3414400" y="2157325"/>
              <a:ext cx="14325" cy="12475"/>
            </a:xfrm>
            <a:custGeom>
              <a:rect b="b" l="l" r="r" t="t"/>
              <a:pathLst>
                <a:path extrusionOk="0" h="499" w="573">
                  <a:moveTo>
                    <a:pt x="296" y="1"/>
                  </a:moveTo>
                  <a:cubicBezTo>
                    <a:pt x="187" y="1"/>
                    <a:pt x="88" y="76"/>
                    <a:pt x="48" y="176"/>
                  </a:cubicBezTo>
                  <a:cubicBezTo>
                    <a:pt x="1" y="307"/>
                    <a:pt x="84" y="438"/>
                    <a:pt x="215" y="485"/>
                  </a:cubicBezTo>
                  <a:cubicBezTo>
                    <a:pt x="240" y="494"/>
                    <a:pt x="266" y="499"/>
                    <a:pt x="290" y="499"/>
                  </a:cubicBezTo>
                  <a:cubicBezTo>
                    <a:pt x="394" y="499"/>
                    <a:pt x="486" y="424"/>
                    <a:pt x="524" y="319"/>
                  </a:cubicBezTo>
                  <a:cubicBezTo>
                    <a:pt x="572" y="188"/>
                    <a:pt x="501" y="57"/>
                    <a:pt x="358" y="9"/>
                  </a:cubicBezTo>
                  <a:cubicBezTo>
                    <a:pt x="337" y="3"/>
                    <a:pt x="316" y="1"/>
                    <a:pt x="29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4" name="Google Shape;3464;p24"/>
            <p:cNvSpPr/>
            <p:nvPr/>
          </p:nvSpPr>
          <p:spPr>
            <a:xfrm>
              <a:off x="3460550" y="2080150"/>
              <a:ext cx="12525" cy="12150"/>
            </a:xfrm>
            <a:custGeom>
              <a:rect b="b" l="l" r="r" t="t"/>
              <a:pathLst>
                <a:path extrusionOk="0" h="486" w="501">
                  <a:moveTo>
                    <a:pt x="226" y="0"/>
                  </a:moveTo>
                  <a:cubicBezTo>
                    <a:pt x="143" y="12"/>
                    <a:pt x="48" y="72"/>
                    <a:pt x="24" y="167"/>
                  </a:cubicBezTo>
                  <a:cubicBezTo>
                    <a:pt x="0" y="191"/>
                    <a:pt x="0" y="215"/>
                    <a:pt x="0" y="250"/>
                  </a:cubicBezTo>
                  <a:cubicBezTo>
                    <a:pt x="0" y="358"/>
                    <a:pt x="60" y="441"/>
                    <a:pt x="167" y="477"/>
                  </a:cubicBezTo>
                  <a:cubicBezTo>
                    <a:pt x="194" y="483"/>
                    <a:pt x="221" y="486"/>
                    <a:pt x="245" y="486"/>
                  </a:cubicBezTo>
                  <a:cubicBezTo>
                    <a:pt x="315" y="486"/>
                    <a:pt x="373" y="461"/>
                    <a:pt x="417" y="417"/>
                  </a:cubicBezTo>
                  <a:cubicBezTo>
                    <a:pt x="453" y="381"/>
                    <a:pt x="464" y="358"/>
                    <a:pt x="476" y="322"/>
                  </a:cubicBezTo>
                  <a:cubicBezTo>
                    <a:pt x="500" y="262"/>
                    <a:pt x="500" y="227"/>
                    <a:pt x="476" y="167"/>
                  </a:cubicBezTo>
                  <a:cubicBezTo>
                    <a:pt x="453" y="84"/>
                    <a:pt x="405" y="36"/>
                    <a:pt x="333" y="12"/>
                  </a:cubicBezTo>
                  <a:cubicBezTo>
                    <a:pt x="298" y="0"/>
                    <a:pt x="262" y="0"/>
                    <a:pt x="22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5" name="Google Shape;3465;p24"/>
            <p:cNvSpPr/>
            <p:nvPr/>
          </p:nvSpPr>
          <p:spPr>
            <a:xfrm>
              <a:off x="3537325" y="2434925"/>
              <a:ext cx="13725" cy="12725"/>
            </a:xfrm>
            <a:custGeom>
              <a:rect b="b" l="l" r="r" t="t"/>
              <a:pathLst>
                <a:path extrusionOk="0" h="509" w="549">
                  <a:moveTo>
                    <a:pt x="282" y="0"/>
                  </a:moveTo>
                  <a:cubicBezTo>
                    <a:pt x="163" y="0"/>
                    <a:pt x="58" y="70"/>
                    <a:pt x="25" y="180"/>
                  </a:cubicBezTo>
                  <a:lnTo>
                    <a:pt x="25" y="204"/>
                  </a:lnTo>
                  <a:cubicBezTo>
                    <a:pt x="1" y="323"/>
                    <a:pt x="60" y="454"/>
                    <a:pt x="191" y="502"/>
                  </a:cubicBezTo>
                  <a:cubicBezTo>
                    <a:pt x="213" y="506"/>
                    <a:pt x="235" y="509"/>
                    <a:pt x="257" y="509"/>
                  </a:cubicBezTo>
                  <a:cubicBezTo>
                    <a:pt x="294" y="509"/>
                    <a:pt x="332" y="501"/>
                    <a:pt x="370" y="478"/>
                  </a:cubicBezTo>
                  <a:cubicBezTo>
                    <a:pt x="430" y="454"/>
                    <a:pt x="477" y="406"/>
                    <a:pt x="501" y="335"/>
                  </a:cubicBezTo>
                  <a:cubicBezTo>
                    <a:pt x="549" y="204"/>
                    <a:pt x="477" y="61"/>
                    <a:pt x="346" y="25"/>
                  </a:cubicBezTo>
                  <a:cubicBezTo>
                    <a:pt x="322" y="25"/>
                    <a:pt x="322" y="25"/>
                    <a:pt x="310" y="2"/>
                  </a:cubicBezTo>
                  <a:cubicBezTo>
                    <a:pt x="301" y="1"/>
                    <a:pt x="292" y="0"/>
                    <a:pt x="28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6" name="Google Shape;3466;p24"/>
            <p:cNvSpPr/>
            <p:nvPr/>
          </p:nvSpPr>
          <p:spPr>
            <a:xfrm>
              <a:off x="3328975" y="2549325"/>
              <a:ext cx="14025" cy="12525"/>
            </a:xfrm>
            <a:custGeom>
              <a:rect b="b" l="l" r="r" t="t"/>
              <a:pathLst>
                <a:path extrusionOk="0" h="501" w="561">
                  <a:moveTo>
                    <a:pt x="289" y="0"/>
                  </a:moveTo>
                  <a:cubicBezTo>
                    <a:pt x="180" y="0"/>
                    <a:pt x="78" y="68"/>
                    <a:pt x="48" y="176"/>
                  </a:cubicBezTo>
                  <a:cubicBezTo>
                    <a:pt x="1" y="307"/>
                    <a:pt x="72" y="450"/>
                    <a:pt x="203" y="486"/>
                  </a:cubicBezTo>
                  <a:cubicBezTo>
                    <a:pt x="233" y="496"/>
                    <a:pt x="263" y="501"/>
                    <a:pt x="291" y="501"/>
                  </a:cubicBezTo>
                  <a:cubicBezTo>
                    <a:pt x="397" y="501"/>
                    <a:pt x="487" y="434"/>
                    <a:pt x="524" y="331"/>
                  </a:cubicBezTo>
                  <a:cubicBezTo>
                    <a:pt x="560" y="188"/>
                    <a:pt x="489" y="57"/>
                    <a:pt x="358" y="10"/>
                  </a:cubicBezTo>
                  <a:cubicBezTo>
                    <a:pt x="335" y="3"/>
                    <a:pt x="312" y="0"/>
                    <a:pt x="28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67" name="Google Shape;3467;p24"/>
          <p:cNvGrpSpPr/>
          <p:nvPr/>
        </p:nvGrpSpPr>
        <p:grpSpPr>
          <a:xfrm rot="-5400000">
            <a:off x="7854329" y="-380942"/>
            <a:ext cx="908540" cy="1670705"/>
            <a:chOff x="6526400" y="1492875"/>
            <a:chExt cx="509900" cy="937650"/>
          </a:xfrm>
        </p:grpSpPr>
        <p:sp>
          <p:nvSpPr>
            <p:cNvPr id="3468" name="Google Shape;3468;p24"/>
            <p:cNvSpPr/>
            <p:nvPr/>
          </p:nvSpPr>
          <p:spPr>
            <a:xfrm>
              <a:off x="6902350" y="1492875"/>
              <a:ext cx="133950" cy="92000"/>
            </a:xfrm>
            <a:custGeom>
              <a:rect b="b" l="l" r="r" t="t"/>
              <a:pathLst>
                <a:path extrusionOk="0" h="3680" w="5358">
                  <a:moveTo>
                    <a:pt x="5358" y="0"/>
                  </a:moveTo>
                  <a:lnTo>
                    <a:pt x="0" y="3275"/>
                  </a:lnTo>
                  <a:lnTo>
                    <a:pt x="202" y="3679"/>
                  </a:lnTo>
                  <a:lnTo>
                    <a:pt x="5358" y="524"/>
                  </a:lnTo>
                  <a:lnTo>
                    <a:pt x="5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9" name="Google Shape;3469;p24"/>
            <p:cNvSpPr/>
            <p:nvPr/>
          </p:nvSpPr>
          <p:spPr>
            <a:xfrm>
              <a:off x="6839525" y="1837250"/>
              <a:ext cx="325" cy="925"/>
            </a:xfrm>
            <a:custGeom>
              <a:rect b="b" l="l" r="r" t="t"/>
              <a:pathLst>
                <a:path extrusionOk="0" h="37" w="13">
                  <a:moveTo>
                    <a:pt x="13" y="1"/>
                  </a:moveTo>
                  <a:cubicBezTo>
                    <a:pt x="1" y="1"/>
                    <a:pt x="1" y="25"/>
                    <a:pt x="1" y="37"/>
                  </a:cubicBezTo>
                  <a:cubicBezTo>
                    <a:pt x="1" y="25"/>
                    <a:pt x="1" y="13"/>
                    <a:pt x="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0" name="Google Shape;3470;p24"/>
            <p:cNvSpPr/>
            <p:nvPr/>
          </p:nvSpPr>
          <p:spPr>
            <a:xfrm>
              <a:off x="6839525" y="1689025"/>
              <a:ext cx="97375" cy="151525"/>
            </a:xfrm>
            <a:custGeom>
              <a:rect b="b" l="l" r="r" t="t"/>
              <a:pathLst>
                <a:path extrusionOk="0" h="6061" w="3895">
                  <a:moveTo>
                    <a:pt x="20" y="5898"/>
                  </a:moveTo>
                  <a:cubicBezTo>
                    <a:pt x="13" y="5908"/>
                    <a:pt x="6" y="5919"/>
                    <a:pt x="1" y="5930"/>
                  </a:cubicBezTo>
                  <a:lnTo>
                    <a:pt x="20" y="5898"/>
                  </a:lnTo>
                  <a:close/>
                  <a:moveTo>
                    <a:pt x="3513" y="1"/>
                  </a:moveTo>
                  <a:lnTo>
                    <a:pt x="20" y="5898"/>
                  </a:lnTo>
                  <a:lnTo>
                    <a:pt x="20" y="5898"/>
                  </a:lnTo>
                  <a:cubicBezTo>
                    <a:pt x="42" y="5867"/>
                    <a:pt x="69" y="5844"/>
                    <a:pt x="96" y="5835"/>
                  </a:cubicBezTo>
                  <a:cubicBezTo>
                    <a:pt x="130" y="5818"/>
                    <a:pt x="166" y="5809"/>
                    <a:pt x="201" y="5809"/>
                  </a:cubicBezTo>
                  <a:cubicBezTo>
                    <a:pt x="288" y="5809"/>
                    <a:pt x="368" y="5860"/>
                    <a:pt x="394" y="5954"/>
                  </a:cubicBezTo>
                  <a:lnTo>
                    <a:pt x="441" y="6061"/>
                  </a:lnTo>
                  <a:lnTo>
                    <a:pt x="3894" y="239"/>
                  </a:lnTo>
                  <a:cubicBezTo>
                    <a:pt x="3727" y="191"/>
                    <a:pt x="3597" y="120"/>
                    <a:pt x="35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1" name="Google Shape;3471;p24"/>
            <p:cNvSpPr/>
            <p:nvPr/>
          </p:nvSpPr>
          <p:spPr>
            <a:xfrm>
              <a:off x="6838950" y="1834425"/>
              <a:ext cx="124725" cy="258250"/>
            </a:xfrm>
            <a:custGeom>
              <a:rect b="b" l="l" r="r" t="t"/>
              <a:pathLst>
                <a:path extrusionOk="0" h="10330" w="4989">
                  <a:moveTo>
                    <a:pt x="212" y="0"/>
                  </a:moveTo>
                  <a:cubicBezTo>
                    <a:pt x="182" y="0"/>
                    <a:pt x="150" y="6"/>
                    <a:pt x="119" y="19"/>
                  </a:cubicBezTo>
                  <a:cubicBezTo>
                    <a:pt x="83" y="31"/>
                    <a:pt x="48" y="66"/>
                    <a:pt x="24" y="102"/>
                  </a:cubicBezTo>
                  <a:cubicBezTo>
                    <a:pt x="24" y="126"/>
                    <a:pt x="0" y="138"/>
                    <a:pt x="0" y="150"/>
                  </a:cubicBezTo>
                  <a:lnTo>
                    <a:pt x="0" y="162"/>
                  </a:lnTo>
                  <a:lnTo>
                    <a:pt x="0" y="197"/>
                  </a:lnTo>
                  <a:lnTo>
                    <a:pt x="0" y="209"/>
                  </a:lnTo>
                  <a:lnTo>
                    <a:pt x="0" y="245"/>
                  </a:lnTo>
                  <a:lnTo>
                    <a:pt x="0" y="257"/>
                  </a:lnTo>
                  <a:cubicBezTo>
                    <a:pt x="0" y="269"/>
                    <a:pt x="24" y="281"/>
                    <a:pt x="24" y="304"/>
                  </a:cubicBezTo>
                  <a:lnTo>
                    <a:pt x="4560" y="10329"/>
                  </a:lnTo>
                  <a:cubicBezTo>
                    <a:pt x="4624" y="10255"/>
                    <a:pt x="4736" y="10209"/>
                    <a:pt x="4845" y="10209"/>
                  </a:cubicBezTo>
                  <a:cubicBezTo>
                    <a:pt x="4857" y="10209"/>
                    <a:pt x="4869" y="10209"/>
                    <a:pt x="4882" y="10210"/>
                  </a:cubicBezTo>
                  <a:cubicBezTo>
                    <a:pt x="4917" y="10210"/>
                    <a:pt x="4965" y="10222"/>
                    <a:pt x="4989" y="10246"/>
                  </a:cubicBezTo>
                  <a:lnTo>
                    <a:pt x="464" y="221"/>
                  </a:lnTo>
                  <a:lnTo>
                    <a:pt x="417" y="126"/>
                  </a:lnTo>
                  <a:cubicBezTo>
                    <a:pt x="373" y="47"/>
                    <a:pt x="297" y="0"/>
                    <a:pt x="2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2" name="Google Shape;3472;p24"/>
            <p:cNvSpPr/>
            <p:nvPr/>
          </p:nvSpPr>
          <p:spPr>
            <a:xfrm>
              <a:off x="6945800" y="1529475"/>
              <a:ext cx="90500" cy="135175"/>
            </a:xfrm>
            <a:custGeom>
              <a:rect b="b" l="l" r="r" t="t"/>
              <a:pathLst>
                <a:path extrusionOk="0" h="5407" w="3620">
                  <a:moveTo>
                    <a:pt x="3620" y="1"/>
                  </a:moveTo>
                  <a:lnTo>
                    <a:pt x="0" y="5073"/>
                  </a:lnTo>
                  <a:lnTo>
                    <a:pt x="108" y="5263"/>
                  </a:lnTo>
                  <a:cubicBezTo>
                    <a:pt x="179" y="5299"/>
                    <a:pt x="250" y="5335"/>
                    <a:pt x="310" y="5406"/>
                  </a:cubicBezTo>
                  <a:lnTo>
                    <a:pt x="3620" y="775"/>
                  </a:lnTo>
                  <a:lnTo>
                    <a:pt x="36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3" name="Google Shape;3473;p24"/>
            <p:cNvSpPr/>
            <p:nvPr/>
          </p:nvSpPr>
          <p:spPr>
            <a:xfrm>
              <a:off x="6951750" y="1681000"/>
              <a:ext cx="84550" cy="169075"/>
            </a:xfrm>
            <a:custGeom>
              <a:rect b="b" l="l" r="r" t="t"/>
              <a:pathLst>
                <a:path extrusionOk="0" h="6763" w="3382">
                  <a:moveTo>
                    <a:pt x="286" y="0"/>
                  </a:moveTo>
                  <a:cubicBezTo>
                    <a:pt x="239" y="179"/>
                    <a:pt x="155" y="334"/>
                    <a:pt x="0" y="429"/>
                  </a:cubicBezTo>
                  <a:lnTo>
                    <a:pt x="3382" y="6763"/>
                  </a:lnTo>
                  <a:lnTo>
                    <a:pt x="3382" y="5810"/>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4" name="Google Shape;3474;p24"/>
            <p:cNvSpPr/>
            <p:nvPr/>
          </p:nvSpPr>
          <p:spPr>
            <a:xfrm>
              <a:off x="6891325" y="1570800"/>
              <a:ext cx="56875" cy="90275"/>
            </a:xfrm>
            <a:custGeom>
              <a:rect b="b" l="l" r="r" t="t"/>
              <a:pathLst>
                <a:path extrusionOk="0" h="3611" w="2275">
                  <a:moveTo>
                    <a:pt x="219" y="1"/>
                  </a:moveTo>
                  <a:cubicBezTo>
                    <a:pt x="185" y="1"/>
                    <a:pt x="151" y="9"/>
                    <a:pt x="120" y="27"/>
                  </a:cubicBezTo>
                  <a:cubicBezTo>
                    <a:pt x="84" y="62"/>
                    <a:pt x="48" y="86"/>
                    <a:pt x="36" y="122"/>
                  </a:cubicBezTo>
                  <a:cubicBezTo>
                    <a:pt x="24" y="146"/>
                    <a:pt x="1" y="193"/>
                    <a:pt x="1" y="241"/>
                  </a:cubicBezTo>
                  <a:cubicBezTo>
                    <a:pt x="72" y="205"/>
                    <a:pt x="143" y="193"/>
                    <a:pt x="215" y="193"/>
                  </a:cubicBezTo>
                  <a:cubicBezTo>
                    <a:pt x="405" y="205"/>
                    <a:pt x="572" y="384"/>
                    <a:pt x="548" y="574"/>
                  </a:cubicBezTo>
                  <a:cubicBezTo>
                    <a:pt x="524" y="717"/>
                    <a:pt x="441" y="836"/>
                    <a:pt x="322" y="872"/>
                  </a:cubicBezTo>
                  <a:lnTo>
                    <a:pt x="1763" y="3587"/>
                  </a:lnTo>
                  <a:cubicBezTo>
                    <a:pt x="1834" y="3560"/>
                    <a:pt x="1906" y="3546"/>
                    <a:pt x="1982" y="3546"/>
                  </a:cubicBezTo>
                  <a:cubicBezTo>
                    <a:pt x="2007" y="3546"/>
                    <a:pt x="2034" y="3548"/>
                    <a:pt x="2060" y="3551"/>
                  </a:cubicBezTo>
                  <a:cubicBezTo>
                    <a:pt x="2132" y="3575"/>
                    <a:pt x="2215" y="3587"/>
                    <a:pt x="2275" y="3610"/>
                  </a:cubicBezTo>
                  <a:lnTo>
                    <a:pt x="2167" y="3420"/>
                  </a:lnTo>
                  <a:lnTo>
                    <a:pt x="643" y="551"/>
                  </a:lnTo>
                  <a:lnTo>
                    <a:pt x="441" y="146"/>
                  </a:lnTo>
                  <a:lnTo>
                    <a:pt x="417" y="122"/>
                  </a:lnTo>
                  <a:cubicBezTo>
                    <a:pt x="375" y="47"/>
                    <a:pt x="298" y="1"/>
                    <a:pt x="21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5" name="Google Shape;3475;p24"/>
            <p:cNvSpPr/>
            <p:nvPr/>
          </p:nvSpPr>
          <p:spPr>
            <a:xfrm>
              <a:off x="6967825" y="2063475"/>
              <a:ext cx="68475" cy="40500"/>
            </a:xfrm>
            <a:custGeom>
              <a:rect b="b" l="l" r="r" t="t"/>
              <a:pathLst>
                <a:path extrusionOk="0" h="1620" w="2739">
                  <a:moveTo>
                    <a:pt x="2739" y="1"/>
                  </a:moveTo>
                  <a:lnTo>
                    <a:pt x="0" y="1167"/>
                  </a:lnTo>
                  <a:cubicBezTo>
                    <a:pt x="72" y="1263"/>
                    <a:pt x="131" y="1370"/>
                    <a:pt x="119" y="1501"/>
                  </a:cubicBezTo>
                  <a:cubicBezTo>
                    <a:pt x="119" y="1548"/>
                    <a:pt x="108" y="1572"/>
                    <a:pt x="84" y="1620"/>
                  </a:cubicBezTo>
                  <a:lnTo>
                    <a:pt x="2739" y="489"/>
                  </a:lnTo>
                  <a:lnTo>
                    <a:pt x="27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6" name="Google Shape;3476;p24"/>
            <p:cNvSpPr/>
            <p:nvPr/>
          </p:nvSpPr>
          <p:spPr>
            <a:xfrm>
              <a:off x="6558850" y="2100100"/>
              <a:ext cx="396200" cy="178025"/>
            </a:xfrm>
            <a:custGeom>
              <a:rect b="b" l="l" r="r" t="t"/>
              <a:pathLst>
                <a:path extrusionOk="0" h="7121" w="15848">
                  <a:moveTo>
                    <a:pt x="15657" y="0"/>
                  </a:moveTo>
                  <a:lnTo>
                    <a:pt x="0" y="6703"/>
                  </a:lnTo>
                  <a:cubicBezTo>
                    <a:pt x="95" y="6822"/>
                    <a:pt x="155" y="6965"/>
                    <a:pt x="167" y="7120"/>
                  </a:cubicBezTo>
                  <a:lnTo>
                    <a:pt x="15824" y="417"/>
                  </a:lnTo>
                  <a:cubicBezTo>
                    <a:pt x="15836" y="393"/>
                    <a:pt x="15836" y="357"/>
                    <a:pt x="15847" y="345"/>
                  </a:cubicBezTo>
                  <a:cubicBezTo>
                    <a:pt x="15728" y="274"/>
                    <a:pt x="15657" y="155"/>
                    <a:pt x="1565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7" name="Google Shape;3477;p24"/>
            <p:cNvSpPr/>
            <p:nvPr/>
          </p:nvSpPr>
          <p:spPr>
            <a:xfrm>
              <a:off x="6954425" y="2108725"/>
              <a:ext cx="81875" cy="207200"/>
            </a:xfrm>
            <a:custGeom>
              <a:rect b="b" l="l" r="r" t="t"/>
              <a:pathLst>
                <a:path extrusionOk="0" h="8288" w="3275">
                  <a:moveTo>
                    <a:pt x="24" y="0"/>
                  </a:moveTo>
                  <a:cubicBezTo>
                    <a:pt x="13" y="36"/>
                    <a:pt x="1" y="48"/>
                    <a:pt x="1" y="60"/>
                  </a:cubicBezTo>
                  <a:cubicBezTo>
                    <a:pt x="1" y="108"/>
                    <a:pt x="1" y="155"/>
                    <a:pt x="13" y="191"/>
                  </a:cubicBezTo>
                  <a:lnTo>
                    <a:pt x="3275" y="8287"/>
                  </a:lnTo>
                  <a:lnTo>
                    <a:pt x="3275" y="7097"/>
                  </a:lnTo>
                  <a:lnTo>
                    <a:pt x="429" y="36"/>
                  </a:lnTo>
                  <a:cubicBezTo>
                    <a:pt x="417" y="36"/>
                    <a:pt x="417" y="12"/>
                    <a:pt x="417" y="12"/>
                  </a:cubicBezTo>
                  <a:cubicBezTo>
                    <a:pt x="358" y="48"/>
                    <a:pt x="286" y="60"/>
                    <a:pt x="203" y="60"/>
                  </a:cubicBezTo>
                  <a:cubicBezTo>
                    <a:pt x="132" y="48"/>
                    <a:pt x="72" y="36"/>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8" name="Google Shape;3478;p24"/>
            <p:cNvSpPr/>
            <p:nvPr/>
          </p:nvSpPr>
          <p:spPr>
            <a:xfrm>
              <a:off x="6559150" y="2280175"/>
              <a:ext cx="477150" cy="150350"/>
            </a:xfrm>
            <a:custGeom>
              <a:rect b="b" l="l" r="r" t="t"/>
              <a:pathLst>
                <a:path extrusionOk="0" h="6014" w="19086">
                  <a:moveTo>
                    <a:pt x="167" y="0"/>
                  </a:moveTo>
                  <a:cubicBezTo>
                    <a:pt x="155" y="167"/>
                    <a:pt x="95" y="298"/>
                    <a:pt x="0" y="405"/>
                  </a:cubicBezTo>
                  <a:lnTo>
                    <a:pt x="19086" y="6013"/>
                  </a:lnTo>
                  <a:lnTo>
                    <a:pt x="19086" y="5561"/>
                  </a:lnTo>
                  <a:lnTo>
                    <a:pt x="16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9" name="Google Shape;3479;p24"/>
            <p:cNvSpPr/>
            <p:nvPr/>
          </p:nvSpPr>
          <p:spPr>
            <a:xfrm>
              <a:off x="6886575" y="1575550"/>
              <a:ext cx="19050" cy="17950"/>
            </a:xfrm>
            <a:custGeom>
              <a:rect b="b" l="l" r="r" t="t"/>
              <a:pathLst>
                <a:path extrusionOk="0" h="718" w="762">
                  <a:moveTo>
                    <a:pt x="367" y="0"/>
                  </a:moveTo>
                  <a:cubicBezTo>
                    <a:pt x="308" y="0"/>
                    <a:pt x="251" y="22"/>
                    <a:pt x="202" y="51"/>
                  </a:cubicBezTo>
                  <a:cubicBezTo>
                    <a:pt x="95" y="111"/>
                    <a:pt x="36" y="206"/>
                    <a:pt x="24" y="325"/>
                  </a:cubicBezTo>
                  <a:cubicBezTo>
                    <a:pt x="0" y="539"/>
                    <a:pt x="155" y="706"/>
                    <a:pt x="345" y="718"/>
                  </a:cubicBezTo>
                  <a:cubicBezTo>
                    <a:pt x="405" y="718"/>
                    <a:pt x="464" y="706"/>
                    <a:pt x="512" y="682"/>
                  </a:cubicBezTo>
                  <a:cubicBezTo>
                    <a:pt x="631" y="646"/>
                    <a:pt x="714" y="539"/>
                    <a:pt x="738" y="384"/>
                  </a:cubicBezTo>
                  <a:cubicBezTo>
                    <a:pt x="762" y="194"/>
                    <a:pt x="595" y="15"/>
                    <a:pt x="405" y="3"/>
                  </a:cubicBezTo>
                  <a:cubicBezTo>
                    <a:pt x="392" y="1"/>
                    <a:pt x="380" y="0"/>
                    <a:pt x="3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0" name="Google Shape;3480;p24"/>
            <p:cNvSpPr/>
            <p:nvPr/>
          </p:nvSpPr>
          <p:spPr>
            <a:xfrm>
              <a:off x="6923175" y="1659900"/>
              <a:ext cx="35750" cy="35150"/>
            </a:xfrm>
            <a:custGeom>
              <a:rect b="b" l="l" r="r" t="t"/>
              <a:pathLst>
                <a:path extrusionOk="0" h="1406" w="1430">
                  <a:moveTo>
                    <a:pt x="681" y="1"/>
                  </a:moveTo>
                  <a:cubicBezTo>
                    <a:pt x="607" y="1"/>
                    <a:pt x="536" y="18"/>
                    <a:pt x="477" y="35"/>
                  </a:cubicBezTo>
                  <a:cubicBezTo>
                    <a:pt x="227" y="130"/>
                    <a:pt x="24" y="344"/>
                    <a:pt x="12" y="642"/>
                  </a:cubicBezTo>
                  <a:cubicBezTo>
                    <a:pt x="0" y="844"/>
                    <a:pt x="60" y="1035"/>
                    <a:pt x="179" y="1166"/>
                  </a:cubicBezTo>
                  <a:cubicBezTo>
                    <a:pt x="262" y="1285"/>
                    <a:pt x="405" y="1356"/>
                    <a:pt x="548" y="1392"/>
                  </a:cubicBezTo>
                  <a:cubicBezTo>
                    <a:pt x="584" y="1392"/>
                    <a:pt x="608" y="1404"/>
                    <a:pt x="655" y="1404"/>
                  </a:cubicBezTo>
                  <a:cubicBezTo>
                    <a:pt x="677" y="1405"/>
                    <a:pt x="698" y="1406"/>
                    <a:pt x="720" y="1406"/>
                  </a:cubicBezTo>
                  <a:cubicBezTo>
                    <a:pt x="874" y="1406"/>
                    <a:pt x="1016" y="1367"/>
                    <a:pt x="1132" y="1273"/>
                  </a:cubicBezTo>
                  <a:cubicBezTo>
                    <a:pt x="1263" y="1178"/>
                    <a:pt x="1370" y="1023"/>
                    <a:pt x="1394" y="844"/>
                  </a:cubicBezTo>
                  <a:cubicBezTo>
                    <a:pt x="1394" y="820"/>
                    <a:pt x="1417" y="797"/>
                    <a:pt x="1417" y="761"/>
                  </a:cubicBezTo>
                  <a:cubicBezTo>
                    <a:pt x="1429" y="546"/>
                    <a:pt x="1334" y="332"/>
                    <a:pt x="1191" y="189"/>
                  </a:cubicBezTo>
                  <a:cubicBezTo>
                    <a:pt x="1132" y="130"/>
                    <a:pt x="1060" y="82"/>
                    <a:pt x="977" y="46"/>
                  </a:cubicBezTo>
                  <a:cubicBezTo>
                    <a:pt x="917" y="35"/>
                    <a:pt x="846" y="11"/>
                    <a:pt x="774" y="11"/>
                  </a:cubicBezTo>
                  <a:cubicBezTo>
                    <a:pt x="743" y="4"/>
                    <a:pt x="712" y="1"/>
                    <a:pt x="6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1" name="Google Shape;3481;p24"/>
            <p:cNvSpPr/>
            <p:nvPr/>
          </p:nvSpPr>
          <p:spPr>
            <a:xfrm>
              <a:off x="6526400" y="2260750"/>
              <a:ext cx="36625" cy="35900"/>
            </a:xfrm>
            <a:custGeom>
              <a:rect b="b" l="l" r="r" t="t"/>
              <a:pathLst>
                <a:path extrusionOk="0" h="1436" w="1465">
                  <a:moveTo>
                    <a:pt x="756" y="1"/>
                  </a:moveTo>
                  <a:cubicBezTo>
                    <a:pt x="382" y="1"/>
                    <a:pt x="82" y="287"/>
                    <a:pt x="48" y="658"/>
                  </a:cubicBezTo>
                  <a:cubicBezTo>
                    <a:pt x="0" y="1063"/>
                    <a:pt x="298" y="1408"/>
                    <a:pt x="703" y="1432"/>
                  </a:cubicBezTo>
                  <a:cubicBezTo>
                    <a:pt x="727" y="1435"/>
                    <a:pt x="751" y="1436"/>
                    <a:pt x="775" y="1436"/>
                  </a:cubicBezTo>
                  <a:cubicBezTo>
                    <a:pt x="986" y="1436"/>
                    <a:pt x="1182" y="1343"/>
                    <a:pt x="1310" y="1182"/>
                  </a:cubicBezTo>
                  <a:cubicBezTo>
                    <a:pt x="1405" y="1075"/>
                    <a:pt x="1465" y="944"/>
                    <a:pt x="1465" y="765"/>
                  </a:cubicBezTo>
                  <a:lnTo>
                    <a:pt x="1465" y="754"/>
                  </a:lnTo>
                  <a:lnTo>
                    <a:pt x="1465" y="682"/>
                  </a:lnTo>
                  <a:cubicBezTo>
                    <a:pt x="1453" y="515"/>
                    <a:pt x="1393" y="384"/>
                    <a:pt x="1298" y="265"/>
                  </a:cubicBezTo>
                  <a:cubicBezTo>
                    <a:pt x="1179" y="123"/>
                    <a:pt x="1012" y="27"/>
                    <a:pt x="822" y="3"/>
                  </a:cubicBezTo>
                  <a:cubicBezTo>
                    <a:pt x="800" y="2"/>
                    <a:pt x="778" y="1"/>
                    <a:pt x="75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2" name="Google Shape;3482;p24"/>
            <p:cNvSpPr/>
            <p:nvPr/>
          </p:nvSpPr>
          <p:spPr>
            <a:xfrm>
              <a:off x="6950250" y="2089625"/>
              <a:ext cx="20875" cy="20600"/>
            </a:xfrm>
            <a:custGeom>
              <a:rect b="b" l="l" r="r" t="t"/>
              <a:pathLst>
                <a:path extrusionOk="0" h="824" w="835">
                  <a:moveTo>
                    <a:pt x="410" y="1"/>
                  </a:moveTo>
                  <a:cubicBezTo>
                    <a:pt x="287" y="1"/>
                    <a:pt x="183" y="47"/>
                    <a:pt x="108" y="121"/>
                  </a:cubicBezTo>
                  <a:cubicBezTo>
                    <a:pt x="49" y="205"/>
                    <a:pt x="1" y="276"/>
                    <a:pt x="1" y="383"/>
                  </a:cubicBezTo>
                  <a:lnTo>
                    <a:pt x="1" y="419"/>
                  </a:lnTo>
                  <a:cubicBezTo>
                    <a:pt x="1" y="574"/>
                    <a:pt x="72" y="693"/>
                    <a:pt x="191" y="764"/>
                  </a:cubicBezTo>
                  <a:cubicBezTo>
                    <a:pt x="239" y="800"/>
                    <a:pt x="299" y="824"/>
                    <a:pt x="370" y="824"/>
                  </a:cubicBezTo>
                  <a:cubicBezTo>
                    <a:pt x="441" y="824"/>
                    <a:pt x="525" y="812"/>
                    <a:pt x="584" y="776"/>
                  </a:cubicBezTo>
                  <a:cubicBezTo>
                    <a:pt x="692" y="741"/>
                    <a:pt x="751" y="657"/>
                    <a:pt x="787" y="574"/>
                  </a:cubicBezTo>
                  <a:cubicBezTo>
                    <a:pt x="811" y="538"/>
                    <a:pt x="822" y="502"/>
                    <a:pt x="822" y="455"/>
                  </a:cubicBezTo>
                  <a:cubicBezTo>
                    <a:pt x="834" y="324"/>
                    <a:pt x="787" y="217"/>
                    <a:pt x="703" y="121"/>
                  </a:cubicBezTo>
                  <a:cubicBezTo>
                    <a:pt x="656" y="98"/>
                    <a:pt x="608" y="50"/>
                    <a:pt x="549" y="38"/>
                  </a:cubicBezTo>
                  <a:cubicBezTo>
                    <a:pt x="525" y="26"/>
                    <a:pt x="489" y="2"/>
                    <a:pt x="453" y="2"/>
                  </a:cubicBezTo>
                  <a:cubicBezTo>
                    <a:pt x="439" y="1"/>
                    <a:pt x="424" y="1"/>
                    <a:pt x="4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83" name="Google Shape;3483;p24"/>
          <p:cNvGrpSpPr/>
          <p:nvPr/>
        </p:nvGrpSpPr>
        <p:grpSpPr>
          <a:xfrm flipH="1" rot="5400000">
            <a:off x="381079" y="-380942"/>
            <a:ext cx="908540" cy="1670705"/>
            <a:chOff x="6526400" y="1492875"/>
            <a:chExt cx="509900" cy="937650"/>
          </a:xfrm>
        </p:grpSpPr>
        <p:sp>
          <p:nvSpPr>
            <p:cNvPr id="3484" name="Google Shape;3484;p24"/>
            <p:cNvSpPr/>
            <p:nvPr/>
          </p:nvSpPr>
          <p:spPr>
            <a:xfrm>
              <a:off x="6902350" y="1492875"/>
              <a:ext cx="133950" cy="92000"/>
            </a:xfrm>
            <a:custGeom>
              <a:rect b="b" l="l" r="r" t="t"/>
              <a:pathLst>
                <a:path extrusionOk="0" h="3680" w="5358">
                  <a:moveTo>
                    <a:pt x="5358" y="0"/>
                  </a:moveTo>
                  <a:lnTo>
                    <a:pt x="0" y="3275"/>
                  </a:lnTo>
                  <a:lnTo>
                    <a:pt x="202" y="3679"/>
                  </a:lnTo>
                  <a:lnTo>
                    <a:pt x="5358" y="524"/>
                  </a:lnTo>
                  <a:lnTo>
                    <a:pt x="5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5" name="Google Shape;3485;p24"/>
            <p:cNvSpPr/>
            <p:nvPr/>
          </p:nvSpPr>
          <p:spPr>
            <a:xfrm>
              <a:off x="6839525" y="1837250"/>
              <a:ext cx="325" cy="925"/>
            </a:xfrm>
            <a:custGeom>
              <a:rect b="b" l="l" r="r" t="t"/>
              <a:pathLst>
                <a:path extrusionOk="0" h="37" w="13">
                  <a:moveTo>
                    <a:pt x="13" y="1"/>
                  </a:moveTo>
                  <a:cubicBezTo>
                    <a:pt x="1" y="1"/>
                    <a:pt x="1" y="25"/>
                    <a:pt x="1" y="37"/>
                  </a:cubicBezTo>
                  <a:cubicBezTo>
                    <a:pt x="1" y="25"/>
                    <a:pt x="1" y="13"/>
                    <a:pt x="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6" name="Google Shape;3486;p24"/>
            <p:cNvSpPr/>
            <p:nvPr/>
          </p:nvSpPr>
          <p:spPr>
            <a:xfrm>
              <a:off x="6839525" y="1689025"/>
              <a:ext cx="97375" cy="151525"/>
            </a:xfrm>
            <a:custGeom>
              <a:rect b="b" l="l" r="r" t="t"/>
              <a:pathLst>
                <a:path extrusionOk="0" h="6061" w="3895">
                  <a:moveTo>
                    <a:pt x="20" y="5898"/>
                  </a:moveTo>
                  <a:cubicBezTo>
                    <a:pt x="13" y="5908"/>
                    <a:pt x="6" y="5919"/>
                    <a:pt x="1" y="5930"/>
                  </a:cubicBezTo>
                  <a:lnTo>
                    <a:pt x="20" y="5898"/>
                  </a:lnTo>
                  <a:close/>
                  <a:moveTo>
                    <a:pt x="3513" y="1"/>
                  </a:moveTo>
                  <a:lnTo>
                    <a:pt x="20" y="5898"/>
                  </a:lnTo>
                  <a:lnTo>
                    <a:pt x="20" y="5898"/>
                  </a:lnTo>
                  <a:cubicBezTo>
                    <a:pt x="42" y="5867"/>
                    <a:pt x="69" y="5844"/>
                    <a:pt x="96" y="5835"/>
                  </a:cubicBezTo>
                  <a:cubicBezTo>
                    <a:pt x="130" y="5818"/>
                    <a:pt x="166" y="5809"/>
                    <a:pt x="201" y="5809"/>
                  </a:cubicBezTo>
                  <a:cubicBezTo>
                    <a:pt x="288" y="5809"/>
                    <a:pt x="368" y="5860"/>
                    <a:pt x="394" y="5954"/>
                  </a:cubicBezTo>
                  <a:lnTo>
                    <a:pt x="441" y="6061"/>
                  </a:lnTo>
                  <a:lnTo>
                    <a:pt x="3894" y="239"/>
                  </a:lnTo>
                  <a:cubicBezTo>
                    <a:pt x="3727" y="191"/>
                    <a:pt x="3597" y="120"/>
                    <a:pt x="35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7" name="Google Shape;3487;p24"/>
            <p:cNvSpPr/>
            <p:nvPr/>
          </p:nvSpPr>
          <p:spPr>
            <a:xfrm>
              <a:off x="6838950" y="1834425"/>
              <a:ext cx="124725" cy="258250"/>
            </a:xfrm>
            <a:custGeom>
              <a:rect b="b" l="l" r="r" t="t"/>
              <a:pathLst>
                <a:path extrusionOk="0" h="10330" w="4989">
                  <a:moveTo>
                    <a:pt x="212" y="0"/>
                  </a:moveTo>
                  <a:cubicBezTo>
                    <a:pt x="182" y="0"/>
                    <a:pt x="150" y="6"/>
                    <a:pt x="119" y="19"/>
                  </a:cubicBezTo>
                  <a:cubicBezTo>
                    <a:pt x="83" y="31"/>
                    <a:pt x="48" y="66"/>
                    <a:pt x="24" y="102"/>
                  </a:cubicBezTo>
                  <a:cubicBezTo>
                    <a:pt x="24" y="126"/>
                    <a:pt x="0" y="138"/>
                    <a:pt x="0" y="150"/>
                  </a:cubicBezTo>
                  <a:lnTo>
                    <a:pt x="0" y="162"/>
                  </a:lnTo>
                  <a:lnTo>
                    <a:pt x="0" y="197"/>
                  </a:lnTo>
                  <a:lnTo>
                    <a:pt x="0" y="209"/>
                  </a:lnTo>
                  <a:lnTo>
                    <a:pt x="0" y="245"/>
                  </a:lnTo>
                  <a:lnTo>
                    <a:pt x="0" y="257"/>
                  </a:lnTo>
                  <a:cubicBezTo>
                    <a:pt x="0" y="269"/>
                    <a:pt x="24" y="281"/>
                    <a:pt x="24" y="304"/>
                  </a:cubicBezTo>
                  <a:lnTo>
                    <a:pt x="4560" y="10329"/>
                  </a:lnTo>
                  <a:cubicBezTo>
                    <a:pt x="4624" y="10255"/>
                    <a:pt x="4736" y="10209"/>
                    <a:pt x="4845" y="10209"/>
                  </a:cubicBezTo>
                  <a:cubicBezTo>
                    <a:pt x="4857" y="10209"/>
                    <a:pt x="4869" y="10209"/>
                    <a:pt x="4882" y="10210"/>
                  </a:cubicBezTo>
                  <a:cubicBezTo>
                    <a:pt x="4917" y="10210"/>
                    <a:pt x="4965" y="10222"/>
                    <a:pt x="4989" y="10246"/>
                  </a:cubicBezTo>
                  <a:lnTo>
                    <a:pt x="464" y="221"/>
                  </a:lnTo>
                  <a:lnTo>
                    <a:pt x="417" y="126"/>
                  </a:lnTo>
                  <a:cubicBezTo>
                    <a:pt x="373" y="47"/>
                    <a:pt x="297" y="0"/>
                    <a:pt x="2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8" name="Google Shape;3488;p24"/>
            <p:cNvSpPr/>
            <p:nvPr/>
          </p:nvSpPr>
          <p:spPr>
            <a:xfrm>
              <a:off x="6945800" y="1529475"/>
              <a:ext cx="90500" cy="135175"/>
            </a:xfrm>
            <a:custGeom>
              <a:rect b="b" l="l" r="r" t="t"/>
              <a:pathLst>
                <a:path extrusionOk="0" h="5407" w="3620">
                  <a:moveTo>
                    <a:pt x="3620" y="1"/>
                  </a:moveTo>
                  <a:lnTo>
                    <a:pt x="0" y="5073"/>
                  </a:lnTo>
                  <a:lnTo>
                    <a:pt x="108" y="5263"/>
                  </a:lnTo>
                  <a:cubicBezTo>
                    <a:pt x="179" y="5299"/>
                    <a:pt x="250" y="5335"/>
                    <a:pt x="310" y="5406"/>
                  </a:cubicBezTo>
                  <a:lnTo>
                    <a:pt x="3620" y="775"/>
                  </a:lnTo>
                  <a:lnTo>
                    <a:pt x="36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9" name="Google Shape;3489;p24"/>
            <p:cNvSpPr/>
            <p:nvPr/>
          </p:nvSpPr>
          <p:spPr>
            <a:xfrm>
              <a:off x="6951750" y="1681000"/>
              <a:ext cx="84550" cy="169075"/>
            </a:xfrm>
            <a:custGeom>
              <a:rect b="b" l="l" r="r" t="t"/>
              <a:pathLst>
                <a:path extrusionOk="0" h="6763" w="3382">
                  <a:moveTo>
                    <a:pt x="286" y="0"/>
                  </a:moveTo>
                  <a:cubicBezTo>
                    <a:pt x="239" y="179"/>
                    <a:pt x="155" y="334"/>
                    <a:pt x="0" y="429"/>
                  </a:cubicBezTo>
                  <a:lnTo>
                    <a:pt x="3382" y="6763"/>
                  </a:lnTo>
                  <a:lnTo>
                    <a:pt x="3382" y="5810"/>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0" name="Google Shape;3490;p24"/>
            <p:cNvSpPr/>
            <p:nvPr/>
          </p:nvSpPr>
          <p:spPr>
            <a:xfrm>
              <a:off x="6891325" y="1570800"/>
              <a:ext cx="56875" cy="90275"/>
            </a:xfrm>
            <a:custGeom>
              <a:rect b="b" l="l" r="r" t="t"/>
              <a:pathLst>
                <a:path extrusionOk="0" h="3611" w="2275">
                  <a:moveTo>
                    <a:pt x="219" y="1"/>
                  </a:moveTo>
                  <a:cubicBezTo>
                    <a:pt x="185" y="1"/>
                    <a:pt x="151" y="9"/>
                    <a:pt x="120" y="27"/>
                  </a:cubicBezTo>
                  <a:cubicBezTo>
                    <a:pt x="84" y="62"/>
                    <a:pt x="48" y="86"/>
                    <a:pt x="36" y="122"/>
                  </a:cubicBezTo>
                  <a:cubicBezTo>
                    <a:pt x="24" y="146"/>
                    <a:pt x="1" y="193"/>
                    <a:pt x="1" y="241"/>
                  </a:cubicBezTo>
                  <a:cubicBezTo>
                    <a:pt x="72" y="205"/>
                    <a:pt x="143" y="193"/>
                    <a:pt x="215" y="193"/>
                  </a:cubicBezTo>
                  <a:cubicBezTo>
                    <a:pt x="405" y="205"/>
                    <a:pt x="572" y="384"/>
                    <a:pt x="548" y="574"/>
                  </a:cubicBezTo>
                  <a:cubicBezTo>
                    <a:pt x="524" y="717"/>
                    <a:pt x="441" y="836"/>
                    <a:pt x="322" y="872"/>
                  </a:cubicBezTo>
                  <a:lnTo>
                    <a:pt x="1763" y="3587"/>
                  </a:lnTo>
                  <a:cubicBezTo>
                    <a:pt x="1834" y="3560"/>
                    <a:pt x="1906" y="3546"/>
                    <a:pt x="1982" y="3546"/>
                  </a:cubicBezTo>
                  <a:cubicBezTo>
                    <a:pt x="2007" y="3546"/>
                    <a:pt x="2034" y="3548"/>
                    <a:pt x="2060" y="3551"/>
                  </a:cubicBezTo>
                  <a:cubicBezTo>
                    <a:pt x="2132" y="3575"/>
                    <a:pt x="2215" y="3587"/>
                    <a:pt x="2275" y="3610"/>
                  </a:cubicBezTo>
                  <a:lnTo>
                    <a:pt x="2167" y="3420"/>
                  </a:lnTo>
                  <a:lnTo>
                    <a:pt x="643" y="551"/>
                  </a:lnTo>
                  <a:lnTo>
                    <a:pt x="441" y="146"/>
                  </a:lnTo>
                  <a:lnTo>
                    <a:pt x="417" y="122"/>
                  </a:lnTo>
                  <a:cubicBezTo>
                    <a:pt x="375" y="47"/>
                    <a:pt x="298" y="1"/>
                    <a:pt x="21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1" name="Google Shape;3491;p24"/>
            <p:cNvSpPr/>
            <p:nvPr/>
          </p:nvSpPr>
          <p:spPr>
            <a:xfrm>
              <a:off x="6967825" y="2063475"/>
              <a:ext cx="68475" cy="40500"/>
            </a:xfrm>
            <a:custGeom>
              <a:rect b="b" l="l" r="r" t="t"/>
              <a:pathLst>
                <a:path extrusionOk="0" h="1620" w="2739">
                  <a:moveTo>
                    <a:pt x="2739" y="1"/>
                  </a:moveTo>
                  <a:lnTo>
                    <a:pt x="0" y="1167"/>
                  </a:lnTo>
                  <a:cubicBezTo>
                    <a:pt x="72" y="1263"/>
                    <a:pt x="131" y="1370"/>
                    <a:pt x="119" y="1501"/>
                  </a:cubicBezTo>
                  <a:cubicBezTo>
                    <a:pt x="119" y="1548"/>
                    <a:pt x="108" y="1572"/>
                    <a:pt x="84" y="1620"/>
                  </a:cubicBezTo>
                  <a:lnTo>
                    <a:pt x="2739" y="489"/>
                  </a:lnTo>
                  <a:lnTo>
                    <a:pt x="27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2" name="Google Shape;3492;p24"/>
            <p:cNvSpPr/>
            <p:nvPr/>
          </p:nvSpPr>
          <p:spPr>
            <a:xfrm>
              <a:off x="6558850" y="2100100"/>
              <a:ext cx="396200" cy="178025"/>
            </a:xfrm>
            <a:custGeom>
              <a:rect b="b" l="l" r="r" t="t"/>
              <a:pathLst>
                <a:path extrusionOk="0" h="7121" w="15848">
                  <a:moveTo>
                    <a:pt x="15657" y="0"/>
                  </a:moveTo>
                  <a:lnTo>
                    <a:pt x="0" y="6703"/>
                  </a:lnTo>
                  <a:cubicBezTo>
                    <a:pt x="95" y="6822"/>
                    <a:pt x="155" y="6965"/>
                    <a:pt x="167" y="7120"/>
                  </a:cubicBezTo>
                  <a:lnTo>
                    <a:pt x="15824" y="417"/>
                  </a:lnTo>
                  <a:cubicBezTo>
                    <a:pt x="15836" y="393"/>
                    <a:pt x="15836" y="357"/>
                    <a:pt x="15847" y="345"/>
                  </a:cubicBezTo>
                  <a:cubicBezTo>
                    <a:pt x="15728" y="274"/>
                    <a:pt x="15657" y="155"/>
                    <a:pt x="1565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3" name="Google Shape;3493;p24"/>
            <p:cNvSpPr/>
            <p:nvPr/>
          </p:nvSpPr>
          <p:spPr>
            <a:xfrm>
              <a:off x="6954425" y="2108725"/>
              <a:ext cx="81875" cy="207200"/>
            </a:xfrm>
            <a:custGeom>
              <a:rect b="b" l="l" r="r" t="t"/>
              <a:pathLst>
                <a:path extrusionOk="0" h="8288" w="3275">
                  <a:moveTo>
                    <a:pt x="24" y="0"/>
                  </a:moveTo>
                  <a:cubicBezTo>
                    <a:pt x="13" y="36"/>
                    <a:pt x="1" y="48"/>
                    <a:pt x="1" y="60"/>
                  </a:cubicBezTo>
                  <a:cubicBezTo>
                    <a:pt x="1" y="108"/>
                    <a:pt x="1" y="155"/>
                    <a:pt x="13" y="191"/>
                  </a:cubicBezTo>
                  <a:lnTo>
                    <a:pt x="3275" y="8287"/>
                  </a:lnTo>
                  <a:lnTo>
                    <a:pt x="3275" y="7097"/>
                  </a:lnTo>
                  <a:lnTo>
                    <a:pt x="429" y="36"/>
                  </a:lnTo>
                  <a:cubicBezTo>
                    <a:pt x="417" y="36"/>
                    <a:pt x="417" y="12"/>
                    <a:pt x="417" y="12"/>
                  </a:cubicBezTo>
                  <a:cubicBezTo>
                    <a:pt x="358" y="48"/>
                    <a:pt x="286" y="60"/>
                    <a:pt x="203" y="60"/>
                  </a:cubicBezTo>
                  <a:cubicBezTo>
                    <a:pt x="132" y="48"/>
                    <a:pt x="72" y="36"/>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4" name="Google Shape;3494;p24"/>
            <p:cNvSpPr/>
            <p:nvPr/>
          </p:nvSpPr>
          <p:spPr>
            <a:xfrm>
              <a:off x="6559150" y="2280175"/>
              <a:ext cx="477150" cy="150350"/>
            </a:xfrm>
            <a:custGeom>
              <a:rect b="b" l="l" r="r" t="t"/>
              <a:pathLst>
                <a:path extrusionOk="0" h="6014" w="19086">
                  <a:moveTo>
                    <a:pt x="167" y="0"/>
                  </a:moveTo>
                  <a:cubicBezTo>
                    <a:pt x="155" y="167"/>
                    <a:pt x="95" y="298"/>
                    <a:pt x="0" y="405"/>
                  </a:cubicBezTo>
                  <a:lnTo>
                    <a:pt x="19086" y="6013"/>
                  </a:lnTo>
                  <a:lnTo>
                    <a:pt x="19086" y="5561"/>
                  </a:lnTo>
                  <a:lnTo>
                    <a:pt x="16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5" name="Google Shape;3495;p24"/>
            <p:cNvSpPr/>
            <p:nvPr/>
          </p:nvSpPr>
          <p:spPr>
            <a:xfrm>
              <a:off x="6886575" y="1575550"/>
              <a:ext cx="19050" cy="17950"/>
            </a:xfrm>
            <a:custGeom>
              <a:rect b="b" l="l" r="r" t="t"/>
              <a:pathLst>
                <a:path extrusionOk="0" h="718" w="762">
                  <a:moveTo>
                    <a:pt x="367" y="0"/>
                  </a:moveTo>
                  <a:cubicBezTo>
                    <a:pt x="308" y="0"/>
                    <a:pt x="251" y="22"/>
                    <a:pt x="202" y="51"/>
                  </a:cubicBezTo>
                  <a:cubicBezTo>
                    <a:pt x="95" y="111"/>
                    <a:pt x="36" y="206"/>
                    <a:pt x="24" y="325"/>
                  </a:cubicBezTo>
                  <a:cubicBezTo>
                    <a:pt x="0" y="539"/>
                    <a:pt x="155" y="706"/>
                    <a:pt x="345" y="718"/>
                  </a:cubicBezTo>
                  <a:cubicBezTo>
                    <a:pt x="405" y="718"/>
                    <a:pt x="464" y="706"/>
                    <a:pt x="512" y="682"/>
                  </a:cubicBezTo>
                  <a:cubicBezTo>
                    <a:pt x="631" y="646"/>
                    <a:pt x="714" y="539"/>
                    <a:pt x="738" y="384"/>
                  </a:cubicBezTo>
                  <a:cubicBezTo>
                    <a:pt x="762" y="194"/>
                    <a:pt x="595" y="15"/>
                    <a:pt x="405" y="3"/>
                  </a:cubicBezTo>
                  <a:cubicBezTo>
                    <a:pt x="392" y="1"/>
                    <a:pt x="380" y="0"/>
                    <a:pt x="3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6" name="Google Shape;3496;p24"/>
            <p:cNvSpPr/>
            <p:nvPr/>
          </p:nvSpPr>
          <p:spPr>
            <a:xfrm>
              <a:off x="6923175" y="1659900"/>
              <a:ext cx="35750" cy="35150"/>
            </a:xfrm>
            <a:custGeom>
              <a:rect b="b" l="l" r="r" t="t"/>
              <a:pathLst>
                <a:path extrusionOk="0" h="1406" w="1430">
                  <a:moveTo>
                    <a:pt x="681" y="1"/>
                  </a:moveTo>
                  <a:cubicBezTo>
                    <a:pt x="607" y="1"/>
                    <a:pt x="536" y="18"/>
                    <a:pt x="477" y="35"/>
                  </a:cubicBezTo>
                  <a:cubicBezTo>
                    <a:pt x="227" y="130"/>
                    <a:pt x="24" y="344"/>
                    <a:pt x="12" y="642"/>
                  </a:cubicBezTo>
                  <a:cubicBezTo>
                    <a:pt x="0" y="844"/>
                    <a:pt x="60" y="1035"/>
                    <a:pt x="179" y="1166"/>
                  </a:cubicBezTo>
                  <a:cubicBezTo>
                    <a:pt x="262" y="1285"/>
                    <a:pt x="405" y="1356"/>
                    <a:pt x="548" y="1392"/>
                  </a:cubicBezTo>
                  <a:cubicBezTo>
                    <a:pt x="584" y="1392"/>
                    <a:pt x="608" y="1404"/>
                    <a:pt x="655" y="1404"/>
                  </a:cubicBezTo>
                  <a:cubicBezTo>
                    <a:pt x="677" y="1405"/>
                    <a:pt x="698" y="1406"/>
                    <a:pt x="720" y="1406"/>
                  </a:cubicBezTo>
                  <a:cubicBezTo>
                    <a:pt x="874" y="1406"/>
                    <a:pt x="1016" y="1367"/>
                    <a:pt x="1132" y="1273"/>
                  </a:cubicBezTo>
                  <a:cubicBezTo>
                    <a:pt x="1263" y="1178"/>
                    <a:pt x="1370" y="1023"/>
                    <a:pt x="1394" y="844"/>
                  </a:cubicBezTo>
                  <a:cubicBezTo>
                    <a:pt x="1394" y="820"/>
                    <a:pt x="1417" y="797"/>
                    <a:pt x="1417" y="761"/>
                  </a:cubicBezTo>
                  <a:cubicBezTo>
                    <a:pt x="1429" y="546"/>
                    <a:pt x="1334" y="332"/>
                    <a:pt x="1191" y="189"/>
                  </a:cubicBezTo>
                  <a:cubicBezTo>
                    <a:pt x="1132" y="130"/>
                    <a:pt x="1060" y="82"/>
                    <a:pt x="977" y="46"/>
                  </a:cubicBezTo>
                  <a:cubicBezTo>
                    <a:pt x="917" y="35"/>
                    <a:pt x="846" y="11"/>
                    <a:pt x="774" y="11"/>
                  </a:cubicBezTo>
                  <a:cubicBezTo>
                    <a:pt x="743" y="4"/>
                    <a:pt x="712" y="1"/>
                    <a:pt x="6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7" name="Google Shape;3497;p24"/>
            <p:cNvSpPr/>
            <p:nvPr/>
          </p:nvSpPr>
          <p:spPr>
            <a:xfrm>
              <a:off x="6526400" y="2260750"/>
              <a:ext cx="36625" cy="35900"/>
            </a:xfrm>
            <a:custGeom>
              <a:rect b="b" l="l" r="r" t="t"/>
              <a:pathLst>
                <a:path extrusionOk="0" h="1436" w="1465">
                  <a:moveTo>
                    <a:pt x="756" y="1"/>
                  </a:moveTo>
                  <a:cubicBezTo>
                    <a:pt x="382" y="1"/>
                    <a:pt x="82" y="287"/>
                    <a:pt x="48" y="658"/>
                  </a:cubicBezTo>
                  <a:cubicBezTo>
                    <a:pt x="0" y="1063"/>
                    <a:pt x="298" y="1408"/>
                    <a:pt x="703" y="1432"/>
                  </a:cubicBezTo>
                  <a:cubicBezTo>
                    <a:pt x="727" y="1435"/>
                    <a:pt x="751" y="1436"/>
                    <a:pt x="775" y="1436"/>
                  </a:cubicBezTo>
                  <a:cubicBezTo>
                    <a:pt x="986" y="1436"/>
                    <a:pt x="1182" y="1343"/>
                    <a:pt x="1310" y="1182"/>
                  </a:cubicBezTo>
                  <a:cubicBezTo>
                    <a:pt x="1405" y="1075"/>
                    <a:pt x="1465" y="944"/>
                    <a:pt x="1465" y="765"/>
                  </a:cubicBezTo>
                  <a:lnTo>
                    <a:pt x="1465" y="754"/>
                  </a:lnTo>
                  <a:lnTo>
                    <a:pt x="1465" y="682"/>
                  </a:lnTo>
                  <a:cubicBezTo>
                    <a:pt x="1453" y="515"/>
                    <a:pt x="1393" y="384"/>
                    <a:pt x="1298" y="265"/>
                  </a:cubicBezTo>
                  <a:cubicBezTo>
                    <a:pt x="1179" y="123"/>
                    <a:pt x="1012" y="27"/>
                    <a:pt x="822" y="3"/>
                  </a:cubicBezTo>
                  <a:cubicBezTo>
                    <a:pt x="800" y="2"/>
                    <a:pt x="778" y="1"/>
                    <a:pt x="75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8" name="Google Shape;3498;p24"/>
            <p:cNvSpPr/>
            <p:nvPr/>
          </p:nvSpPr>
          <p:spPr>
            <a:xfrm>
              <a:off x="6950250" y="2089625"/>
              <a:ext cx="20875" cy="20600"/>
            </a:xfrm>
            <a:custGeom>
              <a:rect b="b" l="l" r="r" t="t"/>
              <a:pathLst>
                <a:path extrusionOk="0" h="824" w="835">
                  <a:moveTo>
                    <a:pt x="410" y="1"/>
                  </a:moveTo>
                  <a:cubicBezTo>
                    <a:pt x="287" y="1"/>
                    <a:pt x="183" y="47"/>
                    <a:pt x="108" y="121"/>
                  </a:cubicBezTo>
                  <a:cubicBezTo>
                    <a:pt x="49" y="205"/>
                    <a:pt x="1" y="276"/>
                    <a:pt x="1" y="383"/>
                  </a:cubicBezTo>
                  <a:lnTo>
                    <a:pt x="1" y="419"/>
                  </a:lnTo>
                  <a:cubicBezTo>
                    <a:pt x="1" y="574"/>
                    <a:pt x="72" y="693"/>
                    <a:pt x="191" y="764"/>
                  </a:cubicBezTo>
                  <a:cubicBezTo>
                    <a:pt x="239" y="800"/>
                    <a:pt x="299" y="824"/>
                    <a:pt x="370" y="824"/>
                  </a:cubicBezTo>
                  <a:cubicBezTo>
                    <a:pt x="441" y="824"/>
                    <a:pt x="525" y="812"/>
                    <a:pt x="584" y="776"/>
                  </a:cubicBezTo>
                  <a:cubicBezTo>
                    <a:pt x="692" y="741"/>
                    <a:pt x="751" y="657"/>
                    <a:pt x="787" y="574"/>
                  </a:cubicBezTo>
                  <a:cubicBezTo>
                    <a:pt x="811" y="538"/>
                    <a:pt x="822" y="502"/>
                    <a:pt x="822" y="455"/>
                  </a:cubicBezTo>
                  <a:cubicBezTo>
                    <a:pt x="834" y="324"/>
                    <a:pt x="787" y="217"/>
                    <a:pt x="703" y="121"/>
                  </a:cubicBezTo>
                  <a:cubicBezTo>
                    <a:pt x="656" y="98"/>
                    <a:pt x="608" y="50"/>
                    <a:pt x="549" y="38"/>
                  </a:cubicBezTo>
                  <a:cubicBezTo>
                    <a:pt x="525" y="26"/>
                    <a:pt x="489" y="2"/>
                    <a:pt x="453" y="2"/>
                  </a:cubicBezTo>
                  <a:cubicBezTo>
                    <a:pt x="439" y="1"/>
                    <a:pt x="424" y="1"/>
                    <a:pt x="4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99" name="Google Shape;3499;p2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3500" name="Google Shape;3500;p24"/>
          <p:cNvSpPr txBox="1"/>
          <p:nvPr>
            <p:ph idx="2" type="title"/>
          </p:nvPr>
        </p:nvSpPr>
        <p:spPr>
          <a:xfrm>
            <a:off x="1024075" y="1925575"/>
            <a:ext cx="21402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501" name="Google Shape;3501;p24"/>
          <p:cNvSpPr txBox="1"/>
          <p:nvPr>
            <p:ph idx="1" type="subTitle"/>
          </p:nvPr>
        </p:nvSpPr>
        <p:spPr>
          <a:xfrm>
            <a:off x="1024125" y="2248925"/>
            <a:ext cx="2140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502" name="Google Shape;3502;p24"/>
          <p:cNvSpPr txBox="1"/>
          <p:nvPr>
            <p:ph idx="3" type="title"/>
          </p:nvPr>
        </p:nvSpPr>
        <p:spPr>
          <a:xfrm>
            <a:off x="3501850" y="1920613"/>
            <a:ext cx="21402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503" name="Google Shape;3503;p24"/>
          <p:cNvSpPr txBox="1"/>
          <p:nvPr>
            <p:ph idx="4" type="subTitle"/>
          </p:nvPr>
        </p:nvSpPr>
        <p:spPr>
          <a:xfrm>
            <a:off x="3501900" y="2248925"/>
            <a:ext cx="2140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504" name="Google Shape;3504;p24"/>
          <p:cNvSpPr txBox="1"/>
          <p:nvPr>
            <p:ph idx="5" type="title"/>
          </p:nvPr>
        </p:nvSpPr>
        <p:spPr>
          <a:xfrm>
            <a:off x="2262962" y="3612825"/>
            <a:ext cx="21402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505" name="Google Shape;3505;p24"/>
          <p:cNvSpPr txBox="1"/>
          <p:nvPr>
            <p:ph idx="6" type="subTitle"/>
          </p:nvPr>
        </p:nvSpPr>
        <p:spPr>
          <a:xfrm>
            <a:off x="2263012" y="3936175"/>
            <a:ext cx="2140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506" name="Google Shape;3506;p24"/>
          <p:cNvSpPr txBox="1"/>
          <p:nvPr>
            <p:ph idx="7" type="title"/>
          </p:nvPr>
        </p:nvSpPr>
        <p:spPr>
          <a:xfrm>
            <a:off x="5979625" y="1925575"/>
            <a:ext cx="21402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507" name="Google Shape;3507;p24"/>
          <p:cNvSpPr txBox="1"/>
          <p:nvPr>
            <p:ph idx="8" type="subTitle"/>
          </p:nvPr>
        </p:nvSpPr>
        <p:spPr>
          <a:xfrm>
            <a:off x="5979675" y="2248925"/>
            <a:ext cx="2140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508" name="Google Shape;3508;p24"/>
          <p:cNvSpPr txBox="1"/>
          <p:nvPr>
            <p:ph idx="9" type="title"/>
          </p:nvPr>
        </p:nvSpPr>
        <p:spPr>
          <a:xfrm>
            <a:off x="4740737" y="3612825"/>
            <a:ext cx="21402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509" name="Google Shape;3509;p24"/>
          <p:cNvSpPr txBox="1"/>
          <p:nvPr>
            <p:ph idx="13" type="subTitle"/>
          </p:nvPr>
        </p:nvSpPr>
        <p:spPr>
          <a:xfrm>
            <a:off x="4740787" y="3936175"/>
            <a:ext cx="2140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510" name="Shape 3510"/>
        <p:cNvGrpSpPr/>
        <p:nvPr/>
      </p:nvGrpSpPr>
      <p:grpSpPr>
        <a:xfrm>
          <a:off x="0" y="0"/>
          <a:ext cx="0" cy="0"/>
          <a:chOff x="0" y="0"/>
          <a:chExt cx="0" cy="0"/>
        </a:xfrm>
      </p:grpSpPr>
      <p:grpSp>
        <p:nvGrpSpPr>
          <p:cNvPr id="3511" name="Google Shape;3511;p25"/>
          <p:cNvGrpSpPr/>
          <p:nvPr/>
        </p:nvGrpSpPr>
        <p:grpSpPr>
          <a:xfrm rot="10800000">
            <a:off x="-82" y="-52"/>
            <a:ext cx="2403250" cy="3538711"/>
            <a:chOff x="2525900" y="1699450"/>
            <a:chExt cx="1076050" cy="1584450"/>
          </a:xfrm>
        </p:grpSpPr>
        <p:sp>
          <p:nvSpPr>
            <p:cNvPr id="3512" name="Google Shape;3512;p25"/>
            <p:cNvSpPr/>
            <p:nvPr/>
          </p:nvSpPr>
          <p:spPr>
            <a:xfrm>
              <a:off x="3569775" y="2193250"/>
              <a:ext cx="31875" cy="43775"/>
            </a:xfrm>
            <a:custGeom>
              <a:rect b="b" l="l" r="r" t="t"/>
              <a:pathLst>
                <a:path extrusionOk="0" h="1751" w="1275">
                  <a:moveTo>
                    <a:pt x="1275" y="1"/>
                  </a:moveTo>
                  <a:lnTo>
                    <a:pt x="1" y="1691"/>
                  </a:lnTo>
                  <a:lnTo>
                    <a:pt x="275" y="1751"/>
                  </a:lnTo>
                  <a:lnTo>
                    <a:pt x="1275" y="441"/>
                  </a:lnTo>
                  <a:lnTo>
                    <a:pt x="127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3" name="Google Shape;3513;p25"/>
            <p:cNvSpPr/>
            <p:nvPr/>
          </p:nvSpPr>
          <p:spPr>
            <a:xfrm>
              <a:off x="3486425" y="2241175"/>
              <a:ext cx="85750" cy="108375"/>
            </a:xfrm>
            <a:custGeom>
              <a:rect b="b" l="l" r="r" t="t"/>
              <a:pathLst>
                <a:path extrusionOk="0" h="4335" w="3430">
                  <a:moveTo>
                    <a:pt x="3156" y="1"/>
                  </a:moveTo>
                  <a:lnTo>
                    <a:pt x="1" y="4168"/>
                  </a:lnTo>
                  <a:cubicBezTo>
                    <a:pt x="84" y="4204"/>
                    <a:pt x="156" y="4263"/>
                    <a:pt x="203" y="4335"/>
                  </a:cubicBezTo>
                  <a:lnTo>
                    <a:pt x="3430" y="72"/>
                  </a:lnTo>
                  <a:lnTo>
                    <a:pt x="31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4" name="Google Shape;3514;p25"/>
            <p:cNvSpPr/>
            <p:nvPr/>
          </p:nvSpPr>
          <p:spPr>
            <a:xfrm>
              <a:off x="3361425" y="1699450"/>
              <a:ext cx="240225" cy="42875"/>
            </a:xfrm>
            <a:custGeom>
              <a:rect b="b" l="l" r="r" t="t"/>
              <a:pathLst>
                <a:path extrusionOk="0" h="1715" w="9609">
                  <a:moveTo>
                    <a:pt x="9609" y="0"/>
                  </a:moveTo>
                  <a:lnTo>
                    <a:pt x="12" y="1429"/>
                  </a:lnTo>
                  <a:cubicBezTo>
                    <a:pt x="60" y="1524"/>
                    <a:pt x="72" y="1584"/>
                    <a:pt x="36" y="1643"/>
                  </a:cubicBezTo>
                  <a:cubicBezTo>
                    <a:pt x="24" y="1667"/>
                    <a:pt x="12" y="1703"/>
                    <a:pt x="0" y="1715"/>
                  </a:cubicBezTo>
                  <a:lnTo>
                    <a:pt x="9609" y="274"/>
                  </a:lnTo>
                  <a:lnTo>
                    <a:pt x="960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5" name="Google Shape;3515;p25"/>
            <p:cNvSpPr/>
            <p:nvPr/>
          </p:nvSpPr>
          <p:spPr>
            <a:xfrm>
              <a:off x="3354575" y="1742600"/>
              <a:ext cx="9250" cy="139925"/>
            </a:xfrm>
            <a:custGeom>
              <a:rect b="b" l="l" r="r" t="t"/>
              <a:pathLst>
                <a:path extrusionOk="0" h="5597" w="370">
                  <a:moveTo>
                    <a:pt x="274" y="1"/>
                  </a:moveTo>
                  <a:cubicBezTo>
                    <a:pt x="231" y="44"/>
                    <a:pt x="175" y="75"/>
                    <a:pt x="116" y="75"/>
                  </a:cubicBezTo>
                  <a:cubicBezTo>
                    <a:pt x="94" y="75"/>
                    <a:pt x="71" y="70"/>
                    <a:pt x="48" y="60"/>
                  </a:cubicBezTo>
                  <a:cubicBezTo>
                    <a:pt x="36" y="60"/>
                    <a:pt x="12" y="48"/>
                    <a:pt x="0" y="48"/>
                  </a:cubicBezTo>
                  <a:lnTo>
                    <a:pt x="108" y="5597"/>
                  </a:lnTo>
                  <a:cubicBezTo>
                    <a:pt x="171" y="5560"/>
                    <a:pt x="242" y="5545"/>
                    <a:pt x="309" y="5545"/>
                  </a:cubicBezTo>
                  <a:cubicBezTo>
                    <a:pt x="330" y="5545"/>
                    <a:pt x="350" y="5546"/>
                    <a:pt x="370" y="5549"/>
                  </a:cubicBez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6" name="Google Shape;3516;p25"/>
            <p:cNvSpPr/>
            <p:nvPr/>
          </p:nvSpPr>
          <p:spPr>
            <a:xfrm>
              <a:off x="3468575" y="1948000"/>
              <a:ext cx="133075" cy="136625"/>
            </a:xfrm>
            <a:custGeom>
              <a:rect b="b" l="l" r="r" t="t"/>
              <a:pathLst>
                <a:path extrusionOk="0" h="5465" w="5323">
                  <a:moveTo>
                    <a:pt x="5323" y="0"/>
                  </a:moveTo>
                  <a:lnTo>
                    <a:pt x="1" y="5298"/>
                  </a:lnTo>
                  <a:cubicBezTo>
                    <a:pt x="72" y="5334"/>
                    <a:pt x="132" y="5370"/>
                    <a:pt x="155" y="5453"/>
                  </a:cubicBezTo>
                  <a:cubicBezTo>
                    <a:pt x="179" y="5453"/>
                    <a:pt x="203" y="5453"/>
                    <a:pt x="215" y="5465"/>
                  </a:cubicBezTo>
                  <a:lnTo>
                    <a:pt x="5323" y="369"/>
                  </a:lnTo>
                  <a:lnTo>
                    <a:pt x="532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7" name="Google Shape;3517;p25"/>
            <p:cNvSpPr/>
            <p:nvPr/>
          </p:nvSpPr>
          <p:spPr>
            <a:xfrm>
              <a:off x="3371850" y="1888750"/>
              <a:ext cx="229800" cy="29200"/>
            </a:xfrm>
            <a:custGeom>
              <a:rect b="b" l="l" r="r" t="t"/>
              <a:pathLst>
                <a:path extrusionOk="0" h="1168" w="9192">
                  <a:moveTo>
                    <a:pt x="12" y="1"/>
                  </a:moveTo>
                  <a:cubicBezTo>
                    <a:pt x="24" y="84"/>
                    <a:pt x="24" y="167"/>
                    <a:pt x="0" y="263"/>
                  </a:cubicBezTo>
                  <a:lnTo>
                    <a:pt x="9192" y="1168"/>
                  </a:lnTo>
                  <a:lnTo>
                    <a:pt x="9192" y="894"/>
                  </a:lnTo>
                  <a:lnTo>
                    <a:pt x="1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8" name="Google Shape;3518;p25"/>
            <p:cNvSpPr/>
            <p:nvPr/>
          </p:nvSpPr>
          <p:spPr>
            <a:xfrm>
              <a:off x="3233425" y="1875350"/>
              <a:ext cx="119375" cy="17900"/>
            </a:xfrm>
            <a:custGeom>
              <a:rect b="b" l="l" r="r" t="t"/>
              <a:pathLst>
                <a:path extrusionOk="0" h="716" w="4775">
                  <a:moveTo>
                    <a:pt x="36" y="1"/>
                  </a:moveTo>
                  <a:cubicBezTo>
                    <a:pt x="36" y="84"/>
                    <a:pt x="24" y="156"/>
                    <a:pt x="13" y="215"/>
                  </a:cubicBezTo>
                  <a:cubicBezTo>
                    <a:pt x="13" y="227"/>
                    <a:pt x="1" y="239"/>
                    <a:pt x="1" y="263"/>
                  </a:cubicBezTo>
                  <a:lnTo>
                    <a:pt x="4727" y="715"/>
                  </a:lnTo>
                  <a:cubicBezTo>
                    <a:pt x="4715" y="656"/>
                    <a:pt x="4727" y="584"/>
                    <a:pt x="4739" y="525"/>
                  </a:cubicBezTo>
                  <a:cubicBezTo>
                    <a:pt x="4763" y="501"/>
                    <a:pt x="4763" y="477"/>
                    <a:pt x="4775" y="465"/>
                  </a:cubicBezTo>
                  <a:lnTo>
                    <a:pt x="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9" name="Google Shape;3519;p25"/>
            <p:cNvSpPr/>
            <p:nvPr/>
          </p:nvSpPr>
          <p:spPr>
            <a:xfrm>
              <a:off x="3357850" y="1901550"/>
              <a:ext cx="10150" cy="91100"/>
            </a:xfrm>
            <a:custGeom>
              <a:rect b="b" l="l" r="r" t="t"/>
              <a:pathLst>
                <a:path extrusionOk="0" h="3644" w="406">
                  <a:moveTo>
                    <a:pt x="0" y="1"/>
                  </a:moveTo>
                  <a:lnTo>
                    <a:pt x="143" y="3620"/>
                  </a:lnTo>
                  <a:cubicBezTo>
                    <a:pt x="175" y="3609"/>
                    <a:pt x="208" y="3604"/>
                    <a:pt x="242" y="3604"/>
                  </a:cubicBezTo>
                  <a:cubicBezTo>
                    <a:pt x="284" y="3604"/>
                    <a:pt x="329" y="3612"/>
                    <a:pt x="381" y="3632"/>
                  </a:cubicBezTo>
                  <a:cubicBezTo>
                    <a:pt x="393" y="3632"/>
                    <a:pt x="393" y="3644"/>
                    <a:pt x="405" y="3644"/>
                  </a:cubicBezTo>
                  <a:lnTo>
                    <a:pt x="274" y="24"/>
                  </a:lnTo>
                  <a:cubicBezTo>
                    <a:pt x="242" y="35"/>
                    <a:pt x="205" y="41"/>
                    <a:pt x="168" y="41"/>
                  </a:cubicBezTo>
                  <a:cubicBezTo>
                    <a:pt x="122" y="41"/>
                    <a:pt x="75" y="32"/>
                    <a:pt x="36" y="13"/>
                  </a:cubicBezTo>
                  <a:cubicBezTo>
                    <a:pt x="24" y="13"/>
                    <a:pt x="24" y="13"/>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0" name="Google Shape;3520;p25"/>
            <p:cNvSpPr/>
            <p:nvPr/>
          </p:nvSpPr>
          <p:spPr>
            <a:xfrm>
              <a:off x="3391475" y="2086400"/>
              <a:ext cx="73250" cy="83675"/>
            </a:xfrm>
            <a:custGeom>
              <a:rect b="b" l="l" r="r" t="t"/>
              <a:pathLst>
                <a:path extrusionOk="0" h="3347" w="2930">
                  <a:moveTo>
                    <a:pt x="2763" y="0"/>
                  </a:moveTo>
                  <a:lnTo>
                    <a:pt x="1" y="3191"/>
                  </a:lnTo>
                  <a:cubicBezTo>
                    <a:pt x="72" y="3227"/>
                    <a:pt x="144" y="3287"/>
                    <a:pt x="203" y="3346"/>
                  </a:cubicBezTo>
                  <a:lnTo>
                    <a:pt x="2930" y="227"/>
                  </a:lnTo>
                  <a:cubicBezTo>
                    <a:pt x="2846" y="191"/>
                    <a:pt x="2763" y="108"/>
                    <a:pt x="276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1" name="Google Shape;3521;p25"/>
            <p:cNvSpPr/>
            <p:nvPr/>
          </p:nvSpPr>
          <p:spPr>
            <a:xfrm>
              <a:off x="3226875" y="1884000"/>
              <a:ext cx="132200" cy="113425"/>
            </a:xfrm>
            <a:custGeom>
              <a:rect b="b" l="l" r="r" t="t"/>
              <a:pathLst>
                <a:path extrusionOk="0" h="4537" w="5288">
                  <a:moveTo>
                    <a:pt x="191" y="0"/>
                  </a:moveTo>
                  <a:cubicBezTo>
                    <a:pt x="155" y="72"/>
                    <a:pt x="84" y="131"/>
                    <a:pt x="1" y="191"/>
                  </a:cubicBezTo>
                  <a:lnTo>
                    <a:pt x="5097" y="4536"/>
                  </a:lnTo>
                  <a:cubicBezTo>
                    <a:pt x="5156" y="4453"/>
                    <a:pt x="5216" y="4394"/>
                    <a:pt x="5287" y="4346"/>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2" name="Google Shape;3522;p25"/>
            <p:cNvSpPr/>
            <p:nvPr/>
          </p:nvSpPr>
          <p:spPr>
            <a:xfrm>
              <a:off x="3370650" y="2004850"/>
              <a:ext cx="95275" cy="79500"/>
            </a:xfrm>
            <a:custGeom>
              <a:rect b="b" l="l" r="r" t="t"/>
              <a:pathLst>
                <a:path extrusionOk="0" h="3180" w="3811">
                  <a:moveTo>
                    <a:pt x="131" y="0"/>
                  </a:moveTo>
                  <a:lnTo>
                    <a:pt x="131" y="24"/>
                  </a:lnTo>
                  <a:cubicBezTo>
                    <a:pt x="96" y="107"/>
                    <a:pt x="60" y="167"/>
                    <a:pt x="0" y="226"/>
                  </a:cubicBezTo>
                  <a:lnTo>
                    <a:pt x="3620" y="3179"/>
                  </a:lnTo>
                  <a:cubicBezTo>
                    <a:pt x="3644" y="3084"/>
                    <a:pt x="3715" y="3024"/>
                    <a:pt x="3810" y="3012"/>
                  </a:cubicBezTo>
                  <a:lnTo>
                    <a:pt x="13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3" name="Google Shape;3523;p25"/>
            <p:cNvSpPr/>
            <p:nvPr/>
          </p:nvSpPr>
          <p:spPr>
            <a:xfrm>
              <a:off x="3470950" y="2084325"/>
              <a:ext cx="130700" cy="76500"/>
            </a:xfrm>
            <a:custGeom>
              <a:rect b="b" l="l" r="r" t="t"/>
              <a:pathLst>
                <a:path extrusionOk="0" h="3060" w="5228">
                  <a:moveTo>
                    <a:pt x="60" y="0"/>
                  </a:moveTo>
                  <a:cubicBezTo>
                    <a:pt x="84" y="36"/>
                    <a:pt x="84" y="95"/>
                    <a:pt x="60" y="155"/>
                  </a:cubicBezTo>
                  <a:cubicBezTo>
                    <a:pt x="48" y="191"/>
                    <a:pt x="37" y="238"/>
                    <a:pt x="1" y="250"/>
                  </a:cubicBezTo>
                  <a:lnTo>
                    <a:pt x="5228" y="3060"/>
                  </a:lnTo>
                  <a:lnTo>
                    <a:pt x="5228" y="2762"/>
                  </a:lnTo>
                  <a:lnTo>
                    <a:pt x="120" y="12"/>
                  </a:lnTo>
                  <a:cubicBezTo>
                    <a:pt x="108" y="0"/>
                    <a:pt x="96" y="0"/>
                    <a:pt x="6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4" name="Google Shape;3524;p25"/>
            <p:cNvSpPr/>
            <p:nvPr/>
          </p:nvSpPr>
          <p:spPr>
            <a:xfrm>
              <a:off x="3403100" y="2193850"/>
              <a:ext cx="198550" cy="56575"/>
            </a:xfrm>
            <a:custGeom>
              <a:rect b="b" l="l" r="r" t="t"/>
              <a:pathLst>
                <a:path extrusionOk="0" h="2263" w="7942">
                  <a:moveTo>
                    <a:pt x="60" y="1"/>
                  </a:moveTo>
                  <a:cubicBezTo>
                    <a:pt x="36" y="96"/>
                    <a:pt x="24" y="167"/>
                    <a:pt x="0" y="263"/>
                  </a:cubicBezTo>
                  <a:lnTo>
                    <a:pt x="6489" y="1894"/>
                  </a:lnTo>
                  <a:lnTo>
                    <a:pt x="6763" y="1965"/>
                  </a:lnTo>
                  <a:lnTo>
                    <a:pt x="7942" y="2263"/>
                  </a:lnTo>
                  <a:lnTo>
                    <a:pt x="7942" y="2001"/>
                  </a:lnTo>
                  <a:lnTo>
                    <a:pt x="6942" y="1751"/>
                  </a:lnTo>
                  <a:lnTo>
                    <a:pt x="6668" y="1667"/>
                  </a:lnTo>
                  <a:lnTo>
                    <a:pt x="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5" name="Google Shape;3525;p25"/>
            <p:cNvSpPr/>
            <p:nvPr/>
          </p:nvSpPr>
          <p:spPr>
            <a:xfrm>
              <a:off x="3388800" y="2213200"/>
              <a:ext cx="90825" cy="135150"/>
            </a:xfrm>
            <a:custGeom>
              <a:rect b="b" l="l" r="r" t="t"/>
              <a:pathLst>
                <a:path extrusionOk="0" h="5406" w="3633">
                  <a:moveTo>
                    <a:pt x="227" y="0"/>
                  </a:moveTo>
                  <a:cubicBezTo>
                    <a:pt x="155" y="60"/>
                    <a:pt x="96" y="108"/>
                    <a:pt x="1" y="155"/>
                  </a:cubicBezTo>
                  <a:lnTo>
                    <a:pt x="3406" y="5406"/>
                  </a:lnTo>
                  <a:cubicBezTo>
                    <a:pt x="3465" y="5346"/>
                    <a:pt x="3549" y="5299"/>
                    <a:pt x="3632" y="5275"/>
                  </a:cubicBez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6" name="Google Shape;3526;p25"/>
            <p:cNvSpPr/>
            <p:nvPr/>
          </p:nvSpPr>
          <p:spPr>
            <a:xfrm>
              <a:off x="3534650" y="2440025"/>
              <a:ext cx="66700" cy="103600"/>
            </a:xfrm>
            <a:custGeom>
              <a:rect b="b" l="l" r="r" t="t"/>
              <a:pathLst>
                <a:path extrusionOk="0" h="4144" w="2668">
                  <a:moveTo>
                    <a:pt x="120" y="0"/>
                  </a:moveTo>
                  <a:lnTo>
                    <a:pt x="1" y="71"/>
                  </a:lnTo>
                  <a:lnTo>
                    <a:pt x="2668" y="4143"/>
                  </a:lnTo>
                  <a:lnTo>
                    <a:pt x="2668" y="3667"/>
                  </a:lnTo>
                  <a:lnTo>
                    <a:pt x="453" y="298"/>
                  </a:lnTo>
                  <a:cubicBezTo>
                    <a:pt x="429" y="304"/>
                    <a:pt x="403" y="307"/>
                    <a:pt x="374" y="307"/>
                  </a:cubicBezTo>
                  <a:cubicBezTo>
                    <a:pt x="346" y="307"/>
                    <a:pt x="316" y="304"/>
                    <a:pt x="286" y="298"/>
                  </a:cubicBezTo>
                  <a:cubicBezTo>
                    <a:pt x="167" y="250"/>
                    <a:pt x="96" y="131"/>
                    <a:pt x="1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7" name="Google Shape;3527;p25"/>
            <p:cNvSpPr/>
            <p:nvPr/>
          </p:nvSpPr>
          <p:spPr>
            <a:xfrm>
              <a:off x="3484950" y="2361725"/>
              <a:ext cx="52100" cy="74450"/>
            </a:xfrm>
            <a:custGeom>
              <a:rect b="b" l="l" r="r" t="t"/>
              <a:pathLst>
                <a:path extrusionOk="0" h="2978" w="2084">
                  <a:moveTo>
                    <a:pt x="239" y="1"/>
                  </a:moveTo>
                  <a:cubicBezTo>
                    <a:pt x="155" y="72"/>
                    <a:pt x="84" y="132"/>
                    <a:pt x="0" y="155"/>
                  </a:cubicBezTo>
                  <a:lnTo>
                    <a:pt x="1858" y="2977"/>
                  </a:lnTo>
                  <a:lnTo>
                    <a:pt x="2084" y="2834"/>
                  </a:ln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8" name="Google Shape;3528;p25"/>
            <p:cNvSpPr/>
            <p:nvPr/>
          </p:nvSpPr>
          <p:spPr>
            <a:xfrm>
              <a:off x="3359925" y="2364100"/>
              <a:ext cx="122675" cy="183700"/>
            </a:xfrm>
            <a:custGeom>
              <a:rect b="b" l="l" r="r" t="t"/>
              <a:pathLst>
                <a:path extrusionOk="0" h="7348" w="4907">
                  <a:moveTo>
                    <a:pt x="4656" y="1"/>
                  </a:moveTo>
                  <a:lnTo>
                    <a:pt x="1" y="7347"/>
                  </a:lnTo>
                  <a:lnTo>
                    <a:pt x="537" y="7002"/>
                  </a:lnTo>
                  <a:lnTo>
                    <a:pt x="4894" y="120"/>
                  </a:lnTo>
                  <a:cubicBezTo>
                    <a:pt x="4906" y="96"/>
                    <a:pt x="4906" y="84"/>
                    <a:pt x="4906" y="72"/>
                  </a:cubicBezTo>
                  <a:cubicBezTo>
                    <a:pt x="4859" y="72"/>
                    <a:pt x="4823" y="72"/>
                    <a:pt x="4775" y="60"/>
                  </a:cubicBezTo>
                  <a:cubicBezTo>
                    <a:pt x="4728" y="37"/>
                    <a:pt x="4704" y="25"/>
                    <a:pt x="465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9" name="Google Shape;3529;p25"/>
            <p:cNvSpPr/>
            <p:nvPr/>
          </p:nvSpPr>
          <p:spPr>
            <a:xfrm>
              <a:off x="3403975" y="2657300"/>
              <a:ext cx="46175" cy="92900"/>
            </a:xfrm>
            <a:custGeom>
              <a:rect b="b" l="l" r="r" t="t"/>
              <a:pathLst>
                <a:path extrusionOk="0" h="3716" w="1847">
                  <a:moveTo>
                    <a:pt x="275" y="1"/>
                  </a:moveTo>
                  <a:lnTo>
                    <a:pt x="1" y="36"/>
                  </a:lnTo>
                  <a:lnTo>
                    <a:pt x="1549" y="3691"/>
                  </a:lnTo>
                  <a:cubicBezTo>
                    <a:pt x="1593" y="3665"/>
                    <a:pt x="1651" y="3651"/>
                    <a:pt x="1708" y="3651"/>
                  </a:cubicBezTo>
                  <a:cubicBezTo>
                    <a:pt x="1727" y="3651"/>
                    <a:pt x="1745" y="3653"/>
                    <a:pt x="1763" y="3656"/>
                  </a:cubicBezTo>
                  <a:cubicBezTo>
                    <a:pt x="1799" y="3668"/>
                    <a:pt x="1834" y="3691"/>
                    <a:pt x="1846" y="3715"/>
                  </a:cubicBezTo>
                  <a:lnTo>
                    <a:pt x="27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0" name="Google Shape;3530;p25"/>
            <p:cNvSpPr/>
            <p:nvPr/>
          </p:nvSpPr>
          <p:spPr>
            <a:xfrm>
              <a:off x="3447750" y="2756725"/>
              <a:ext cx="63125" cy="139325"/>
            </a:xfrm>
            <a:custGeom>
              <a:rect b="b" l="l" r="r" t="t"/>
              <a:pathLst>
                <a:path extrusionOk="0" h="5573" w="2525">
                  <a:moveTo>
                    <a:pt x="214" y="0"/>
                  </a:moveTo>
                  <a:lnTo>
                    <a:pt x="119" y="84"/>
                  </a:lnTo>
                  <a:cubicBezTo>
                    <a:pt x="95" y="107"/>
                    <a:pt x="72" y="131"/>
                    <a:pt x="36" y="143"/>
                  </a:cubicBezTo>
                  <a:lnTo>
                    <a:pt x="0" y="167"/>
                  </a:lnTo>
                  <a:lnTo>
                    <a:pt x="2286" y="5572"/>
                  </a:lnTo>
                  <a:cubicBezTo>
                    <a:pt x="2358" y="5513"/>
                    <a:pt x="2441" y="5477"/>
                    <a:pt x="2524" y="5465"/>
                  </a:cubicBezTo>
                  <a:lnTo>
                    <a:pt x="21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1" name="Google Shape;3531;p25"/>
            <p:cNvSpPr/>
            <p:nvPr/>
          </p:nvSpPr>
          <p:spPr>
            <a:xfrm>
              <a:off x="3360525" y="2551625"/>
              <a:ext cx="47650" cy="100650"/>
            </a:xfrm>
            <a:custGeom>
              <a:rect b="b" l="l" r="r" t="t"/>
              <a:pathLst>
                <a:path extrusionOk="0" h="4026" w="1906">
                  <a:moveTo>
                    <a:pt x="227" y="1"/>
                  </a:moveTo>
                  <a:lnTo>
                    <a:pt x="1" y="144"/>
                  </a:lnTo>
                  <a:lnTo>
                    <a:pt x="1644" y="4025"/>
                  </a:lnTo>
                  <a:lnTo>
                    <a:pt x="1906" y="3989"/>
                  </a:ln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2" name="Google Shape;3532;p25"/>
            <p:cNvSpPr/>
            <p:nvPr/>
          </p:nvSpPr>
          <p:spPr>
            <a:xfrm>
              <a:off x="3125375" y="2390600"/>
              <a:ext cx="476275" cy="313150"/>
            </a:xfrm>
            <a:custGeom>
              <a:rect b="b" l="l" r="r" t="t"/>
              <a:pathLst>
                <a:path extrusionOk="0" h="12526" w="19051">
                  <a:moveTo>
                    <a:pt x="19051" y="1"/>
                  </a:moveTo>
                  <a:lnTo>
                    <a:pt x="16455" y="1691"/>
                  </a:lnTo>
                  <a:lnTo>
                    <a:pt x="16241" y="1834"/>
                  </a:lnTo>
                  <a:lnTo>
                    <a:pt x="9907" y="5942"/>
                  </a:lnTo>
                  <a:lnTo>
                    <a:pt x="9371" y="6287"/>
                  </a:lnTo>
                  <a:lnTo>
                    <a:pt x="1" y="12395"/>
                  </a:lnTo>
                  <a:cubicBezTo>
                    <a:pt x="48" y="12431"/>
                    <a:pt x="72" y="12478"/>
                    <a:pt x="108" y="12526"/>
                  </a:cubicBezTo>
                  <a:lnTo>
                    <a:pt x="358" y="12478"/>
                  </a:lnTo>
                  <a:lnTo>
                    <a:pt x="9407" y="6597"/>
                  </a:lnTo>
                  <a:lnTo>
                    <a:pt x="9633" y="6454"/>
                  </a:lnTo>
                  <a:lnTo>
                    <a:pt x="16384" y="2060"/>
                  </a:lnTo>
                  <a:lnTo>
                    <a:pt x="16503" y="1989"/>
                  </a:lnTo>
                  <a:lnTo>
                    <a:pt x="16503" y="1977"/>
                  </a:lnTo>
                  <a:cubicBezTo>
                    <a:pt x="16533" y="1877"/>
                    <a:pt x="16622" y="1802"/>
                    <a:pt x="16720" y="1802"/>
                  </a:cubicBezTo>
                  <a:cubicBezTo>
                    <a:pt x="16739" y="1802"/>
                    <a:pt x="16758" y="1805"/>
                    <a:pt x="16777" y="1810"/>
                  </a:cubicBezTo>
                  <a:lnTo>
                    <a:pt x="19051" y="322"/>
                  </a:lnTo>
                  <a:lnTo>
                    <a:pt x="190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3" name="Google Shape;3533;p25"/>
            <p:cNvSpPr/>
            <p:nvPr/>
          </p:nvSpPr>
          <p:spPr>
            <a:xfrm>
              <a:off x="3128050" y="2615625"/>
              <a:ext cx="473900" cy="94675"/>
            </a:xfrm>
            <a:custGeom>
              <a:rect b="b" l="l" r="r" t="t"/>
              <a:pathLst>
                <a:path extrusionOk="0" h="3787" w="18956">
                  <a:moveTo>
                    <a:pt x="18956" y="1"/>
                  </a:moveTo>
                  <a:lnTo>
                    <a:pt x="11216" y="1441"/>
                  </a:lnTo>
                  <a:lnTo>
                    <a:pt x="10955" y="1489"/>
                  </a:lnTo>
                  <a:lnTo>
                    <a:pt x="251" y="3477"/>
                  </a:lnTo>
                  <a:lnTo>
                    <a:pt x="1" y="3525"/>
                  </a:lnTo>
                  <a:cubicBezTo>
                    <a:pt x="25" y="3596"/>
                    <a:pt x="37" y="3704"/>
                    <a:pt x="25" y="3787"/>
                  </a:cubicBezTo>
                  <a:lnTo>
                    <a:pt x="11062" y="1739"/>
                  </a:lnTo>
                  <a:lnTo>
                    <a:pt x="11324" y="1691"/>
                  </a:lnTo>
                  <a:lnTo>
                    <a:pt x="18956" y="263"/>
                  </a:lnTo>
                  <a:lnTo>
                    <a:pt x="189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4" name="Google Shape;3534;p25"/>
            <p:cNvSpPr/>
            <p:nvPr/>
          </p:nvSpPr>
          <p:spPr>
            <a:xfrm>
              <a:off x="3117650" y="2716825"/>
              <a:ext cx="74725" cy="262575"/>
            </a:xfrm>
            <a:custGeom>
              <a:rect b="b" l="l" r="r" t="t"/>
              <a:pathLst>
                <a:path extrusionOk="0" h="10503" w="2989">
                  <a:moveTo>
                    <a:pt x="250" y="1"/>
                  </a:moveTo>
                  <a:cubicBezTo>
                    <a:pt x="188" y="32"/>
                    <a:pt x="109" y="63"/>
                    <a:pt x="34" y="63"/>
                  </a:cubicBezTo>
                  <a:cubicBezTo>
                    <a:pt x="23" y="63"/>
                    <a:pt x="11" y="62"/>
                    <a:pt x="0" y="60"/>
                  </a:cubicBezTo>
                  <a:lnTo>
                    <a:pt x="0" y="60"/>
                  </a:lnTo>
                  <a:lnTo>
                    <a:pt x="2739" y="10502"/>
                  </a:lnTo>
                  <a:cubicBezTo>
                    <a:pt x="2810" y="10454"/>
                    <a:pt x="2905" y="10431"/>
                    <a:pt x="2989" y="10419"/>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5" name="Google Shape;3535;p25"/>
            <p:cNvSpPr/>
            <p:nvPr/>
          </p:nvSpPr>
          <p:spPr>
            <a:xfrm>
              <a:off x="3207525" y="2947525"/>
              <a:ext cx="153325" cy="44675"/>
            </a:xfrm>
            <a:custGeom>
              <a:rect b="b" l="l" r="r" t="t"/>
              <a:pathLst>
                <a:path extrusionOk="0" h="1787" w="6133">
                  <a:moveTo>
                    <a:pt x="5859" y="0"/>
                  </a:moveTo>
                  <a:lnTo>
                    <a:pt x="1" y="1524"/>
                  </a:lnTo>
                  <a:cubicBezTo>
                    <a:pt x="48" y="1607"/>
                    <a:pt x="60" y="1691"/>
                    <a:pt x="60" y="1786"/>
                  </a:cubicBezTo>
                  <a:lnTo>
                    <a:pt x="6132" y="191"/>
                  </a:lnTo>
                  <a:lnTo>
                    <a:pt x="585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6" name="Google Shape;3536;p25"/>
            <p:cNvSpPr/>
            <p:nvPr/>
          </p:nvSpPr>
          <p:spPr>
            <a:xfrm>
              <a:off x="3362025" y="2909125"/>
              <a:ext cx="138425" cy="40800"/>
            </a:xfrm>
            <a:custGeom>
              <a:rect b="b" l="l" r="r" t="t"/>
              <a:pathLst>
                <a:path extrusionOk="0" h="1632" w="5537">
                  <a:moveTo>
                    <a:pt x="5465" y="0"/>
                  </a:moveTo>
                  <a:lnTo>
                    <a:pt x="0" y="1429"/>
                  </a:lnTo>
                  <a:lnTo>
                    <a:pt x="286" y="1631"/>
                  </a:lnTo>
                  <a:lnTo>
                    <a:pt x="5489" y="262"/>
                  </a:lnTo>
                  <a:lnTo>
                    <a:pt x="5537" y="238"/>
                  </a:lnTo>
                  <a:cubicBezTo>
                    <a:pt x="5489" y="155"/>
                    <a:pt x="5477" y="84"/>
                    <a:pt x="546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7" name="Google Shape;3537;p25"/>
            <p:cNvSpPr/>
            <p:nvPr/>
          </p:nvSpPr>
          <p:spPr>
            <a:xfrm>
              <a:off x="3281950" y="2758200"/>
              <a:ext cx="167000" cy="126825"/>
            </a:xfrm>
            <a:custGeom>
              <a:rect b="b" l="l" r="r" t="t"/>
              <a:pathLst>
                <a:path extrusionOk="0" h="5073" w="6680">
                  <a:moveTo>
                    <a:pt x="6370" y="1"/>
                  </a:moveTo>
                  <a:lnTo>
                    <a:pt x="2965" y="2608"/>
                  </a:lnTo>
                  <a:cubicBezTo>
                    <a:pt x="2977" y="2656"/>
                    <a:pt x="3001" y="2727"/>
                    <a:pt x="2965" y="2787"/>
                  </a:cubicBezTo>
                  <a:cubicBezTo>
                    <a:pt x="2927" y="2900"/>
                    <a:pt x="2837" y="2968"/>
                    <a:pt x="2737" y="2968"/>
                  </a:cubicBezTo>
                  <a:cubicBezTo>
                    <a:pt x="2710" y="2968"/>
                    <a:pt x="2683" y="2963"/>
                    <a:pt x="2655" y="2954"/>
                  </a:cubicBezTo>
                  <a:cubicBezTo>
                    <a:pt x="2608" y="2942"/>
                    <a:pt x="2584" y="2930"/>
                    <a:pt x="2560" y="2894"/>
                  </a:cubicBezTo>
                  <a:lnTo>
                    <a:pt x="0" y="4859"/>
                  </a:lnTo>
                  <a:cubicBezTo>
                    <a:pt x="72" y="4906"/>
                    <a:pt x="131" y="4978"/>
                    <a:pt x="179" y="5073"/>
                  </a:cubicBezTo>
                  <a:lnTo>
                    <a:pt x="6644" y="132"/>
                  </a:lnTo>
                  <a:lnTo>
                    <a:pt x="6680" y="96"/>
                  </a:lnTo>
                  <a:lnTo>
                    <a:pt x="6680" y="96"/>
                  </a:lnTo>
                  <a:cubicBezTo>
                    <a:pt x="6647" y="116"/>
                    <a:pt x="6618" y="125"/>
                    <a:pt x="6586" y="125"/>
                  </a:cubicBezTo>
                  <a:cubicBezTo>
                    <a:pt x="6561" y="125"/>
                    <a:pt x="6533" y="119"/>
                    <a:pt x="6501" y="108"/>
                  </a:cubicBezTo>
                  <a:cubicBezTo>
                    <a:pt x="6442" y="96"/>
                    <a:pt x="6406" y="48"/>
                    <a:pt x="637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8" name="Google Shape;3538;p25"/>
            <p:cNvSpPr/>
            <p:nvPr/>
          </p:nvSpPr>
          <p:spPr>
            <a:xfrm>
              <a:off x="3450725" y="2635275"/>
              <a:ext cx="150925" cy="123850"/>
            </a:xfrm>
            <a:custGeom>
              <a:rect b="b" l="l" r="r" t="t"/>
              <a:pathLst>
                <a:path extrusionOk="0" h="4954" w="6037">
                  <a:moveTo>
                    <a:pt x="6037" y="1"/>
                  </a:moveTo>
                  <a:lnTo>
                    <a:pt x="0" y="4632"/>
                  </a:lnTo>
                  <a:cubicBezTo>
                    <a:pt x="60" y="4668"/>
                    <a:pt x="72" y="4775"/>
                    <a:pt x="36" y="4870"/>
                  </a:cubicBezTo>
                  <a:lnTo>
                    <a:pt x="0" y="4953"/>
                  </a:lnTo>
                  <a:lnTo>
                    <a:pt x="0" y="4953"/>
                  </a:lnTo>
                  <a:lnTo>
                    <a:pt x="95" y="4882"/>
                  </a:lnTo>
                  <a:lnTo>
                    <a:pt x="6037" y="322"/>
                  </a:lnTo>
                  <a:lnTo>
                    <a:pt x="603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9" name="Google Shape;3539;p25"/>
            <p:cNvSpPr/>
            <p:nvPr/>
          </p:nvSpPr>
          <p:spPr>
            <a:xfrm>
              <a:off x="3516800" y="2698375"/>
              <a:ext cx="84850" cy="197675"/>
            </a:xfrm>
            <a:custGeom>
              <a:rect b="b" l="l" r="r" t="t"/>
              <a:pathLst>
                <a:path extrusionOk="0" h="7907" w="3394">
                  <a:moveTo>
                    <a:pt x="3394" y="1"/>
                  </a:moveTo>
                  <a:lnTo>
                    <a:pt x="0" y="7799"/>
                  </a:lnTo>
                  <a:cubicBezTo>
                    <a:pt x="12" y="7799"/>
                    <a:pt x="48" y="7811"/>
                    <a:pt x="60" y="7811"/>
                  </a:cubicBezTo>
                  <a:cubicBezTo>
                    <a:pt x="119" y="7835"/>
                    <a:pt x="179" y="7883"/>
                    <a:pt x="238" y="7906"/>
                  </a:cubicBezTo>
                  <a:lnTo>
                    <a:pt x="3394" y="667"/>
                  </a:lnTo>
                  <a:lnTo>
                    <a:pt x="33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0" name="Google Shape;3540;p25"/>
            <p:cNvSpPr/>
            <p:nvPr/>
          </p:nvSpPr>
          <p:spPr>
            <a:xfrm>
              <a:off x="3517700" y="2919250"/>
              <a:ext cx="83950" cy="148250"/>
            </a:xfrm>
            <a:custGeom>
              <a:rect b="b" l="l" r="r" t="t"/>
              <a:pathLst>
                <a:path extrusionOk="0" h="5930" w="3358">
                  <a:moveTo>
                    <a:pt x="238" y="0"/>
                  </a:moveTo>
                  <a:cubicBezTo>
                    <a:pt x="155" y="60"/>
                    <a:pt x="83" y="95"/>
                    <a:pt x="0" y="131"/>
                  </a:cubicBezTo>
                  <a:lnTo>
                    <a:pt x="3358" y="5929"/>
                  </a:lnTo>
                  <a:lnTo>
                    <a:pt x="3358" y="5394"/>
                  </a:lnTo>
                  <a:lnTo>
                    <a:pt x="23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1" name="Google Shape;3541;p25"/>
            <p:cNvSpPr/>
            <p:nvPr/>
          </p:nvSpPr>
          <p:spPr>
            <a:xfrm>
              <a:off x="3421550" y="2991875"/>
              <a:ext cx="180100" cy="133375"/>
            </a:xfrm>
            <a:custGeom>
              <a:rect b="b" l="l" r="r" t="t"/>
              <a:pathLst>
                <a:path extrusionOk="0" h="5335" w="7204">
                  <a:moveTo>
                    <a:pt x="250" y="0"/>
                  </a:moveTo>
                  <a:cubicBezTo>
                    <a:pt x="221" y="110"/>
                    <a:pt x="141" y="161"/>
                    <a:pt x="53" y="161"/>
                  </a:cubicBezTo>
                  <a:cubicBezTo>
                    <a:pt x="36" y="161"/>
                    <a:pt x="18" y="159"/>
                    <a:pt x="0" y="155"/>
                  </a:cubicBezTo>
                  <a:lnTo>
                    <a:pt x="0" y="155"/>
                  </a:lnTo>
                  <a:lnTo>
                    <a:pt x="7204" y="5334"/>
                  </a:lnTo>
                  <a:lnTo>
                    <a:pt x="7204" y="5001"/>
                  </a:lnTo>
                  <a:lnTo>
                    <a:pt x="25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2" name="Google Shape;3542;p25"/>
            <p:cNvSpPr/>
            <p:nvPr/>
          </p:nvSpPr>
          <p:spPr>
            <a:xfrm>
              <a:off x="3415600" y="2991275"/>
              <a:ext cx="1500" cy="1500"/>
            </a:xfrm>
            <a:custGeom>
              <a:rect b="b" l="l" r="r" t="t"/>
              <a:pathLst>
                <a:path extrusionOk="0" h="60" w="60">
                  <a:moveTo>
                    <a:pt x="48" y="0"/>
                  </a:moveTo>
                  <a:lnTo>
                    <a:pt x="0" y="12"/>
                  </a:lnTo>
                  <a:lnTo>
                    <a:pt x="60" y="60"/>
                  </a:lnTo>
                  <a:cubicBezTo>
                    <a:pt x="48" y="48"/>
                    <a:pt x="48" y="12"/>
                    <a:pt x="4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3" name="Google Shape;3543;p25"/>
            <p:cNvSpPr/>
            <p:nvPr/>
          </p:nvSpPr>
          <p:spPr>
            <a:xfrm>
              <a:off x="3283125" y="2890950"/>
              <a:ext cx="131900" cy="96475"/>
            </a:xfrm>
            <a:custGeom>
              <a:rect b="b" l="l" r="r" t="t"/>
              <a:pathLst>
                <a:path extrusionOk="0" h="3859" w="5276">
                  <a:moveTo>
                    <a:pt x="132" y="1"/>
                  </a:moveTo>
                  <a:cubicBezTo>
                    <a:pt x="132" y="13"/>
                    <a:pt x="132" y="25"/>
                    <a:pt x="120" y="37"/>
                  </a:cubicBezTo>
                  <a:cubicBezTo>
                    <a:pt x="96" y="108"/>
                    <a:pt x="60" y="168"/>
                    <a:pt x="1" y="227"/>
                  </a:cubicBezTo>
                  <a:lnTo>
                    <a:pt x="2811" y="2251"/>
                  </a:lnTo>
                  <a:lnTo>
                    <a:pt x="3097" y="2454"/>
                  </a:lnTo>
                  <a:lnTo>
                    <a:pt x="5061" y="3859"/>
                  </a:lnTo>
                  <a:lnTo>
                    <a:pt x="5275" y="3680"/>
                  </a:lnTo>
                  <a:lnTo>
                    <a:pt x="3430" y="2346"/>
                  </a:lnTo>
                  <a:lnTo>
                    <a:pt x="3156" y="2168"/>
                  </a:lnTo>
                  <a:lnTo>
                    <a:pt x="13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4" name="Google Shape;3544;p25"/>
            <p:cNvSpPr/>
            <p:nvPr/>
          </p:nvSpPr>
          <p:spPr>
            <a:xfrm>
              <a:off x="3303375" y="2915075"/>
              <a:ext cx="202425" cy="165525"/>
            </a:xfrm>
            <a:custGeom>
              <a:rect b="b" l="l" r="r" t="t"/>
              <a:pathLst>
                <a:path extrusionOk="0" h="6621" w="8097">
                  <a:moveTo>
                    <a:pt x="7883" y="0"/>
                  </a:moveTo>
                  <a:lnTo>
                    <a:pt x="7835" y="24"/>
                  </a:lnTo>
                  <a:lnTo>
                    <a:pt x="4489" y="2739"/>
                  </a:lnTo>
                  <a:lnTo>
                    <a:pt x="4287" y="2917"/>
                  </a:lnTo>
                  <a:lnTo>
                    <a:pt x="1" y="6370"/>
                  </a:lnTo>
                  <a:lnTo>
                    <a:pt x="84" y="6430"/>
                  </a:lnTo>
                  <a:lnTo>
                    <a:pt x="96" y="6442"/>
                  </a:lnTo>
                  <a:lnTo>
                    <a:pt x="120" y="6454"/>
                  </a:lnTo>
                  <a:lnTo>
                    <a:pt x="132" y="6477"/>
                  </a:lnTo>
                  <a:lnTo>
                    <a:pt x="132" y="6489"/>
                  </a:lnTo>
                  <a:lnTo>
                    <a:pt x="132" y="6501"/>
                  </a:lnTo>
                  <a:lnTo>
                    <a:pt x="132" y="6513"/>
                  </a:lnTo>
                  <a:lnTo>
                    <a:pt x="132" y="6549"/>
                  </a:lnTo>
                  <a:lnTo>
                    <a:pt x="143" y="6620"/>
                  </a:lnTo>
                  <a:lnTo>
                    <a:pt x="4525" y="3108"/>
                  </a:lnTo>
                  <a:lnTo>
                    <a:pt x="4549" y="3084"/>
                  </a:lnTo>
                  <a:cubicBezTo>
                    <a:pt x="4537" y="3036"/>
                    <a:pt x="4549" y="3001"/>
                    <a:pt x="4561" y="2965"/>
                  </a:cubicBezTo>
                  <a:cubicBezTo>
                    <a:pt x="4601" y="2865"/>
                    <a:pt x="4700" y="2790"/>
                    <a:pt x="4815" y="2790"/>
                  </a:cubicBezTo>
                  <a:cubicBezTo>
                    <a:pt x="4837" y="2790"/>
                    <a:pt x="4859" y="2793"/>
                    <a:pt x="4882" y="2798"/>
                  </a:cubicBezTo>
                  <a:cubicBezTo>
                    <a:pt x="4882" y="2798"/>
                    <a:pt x="4894" y="2798"/>
                    <a:pt x="4894" y="2810"/>
                  </a:cubicBezTo>
                  <a:lnTo>
                    <a:pt x="8097" y="238"/>
                  </a:lnTo>
                  <a:cubicBezTo>
                    <a:pt x="7990" y="143"/>
                    <a:pt x="7930" y="72"/>
                    <a:pt x="788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5" name="Google Shape;3545;p25"/>
            <p:cNvSpPr/>
            <p:nvPr/>
          </p:nvSpPr>
          <p:spPr>
            <a:xfrm>
              <a:off x="2964350" y="3075800"/>
              <a:ext cx="335475" cy="51225"/>
            </a:xfrm>
            <a:custGeom>
              <a:rect b="b" l="l" r="r" t="t"/>
              <a:pathLst>
                <a:path extrusionOk="0" h="2049" w="13419">
                  <a:moveTo>
                    <a:pt x="13204" y="1"/>
                  </a:moveTo>
                  <a:lnTo>
                    <a:pt x="0" y="1810"/>
                  </a:lnTo>
                  <a:cubicBezTo>
                    <a:pt x="24" y="1870"/>
                    <a:pt x="36" y="1941"/>
                    <a:pt x="60" y="2025"/>
                  </a:cubicBezTo>
                  <a:lnTo>
                    <a:pt x="203" y="2049"/>
                  </a:lnTo>
                  <a:lnTo>
                    <a:pt x="13419" y="239"/>
                  </a:lnTo>
                  <a:lnTo>
                    <a:pt x="13407" y="156"/>
                  </a:lnTo>
                  <a:lnTo>
                    <a:pt x="1320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6" name="Google Shape;3546;p25"/>
            <p:cNvSpPr/>
            <p:nvPr/>
          </p:nvSpPr>
          <p:spPr>
            <a:xfrm>
              <a:off x="3202475" y="2999600"/>
              <a:ext cx="102700" cy="80400"/>
            </a:xfrm>
            <a:custGeom>
              <a:rect b="b" l="l" r="r" t="t"/>
              <a:pathLst>
                <a:path extrusionOk="0" h="3216" w="4108">
                  <a:moveTo>
                    <a:pt x="4061" y="3007"/>
                  </a:moveTo>
                  <a:lnTo>
                    <a:pt x="4108" y="3037"/>
                  </a:lnTo>
                  <a:cubicBezTo>
                    <a:pt x="4092" y="3021"/>
                    <a:pt x="4077" y="3012"/>
                    <a:pt x="4061" y="3007"/>
                  </a:cubicBezTo>
                  <a:close/>
                  <a:moveTo>
                    <a:pt x="179" y="1"/>
                  </a:moveTo>
                  <a:cubicBezTo>
                    <a:pt x="131" y="72"/>
                    <a:pt x="72" y="144"/>
                    <a:pt x="0" y="191"/>
                  </a:cubicBezTo>
                  <a:lnTo>
                    <a:pt x="3679" y="3049"/>
                  </a:lnTo>
                  <a:lnTo>
                    <a:pt x="3882" y="3215"/>
                  </a:lnTo>
                  <a:lnTo>
                    <a:pt x="3882" y="3144"/>
                  </a:lnTo>
                  <a:cubicBezTo>
                    <a:pt x="3870" y="3073"/>
                    <a:pt x="3929" y="3013"/>
                    <a:pt x="4001" y="3001"/>
                  </a:cubicBezTo>
                  <a:cubicBezTo>
                    <a:pt x="4021" y="3001"/>
                    <a:pt x="4041" y="3001"/>
                    <a:pt x="4061" y="3007"/>
                  </a:cubicBezTo>
                  <a:lnTo>
                    <a:pt x="4061" y="3007"/>
                  </a:lnTo>
                  <a:lnTo>
                    <a:pt x="4013" y="2977"/>
                  </a:lnTo>
                  <a:lnTo>
                    <a:pt x="17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7" name="Google Shape;3547;p25"/>
            <p:cNvSpPr/>
            <p:nvPr/>
          </p:nvSpPr>
          <p:spPr>
            <a:xfrm>
              <a:off x="3299500" y="3073725"/>
              <a:ext cx="22050" cy="129200"/>
            </a:xfrm>
            <a:custGeom>
              <a:rect b="b" l="l" r="r" t="t"/>
              <a:pathLst>
                <a:path extrusionOk="0" h="5168" w="882">
                  <a:moveTo>
                    <a:pt x="120" y="0"/>
                  </a:moveTo>
                  <a:cubicBezTo>
                    <a:pt x="48" y="24"/>
                    <a:pt x="1" y="84"/>
                    <a:pt x="1" y="155"/>
                  </a:cubicBezTo>
                  <a:lnTo>
                    <a:pt x="1" y="215"/>
                  </a:lnTo>
                  <a:lnTo>
                    <a:pt x="13" y="286"/>
                  </a:lnTo>
                  <a:lnTo>
                    <a:pt x="608" y="5108"/>
                  </a:lnTo>
                  <a:lnTo>
                    <a:pt x="882" y="5168"/>
                  </a:lnTo>
                  <a:lnTo>
                    <a:pt x="263" y="179"/>
                  </a:lnTo>
                  <a:lnTo>
                    <a:pt x="275" y="155"/>
                  </a:lnTo>
                  <a:lnTo>
                    <a:pt x="275" y="131"/>
                  </a:lnTo>
                  <a:lnTo>
                    <a:pt x="275" y="108"/>
                  </a:lnTo>
                  <a:lnTo>
                    <a:pt x="275" y="96"/>
                  </a:lnTo>
                  <a:lnTo>
                    <a:pt x="275" y="84"/>
                  </a:lnTo>
                  <a:cubicBezTo>
                    <a:pt x="275" y="84"/>
                    <a:pt x="275" y="60"/>
                    <a:pt x="251" y="60"/>
                  </a:cubicBezTo>
                  <a:lnTo>
                    <a:pt x="239" y="48"/>
                  </a:lnTo>
                  <a:lnTo>
                    <a:pt x="227" y="36"/>
                  </a:lnTo>
                  <a:cubicBezTo>
                    <a:pt x="191" y="24"/>
                    <a:pt x="167" y="0"/>
                    <a:pt x="1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8" name="Google Shape;3548;p25"/>
            <p:cNvSpPr/>
            <p:nvPr/>
          </p:nvSpPr>
          <p:spPr>
            <a:xfrm>
              <a:off x="3315575" y="3209450"/>
              <a:ext cx="16100" cy="73850"/>
            </a:xfrm>
            <a:custGeom>
              <a:rect b="b" l="l" r="r" t="t"/>
              <a:pathLst>
                <a:path extrusionOk="0" h="2954" w="644">
                  <a:moveTo>
                    <a:pt x="1" y="1"/>
                  </a:moveTo>
                  <a:lnTo>
                    <a:pt x="370" y="2953"/>
                  </a:lnTo>
                  <a:lnTo>
                    <a:pt x="644" y="2953"/>
                  </a:lnTo>
                  <a:lnTo>
                    <a:pt x="286" y="60"/>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9" name="Google Shape;3549;p25"/>
            <p:cNvSpPr/>
            <p:nvPr/>
          </p:nvSpPr>
          <p:spPr>
            <a:xfrm>
              <a:off x="3552525" y="3258875"/>
              <a:ext cx="3300" cy="2100"/>
            </a:xfrm>
            <a:custGeom>
              <a:rect b="b" l="l" r="r" t="t"/>
              <a:pathLst>
                <a:path extrusionOk="0" h="84" w="132">
                  <a:moveTo>
                    <a:pt x="36" y="0"/>
                  </a:moveTo>
                  <a:cubicBezTo>
                    <a:pt x="12" y="24"/>
                    <a:pt x="0" y="60"/>
                    <a:pt x="0" y="83"/>
                  </a:cubicBezTo>
                  <a:cubicBezTo>
                    <a:pt x="60" y="83"/>
                    <a:pt x="107" y="60"/>
                    <a:pt x="131" y="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0" name="Google Shape;3550;p25"/>
            <p:cNvSpPr/>
            <p:nvPr/>
          </p:nvSpPr>
          <p:spPr>
            <a:xfrm>
              <a:off x="2964650" y="3126400"/>
              <a:ext cx="548300" cy="125650"/>
            </a:xfrm>
            <a:custGeom>
              <a:rect b="b" l="l" r="r" t="t"/>
              <a:pathLst>
                <a:path extrusionOk="0" h="5026" w="21932">
                  <a:moveTo>
                    <a:pt x="48" y="1"/>
                  </a:moveTo>
                  <a:cubicBezTo>
                    <a:pt x="48" y="72"/>
                    <a:pt x="48" y="144"/>
                    <a:pt x="12" y="215"/>
                  </a:cubicBezTo>
                  <a:cubicBezTo>
                    <a:pt x="12" y="239"/>
                    <a:pt x="0" y="251"/>
                    <a:pt x="0" y="251"/>
                  </a:cubicBezTo>
                  <a:lnTo>
                    <a:pt x="14038" y="3323"/>
                  </a:lnTo>
                  <a:lnTo>
                    <a:pt x="14300" y="3382"/>
                  </a:lnTo>
                  <a:lnTo>
                    <a:pt x="21896" y="5025"/>
                  </a:lnTo>
                  <a:cubicBezTo>
                    <a:pt x="21896" y="4942"/>
                    <a:pt x="21908" y="4847"/>
                    <a:pt x="21932" y="4763"/>
                  </a:cubicBezTo>
                  <a:lnTo>
                    <a:pt x="14276" y="3096"/>
                  </a:lnTo>
                  <a:lnTo>
                    <a:pt x="14002" y="3037"/>
                  </a:lnTo>
                  <a:lnTo>
                    <a:pt x="191" y="25"/>
                  </a:ln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1" name="Google Shape;3551;p25"/>
            <p:cNvSpPr/>
            <p:nvPr/>
          </p:nvSpPr>
          <p:spPr>
            <a:xfrm>
              <a:off x="3553400" y="3252025"/>
              <a:ext cx="48250" cy="16400"/>
            </a:xfrm>
            <a:custGeom>
              <a:rect b="b" l="l" r="r" t="t"/>
              <a:pathLst>
                <a:path extrusionOk="0" h="656" w="1930">
                  <a:moveTo>
                    <a:pt x="37" y="0"/>
                  </a:moveTo>
                  <a:cubicBezTo>
                    <a:pt x="37" y="95"/>
                    <a:pt x="25" y="179"/>
                    <a:pt x="1" y="274"/>
                  </a:cubicBezTo>
                  <a:lnTo>
                    <a:pt x="84" y="286"/>
                  </a:lnTo>
                  <a:lnTo>
                    <a:pt x="1930" y="655"/>
                  </a:lnTo>
                  <a:lnTo>
                    <a:pt x="1930" y="381"/>
                  </a:lnTo>
                  <a:lnTo>
                    <a:pt x="3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2" name="Google Shape;3552;p25"/>
            <p:cNvSpPr/>
            <p:nvPr/>
          </p:nvSpPr>
          <p:spPr>
            <a:xfrm>
              <a:off x="3481375" y="3258875"/>
              <a:ext cx="35150" cy="24425"/>
            </a:xfrm>
            <a:custGeom>
              <a:rect b="b" l="l" r="r" t="t"/>
              <a:pathLst>
                <a:path extrusionOk="0" h="977" w="1406">
                  <a:moveTo>
                    <a:pt x="1286" y="0"/>
                  </a:moveTo>
                  <a:lnTo>
                    <a:pt x="1" y="976"/>
                  </a:lnTo>
                  <a:lnTo>
                    <a:pt x="441" y="976"/>
                  </a:lnTo>
                  <a:lnTo>
                    <a:pt x="1405" y="238"/>
                  </a:lnTo>
                  <a:cubicBezTo>
                    <a:pt x="1346" y="167"/>
                    <a:pt x="1310" y="83"/>
                    <a:pt x="128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3" name="Google Shape;3553;p25"/>
            <p:cNvSpPr/>
            <p:nvPr/>
          </p:nvSpPr>
          <p:spPr>
            <a:xfrm>
              <a:off x="3544475" y="3190100"/>
              <a:ext cx="57175" cy="49150"/>
            </a:xfrm>
            <a:custGeom>
              <a:rect b="b" l="l" r="r" t="t"/>
              <a:pathLst>
                <a:path extrusionOk="0" h="1966" w="2287">
                  <a:moveTo>
                    <a:pt x="2287" y="1"/>
                  </a:moveTo>
                  <a:lnTo>
                    <a:pt x="1" y="1763"/>
                  </a:lnTo>
                  <a:cubicBezTo>
                    <a:pt x="72" y="1822"/>
                    <a:pt x="144" y="1882"/>
                    <a:pt x="203" y="1965"/>
                  </a:cubicBezTo>
                  <a:lnTo>
                    <a:pt x="2287" y="334"/>
                  </a:lnTo>
                  <a:lnTo>
                    <a:pt x="228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4" name="Google Shape;3554;p25"/>
            <p:cNvSpPr/>
            <p:nvPr/>
          </p:nvSpPr>
          <p:spPr>
            <a:xfrm>
              <a:off x="2569050" y="3051400"/>
              <a:ext cx="368525" cy="75325"/>
            </a:xfrm>
            <a:custGeom>
              <a:rect b="b" l="l" r="r" t="t"/>
              <a:pathLst>
                <a:path extrusionOk="0" h="3013" w="14741">
                  <a:moveTo>
                    <a:pt x="48" y="0"/>
                  </a:moveTo>
                  <a:cubicBezTo>
                    <a:pt x="48" y="84"/>
                    <a:pt x="37" y="167"/>
                    <a:pt x="1" y="239"/>
                  </a:cubicBezTo>
                  <a:lnTo>
                    <a:pt x="1" y="286"/>
                  </a:lnTo>
                  <a:lnTo>
                    <a:pt x="14681" y="3013"/>
                  </a:lnTo>
                  <a:cubicBezTo>
                    <a:pt x="14681" y="2953"/>
                    <a:pt x="14693" y="2894"/>
                    <a:pt x="14705" y="2834"/>
                  </a:cubicBezTo>
                  <a:cubicBezTo>
                    <a:pt x="14729" y="2798"/>
                    <a:pt x="14729" y="2775"/>
                    <a:pt x="14741" y="2739"/>
                  </a:cubicBezTo>
                  <a:lnTo>
                    <a:pt x="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5" name="Google Shape;3555;p25"/>
            <p:cNvSpPr/>
            <p:nvPr/>
          </p:nvSpPr>
          <p:spPr>
            <a:xfrm>
              <a:off x="2951550" y="3140400"/>
              <a:ext cx="46750" cy="143500"/>
            </a:xfrm>
            <a:custGeom>
              <a:rect b="b" l="l" r="r" t="t"/>
              <a:pathLst>
                <a:path extrusionOk="0" h="5740" w="1870">
                  <a:moveTo>
                    <a:pt x="262" y="0"/>
                  </a:moveTo>
                  <a:cubicBezTo>
                    <a:pt x="179" y="48"/>
                    <a:pt x="96" y="60"/>
                    <a:pt x="0" y="84"/>
                  </a:cubicBezTo>
                  <a:lnTo>
                    <a:pt x="1596" y="5739"/>
                  </a:lnTo>
                  <a:lnTo>
                    <a:pt x="1870" y="5739"/>
                  </a:lnTo>
                  <a:lnTo>
                    <a:pt x="26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6" name="Google Shape;3556;p25"/>
            <p:cNvSpPr/>
            <p:nvPr/>
          </p:nvSpPr>
          <p:spPr>
            <a:xfrm>
              <a:off x="2657175" y="3196350"/>
              <a:ext cx="8050" cy="86950"/>
            </a:xfrm>
            <a:custGeom>
              <a:rect b="b" l="l" r="r" t="t"/>
              <a:pathLst>
                <a:path extrusionOk="0" h="3478" w="322">
                  <a:moveTo>
                    <a:pt x="143" y="1"/>
                  </a:moveTo>
                  <a:cubicBezTo>
                    <a:pt x="95" y="13"/>
                    <a:pt x="60" y="60"/>
                    <a:pt x="60" y="120"/>
                  </a:cubicBezTo>
                  <a:lnTo>
                    <a:pt x="0" y="3477"/>
                  </a:lnTo>
                  <a:lnTo>
                    <a:pt x="274" y="3477"/>
                  </a:lnTo>
                  <a:lnTo>
                    <a:pt x="322" y="227"/>
                  </a:lnTo>
                  <a:lnTo>
                    <a:pt x="14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7" name="Google Shape;3557;p25"/>
            <p:cNvSpPr/>
            <p:nvPr/>
          </p:nvSpPr>
          <p:spPr>
            <a:xfrm>
              <a:off x="2560125" y="3065400"/>
              <a:ext cx="178625" cy="217900"/>
            </a:xfrm>
            <a:custGeom>
              <a:rect b="b" l="l" r="r" t="t"/>
              <a:pathLst>
                <a:path extrusionOk="0" h="8716" w="7145">
                  <a:moveTo>
                    <a:pt x="215" y="0"/>
                  </a:moveTo>
                  <a:cubicBezTo>
                    <a:pt x="155" y="60"/>
                    <a:pt x="72" y="119"/>
                    <a:pt x="1" y="167"/>
                  </a:cubicBezTo>
                  <a:lnTo>
                    <a:pt x="4037" y="5227"/>
                  </a:lnTo>
                  <a:lnTo>
                    <a:pt x="4215" y="5441"/>
                  </a:lnTo>
                  <a:lnTo>
                    <a:pt x="6811" y="8715"/>
                  </a:lnTo>
                  <a:lnTo>
                    <a:pt x="7144" y="8715"/>
                  </a:lnTo>
                  <a:lnTo>
                    <a:pt x="21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8" name="Google Shape;3558;p25"/>
            <p:cNvSpPr/>
            <p:nvPr/>
          </p:nvSpPr>
          <p:spPr>
            <a:xfrm>
              <a:off x="3512025" y="3231250"/>
              <a:ext cx="42000" cy="42050"/>
            </a:xfrm>
            <a:custGeom>
              <a:rect b="b" l="l" r="r" t="t"/>
              <a:pathLst>
                <a:path extrusionOk="0" h="1682" w="1680">
                  <a:moveTo>
                    <a:pt x="834" y="1"/>
                  </a:moveTo>
                  <a:cubicBezTo>
                    <a:pt x="481" y="1"/>
                    <a:pt x="154" y="237"/>
                    <a:pt x="48" y="581"/>
                  </a:cubicBezTo>
                  <a:cubicBezTo>
                    <a:pt x="13" y="676"/>
                    <a:pt x="1" y="760"/>
                    <a:pt x="1" y="843"/>
                  </a:cubicBezTo>
                  <a:cubicBezTo>
                    <a:pt x="13" y="926"/>
                    <a:pt x="25" y="1010"/>
                    <a:pt x="48" y="1105"/>
                  </a:cubicBezTo>
                  <a:cubicBezTo>
                    <a:pt x="72" y="1188"/>
                    <a:pt x="120" y="1272"/>
                    <a:pt x="168" y="1343"/>
                  </a:cubicBezTo>
                  <a:cubicBezTo>
                    <a:pt x="263" y="1474"/>
                    <a:pt x="406" y="1581"/>
                    <a:pt x="584" y="1641"/>
                  </a:cubicBezTo>
                  <a:cubicBezTo>
                    <a:pt x="668" y="1669"/>
                    <a:pt x="754" y="1682"/>
                    <a:pt x="839" y="1682"/>
                  </a:cubicBezTo>
                  <a:cubicBezTo>
                    <a:pt x="1157" y="1682"/>
                    <a:pt x="1467" y="1498"/>
                    <a:pt x="1608" y="1188"/>
                  </a:cubicBezTo>
                  <a:cubicBezTo>
                    <a:pt x="1620" y="1165"/>
                    <a:pt x="1632" y="1129"/>
                    <a:pt x="1632" y="1105"/>
                  </a:cubicBezTo>
                  <a:cubicBezTo>
                    <a:pt x="1668" y="1010"/>
                    <a:pt x="1680" y="926"/>
                    <a:pt x="1680" y="831"/>
                  </a:cubicBezTo>
                  <a:cubicBezTo>
                    <a:pt x="1680" y="641"/>
                    <a:pt x="1608" y="462"/>
                    <a:pt x="1489" y="319"/>
                  </a:cubicBezTo>
                  <a:cubicBezTo>
                    <a:pt x="1430" y="236"/>
                    <a:pt x="1370" y="176"/>
                    <a:pt x="1275" y="129"/>
                  </a:cubicBezTo>
                  <a:lnTo>
                    <a:pt x="1096" y="45"/>
                  </a:lnTo>
                  <a:cubicBezTo>
                    <a:pt x="1009" y="15"/>
                    <a:pt x="921" y="1"/>
                    <a:pt x="83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9" name="Google Shape;3559;p25"/>
            <p:cNvSpPr/>
            <p:nvPr/>
          </p:nvSpPr>
          <p:spPr>
            <a:xfrm>
              <a:off x="3341175" y="2161300"/>
              <a:ext cx="64025" cy="59775"/>
            </a:xfrm>
            <a:custGeom>
              <a:rect b="b" l="l" r="r" t="t"/>
              <a:pathLst>
                <a:path extrusionOk="0" h="2391" w="2561">
                  <a:moveTo>
                    <a:pt x="1350" y="0"/>
                  </a:moveTo>
                  <a:cubicBezTo>
                    <a:pt x="840" y="0"/>
                    <a:pt x="366" y="323"/>
                    <a:pt x="191" y="826"/>
                  </a:cubicBezTo>
                  <a:cubicBezTo>
                    <a:pt x="1" y="1457"/>
                    <a:pt x="346" y="2124"/>
                    <a:pt x="965" y="2338"/>
                  </a:cubicBezTo>
                  <a:cubicBezTo>
                    <a:pt x="1084" y="2374"/>
                    <a:pt x="1204" y="2391"/>
                    <a:pt x="1323" y="2391"/>
                  </a:cubicBezTo>
                  <a:cubicBezTo>
                    <a:pt x="1525" y="2391"/>
                    <a:pt x="1721" y="2341"/>
                    <a:pt x="1894" y="2243"/>
                  </a:cubicBezTo>
                  <a:cubicBezTo>
                    <a:pt x="1965" y="2196"/>
                    <a:pt x="2037" y="2148"/>
                    <a:pt x="2120" y="2100"/>
                  </a:cubicBezTo>
                  <a:cubicBezTo>
                    <a:pt x="2275" y="1957"/>
                    <a:pt x="2418" y="1779"/>
                    <a:pt x="2477" y="1565"/>
                  </a:cubicBezTo>
                  <a:cubicBezTo>
                    <a:pt x="2501" y="1469"/>
                    <a:pt x="2513" y="1386"/>
                    <a:pt x="2537" y="1303"/>
                  </a:cubicBezTo>
                  <a:cubicBezTo>
                    <a:pt x="2561" y="969"/>
                    <a:pt x="2441" y="612"/>
                    <a:pt x="2203" y="374"/>
                  </a:cubicBezTo>
                  <a:cubicBezTo>
                    <a:pt x="2144" y="314"/>
                    <a:pt x="2072" y="255"/>
                    <a:pt x="2001" y="207"/>
                  </a:cubicBezTo>
                  <a:cubicBezTo>
                    <a:pt x="1906" y="148"/>
                    <a:pt x="1799" y="100"/>
                    <a:pt x="1703" y="52"/>
                  </a:cubicBezTo>
                  <a:cubicBezTo>
                    <a:pt x="1586" y="17"/>
                    <a:pt x="1467" y="0"/>
                    <a:pt x="135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0" name="Google Shape;3560;p25"/>
            <p:cNvSpPr/>
            <p:nvPr/>
          </p:nvSpPr>
          <p:spPr>
            <a:xfrm>
              <a:off x="3201575" y="1860600"/>
              <a:ext cx="32475" cy="30475"/>
            </a:xfrm>
            <a:custGeom>
              <a:rect b="b" l="l" r="r" t="t"/>
              <a:pathLst>
                <a:path extrusionOk="0" h="1219" w="1299">
                  <a:moveTo>
                    <a:pt x="690" y="0"/>
                  </a:moveTo>
                  <a:cubicBezTo>
                    <a:pt x="433" y="0"/>
                    <a:pt x="194" y="164"/>
                    <a:pt x="108" y="412"/>
                  </a:cubicBezTo>
                  <a:cubicBezTo>
                    <a:pt x="1" y="746"/>
                    <a:pt x="179" y="1091"/>
                    <a:pt x="501" y="1186"/>
                  </a:cubicBezTo>
                  <a:cubicBezTo>
                    <a:pt x="564" y="1207"/>
                    <a:pt x="630" y="1218"/>
                    <a:pt x="694" y="1218"/>
                  </a:cubicBezTo>
                  <a:cubicBezTo>
                    <a:pt x="809" y="1218"/>
                    <a:pt x="921" y="1184"/>
                    <a:pt x="1013" y="1115"/>
                  </a:cubicBezTo>
                  <a:cubicBezTo>
                    <a:pt x="1108" y="1091"/>
                    <a:pt x="1167" y="1020"/>
                    <a:pt x="1215" y="936"/>
                  </a:cubicBezTo>
                  <a:lnTo>
                    <a:pt x="1251" y="853"/>
                  </a:lnTo>
                  <a:cubicBezTo>
                    <a:pt x="1251" y="829"/>
                    <a:pt x="1275" y="817"/>
                    <a:pt x="1275" y="805"/>
                  </a:cubicBezTo>
                  <a:cubicBezTo>
                    <a:pt x="1298" y="722"/>
                    <a:pt x="1298" y="650"/>
                    <a:pt x="1298" y="579"/>
                  </a:cubicBezTo>
                  <a:cubicBezTo>
                    <a:pt x="1287" y="329"/>
                    <a:pt x="1120" y="103"/>
                    <a:pt x="882" y="31"/>
                  </a:cubicBezTo>
                  <a:cubicBezTo>
                    <a:pt x="818" y="10"/>
                    <a:pt x="753" y="0"/>
                    <a:pt x="6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1" name="Google Shape;3561;p25"/>
            <p:cNvSpPr/>
            <p:nvPr/>
          </p:nvSpPr>
          <p:spPr>
            <a:xfrm>
              <a:off x="3351600" y="1734200"/>
              <a:ext cx="11625" cy="10025"/>
            </a:xfrm>
            <a:custGeom>
              <a:rect b="b" l="l" r="r" t="t"/>
              <a:pathLst>
                <a:path extrusionOk="0" h="401" w="465">
                  <a:moveTo>
                    <a:pt x="223" y="0"/>
                  </a:moveTo>
                  <a:cubicBezTo>
                    <a:pt x="135" y="0"/>
                    <a:pt x="62" y="62"/>
                    <a:pt x="24" y="146"/>
                  </a:cubicBezTo>
                  <a:cubicBezTo>
                    <a:pt x="0" y="230"/>
                    <a:pt x="24" y="337"/>
                    <a:pt x="119" y="384"/>
                  </a:cubicBezTo>
                  <a:cubicBezTo>
                    <a:pt x="131" y="396"/>
                    <a:pt x="155" y="396"/>
                    <a:pt x="167" y="396"/>
                  </a:cubicBezTo>
                  <a:cubicBezTo>
                    <a:pt x="186" y="399"/>
                    <a:pt x="205" y="400"/>
                    <a:pt x="223" y="400"/>
                  </a:cubicBezTo>
                  <a:cubicBezTo>
                    <a:pt x="287" y="400"/>
                    <a:pt x="347" y="383"/>
                    <a:pt x="393" y="337"/>
                  </a:cubicBezTo>
                  <a:cubicBezTo>
                    <a:pt x="405" y="325"/>
                    <a:pt x="429" y="289"/>
                    <a:pt x="429" y="265"/>
                  </a:cubicBezTo>
                  <a:cubicBezTo>
                    <a:pt x="465" y="206"/>
                    <a:pt x="453" y="134"/>
                    <a:pt x="405" y="87"/>
                  </a:cubicBezTo>
                  <a:cubicBezTo>
                    <a:pt x="369" y="51"/>
                    <a:pt x="346" y="27"/>
                    <a:pt x="298" y="15"/>
                  </a:cubicBezTo>
                  <a:cubicBezTo>
                    <a:pt x="272" y="5"/>
                    <a:pt x="247" y="0"/>
                    <a:pt x="22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2" name="Google Shape;3562;p25"/>
            <p:cNvSpPr/>
            <p:nvPr/>
          </p:nvSpPr>
          <p:spPr>
            <a:xfrm>
              <a:off x="2525900" y="3030750"/>
              <a:ext cx="45275" cy="41925"/>
            </a:xfrm>
            <a:custGeom>
              <a:rect b="b" l="l" r="r" t="t"/>
              <a:pathLst>
                <a:path extrusionOk="0" h="1677" w="1811">
                  <a:moveTo>
                    <a:pt x="954" y="0"/>
                  </a:moveTo>
                  <a:cubicBezTo>
                    <a:pt x="592" y="0"/>
                    <a:pt x="261" y="230"/>
                    <a:pt x="155" y="576"/>
                  </a:cubicBezTo>
                  <a:cubicBezTo>
                    <a:pt x="0" y="1005"/>
                    <a:pt x="262" y="1493"/>
                    <a:pt x="691" y="1636"/>
                  </a:cubicBezTo>
                  <a:cubicBezTo>
                    <a:pt x="780" y="1663"/>
                    <a:pt x="870" y="1676"/>
                    <a:pt x="957" y="1676"/>
                  </a:cubicBezTo>
                  <a:cubicBezTo>
                    <a:pt x="1103" y="1676"/>
                    <a:pt x="1243" y="1639"/>
                    <a:pt x="1370" y="1565"/>
                  </a:cubicBezTo>
                  <a:cubicBezTo>
                    <a:pt x="1453" y="1517"/>
                    <a:pt x="1524" y="1457"/>
                    <a:pt x="1584" y="1398"/>
                  </a:cubicBezTo>
                  <a:cubicBezTo>
                    <a:pt x="1644" y="1303"/>
                    <a:pt x="1691" y="1219"/>
                    <a:pt x="1727" y="1112"/>
                  </a:cubicBezTo>
                  <a:cubicBezTo>
                    <a:pt x="1727" y="1112"/>
                    <a:pt x="1727" y="1100"/>
                    <a:pt x="1751" y="1100"/>
                  </a:cubicBezTo>
                  <a:cubicBezTo>
                    <a:pt x="1774" y="1029"/>
                    <a:pt x="1786" y="934"/>
                    <a:pt x="1786" y="862"/>
                  </a:cubicBezTo>
                  <a:cubicBezTo>
                    <a:pt x="1810" y="505"/>
                    <a:pt x="1572" y="160"/>
                    <a:pt x="1215" y="41"/>
                  </a:cubicBezTo>
                  <a:cubicBezTo>
                    <a:pt x="1128" y="13"/>
                    <a:pt x="1040" y="0"/>
                    <a:pt x="95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3" name="Google Shape;3563;p25"/>
            <p:cNvSpPr/>
            <p:nvPr/>
          </p:nvSpPr>
          <p:spPr>
            <a:xfrm>
              <a:off x="2935775" y="3112575"/>
              <a:ext cx="30375" cy="29925"/>
            </a:xfrm>
            <a:custGeom>
              <a:rect b="b" l="l" r="r" t="t"/>
              <a:pathLst>
                <a:path extrusionOk="0" h="1197" w="1215">
                  <a:moveTo>
                    <a:pt x="616" y="0"/>
                  </a:moveTo>
                  <a:cubicBezTo>
                    <a:pt x="393" y="0"/>
                    <a:pt x="187" y="131"/>
                    <a:pt x="84" y="328"/>
                  </a:cubicBezTo>
                  <a:cubicBezTo>
                    <a:pt x="72" y="363"/>
                    <a:pt x="60" y="387"/>
                    <a:pt x="60" y="411"/>
                  </a:cubicBezTo>
                  <a:cubicBezTo>
                    <a:pt x="24" y="459"/>
                    <a:pt x="12" y="518"/>
                    <a:pt x="12" y="578"/>
                  </a:cubicBezTo>
                  <a:cubicBezTo>
                    <a:pt x="0" y="840"/>
                    <a:pt x="155" y="1066"/>
                    <a:pt x="429" y="1161"/>
                  </a:cubicBezTo>
                  <a:cubicBezTo>
                    <a:pt x="500" y="1197"/>
                    <a:pt x="572" y="1197"/>
                    <a:pt x="655" y="1197"/>
                  </a:cubicBezTo>
                  <a:cubicBezTo>
                    <a:pt x="739" y="1197"/>
                    <a:pt x="834" y="1161"/>
                    <a:pt x="905" y="1113"/>
                  </a:cubicBezTo>
                  <a:cubicBezTo>
                    <a:pt x="1024" y="1054"/>
                    <a:pt x="1108" y="959"/>
                    <a:pt x="1167" y="804"/>
                  </a:cubicBezTo>
                  <a:cubicBezTo>
                    <a:pt x="1167" y="792"/>
                    <a:pt x="1191" y="792"/>
                    <a:pt x="1191" y="768"/>
                  </a:cubicBezTo>
                  <a:cubicBezTo>
                    <a:pt x="1215" y="697"/>
                    <a:pt x="1215" y="625"/>
                    <a:pt x="1215" y="554"/>
                  </a:cubicBezTo>
                  <a:cubicBezTo>
                    <a:pt x="1215" y="470"/>
                    <a:pt x="1191" y="399"/>
                    <a:pt x="1155" y="339"/>
                  </a:cubicBezTo>
                  <a:cubicBezTo>
                    <a:pt x="1096" y="197"/>
                    <a:pt x="965" y="78"/>
                    <a:pt x="798" y="30"/>
                  </a:cubicBezTo>
                  <a:cubicBezTo>
                    <a:pt x="737" y="10"/>
                    <a:pt x="676" y="0"/>
                    <a:pt x="6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4" name="Google Shape;3564;p25"/>
            <p:cNvSpPr/>
            <p:nvPr/>
          </p:nvSpPr>
          <p:spPr>
            <a:xfrm>
              <a:off x="3176575" y="2977575"/>
              <a:ext cx="32175" cy="29400"/>
            </a:xfrm>
            <a:custGeom>
              <a:rect b="b" l="l" r="r" t="t"/>
              <a:pathLst>
                <a:path extrusionOk="0" h="1176" w="1287">
                  <a:moveTo>
                    <a:pt x="620" y="1"/>
                  </a:moveTo>
                  <a:cubicBezTo>
                    <a:pt x="524" y="13"/>
                    <a:pt x="441" y="36"/>
                    <a:pt x="370" y="84"/>
                  </a:cubicBezTo>
                  <a:cubicBezTo>
                    <a:pt x="251" y="155"/>
                    <a:pt x="155" y="263"/>
                    <a:pt x="108" y="405"/>
                  </a:cubicBezTo>
                  <a:cubicBezTo>
                    <a:pt x="1" y="715"/>
                    <a:pt x="167" y="1048"/>
                    <a:pt x="477" y="1144"/>
                  </a:cubicBezTo>
                  <a:cubicBezTo>
                    <a:pt x="545" y="1165"/>
                    <a:pt x="613" y="1176"/>
                    <a:pt x="679" y="1176"/>
                  </a:cubicBezTo>
                  <a:cubicBezTo>
                    <a:pt x="797" y="1176"/>
                    <a:pt x="909" y="1141"/>
                    <a:pt x="1001" y="1072"/>
                  </a:cubicBezTo>
                  <a:cubicBezTo>
                    <a:pt x="1108" y="1025"/>
                    <a:pt x="1167" y="953"/>
                    <a:pt x="1215" y="882"/>
                  </a:cubicBezTo>
                  <a:cubicBezTo>
                    <a:pt x="1227" y="846"/>
                    <a:pt x="1239" y="798"/>
                    <a:pt x="1263" y="775"/>
                  </a:cubicBezTo>
                  <a:cubicBezTo>
                    <a:pt x="1274" y="715"/>
                    <a:pt x="1286" y="656"/>
                    <a:pt x="1286" y="584"/>
                  </a:cubicBezTo>
                  <a:cubicBezTo>
                    <a:pt x="1286" y="489"/>
                    <a:pt x="1274" y="405"/>
                    <a:pt x="1227" y="322"/>
                  </a:cubicBezTo>
                  <a:cubicBezTo>
                    <a:pt x="1155" y="191"/>
                    <a:pt x="1036" y="72"/>
                    <a:pt x="870" y="24"/>
                  </a:cubicBezTo>
                  <a:cubicBezTo>
                    <a:pt x="798" y="1"/>
                    <a:pt x="703" y="1"/>
                    <a:pt x="6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5" name="Google Shape;3565;p25"/>
            <p:cNvSpPr/>
            <p:nvPr/>
          </p:nvSpPr>
          <p:spPr>
            <a:xfrm>
              <a:off x="3498925" y="2893500"/>
              <a:ext cx="31300" cy="29750"/>
            </a:xfrm>
            <a:custGeom>
              <a:rect b="b" l="l" r="r" t="t"/>
              <a:pathLst>
                <a:path extrusionOk="0" h="1190" w="1252">
                  <a:moveTo>
                    <a:pt x="613" y="0"/>
                  </a:moveTo>
                  <a:cubicBezTo>
                    <a:pt x="572" y="0"/>
                    <a:pt x="531" y="6"/>
                    <a:pt x="489" y="18"/>
                  </a:cubicBezTo>
                  <a:cubicBezTo>
                    <a:pt x="406" y="30"/>
                    <a:pt x="334" y="78"/>
                    <a:pt x="251" y="113"/>
                  </a:cubicBezTo>
                  <a:cubicBezTo>
                    <a:pt x="132" y="173"/>
                    <a:pt x="61" y="268"/>
                    <a:pt x="37" y="399"/>
                  </a:cubicBezTo>
                  <a:cubicBezTo>
                    <a:pt x="1" y="470"/>
                    <a:pt x="1" y="566"/>
                    <a:pt x="1" y="637"/>
                  </a:cubicBezTo>
                  <a:cubicBezTo>
                    <a:pt x="1" y="732"/>
                    <a:pt x="37" y="804"/>
                    <a:pt x="72" y="875"/>
                  </a:cubicBezTo>
                  <a:cubicBezTo>
                    <a:pt x="120" y="947"/>
                    <a:pt x="180" y="1030"/>
                    <a:pt x="251" y="1066"/>
                  </a:cubicBezTo>
                  <a:cubicBezTo>
                    <a:pt x="299" y="1101"/>
                    <a:pt x="358" y="1125"/>
                    <a:pt x="418" y="1161"/>
                  </a:cubicBezTo>
                  <a:cubicBezTo>
                    <a:pt x="483" y="1181"/>
                    <a:pt x="549" y="1190"/>
                    <a:pt x="612" y="1190"/>
                  </a:cubicBezTo>
                  <a:cubicBezTo>
                    <a:pt x="664" y="1190"/>
                    <a:pt x="715" y="1184"/>
                    <a:pt x="763" y="1173"/>
                  </a:cubicBezTo>
                  <a:cubicBezTo>
                    <a:pt x="846" y="1137"/>
                    <a:pt x="930" y="1101"/>
                    <a:pt x="1001" y="1042"/>
                  </a:cubicBezTo>
                  <a:cubicBezTo>
                    <a:pt x="1073" y="971"/>
                    <a:pt x="1132" y="875"/>
                    <a:pt x="1168" y="768"/>
                  </a:cubicBezTo>
                  <a:cubicBezTo>
                    <a:pt x="1251" y="530"/>
                    <a:pt x="1168" y="268"/>
                    <a:pt x="965" y="113"/>
                  </a:cubicBezTo>
                  <a:cubicBezTo>
                    <a:pt x="906" y="78"/>
                    <a:pt x="846" y="42"/>
                    <a:pt x="787" y="30"/>
                  </a:cubicBezTo>
                  <a:cubicBezTo>
                    <a:pt x="775" y="30"/>
                    <a:pt x="751" y="18"/>
                    <a:pt x="727" y="18"/>
                  </a:cubicBezTo>
                  <a:cubicBezTo>
                    <a:pt x="692" y="6"/>
                    <a:pt x="653" y="0"/>
                    <a:pt x="6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6" name="Google Shape;3566;p25"/>
            <p:cNvSpPr/>
            <p:nvPr/>
          </p:nvSpPr>
          <p:spPr>
            <a:xfrm>
              <a:off x="3351900" y="1991575"/>
              <a:ext cx="23525" cy="21275"/>
            </a:xfrm>
            <a:custGeom>
              <a:rect b="b" l="l" r="r" t="t"/>
              <a:pathLst>
                <a:path extrusionOk="0" h="851" w="941">
                  <a:moveTo>
                    <a:pt x="460" y="0"/>
                  </a:moveTo>
                  <a:cubicBezTo>
                    <a:pt x="430" y="0"/>
                    <a:pt x="400" y="3"/>
                    <a:pt x="369" y="7"/>
                  </a:cubicBezTo>
                  <a:cubicBezTo>
                    <a:pt x="346" y="7"/>
                    <a:pt x="310" y="31"/>
                    <a:pt x="298" y="43"/>
                  </a:cubicBezTo>
                  <a:cubicBezTo>
                    <a:pt x="227" y="91"/>
                    <a:pt x="155" y="150"/>
                    <a:pt x="107" y="233"/>
                  </a:cubicBezTo>
                  <a:cubicBezTo>
                    <a:pt x="96" y="245"/>
                    <a:pt x="96" y="281"/>
                    <a:pt x="72" y="293"/>
                  </a:cubicBezTo>
                  <a:cubicBezTo>
                    <a:pt x="0" y="519"/>
                    <a:pt x="119" y="757"/>
                    <a:pt x="346" y="829"/>
                  </a:cubicBezTo>
                  <a:cubicBezTo>
                    <a:pt x="387" y="844"/>
                    <a:pt x="430" y="850"/>
                    <a:pt x="474" y="850"/>
                  </a:cubicBezTo>
                  <a:cubicBezTo>
                    <a:pt x="570" y="850"/>
                    <a:pt x="669" y="818"/>
                    <a:pt x="750" y="769"/>
                  </a:cubicBezTo>
                  <a:cubicBezTo>
                    <a:pt x="810" y="710"/>
                    <a:pt x="858" y="638"/>
                    <a:pt x="881" y="567"/>
                  </a:cubicBezTo>
                  <a:lnTo>
                    <a:pt x="881" y="543"/>
                  </a:lnTo>
                  <a:cubicBezTo>
                    <a:pt x="941" y="341"/>
                    <a:pt x="834" y="126"/>
                    <a:pt x="643" y="43"/>
                  </a:cubicBezTo>
                  <a:cubicBezTo>
                    <a:pt x="631" y="43"/>
                    <a:pt x="631" y="31"/>
                    <a:pt x="608" y="31"/>
                  </a:cubicBezTo>
                  <a:cubicBezTo>
                    <a:pt x="562" y="8"/>
                    <a:pt x="512" y="0"/>
                    <a:pt x="46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7" name="Google Shape;3567;p25"/>
            <p:cNvSpPr/>
            <p:nvPr/>
          </p:nvSpPr>
          <p:spPr>
            <a:xfrm>
              <a:off x="3264375" y="2877675"/>
              <a:ext cx="22950" cy="21150"/>
            </a:xfrm>
            <a:custGeom>
              <a:rect b="b" l="l" r="r" t="t"/>
              <a:pathLst>
                <a:path extrusionOk="0" h="846" w="918">
                  <a:moveTo>
                    <a:pt x="497" y="0"/>
                  </a:moveTo>
                  <a:cubicBezTo>
                    <a:pt x="318" y="0"/>
                    <a:pt x="142" y="118"/>
                    <a:pt x="84" y="282"/>
                  </a:cubicBezTo>
                  <a:cubicBezTo>
                    <a:pt x="1" y="508"/>
                    <a:pt x="120" y="746"/>
                    <a:pt x="346" y="830"/>
                  </a:cubicBezTo>
                  <a:cubicBezTo>
                    <a:pt x="390" y="840"/>
                    <a:pt x="433" y="845"/>
                    <a:pt x="475" y="845"/>
                  </a:cubicBezTo>
                  <a:cubicBezTo>
                    <a:pt x="580" y="845"/>
                    <a:pt x="678" y="811"/>
                    <a:pt x="763" y="734"/>
                  </a:cubicBezTo>
                  <a:cubicBezTo>
                    <a:pt x="822" y="687"/>
                    <a:pt x="870" y="627"/>
                    <a:pt x="882" y="544"/>
                  </a:cubicBezTo>
                  <a:cubicBezTo>
                    <a:pt x="882" y="547"/>
                    <a:pt x="882" y="549"/>
                    <a:pt x="883" y="549"/>
                  </a:cubicBezTo>
                  <a:cubicBezTo>
                    <a:pt x="884" y="549"/>
                    <a:pt x="889" y="540"/>
                    <a:pt x="906" y="532"/>
                  </a:cubicBezTo>
                  <a:cubicBezTo>
                    <a:pt x="918" y="437"/>
                    <a:pt x="918" y="365"/>
                    <a:pt x="882" y="270"/>
                  </a:cubicBezTo>
                  <a:cubicBezTo>
                    <a:pt x="858" y="187"/>
                    <a:pt x="799" y="127"/>
                    <a:pt x="703" y="68"/>
                  </a:cubicBezTo>
                  <a:lnTo>
                    <a:pt x="620" y="20"/>
                  </a:lnTo>
                  <a:cubicBezTo>
                    <a:pt x="580" y="7"/>
                    <a:pt x="538" y="0"/>
                    <a:pt x="49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8" name="Google Shape;3568;p25"/>
            <p:cNvSpPr/>
            <p:nvPr/>
          </p:nvSpPr>
          <p:spPr>
            <a:xfrm>
              <a:off x="3367975" y="3068275"/>
              <a:ext cx="23825" cy="21175"/>
            </a:xfrm>
            <a:custGeom>
              <a:rect b="b" l="l" r="r" t="t"/>
              <a:pathLst>
                <a:path extrusionOk="0" h="847" w="953">
                  <a:moveTo>
                    <a:pt x="495" y="1"/>
                  </a:moveTo>
                  <a:cubicBezTo>
                    <a:pt x="315" y="1"/>
                    <a:pt x="141" y="113"/>
                    <a:pt x="72" y="290"/>
                  </a:cubicBezTo>
                  <a:cubicBezTo>
                    <a:pt x="0" y="504"/>
                    <a:pt x="119" y="742"/>
                    <a:pt x="346" y="826"/>
                  </a:cubicBezTo>
                  <a:cubicBezTo>
                    <a:pt x="390" y="840"/>
                    <a:pt x="435" y="846"/>
                    <a:pt x="478" y="846"/>
                  </a:cubicBezTo>
                  <a:cubicBezTo>
                    <a:pt x="659" y="846"/>
                    <a:pt x="824" y="734"/>
                    <a:pt x="881" y="552"/>
                  </a:cubicBezTo>
                  <a:cubicBezTo>
                    <a:pt x="953" y="326"/>
                    <a:pt x="834" y="87"/>
                    <a:pt x="607" y="16"/>
                  </a:cubicBezTo>
                  <a:cubicBezTo>
                    <a:pt x="570" y="6"/>
                    <a:pt x="532" y="1"/>
                    <a:pt x="49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9" name="Google Shape;3569;p25"/>
            <p:cNvSpPr/>
            <p:nvPr/>
          </p:nvSpPr>
          <p:spPr>
            <a:xfrm>
              <a:off x="3106025" y="2697300"/>
              <a:ext cx="23250" cy="21150"/>
            </a:xfrm>
            <a:custGeom>
              <a:rect b="b" l="l" r="r" t="t"/>
              <a:pathLst>
                <a:path extrusionOk="0" h="846" w="930">
                  <a:moveTo>
                    <a:pt x="490" y="0"/>
                  </a:moveTo>
                  <a:cubicBezTo>
                    <a:pt x="317" y="0"/>
                    <a:pt x="140" y="117"/>
                    <a:pt x="72" y="282"/>
                  </a:cubicBezTo>
                  <a:cubicBezTo>
                    <a:pt x="1" y="508"/>
                    <a:pt x="120" y="746"/>
                    <a:pt x="346" y="818"/>
                  </a:cubicBezTo>
                  <a:cubicBezTo>
                    <a:pt x="370" y="841"/>
                    <a:pt x="417" y="841"/>
                    <a:pt x="453" y="841"/>
                  </a:cubicBezTo>
                  <a:cubicBezTo>
                    <a:pt x="475" y="844"/>
                    <a:pt x="496" y="845"/>
                    <a:pt x="517" y="845"/>
                  </a:cubicBezTo>
                  <a:cubicBezTo>
                    <a:pt x="590" y="845"/>
                    <a:pt x="660" y="828"/>
                    <a:pt x="715" y="782"/>
                  </a:cubicBezTo>
                  <a:cubicBezTo>
                    <a:pt x="787" y="734"/>
                    <a:pt x="870" y="639"/>
                    <a:pt x="894" y="556"/>
                  </a:cubicBezTo>
                  <a:cubicBezTo>
                    <a:pt x="894" y="544"/>
                    <a:pt x="894" y="520"/>
                    <a:pt x="906" y="508"/>
                  </a:cubicBezTo>
                  <a:cubicBezTo>
                    <a:pt x="929" y="425"/>
                    <a:pt x="929" y="329"/>
                    <a:pt x="882" y="246"/>
                  </a:cubicBezTo>
                  <a:cubicBezTo>
                    <a:pt x="846" y="198"/>
                    <a:pt x="822" y="139"/>
                    <a:pt x="775" y="103"/>
                  </a:cubicBezTo>
                  <a:cubicBezTo>
                    <a:pt x="727" y="67"/>
                    <a:pt x="667" y="32"/>
                    <a:pt x="608" y="20"/>
                  </a:cubicBezTo>
                  <a:cubicBezTo>
                    <a:pt x="570" y="6"/>
                    <a:pt x="530" y="0"/>
                    <a:pt x="4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0" name="Google Shape;3570;p25"/>
            <p:cNvSpPr/>
            <p:nvPr/>
          </p:nvSpPr>
          <p:spPr>
            <a:xfrm>
              <a:off x="3470350" y="2344400"/>
              <a:ext cx="22950" cy="21525"/>
            </a:xfrm>
            <a:custGeom>
              <a:rect b="b" l="l" r="r" t="t"/>
              <a:pathLst>
                <a:path extrusionOk="0" h="861" w="918">
                  <a:moveTo>
                    <a:pt x="467" y="0"/>
                  </a:moveTo>
                  <a:cubicBezTo>
                    <a:pt x="427" y="0"/>
                    <a:pt x="388" y="9"/>
                    <a:pt x="346" y="27"/>
                  </a:cubicBezTo>
                  <a:cubicBezTo>
                    <a:pt x="251" y="51"/>
                    <a:pt x="180" y="98"/>
                    <a:pt x="120" y="170"/>
                  </a:cubicBezTo>
                  <a:cubicBezTo>
                    <a:pt x="84" y="206"/>
                    <a:pt x="72" y="253"/>
                    <a:pt x="61" y="289"/>
                  </a:cubicBezTo>
                  <a:cubicBezTo>
                    <a:pt x="1" y="467"/>
                    <a:pt x="72" y="670"/>
                    <a:pt x="227" y="765"/>
                  </a:cubicBezTo>
                  <a:cubicBezTo>
                    <a:pt x="251" y="801"/>
                    <a:pt x="299" y="813"/>
                    <a:pt x="346" y="825"/>
                  </a:cubicBezTo>
                  <a:cubicBezTo>
                    <a:pt x="406" y="848"/>
                    <a:pt x="442" y="860"/>
                    <a:pt x="489" y="860"/>
                  </a:cubicBezTo>
                  <a:cubicBezTo>
                    <a:pt x="525" y="860"/>
                    <a:pt x="549" y="860"/>
                    <a:pt x="584" y="848"/>
                  </a:cubicBezTo>
                  <a:cubicBezTo>
                    <a:pt x="668" y="825"/>
                    <a:pt x="739" y="765"/>
                    <a:pt x="799" y="706"/>
                  </a:cubicBezTo>
                  <a:cubicBezTo>
                    <a:pt x="834" y="670"/>
                    <a:pt x="858" y="622"/>
                    <a:pt x="882" y="563"/>
                  </a:cubicBezTo>
                  <a:cubicBezTo>
                    <a:pt x="918" y="444"/>
                    <a:pt x="894" y="313"/>
                    <a:pt x="834" y="206"/>
                  </a:cubicBezTo>
                  <a:cubicBezTo>
                    <a:pt x="787" y="134"/>
                    <a:pt x="715" y="75"/>
                    <a:pt x="620" y="39"/>
                  </a:cubicBezTo>
                  <a:cubicBezTo>
                    <a:pt x="608" y="39"/>
                    <a:pt x="608" y="39"/>
                    <a:pt x="596" y="27"/>
                  </a:cubicBezTo>
                  <a:cubicBezTo>
                    <a:pt x="549" y="9"/>
                    <a:pt x="507" y="0"/>
                    <a:pt x="4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1" name="Google Shape;3571;p25"/>
            <p:cNvSpPr/>
            <p:nvPr/>
          </p:nvSpPr>
          <p:spPr>
            <a:xfrm>
              <a:off x="3351300" y="1881200"/>
              <a:ext cx="21150" cy="21400"/>
            </a:xfrm>
            <a:custGeom>
              <a:rect b="b" l="l" r="r" t="t"/>
              <a:pathLst>
                <a:path extrusionOk="0" h="856" w="846">
                  <a:moveTo>
                    <a:pt x="424" y="1"/>
                  </a:moveTo>
                  <a:cubicBezTo>
                    <a:pt x="358" y="1"/>
                    <a:pt x="289" y="14"/>
                    <a:pt x="227" y="41"/>
                  </a:cubicBezTo>
                  <a:cubicBezTo>
                    <a:pt x="143" y="88"/>
                    <a:pt x="72" y="148"/>
                    <a:pt x="24" y="219"/>
                  </a:cubicBezTo>
                  <a:cubicBezTo>
                    <a:pt x="12" y="231"/>
                    <a:pt x="12" y="267"/>
                    <a:pt x="0" y="279"/>
                  </a:cubicBezTo>
                  <a:lnTo>
                    <a:pt x="0" y="481"/>
                  </a:lnTo>
                  <a:cubicBezTo>
                    <a:pt x="12" y="636"/>
                    <a:pt x="120" y="755"/>
                    <a:pt x="262" y="815"/>
                  </a:cubicBezTo>
                  <a:cubicBezTo>
                    <a:pt x="286" y="815"/>
                    <a:pt x="286" y="827"/>
                    <a:pt x="298" y="827"/>
                  </a:cubicBezTo>
                  <a:cubicBezTo>
                    <a:pt x="337" y="846"/>
                    <a:pt x="384" y="855"/>
                    <a:pt x="430" y="855"/>
                  </a:cubicBezTo>
                  <a:cubicBezTo>
                    <a:pt x="467" y="855"/>
                    <a:pt x="504" y="849"/>
                    <a:pt x="536" y="838"/>
                  </a:cubicBezTo>
                  <a:cubicBezTo>
                    <a:pt x="667" y="815"/>
                    <a:pt x="774" y="708"/>
                    <a:pt x="822" y="577"/>
                  </a:cubicBezTo>
                  <a:lnTo>
                    <a:pt x="822" y="565"/>
                  </a:lnTo>
                  <a:cubicBezTo>
                    <a:pt x="846" y="469"/>
                    <a:pt x="846" y="386"/>
                    <a:pt x="822" y="303"/>
                  </a:cubicBezTo>
                  <a:cubicBezTo>
                    <a:pt x="774" y="172"/>
                    <a:pt x="679" y="65"/>
                    <a:pt x="536" y="29"/>
                  </a:cubicBezTo>
                  <a:cubicBezTo>
                    <a:pt x="524" y="29"/>
                    <a:pt x="501" y="29"/>
                    <a:pt x="489" y="5"/>
                  </a:cubicBezTo>
                  <a:cubicBezTo>
                    <a:pt x="468" y="2"/>
                    <a:pt x="446" y="1"/>
                    <a:pt x="42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2" name="Google Shape;3572;p25"/>
            <p:cNvSpPr/>
            <p:nvPr/>
          </p:nvSpPr>
          <p:spPr>
            <a:xfrm>
              <a:off x="3416475" y="2983725"/>
              <a:ext cx="12525" cy="12075"/>
            </a:xfrm>
            <a:custGeom>
              <a:rect b="b" l="l" r="r" t="t"/>
              <a:pathLst>
                <a:path extrusionOk="0" h="483" w="501">
                  <a:moveTo>
                    <a:pt x="264" y="0"/>
                  </a:moveTo>
                  <a:cubicBezTo>
                    <a:pt x="159" y="0"/>
                    <a:pt x="54" y="68"/>
                    <a:pt x="13" y="171"/>
                  </a:cubicBezTo>
                  <a:cubicBezTo>
                    <a:pt x="1" y="207"/>
                    <a:pt x="1" y="255"/>
                    <a:pt x="1" y="290"/>
                  </a:cubicBezTo>
                  <a:cubicBezTo>
                    <a:pt x="1" y="314"/>
                    <a:pt x="13" y="326"/>
                    <a:pt x="13" y="350"/>
                  </a:cubicBezTo>
                  <a:cubicBezTo>
                    <a:pt x="37" y="410"/>
                    <a:pt x="84" y="457"/>
                    <a:pt x="156" y="469"/>
                  </a:cubicBezTo>
                  <a:cubicBezTo>
                    <a:pt x="180" y="469"/>
                    <a:pt x="191" y="469"/>
                    <a:pt x="191" y="481"/>
                  </a:cubicBezTo>
                  <a:cubicBezTo>
                    <a:pt x="201" y="482"/>
                    <a:pt x="210" y="482"/>
                    <a:pt x="219" y="482"/>
                  </a:cubicBezTo>
                  <a:cubicBezTo>
                    <a:pt x="315" y="482"/>
                    <a:pt x="398" y="426"/>
                    <a:pt x="441" y="350"/>
                  </a:cubicBezTo>
                  <a:cubicBezTo>
                    <a:pt x="441" y="326"/>
                    <a:pt x="453" y="326"/>
                    <a:pt x="453" y="314"/>
                  </a:cubicBezTo>
                  <a:cubicBezTo>
                    <a:pt x="501" y="195"/>
                    <a:pt x="441" y="64"/>
                    <a:pt x="322" y="17"/>
                  </a:cubicBezTo>
                  <a:cubicBezTo>
                    <a:pt x="322" y="17"/>
                    <a:pt x="311" y="17"/>
                    <a:pt x="311" y="5"/>
                  </a:cubicBezTo>
                  <a:cubicBezTo>
                    <a:pt x="295" y="2"/>
                    <a:pt x="280" y="0"/>
                    <a:pt x="26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3" name="Google Shape;3573;p25"/>
            <p:cNvSpPr/>
            <p:nvPr/>
          </p:nvSpPr>
          <p:spPr>
            <a:xfrm>
              <a:off x="3439400" y="2748675"/>
              <a:ext cx="13125" cy="12125"/>
            </a:xfrm>
            <a:custGeom>
              <a:rect b="b" l="l" r="r" t="t"/>
              <a:pathLst>
                <a:path extrusionOk="0" h="485" w="525">
                  <a:moveTo>
                    <a:pt x="267" y="0"/>
                  </a:moveTo>
                  <a:cubicBezTo>
                    <a:pt x="219" y="0"/>
                    <a:pt x="170" y="13"/>
                    <a:pt x="132" y="36"/>
                  </a:cubicBezTo>
                  <a:cubicBezTo>
                    <a:pt x="96" y="60"/>
                    <a:pt x="48" y="108"/>
                    <a:pt x="25" y="167"/>
                  </a:cubicBezTo>
                  <a:cubicBezTo>
                    <a:pt x="1" y="239"/>
                    <a:pt x="13" y="310"/>
                    <a:pt x="60" y="370"/>
                  </a:cubicBezTo>
                  <a:cubicBezTo>
                    <a:pt x="96" y="417"/>
                    <a:pt x="132" y="465"/>
                    <a:pt x="191" y="477"/>
                  </a:cubicBezTo>
                  <a:cubicBezTo>
                    <a:pt x="216" y="482"/>
                    <a:pt x="241" y="485"/>
                    <a:pt x="265" y="485"/>
                  </a:cubicBezTo>
                  <a:cubicBezTo>
                    <a:pt x="300" y="485"/>
                    <a:pt x="335" y="479"/>
                    <a:pt x="370" y="465"/>
                  </a:cubicBezTo>
                  <a:cubicBezTo>
                    <a:pt x="406" y="441"/>
                    <a:pt x="429" y="429"/>
                    <a:pt x="453" y="406"/>
                  </a:cubicBezTo>
                  <a:cubicBezTo>
                    <a:pt x="465" y="370"/>
                    <a:pt x="489" y="346"/>
                    <a:pt x="489" y="310"/>
                  </a:cubicBezTo>
                  <a:cubicBezTo>
                    <a:pt x="525" y="227"/>
                    <a:pt x="489" y="132"/>
                    <a:pt x="429" y="72"/>
                  </a:cubicBezTo>
                  <a:cubicBezTo>
                    <a:pt x="406" y="48"/>
                    <a:pt x="370" y="25"/>
                    <a:pt x="346" y="13"/>
                  </a:cubicBezTo>
                  <a:cubicBezTo>
                    <a:pt x="321" y="4"/>
                    <a:pt x="294" y="0"/>
                    <a:pt x="2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4" name="Google Shape;3574;p25"/>
            <p:cNvSpPr/>
            <p:nvPr/>
          </p:nvSpPr>
          <p:spPr>
            <a:xfrm>
              <a:off x="3343850" y="2820000"/>
              <a:ext cx="13125" cy="12425"/>
            </a:xfrm>
            <a:custGeom>
              <a:rect b="b" l="l" r="r" t="t"/>
              <a:pathLst>
                <a:path extrusionOk="0" h="497" w="525">
                  <a:moveTo>
                    <a:pt x="293" y="0"/>
                  </a:moveTo>
                  <a:cubicBezTo>
                    <a:pt x="185" y="0"/>
                    <a:pt x="65" y="60"/>
                    <a:pt x="25" y="172"/>
                  </a:cubicBezTo>
                  <a:cubicBezTo>
                    <a:pt x="1" y="255"/>
                    <a:pt x="25" y="362"/>
                    <a:pt x="84" y="422"/>
                  </a:cubicBezTo>
                  <a:cubicBezTo>
                    <a:pt x="120" y="458"/>
                    <a:pt x="144" y="470"/>
                    <a:pt x="179" y="482"/>
                  </a:cubicBezTo>
                  <a:cubicBezTo>
                    <a:pt x="207" y="491"/>
                    <a:pt x="234" y="496"/>
                    <a:pt x="261" y="496"/>
                  </a:cubicBezTo>
                  <a:cubicBezTo>
                    <a:pt x="361" y="496"/>
                    <a:pt x="451" y="428"/>
                    <a:pt x="489" y="315"/>
                  </a:cubicBezTo>
                  <a:cubicBezTo>
                    <a:pt x="525" y="243"/>
                    <a:pt x="501" y="184"/>
                    <a:pt x="477" y="124"/>
                  </a:cubicBezTo>
                  <a:cubicBezTo>
                    <a:pt x="441" y="77"/>
                    <a:pt x="406" y="41"/>
                    <a:pt x="346" y="5"/>
                  </a:cubicBezTo>
                  <a:cubicBezTo>
                    <a:pt x="329" y="2"/>
                    <a:pt x="311" y="0"/>
                    <a:pt x="29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5" name="Google Shape;3575;p25"/>
            <p:cNvSpPr/>
            <p:nvPr/>
          </p:nvSpPr>
          <p:spPr>
            <a:xfrm>
              <a:off x="3509650" y="2342575"/>
              <a:ext cx="14325" cy="12400"/>
            </a:xfrm>
            <a:custGeom>
              <a:rect b="b" l="l" r="r" t="t"/>
              <a:pathLst>
                <a:path extrusionOk="0" h="496" w="573">
                  <a:moveTo>
                    <a:pt x="307" y="0"/>
                  </a:moveTo>
                  <a:cubicBezTo>
                    <a:pt x="194" y="0"/>
                    <a:pt x="90" y="68"/>
                    <a:pt x="48" y="171"/>
                  </a:cubicBezTo>
                  <a:cubicBezTo>
                    <a:pt x="1" y="302"/>
                    <a:pt x="84" y="445"/>
                    <a:pt x="215" y="481"/>
                  </a:cubicBezTo>
                  <a:cubicBezTo>
                    <a:pt x="243" y="491"/>
                    <a:pt x="270" y="496"/>
                    <a:pt x="297" y="496"/>
                  </a:cubicBezTo>
                  <a:cubicBezTo>
                    <a:pt x="397" y="496"/>
                    <a:pt x="487" y="429"/>
                    <a:pt x="524" y="326"/>
                  </a:cubicBezTo>
                  <a:cubicBezTo>
                    <a:pt x="572" y="183"/>
                    <a:pt x="501" y="52"/>
                    <a:pt x="358" y="5"/>
                  </a:cubicBezTo>
                  <a:cubicBezTo>
                    <a:pt x="341" y="2"/>
                    <a:pt x="324" y="0"/>
                    <a:pt x="30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6" name="Google Shape;3576;p25"/>
            <p:cNvSpPr/>
            <p:nvPr/>
          </p:nvSpPr>
          <p:spPr>
            <a:xfrm>
              <a:off x="3414400" y="2157325"/>
              <a:ext cx="14325" cy="12475"/>
            </a:xfrm>
            <a:custGeom>
              <a:rect b="b" l="l" r="r" t="t"/>
              <a:pathLst>
                <a:path extrusionOk="0" h="499" w="573">
                  <a:moveTo>
                    <a:pt x="296" y="1"/>
                  </a:moveTo>
                  <a:cubicBezTo>
                    <a:pt x="187" y="1"/>
                    <a:pt x="88" y="76"/>
                    <a:pt x="48" y="176"/>
                  </a:cubicBezTo>
                  <a:cubicBezTo>
                    <a:pt x="1" y="307"/>
                    <a:pt x="84" y="438"/>
                    <a:pt x="215" y="485"/>
                  </a:cubicBezTo>
                  <a:cubicBezTo>
                    <a:pt x="240" y="494"/>
                    <a:pt x="266" y="499"/>
                    <a:pt x="290" y="499"/>
                  </a:cubicBezTo>
                  <a:cubicBezTo>
                    <a:pt x="394" y="499"/>
                    <a:pt x="486" y="424"/>
                    <a:pt x="524" y="319"/>
                  </a:cubicBezTo>
                  <a:cubicBezTo>
                    <a:pt x="572" y="188"/>
                    <a:pt x="501" y="57"/>
                    <a:pt x="358" y="9"/>
                  </a:cubicBezTo>
                  <a:cubicBezTo>
                    <a:pt x="337" y="3"/>
                    <a:pt x="316" y="1"/>
                    <a:pt x="29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7" name="Google Shape;3577;p25"/>
            <p:cNvSpPr/>
            <p:nvPr/>
          </p:nvSpPr>
          <p:spPr>
            <a:xfrm>
              <a:off x="3460550" y="2080150"/>
              <a:ext cx="12525" cy="12150"/>
            </a:xfrm>
            <a:custGeom>
              <a:rect b="b" l="l" r="r" t="t"/>
              <a:pathLst>
                <a:path extrusionOk="0" h="486" w="501">
                  <a:moveTo>
                    <a:pt x="226" y="0"/>
                  </a:moveTo>
                  <a:cubicBezTo>
                    <a:pt x="143" y="12"/>
                    <a:pt x="48" y="72"/>
                    <a:pt x="24" y="167"/>
                  </a:cubicBezTo>
                  <a:cubicBezTo>
                    <a:pt x="0" y="191"/>
                    <a:pt x="0" y="215"/>
                    <a:pt x="0" y="250"/>
                  </a:cubicBezTo>
                  <a:cubicBezTo>
                    <a:pt x="0" y="358"/>
                    <a:pt x="60" y="441"/>
                    <a:pt x="167" y="477"/>
                  </a:cubicBezTo>
                  <a:cubicBezTo>
                    <a:pt x="194" y="483"/>
                    <a:pt x="221" y="486"/>
                    <a:pt x="245" y="486"/>
                  </a:cubicBezTo>
                  <a:cubicBezTo>
                    <a:pt x="315" y="486"/>
                    <a:pt x="373" y="461"/>
                    <a:pt x="417" y="417"/>
                  </a:cubicBezTo>
                  <a:cubicBezTo>
                    <a:pt x="453" y="381"/>
                    <a:pt x="464" y="358"/>
                    <a:pt x="476" y="322"/>
                  </a:cubicBezTo>
                  <a:cubicBezTo>
                    <a:pt x="500" y="262"/>
                    <a:pt x="500" y="227"/>
                    <a:pt x="476" y="167"/>
                  </a:cubicBezTo>
                  <a:cubicBezTo>
                    <a:pt x="453" y="84"/>
                    <a:pt x="405" y="36"/>
                    <a:pt x="333" y="12"/>
                  </a:cubicBezTo>
                  <a:cubicBezTo>
                    <a:pt x="298" y="0"/>
                    <a:pt x="262" y="0"/>
                    <a:pt x="22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8" name="Google Shape;3578;p25"/>
            <p:cNvSpPr/>
            <p:nvPr/>
          </p:nvSpPr>
          <p:spPr>
            <a:xfrm>
              <a:off x="3537325" y="2434925"/>
              <a:ext cx="13725" cy="12725"/>
            </a:xfrm>
            <a:custGeom>
              <a:rect b="b" l="l" r="r" t="t"/>
              <a:pathLst>
                <a:path extrusionOk="0" h="509" w="549">
                  <a:moveTo>
                    <a:pt x="282" y="0"/>
                  </a:moveTo>
                  <a:cubicBezTo>
                    <a:pt x="163" y="0"/>
                    <a:pt x="58" y="70"/>
                    <a:pt x="25" y="180"/>
                  </a:cubicBezTo>
                  <a:lnTo>
                    <a:pt x="25" y="204"/>
                  </a:lnTo>
                  <a:cubicBezTo>
                    <a:pt x="1" y="323"/>
                    <a:pt x="60" y="454"/>
                    <a:pt x="191" y="502"/>
                  </a:cubicBezTo>
                  <a:cubicBezTo>
                    <a:pt x="213" y="506"/>
                    <a:pt x="235" y="509"/>
                    <a:pt x="257" y="509"/>
                  </a:cubicBezTo>
                  <a:cubicBezTo>
                    <a:pt x="294" y="509"/>
                    <a:pt x="332" y="501"/>
                    <a:pt x="370" y="478"/>
                  </a:cubicBezTo>
                  <a:cubicBezTo>
                    <a:pt x="430" y="454"/>
                    <a:pt x="477" y="406"/>
                    <a:pt x="501" y="335"/>
                  </a:cubicBezTo>
                  <a:cubicBezTo>
                    <a:pt x="549" y="204"/>
                    <a:pt x="477" y="61"/>
                    <a:pt x="346" y="25"/>
                  </a:cubicBezTo>
                  <a:cubicBezTo>
                    <a:pt x="322" y="25"/>
                    <a:pt x="322" y="25"/>
                    <a:pt x="310" y="2"/>
                  </a:cubicBezTo>
                  <a:cubicBezTo>
                    <a:pt x="301" y="1"/>
                    <a:pt x="292" y="0"/>
                    <a:pt x="28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9" name="Google Shape;3579;p25"/>
            <p:cNvSpPr/>
            <p:nvPr/>
          </p:nvSpPr>
          <p:spPr>
            <a:xfrm>
              <a:off x="3328975" y="2549325"/>
              <a:ext cx="14025" cy="12525"/>
            </a:xfrm>
            <a:custGeom>
              <a:rect b="b" l="l" r="r" t="t"/>
              <a:pathLst>
                <a:path extrusionOk="0" h="501" w="561">
                  <a:moveTo>
                    <a:pt x="289" y="0"/>
                  </a:moveTo>
                  <a:cubicBezTo>
                    <a:pt x="180" y="0"/>
                    <a:pt x="78" y="68"/>
                    <a:pt x="48" y="176"/>
                  </a:cubicBezTo>
                  <a:cubicBezTo>
                    <a:pt x="1" y="307"/>
                    <a:pt x="72" y="450"/>
                    <a:pt x="203" y="486"/>
                  </a:cubicBezTo>
                  <a:cubicBezTo>
                    <a:pt x="233" y="496"/>
                    <a:pt x="263" y="501"/>
                    <a:pt x="291" y="501"/>
                  </a:cubicBezTo>
                  <a:cubicBezTo>
                    <a:pt x="397" y="501"/>
                    <a:pt x="487" y="434"/>
                    <a:pt x="524" y="331"/>
                  </a:cubicBezTo>
                  <a:cubicBezTo>
                    <a:pt x="560" y="188"/>
                    <a:pt x="489" y="57"/>
                    <a:pt x="358" y="10"/>
                  </a:cubicBezTo>
                  <a:cubicBezTo>
                    <a:pt x="335" y="3"/>
                    <a:pt x="312" y="0"/>
                    <a:pt x="28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80" name="Google Shape;3580;p25"/>
          <p:cNvGrpSpPr/>
          <p:nvPr/>
        </p:nvGrpSpPr>
        <p:grpSpPr>
          <a:xfrm flipH="1" rot="10800000">
            <a:off x="6751218" y="-52"/>
            <a:ext cx="2403250" cy="3538711"/>
            <a:chOff x="2525900" y="1699450"/>
            <a:chExt cx="1076050" cy="1584450"/>
          </a:xfrm>
        </p:grpSpPr>
        <p:sp>
          <p:nvSpPr>
            <p:cNvPr id="3581" name="Google Shape;3581;p25"/>
            <p:cNvSpPr/>
            <p:nvPr/>
          </p:nvSpPr>
          <p:spPr>
            <a:xfrm>
              <a:off x="3569775" y="2193250"/>
              <a:ext cx="31875" cy="43775"/>
            </a:xfrm>
            <a:custGeom>
              <a:rect b="b" l="l" r="r" t="t"/>
              <a:pathLst>
                <a:path extrusionOk="0" h="1751" w="1275">
                  <a:moveTo>
                    <a:pt x="1275" y="1"/>
                  </a:moveTo>
                  <a:lnTo>
                    <a:pt x="1" y="1691"/>
                  </a:lnTo>
                  <a:lnTo>
                    <a:pt x="275" y="1751"/>
                  </a:lnTo>
                  <a:lnTo>
                    <a:pt x="1275" y="441"/>
                  </a:lnTo>
                  <a:lnTo>
                    <a:pt x="127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2" name="Google Shape;3582;p25"/>
            <p:cNvSpPr/>
            <p:nvPr/>
          </p:nvSpPr>
          <p:spPr>
            <a:xfrm>
              <a:off x="3486425" y="2241175"/>
              <a:ext cx="85750" cy="108375"/>
            </a:xfrm>
            <a:custGeom>
              <a:rect b="b" l="l" r="r" t="t"/>
              <a:pathLst>
                <a:path extrusionOk="0" h="4335" w="3430">
                  <a:moveTo>
                    <a:pt x="3156" y="1"/>
                  </a:moveTo>
                  <a:lnTo>
                    <a:pt x="1" y="4168"/>
                  </a:lnTo>
                  <a:cubicBezTo>
                    <a:pt x="84" y="4204"/>
                    <a:pt x="156" y="4263"/>
                    <a:pt x="203" y="4335"/>
                  </a:cubicBezTo>
                  <a:lnTo>
                    <a:pt x="3430" y="72"/>
                  </a:lnTo>
                  <a:lnTo>
                    <a:pt x="31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3" name="Google Shape;3583;p25"/>
            <p:cNvSpPr/>
            <p:nvPr/>
          </p:nvSpPr>
          <p:spPr>
            <a:xfrm>
              <a:off x="3361425" y="1699450"/>
              <a:ext cx="240225" cy="42875"/>
            </a:xfrm>
            <a:custGeom>
              <a:rect b="b" l="l" r="r" t="t"/>
              <a:pathLst>
                <a:path extrusionOk="0" h="1715" w="9609">
                  <a:moveTo>
                    <a:pt x="9609" y="0"/>
                  </a:moveTo>
                  <a:lnTo>
                    <a:pt x="12" y="1429"/>
                  </a:lnTo>
                  <a:cubicBezTo>
                    <a:pt x="60" y="1524"/>
                    <a:pt x="72" y="1584"/>
                    <a:pt x="36" y="1643"/>
                  </a:cubicBezTo>
                  <a:cubicBezTo>
                    <a:pt x="24" y="1667"/>
                    <a:pt x="12" y="1703"/>
                    <a:pt x="0" y="1715"/>
                  </a:cubicBezTo>
                  <a:lnTo>
                    <a:pt x="9609" y="274"/>
                  </a:lnTo>
                  <a:lnTo>
                    <a:pt x="960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4" name="Google Shape;3584;p25"/>
            <p:cNvSpPr/>
            <p:nvPr/>
          </p:nvSpPr>
          <p:spPr>
            <a:xfrm>
              <a:off x="3354575" y="1742600"/>
              <a:ext cx="9250" cy="139925"/>
            </a:xfrm>
            <a:custGeom>
              <a:rect b="b" l="l" r="r" t="t"/>
              <a:pathLst>
                <a:path extrusionOk="0" h="5597" w="370">
                  <a:moveTo>
                    <a:pt x="274" y="1"/>
                  </a:moveTo>
                  <a:cubicBezTo>
                    <a:pt x="231" y="44"/>
                    <a:pt x="175" y="75"/>
                    <a:pt x="116" y="75"/>
                  </a:cubicBezTo>
                  <a:cubicBezTo>
                    <a:pt x="94" y="75"/>
                    <a:pt x="71" y="70"/>
                    <a:pt x="48" y="60"/>
                  </a:cubicBezTo>
                  <a:cubicBezTo>
                    <a:pt x="36" y="60"/>
                    <a:pt x="12" y="48"/>
                    <a:pt x="0" y="48"/>
                  </a:cubicBezTo>
                  <a:lnTo>
                    <a:pt x="108" y="5597"/>
                  </a:lnTo>
                  <a:cubicBezTo>
                    <a:pt x="171" y="5560"/>
                    <a:pt x="242" y="5545"/>
                    <a:pt x="309" y="5545"/>
                  </a:cubicBezTo>
                  <a:cubicBezTo>
                    <a:pt x="330" y="5545"/>
                    <a:pt x="350" y="5546"/>
                    <a:pt x="370" y="5549"/>
                  </a:cubicBez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5" name="Google Shape;3585;p25"/>
            <p:cNvSpPr/>
            <p:nvPr/>
          </p:nvSpPr>
          <p:spPr>
            <a:xfrm>
              <a:off x="3468575" y="1948000"/>
              <a:ext cx="133075" cy="136625"/>
            </a:xfrm>
            <a:custGeom>
              <a:rect b="b" l="l" r="r" t="t"/>
              <a:pathLst>
                <a:path extrusionOk="0" h="5465" w="5323">
                  <a:moveTo>
                    <a:pt x="5323" y="0"/>
                  </a:moveTo>
                  <a:lnTo>
                    <a:pt x="1" y="5298"/>
                  </a:lnTo>
                  <a:cubicBezTo>
                    <a:pt x="72" y="5334"/>
                    <a:pt x="132" y="5370"/>
                    <a:pt x="155" y="5453"/>
                  </a:cubicBezTo>
                  <a:cubicBezTo>
                    <a:pt x="179" y="5453"/>
                    <a:pt x="203" y="5453"/>
                    <a:pt x="215" y="5465"/>
                  </a:cubicBezTo>
                  <a:lnTo>
                    <a:pt x="5323" y="369"/>
                  </a:lnTo>
                  <a:lnTo>
                    <a:pt x="532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6" name="Google Shape;3586;p25"/>
            <p:cNvSpPr/>
            <p:nvPr/>
          </p:nvSpPr>
          <p:spPr>
            <a:xfrm>
              <a:off x="3371850" y="1888750"/>
              <a:ext cx="229800" cy="29200"/>
            </a:xfrm>
            <a:custGeom>
              <a:rect b="b" l="l" r="r" t="t"/>
              <a:pathLst>
                <a:path extrusionOk="0" h="1168" w="9192">
                  <a:moveTo>
                    <a:pt x="12" y="1"/>
                  </a:moveTo>
                  <a:cubicBezTo>
                    <a:pt x="24" y="84"/>
                    <a:pt x="24" y="167"/>
                    <a:pt x="0" y="263"/>
                  </a:cubicBezTo>
                  <a:lnTo>
                    <a:pt x="9192" y="1168"/>
                  </a:lnTo>
                  <a:lnTo>
                    <a:pt x="9192" y="894"/>
                  </a:lnTo>
                  <a:lnTo>
                    <a:pt x="1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7" name="Google Shape;3587;p25"/>
            <p:cNvSpPr/>
            <p:nvPr/>
          </p:nvSpPr>
          <p:spPr>
            <a:xfrm>
              <a:off x="3233425" y="1875350"/>
              <a:ext cx="119375" cy="17900"/>
            </a:xfrm>
            <a:custGeom>
              <a:rect b="b" l="l" r="r" t="t"/>
              <a:pathLst>
                <a:path extrusionOk="0" h="716" w="4775">
                  <a:moveTo>
                    <a:pt x="36" y="1"/>
                  </a:moveTo>
                  <a:cubicBezTo>
                    <a:pt x="36" y="84"/>
                    <a:pt x="24" y="156"/>
                    <a:pt x="13" y="215"/>
                  </a:cubicBezTo>
                  <a:cubicBezTo>
                    <a:pt x="13" y="227"/>
                    <a:pt x="1" y="239"/>
                    <a:pt x="1" y="263"/>
                  </a:cubicBezTo>
                  <a:lnTo>
                    <a:pt x="4727" y="715"/>
                  </a:lnTo>
                  <a:cubicBezTo>
                    <a:pt x="4715" y="656"/>
                    <a:pt x="4727" y="584"/>
                    <a:pt x="4739" y="525"/>
                  </a:cubicBezTo>
                  <a:cubicBezTo>
                    <a:pt x="4763" y="501"/>
                    <a:pt x="4763" y="477"/>
                    <a:pt x="4775" y="465"/>
                  </a:cubicBezTo>
                  <a:lnTo>
                    <a:pt x="3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8" name="Google Shape;3588;p25"/>
            <p:cNvSpPr/>
            <p:nvPr/>
          </p:nvSpPr>
          <p:spPr>
            <a:xfrm>
              <a:off x="3357850" y="1901550"/>
              <a:ext cx="10150" cy="91100"/>
            </a:xfrm>
            <a:custGeom>
              <a:rect b="b" l="l" r="r" t="t"/>
              <a:pathLst>
                <a:path extrusionOk="0" h="3644" w="406">
                  <a:moveTo>
                    <a:pt x="0" y="1"/>
                  </a:moveTo>
                  <a:lnTo>
                    <a:pt x="143" y="3620"/>
                  </a:lnTo>
                  <a:cubicBezTo>
                    <a:pt x="175" y="3609"/>
                    <a:pt x="208" y="3604"/>
                    <a:pt x="242" y="3604"/>
                  </a:cubicBezTo>
                  <a:cubicBezTo>
                    <a:pt x="284" y="3604"/>
                    <a:pt x="329" y="3612"/>
                    <a:pt x="381" y="3632"/>
                  </a:cubicBezTo>
                  <a:cubicBezTo>
                    <a:pt x="393" y="3632"/>
                    <a:pt x="393" y="3644"/>
                    <a:pt x="405" y="3644"/>
                  </a:cubicBezTo>
                  <a:lnTo>
                    <a:pt x="274" y="24"/>
                  </a:lnTo>
                  <a:cubicBezTo>
                    <a:pt x="242" y="35"/>
                    <a:pt x="205" y="41"/>
                    <a:pt x="168" y="41"/>
                  </a:cubicBezTo>
                  <a:cubicBezTo>
                    <a:pt x="122" y="41"/>
                    <a:pt x="75" y="32"/>
                    <a:pt x="36" y="13"/>
                  </a:cubicBezTo>
                  <a:cubicBezTo>
                    <a:pt x="24" y="13"/>
                    <a:pt x="24" y="13"/>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9" name="Google Shape;3589;p25"/>
            <p:cNvSpPr/>
            <p:nvPr/>
          </p:nvSpPr>
          <p:spPr>
            <a:xfrm>
              <a:off x="3391475" y="2086400"/>
              <a:ext cx="73250" cy="83675"/>
            </a:xfrm>
            <a:custGeom>
              <a:rect b="b" l="l" r="r" t="t"/>
              <a:pathLst>
                <a:path extrusionOk="0" h="3347" w="2930">
                  <a:moveTo>
                    <a:pt x="2763" y="0"/>
                  </a:moveTo>
                  <a:lnTo>
                    <a:pt x="1" y="3191"/>
                  </a:lnTo>
                  <a:cubicBezTo>
                    <a:pt x="72" y="3227"/>
                    <a:pt x="144" y="3287"/>
                    <a:pt x="203" y="3346"/>
                  </a:cubicBezTo>
                  <a:lnTo>
                    <a:pt x="2930" y="227"/>
                  </a:lnTo>
                  <a:cubicBezTo>
                    <a:pt x="2846" y="191"/>
                    <a:pt x="2763" y="108"/>
                    <a:pt x="276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0" name="Google Shape;3590;p25"/>
            <p:cNvSpPr/>
            <p:nvPr/>
          </p:nvSpPr>
          <p:spPr>
            <a:xfrm>
              <a:off x="3226875" y="1884000"/>
              <a:ext cx="132200" cy="113425"/>
            </a:xfrm>
            <a:custGeom>
              <a:rect b="b" l="l" r="r" t="t"/>
              <a:pathLst>
                <a:path extrusionOk="0" h="4537" w="5288">
                  <a:moveTo>
                    <a:pt x="191" y="0"/>
                  </a:moveTo>
                  <a:cubicBezTo>
                    <a:pt x="155" y="72"/>
                    <a:pt x="84" y="131"/>
                    <a:pt x="1" y="191"/>
                  </a:cubicBezTo>
                  <a:lnTo>
                    <a:pt x="5097" y="4536"/>
                  </a:lnTo>
                  <a:cubicBezTo>
                    <a:pt x="5156" y="4453"/>
                    <a:pt x="5216" y="4394"/>
                    <a:pt x="5287" y="4346"/>
                  </a:cubicBezTo>
                  <a:lnTo>
                    <a:pt x="19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1" name="Google Shape;3591;p25"/>
            <p:cNvSpPr/>
            <p:nvPr/>
          </p:nvSpPr>
          <p:spPr>
            <a:xfrm>
              <a:off x="3370650" y="2004850"/>
              <a:ext cx="95275" cy="79500"/>
            </a:xfrm>
            <a:custGeom>
              <a:rect b="b" l="l" r="r" t="t"/>
              <a:pathLst>
                <a:path extrusionOk="0" h="3180" w="3811">
                  <a:moveTo>
                    <a:pt x="131" y="0"/>
                  </a:moveTo>
                  <a:lnTo>
                    <a:pt x="131" y="24"/>
                  </a:lnTo>
                  <a:cubicBezTo>
                    <a:pt x="96" y="107"/>
                    <a:pt x="60" y="167"/>
                    <a:pt x="0" y="226"/>
                  </a:cubicBezTo>
                  <a:lnTo>
                    <a:pt x="3620" y="3179"/>
                  </a:lnTo>
                  <a:cubicBezTo>
                    <a:pt x="3644" y="3084"/>
                    <a:pt x="3715" y="3024"/>
                    <a:pt x="3810" y="3012"/>
                  </a:cubicBezTo>
                  <a:lnTo>
                    <a:pt x="13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2" name="Google Shape;3592;p25"/>
            <p:cNvSpPr/>
            <p:nvPr/>
          </p:nvSpPr>
          <p:spPr>
            <a:xfrm>
              <a:off x="3470950" y="2084325"/>
              <a:ext cx="130700" cy="76500"/>
            </a:xfrm>
            <a:custGeom>
              <a:rect b="b" l="l" r="r" t="t"/>
              <a:pathLst>
                <a:path extrusionOk="0" h="3060" w="5228">
                  <a:moveTo>
                    <a:pt x="60" y="0"/>
                  </a:moveTo>
                  <a:cubicBezTo>
                    <a:pt x="84" y="36"/>
                    <a:pt x="84" y="95"/>
                    <a:pt x="60" y="155"/>
                  </a:cubicBezTo>
                  <a:cubicBezTo>
                    <a:pt x="48" y="191"/>
                    <a:pt x="37" y="238"/>
                    <a:pt x="1" y="250"/>
                  </a:cubicBezTo>
                  <a:lnTo>
                    <a:pt x="5228" y="3060"/>
                  </a:lnTo>
                  <a:lnTo>
                    <a:pt x="5228" y="2762"/>
                  </a:lnTo>
                  <a:lnTo>
                    <a:pt x="120" y="12"/>
                  </a:lnTo>
                  <a:cubicBezTo>
                    <a:pt x="108" y="0"/>
                    <a:pt x="96" y="0"/>
                    <a:pt x="6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3" name="Google Shape;3593;p25"/>
            <p:cNvSpPr/>
            <p:nvPr/>
          </p:nvSpPr>
          <p:spPr>
            <a:xfrm>
              <a:off x="3403100" y="2193850"/>
              <a:ext cx="198550" cy="56575"/>
            </a:xfrm>
            <a:custGeom>
              <a:rect b="b" l="l" r="r" t="t"/>
              <a:pathLst>
                <a:path extrusionOk="0" h="2263" w="7942">
                  <a:moveTo>
                    <a:pt x="60" y="1"/>
                  </a:moveTo>
                  <a:cubicBezTo>
                    <a:pt x="36" y="96"/>
                    <a:pt x="24" y="167"/>
                    <a:pt x="0" y="263"/>
                  </a:cubicBezTo>
                  <a:lnTo>
                    <a:pt x="6489" y="1894"/>
                  </a:lnTo>
                  <a:lnTo>
                    <a:pt x="6763" y="1965"/>
                  </a:lnTo>
                  <a:lnTo>
                    <a:pt x="7942" y="2263"/>
                  </a:lnTo>
                  <a:lnTo>
                    <a:pt x="7942" y="2001"/>
                  </a:lnTo>
                  <a:lnTo>
                    <a:pt x="6942" y="1751"/>
                  </a:lnTo>
                  <a:lnTo>
                    <a:pt x="6668" y="1667"/>
                  </a:lnTo>
                  <a:lnTo>
                    <a:pt x="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4" name="Google Shape;3594;p25"/>
            <p:cNvSpPr/>
            <p:nvPr/>
          </p:nvSpPr>
          <p:spPr>
            <a:xfrm>
              <a:off x="3388800" y="2213200"/>
              <a:ext cx="90825" cy="135150"/>
            </a:xfrm>
            <a:custGeom>
              <a:rect b="b" l="l" r="r" t="t"/>
              <a:pathLst>
                <a:path extrusionOk="0" h="5406" w="3633">
                  <a:moveTo>
                    <a:pt x="227" y="0"/>
                  </a:moveTo>
                  <a:cubicBezTo>
                    <a:pt x="155" y="60"/>
                    <a:pt x="96" y="108"/>
                    <a:pt x="1" y="155"/>
                  </a:cubicBezTo>
                  <a:lnTo>
                    <a:pt x="3406" y="5406"/>
                  </a:lnTo>
                  <a:cubicBezTo>
                    <a:pt x="3465" y="5346"/>
                    <a:pt x="3549" y="5299"/>
                    <a:pt x="3632" y="5275"/>
                  </a:cubicBez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5" name="Google Shape;3595;p25"/>
            <p:cNvSpPr/>
            <p:nvPr/>
          </p:nvSpPr>
          <p:spPr>
            <a:xfrm>
              <a:off x="3534650" y="2440025"/>
              <a:ext cx="66700" cy="103600"/>
            </a:xfrm>
            <a:custGeom>
              <a:rect b="b" l="l" r="r" t="t"/>
              <a:pathLst>
                <a:path extrusionOk="0" h="4144" w="2668">
                  <a:moveTo>
                    <a:pt x="120" y="0"/>
                  </a:moveTo>
                  <a:lnTo>
                    <a:pt x="1" y="71"/>
                  </a:lnTo>
                  <a:lnTo>
                    <a:pt x="2668" y="4143"/>
                  </a:lnTo>
                  <a:lnTo>
                    <a:pt x="2668" y="3667"/>
                  </a:lnTo>
                  <a:lnTo>
                    <a:pt x="453" y="298"/>
                  </a:lnTo>
                  <a:cubicBezTo>
                    <a:pt x="429" y="304"/>
                    <a:pt x="403" y="307"/>
                    <a:pt x="374" y="307"/>
                  </a:cubicBezTo>
                  <a:cubicBezTo>
                    <a:pt x="346" y="307"/>
                    <a:pt x="316" y="304"/>
                    <a:pt x="286" y="298"/>
                  </a:cubicBezTo>
                  <a:cubicBezTo>
                    <a:pt x="167" y="250"/>
                    <a:pt x="96" y="131"/>
                    <a:pt x="1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6" name="Google Shape;3596;p25"/>
            <p:cNvSpPr/>
            <p:nvPr/>
          </p:nvSpPr>
          <p:spPr>
            <a:xfrm>
              <a:off x="3484950" y="2361725"/>
              <a:ext cx="52100" cy="74450"/>
            </a:xfrm>
            <a:custGeom>
              <a:rect b="b" l="l" r="r" t="t"/>
              <a:pathLst>
                <a:path extrusionOk="0" h="2978" w="2084">
                  <a:moveTo>
                    <a:pt x="239" y="1"/>
                  </a:moveTo>
                  <a:cubicBezTo>
                    <a:pt x="155" y="72"/>
                    <a:pt x="84" y="132"/>
                    <a:pt x="0" y="155"/>
                  </a:cubicBezTo>
                  <a:lnTo>
                    <a:pt x="1858" y="2977"/>
                  </a:lnTo>
                  <a:lnTo>
                    <a:pt x="2084" y="2834"/>
                  </a:ln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7" name="Google Shape;3597;p25"/>
            <p:cNvSpPr/>
            <p:nvPr/>
          </p:nvSpPr>
          <p:spPr>
            <a:xfrm>
              <a:off x="3359925" y="2364100"/>
              <a:ext cx="122675" cy="183700"/>
            </a:xfrm>
            <a:custGeom>
              <a:rect b="b" l="l" r="r" t="t"/>
              <a:pathLst>
                <a:path extrusionOk="0" h="7348" w="4907">
                  <a:moveTo>
                    <a:pt x="4656" y="1"/>
                  </a:moveTo>
                  <a:lnTo>
                    <a:pt x="1" y="7347"/>
                  </a:lnTo>
                  <a:lnTo>
                    <a:pt x="537" y="7002"/>
                  </a:lnTo>
                  <a:lnTo>
                    <a:pt x="4894" y="120"/>
                  </a:lnTo>
                  <a:cubicBezTo>
                    <a:pt x="4906" y="96"/>
                    <a:pt x="4906" y="84"/>
                    <a:pt x="4906" y="72"/>
                  </a:cubicBezTo>
                  <a:cubicBezTo>
                    <a:pt x="4859" y="72"/>
                    <a:pt x="4823" y="72"/>
                    <a:pt x="4775" y="60"/>
                  </a:cubicBezTo>
                  <a:cubicBezTo>
                    <a:pt x="4728" y="37"/>
                    <a:pt x="4704" y="25"/>
                    <a:pt x="465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8" name="Google Shape;3598;p25"/>
            <p:cNvSpPr/>
            <p:nvPr/>
          </p:nvSpPr>
          <p:spPr>
            <a:xfrm>
              <a:off x="3403975" y="2657300"/>
              <a:ext cx="46175" cy="92900"/>
            </a:xfrm>
            <a:custGeom>
              <a:rect b="b" l="l" r="r" t="t"/>
              <a:pathLst>
                <a:path extrusionOk="0" h="3716" w="1847">
                  <a:moveTo>
                    <a:pt x="275" y="1"/>
                  </a:moveTo>
                  <a:lnTo>
                    <a:pt x="1" y="36"/>
                  </a:lnTo>
                  <a:lnTo>
                    <a:pt x="1549" y="3691"/>
                  </a:lnTo>
                  <a:cubicBezTo>
                    <a:pt x="1593" y="3665"/>
                    <a:pt x="1651" y="3651"/>
                    <a:pt x="1708" y="3651"/>
                  </a:cubicBezTo>
                  <a:cubicBezTo>
                    <a:pt x="1727" y="3651"/>
                    <a:pt x="1745" y="3653"/>
                    <a:pt x="1763" y="3656"/>
                  </a:cubicBezTo>
                  <a:cubicBezTo>
                    <a:pt x="1799" y="3668"/>
                    <a:pt x="1834" y="3691"/>
                    <a:pt x="1846" y="3715"/>
                  </a:cubicBezTo>
                  <a:lnTo>
                    <a:pt x="27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9" name="Google Shape;3599;p25"/>
            <p:cNvSpPr/>
            <p:nvPr/>
          </p:nvSpPr>
          <p:spPr>
            <a:xfrm>
              <a:off x="3447750" y="2756725"/>
              <a:ext cx="63125" cy="139325"/>
            </a:xfrm>
            <a:custGeom>
              <a:rect b="b" l="l" r="r" t="t"/>
              <a:pathLst>
                <a:path extrusionOk="0" h="5573" w="2525">
                  <a:moveTo>
                    <a:pt x="214" y="0"/>
                  </a:moveTo>
                  <a:lnTo>
                    <a:pt x="119" y="84"/>
                  </a:lnTo>
                  <a:cubicBezTo>
                    <a:pt x="95" y="107"/>
                    <a:pt x="72" y="131"/>
                    <a:pt x="36" y="143"/>
                  </a:cubicBezTo>
                  <a:lnTo>
                    <a:pt x="0" y="167"/>
                  </a:lnTo>
                  <a:lnTo>
                    <a:pt x="2286" y="5572"/>
                  </a:lnTo>
                  <a:cubicBezTo>
                    <a:pt x="2358" y="5513"/>
                    <a:pt x="2441" y="5477"/>
                    <a:pt x="2524" y="5465"/>
                  </a:cubicBezTo>
                  <a:lnTo>
                    <a:pt x="21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0" name="Google Shape;3600;p25"/>
            <p:cNvSpPr/>
            <p:nvPr/>
          </p:nvSpPr>
          <p:spPr>
            <a:xfrm>
              <a:off x="3360525" y="2551625"/>
              <a:ext cx="47650" cy="100650"/>
            </a:xfrm>
            <a:custGeom>
              <a:rect b="b" l="l" r="r" t="t"/>
              <a:pathLst>
                <a:path extrusionOk="0" h="4026" w="1906">
                  <a:moveTo>
                    <a:pt x="227" y="1"/>
                  </a:moveTo>
                  <a:lnTo>
                    <a:pt x="1" y="144"/>
                  </a:lnTo>
                  <a:lnTo>
                    <a:pt x="1644" y="4025"/>
                  </a:lnTo>
                  <a:lnTo>
                    <a:pt x="1906" y="3989"/>
                  </a:ln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1" name="Google Shape;3601;p25"/>
            <p:cNvSpPr/>
            <p:nvPr/>
          </p:nvSpPr>
          <p:spPr>
            <a:xfrm>
              <a:off x="3125375" y="2390600"/>
              <a:ext cx="476275" cy="313150"/>
            </a:xfrm>
            <a:custGeom>
              <a:rect b="b" l="l" r="r" t="t"/>
              <a:pathLst>
                <a:path extrusionOk="0" h="12526" w="19051">
                  <a:moveTo>
                    <a:pt x="19051" y="1"/>
                  </a:moveTo>
                  <a:lnTo>
                    <a:pt x="16455" y="1691"/>
                  </a:lnTo>
                  <a:lnTo>
                    <a:pt x="16241" y="1834"/>
                  </a:lnTo>
                  <a:lnTo>
                    <a:pt x="9907" y="5942"/>
                  </a:lnTo>
                  <a:lnTo>
                    <a:pt x="9371" y="6287"/>
                  </a:lnTo>
                  <a:lnTo>
                    <a:pt x="1" y="12395"/>
                  </a:lnTo>
                  <a:cubicBezTo>
                    <a:pt x="48" y="12431"/>
                    <a:pt x="72" y="12478"/>
                    <a:pt x="108" y="12526"/>
                  </a:cubicBezTo>
                  <a:lnTo>
                    <a:pt x="358" y="12478"/>
                  </a:lnTo>
                  <a:lnTo>
                    <a:pt x="9407" y="6597"/>
                  </a:lnTo>
                  <a:lnTo>
                    <a:pt x="9633" y="6454"/>
                  </a:lnTo>
                  <a:lnTo>
                    <a:pt x="16384" y="2060"/>
                  </a:lnTo>
                  <a:lnTo>
                    <a:pt x="16503" y="1989"/>
                  </a:lnTo>
                  <a:lnTo>
                    <a:pt x="16503" y="1977"/>
                  </a:lnTo>
                  <a:cubicBezTo>
                    <a:pt x="16533" y="1877"/>
                    <a:pt x="16622" y="1802"/>
                    <a:pt x="16720" y="1802"/>
                  </a:cubicBezTo>
                  <a:cubicBezTo>
                    <a:pt x="16739" y="1802"/>
                    <a:pt x="16758" y="1805"/>
                    <a:pt x="16777" y="1810"/>
                  </a:cubicBezTo>
                  <a:lnTo>
                    <a:pt x="19051" y="322"/>
                  </a:lnTo>
                  <a:lnTo>
                    <a:pt x="1905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2" name="Google Shape;3602;p25"/>
            <p:cNvSpPr/>
            <p:nvPr/>
          </p:nvSpPr>
          <p:spPr>
            <a:xfrm>
              <a:off x="3128050" y="2615625"/>
              <a:ext cx="473900" cy="94675"/>
            </a:xfrm>
            <a:custGeom>
              <a:rect b="b" l="l" r="r" t="t"/>
              <a:pathLst>
                <a:path extrusionOk="0" h="3787" w="18956">
                  <a:moveTo>
                    <a:pt x="18956" y="1"/>
                  </a:moveTo>
                  <a:lnTo>
                    <a:pt x="11216" y="1441"/>
                  </a:lnTo>
                  <a:lnTo>
                    <a:pt x="10955" y="1489"/>
                  </a:lnTo>
                  <a:lnTo>
                    <a:pt x="251" y="3477"/>
                  </a:lnTo>
                  <a:lnTo>
                    <a:pt x="1" y="3525"/>
                  </a:lnTo>
                  <a:cubicBezTo>
                    <a:pt x="25" y="3596"/>
                    <a:pt x="37" y="3704"/>
                    <a:pt x="25" y="3787"/>
                  </a:cubicBezTo>
                  <a:lnTo>
                    <a:pt x="11062" y="1739"/>
                  </a:lnTo>
                  <a:lnTo>
                    <a:pt x="11324" y="1691"/>
                  </a:lnTo>
                  <a:lnTo>
                    <a:pt x="18956" y="263"/>
                  </a:lnTo>
                  <a:lnTo>
                    <a:pt x="189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3" name="Google Shape;3603;p25"/>
            <p:cNvSpPr/>
            <p:nvPr/>
          </p:nvSpPr>
          <p:spPr>
            <a:xfrm>
              <a:off x="3117650" y="2716825"/>
              <a:ext cx="74725" cy="262575"/>
            </a:xfrm>
            <a:custGeom>
              <a:rect b="b" l="l" r="r" t="t"/>
              <a:pathLst>
                <a:path extrusionOk="0" h="10503" w="2989">
                  <a:moveTo>
                    <a:pt x="250" y="1"/>
                  </a:moveTo>
                  <a:cubicBezTo>
                    <a:pt x="188" y="32"/>
                    <a:pt x="109" y="63"/>
                    <a:pt x="34" y="63"/>
                  </a:cubicBezTo>
                  <a:cubicBezTo>
                    <a:pt x="23" y="63"/>
                    <a:pt x="11" y="62"/>
                    <a:pt x="0" y="60"/>
                  </a:cubicBezTo>
                  <a:lnTo>
                    <a:pt x="0" y="60"/>
                  </a:lnTo>
                  <a:lnTo>
                    <a:pt x="2739" y="10502"/>
                  </a:lnTo>
                  <a:cubicBezTo>
                    <a:pt x="2810" y="10454"/>
                    <a:pt x="2905" y="10431"/>
                    <a:pt x="2989" y="10419"/>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4" name="Google Shape;3604;p25"/>
            <p:cNvSpPr/>
            <p:nvPr/>
          </p:nvSpPr>
          <p:spPr>
            <a:xfrm>
              <a:off x="3207525" y="2947525"/>
              <a:ext cx="153325" cy="44675"/>
            </a:xfrm>
            <a:custGeom>
              <a:rect b="b" l="l" r="r" t="t"/>
              <a:pathLst>
                <a:path extrusionOk="0" h="1787" w="6133">
                  <a:moveTo>
                    <a:pt x="5859" y="0"/>
                  </a:moveTo>
                  <a:lnTo>
                    <a:pt x="1" y="1524"/>
                  </a:lnTo>
                  <a:cubicBezTo>
                    <a:pt x="48" y="1607"/>
                    <a:pt x="60" y="1691"/>
                    <a:pt x="60" y="1786"/>
                  </a:cubicBezTo>
                  <a:lnTo>
                    <a:pt x="6132" y="191"/>
                  </a:lnTo>
                  <a:lnTo>
                    <a:pt x="585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5" name="Google Shape;3605;p25"/>
            <p:cNvSpPr/>
            <p:nvPr/>
          </p:nvSpPr>
          <p:spPr>
            <a:xfrm>
              <a:off x="3362025" y="2909125"/>
              <a:ext cx="138425" cy="40800"/>
            </a:xfrm>
            <a:custGeom>
              <a:rect b="b" l="l" r="r" t="t"/>
              <a:pathLst>
                <a:path extrusionOk="0" h="1632" w="5537">
                  <a:moveTo>
                    <a:pt x="5465" y="0"/>
                  </a:moveTo>
                  <a:lnTo>
                    <a:pt x="0" y="1429"/>
                  </a:lnTo>
                  <a:lnTo>
                    <a:pt x="286" y="1631"/>
                  </a:lnTo>
                  <a:lnTo>
                    <a:pt x="5489" y="262"/>
                  </a:lnTo>
                  <a:lnTo>
                    <a:pt x="5537" y="238"/>
                  </a:lnTo>
                  <a:cubicBezTo>
                    <a:pt x="5489" y="155"/>
                    <a:pt x="5477" y="84"/>
                    <a:pt x="546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6" name="Google Shape;3606;p25"/>
            <p:cNvSpPr/>
            <p:nvPr/>
          </p:nvSpPr>
          <p:spPr>
            <a:xfrm>
              <a:off x="3281950" y="2758200"/>
              <a:ext cx="167000" cy="126825"/>
            </a:xfrm>
            <a:custGeom>
              <a:rect b="b" l="l" r="r" t="t"/>
              <a:pathLst>
                <a:path extrusionOk="0" h="5073" w="6680">
                  <a:moveTo>
                    <a:pt x="6370" y="1"/>
                  </a:moveTo>
                  <a:lnTo>
                    <a:pt x="2965" y="2608"/>
                  </a:lnTo>
                  <a:cubicBezTo>
                    <a:pt x="2977" y="2656"/>
                    <a:pt x="3001" y="2727"/>
                    <a:pt x="2965" y="2787"/>
                  </a:cubicBezTo>
                  <a:cubicBezTo>
                    <a:pt x="2927" y="2900"/>
                    <a:pt x="2837" y="2968"/>
                    <a:pt x="2737" y="2968"/>
                  </a:cubicBezTo>
                  <a:cubicBezTo>
                    <a:pt x="2710" y="2968"/>
                    <a:pt x="2683" y="2963"/>
                    <a:pt x="2655" y="2954"/>
                  </a:cubicBezTo>
                  <a:cubicBezTo>
                    <a:pt x="2608" y="2942"/>
                    <a:pt x="2584" y="2930"/>
                    <a:pt x="2560" y="2894"/>
                  </a:cubicBezTo>
                  <a:lnTo>
                    <a:pt x="0" y="4859"/>
                  </a:lnTo>
                  <a:cubicBezTo>
                    <a:pt x="72" y="4906"/>
                    <a:pt x="131" y="4978"/>
                    <a:pt x="179" y="5073"/>
                  </a:cubicBezTo>
                  <a:lnTo>
                    <a:pt x="6644" y="132"/>
                  </a:lnTo>
                  <a:lnTo>
                    <a:pt x="6680" y="96"/>
                  </a:lnTo>
                  <a:lnTo>
                    <a:pt x="6680" y="96"/>
                  </a:lnTo>
                  <a:cubicBezTo>
                    <a:pt x="6647" y="116"/>
                    <a:pt x="6618" y="125"/>
                    <a:pt x="6586" y="125"/>
                  </a:cubicBezTo>
                  <a:cubicBezTo>
                    <a:pt x="6561" y="125"/>
                    <a:pt x="6533" y="119"/>
                    <a:pt x="6501" y="108"/>
                  </a:cubicBezTo>
                  <a:cubicBezTo>
                    <a:pt x="6442" y="96"/>
                    <a:pt x="6406" y="48"/>
                    <a:pt x="637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7" name="Google Shape;3607;p25"/>
            <p:cNvSpPr/>
            <p:nvPr/>
          </p:nvSpPr>
          <p:spPr>
            <a:xfrm>
              <a:off x="3450725" y="2635275"/>
              <a:ext cx="150925" cy="123850"/>
            </a:xfrm>
            <a:custGeom>
              <a:rect b="b" l="l" r="r" t="t"/>
              <a:pathLst>
                <a:path extrusionOk="0" h="4954" w="6037">
                  <a:moveTo>
                    <a:pt x="6037" y="1"/>
                  </a:moveTo>
                  <a:lnTo>
                    <a:pt x="0" y="4632"/>
                  </a:lnTo>
                  <a:cubicBezTo>
                    <a:pt x="60" y="4668"/>
                    <a:pt x="72" y="4775"/>
                    <a:pt x="36" y="4870"/>
                  </a:cubicBezTo>
                  <a:lnTo>
                    <a:pt x="0" y="4953"/>
                  </a:lnTo>
                  <a:lnTo>
                    <a:pt x="0" y="4953"/>
                  </a:lnTo>
                  <a:lnTo>
                    <a:pt x="95" y="4882"/>
                  </a:lnTo>
                  <a:lnTo>
                    <a:pt x="6037" y="322"/>
                  </a:lnTo>
                  <a:lnTo>
                    <a:pt x="603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8" name="Google Shape;3608;p25"/>
            <p:cNvSpPr/>
            <p:nvPr/>
          </p:nvSpPr>
          <p:spPr>
            <a:xfrm>
              <a:off x="3516800" y="2698375"/>
              <a:ext cx="84850" cy="197675"/>
            </a:xfrm>
            <a:custGeom>
              <a:rect b="b" l="l" r="r" t="t"/>
              <a:pathLst>
                <a:path extrusionOk="0" h="7907" w="3394">
                  <a:moveTo>
                    <a:pt x="3394" y="1"/>
                  </a:moveTo>
                  <a:lnTo>
                    <a:pt x="0" y="7799"/>
                  </a:lnTo>
                  <a:cubicBezTo>
                    <a:pt x="12" y="7799"/>
                    <a:pt x="48" y="7811"/>
                    <a:pt x="60" y="7811"/>
                  </a:cubicBezTo>
                  <a:cubicBezTo>
                    <a:pt x="119" y="7835"/>
                    <a:pt x="179" y="7883"/>
                    <a:pt x="238" y="7906"/>
                  </a:cubicBezTo>
                  <a:lnTo>
                    <a:pt x="3394" y="667"/>
                  </a:lnTo>
                  <a:lnTo>
                    <a:pt x="33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9" name="Google Shape;3609;p25"/>
            <p:cNvSpPr/>
            <p:nvPr/>
          </p:nvSpPr>
          <p:spPr>
            <a:xfrm>
              <a:off x="3517700" y="2919250"/>
              <a:ext cx="83950" cy="148250"/>
            </a:xfrm>
            <a:custGeom>
              <a:rect b="b" l="l" r="r" t="t"/>
              <a:pathLst>
                <a:path extrusionOk="0" h="5930" w="3358">
                  <a:moveTo>
                    <a:pt x="238" y="0"/>
                  </a:moveTo>
                  <a:cubicBezTo>
                    <a:pt x="155" y="60"/>
                    <a:pt x="83" y="95"/>
                    <a:pt x="0" y="131"/>
                  </a:cubicBezTo>
                  <a:lnTo>
                    <a:pt x="3358" y="5929"/>
                  </a:lnTo>
                  <a:lnTo>
                    <a:pt x="3358" y="5394"/>
                  </a:lnTo>
                  <a:lnTo>
                    <a:pt x="23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0" name="Google Shape;3610;p25"/>
            <p:cNvSpPr/>
            <p:nvPr/>
          </p:nvSpPr>
          <p:spPr>
            <a:xfrm>
              <a:off x="3421550" y="2991875"/>
              <a:ext cx="180100" cy="133375"/>
            </a:xfrm>
            <a:custGeom>
              <a:rect b="b" l="l" r="r" t="t"/>
              <a:pathLst>
                <a:path extrusionOk="0" h="5335" w="7204">
                  <a:moveTo>
                    <a:pt x="250" y="0"/>
                  </a:moveTo>
                  <a:cubicBezTo>
                    <a:pt x="221" y="110"/>
                    <a:pt x="141" y="161"/>
                    <a:pt x="53" y="161"/>
                  </a:cubicBezTo>
                  <a:cubicBezTo>
                    <a:pt x="36" y="161"/>
                    <a:pt x="18" y="159"/>
                    <a:pt x="0" y="155"/>
                  </a:cubicBezTo>
                  <a:lnTo>
                    <a:pt x="0" y="155"/>
                  </a:lnTo>
                  <a:lnTo>
                    <a:pt x="7204" y="5334"/>
                  </a:lnTo>
                  <a:lnTo>
                    <a:pt x="7204" y="5001"/>
                  </a:lnTo>
                  <a:lnTo>
                    <a:pt x="25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1" name="Google Shape;3611;p25"/>
            <p:cNvSpPr/>
            <p:nvPr/>
          </p:nvSpPr>
          <p:spPr>
            <a:xfrm>
              <a:off x="3415600" y="2991275"/>
              <a:ext cx="1500" cy="1500"/>
            </a:xfrm>
            <a:custGeom>
              <a:rect b="b" l="l" r="r" t="t"/>
              <a:pathLst>
                <a:path extrusionOk="0" h="60" w="60">
                  <a:moveTo>
                    <a:pt x="48" y="0"/>
                  </a:moveTo>
                  <a:lnTo>
                    <a:pt x="0" y="12"/>
                  </a:lnTo>
                  <a:lnTo>
                    <a:pt x="60" y="60"/>
                  </a:lnTo>
                  <a:cubicBezTo>
                    <a:pt x="48" y="48"/>
                    <a:pt x="48" y="12"/>
                    <a:pt x="4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2" name="Google Shape;3612;p25"/>
            <p:cNvSpPr/>
            <p:nvPr/>
          </p:nvSpPr>
          <p:spPr>
            <a:xfrm>
              <a:off x="3283125" y="2890950"/>
              <a:ext cx="131900" cy="96475"/>
            </a:xfrm>
            <a:custGeom>
              <a:rect b="b" l="l" r="r" t="t"/>
              <a:pathLst>
                <a:path extrusionOk="0" h="3859" w="5276">
                  <a:moveTo>
                    <a:pt x="132" y="1"/>
                  </a:moveTo>
                  <a:cubicBezTo>
                    <a:pt x="132" y="13"/>
                    <a:pt x="132" y="25"/>
                    <a:pt x="120" y="37"/>
                  </a:cubicBezTo>
                  <a:cubicBezTo>
                    <a:pt x="96" y="108"/>
                    <a:pt x="60" y="168"/>
                    <a:pt x="1" y="227"/>
                  </a:cubicBezTo>
                  <a:lnTo>
                    <a:pt x="2811" y="2251"/>
                  </a:lnTo>
                  <a:lnTo>
                    <a:pt x="3097" y="2454"/>
                  </a:lnTo>
                  <a:lnTo>
                    <a:pt x="5061" y="3859"/>
                  </a:lnTo>
                  <a:lnTo>
                    <a:pt x="5275" y="3680"/>
                  </a:lnTo>
                  <a:lnTo>
                    <a:pt x="3430" y="2346"/>
                  </a:lnTo>
                  <a:lnTo>
                    <a:pt x="3156" y="2168"/>
                  </a:lnTo>
                  <a:lnTo>
                    <a:pt x="13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3" name="Google Shape;3613;p25"/>
            <p:cNvSpPr/>
            <p:nvPr/>
          </p:nvSpPr>
          <p:spPr>
            <a:xfrm>
              <a:off x="3303375" y="2915075"/>
              <a:ext cx="202425" cy="165525"/>
            </a:xfrm>
            <a:custGeom>
              <a:rect b="b" l="l" r="r" t="t"/>
              <a:pathLst>
                <a:path extrusionOk="0" h="6621" w="8097">
                  <a:moveTo>
                    <a:pt x="7883" y="0"/>
                  </a:moveTo>
                  <a:lnTo>
                    <a:pt x="7835" y="24"/>
                  </a:lnTo>
                  <a:lnTo>
                    <a:pt x="4489" y="2739"/>
                  </a:lnTo>
                  <a:lnTo>
                    <a:pt x="4287" y="2917"/>
                  </a:lnTo>
                  <a:lnTo>
                    <a:pt x="1" y="6370"/>
                  </a:lnTo>
                  <a:lnTo>
                    <a:pt x="84" y="6430"/>
                  </a:lnTo>
                  <a:lnTo>
                    <a:pt x="96" y="6442"/>
                  </a:lnTo>
                  <a:lnTo>
                    <a:pt x="120" y="6454"/>
                  </a:lnTo>
                  <a:lnTo>
                    <a:pt x="132" y="6477"/>
                  </a:lnTo>
                  <a:lnTo>
                    <a:pt x="132" y="6489"/>
                  </a:lnTo>
                  <a:lnTo>
                    <a:pt x="132" y="6501"/>
                  </a:lnTo>
                  <a:lnTo>
                    <a:pt x="132" y="6513"/>
                  </a:lnTo>
                  <a:lnTo>
                    <a:pt x="132" y="6549"/>
                  </a:lnTo>
                  <a:lnTo>
                    <a:pt x="143" y="6620"/>
                  </a:lnTo>
                  <a:lnTo>
                    <a:pt x="4525" y="3108"/>
                  </a:lnTo>
                  <a:lnTo>
                    <a:pt x="4549" y="3084"/>
                  </a:lnTo>
                  <a:cubicBezTo>
                    <a:pt x="4537" y="3036"/>
                    <a:pt x="4549" y="3001"/>
                    <a:pt x="4561" y="2965"/>
                  </a:cubicBezTo>
                  <a:cubicBezTo>
                    <a:pt x="4601" y="2865"/>
                    <a:pt x="4700" y="2790"/>
                    <a:pt x="4815" y="2790"/>
                  </a:cubicBezTo>
                  <a:cubicBezTo>
                    <a:pt x="4837" y="2790"/>
                    <a:pt x="4859" y="2793"/>
                    <a:pt x="4882" y="2798"/>
                  </a:cubicBezTo>
                  <a:cubicBezTo>
                    <a:pt x="4882" y="2798"/>
                    <a:pt x="4894" y="2798"/>
                    <a:pt x="4894" y="2810"/>
                  </a:cubicBezTo>
                  <a:lnTo>
                    <a:pt x="8097" y="238"/>
                  </a:lnTo>
                  <a:cubicBezTo>
                    <a:pt x="7990" y="143"/>
                    <a:pt x="7930" y="72"/>
                    <a:pt x="788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4" name="Google Shape;3614;p25"/>
            <p:cNvSpPr/>
            <p:nvPr/>
          </p:nvSpPr>
          <p:spPr>
            <a:xfrm>
              <a:off x="2964350" y="3075800"/>
              <a:ext cx="335475" cy="51225"/>
            </a:xfrm>
            <a:custGeom>
              <a:rect b="b" l="l" r="r" t="t"/>
              <a:pathLst>
                <a:path extrusionOk="0" h="2049" w="13419">
                  <a:moveTo>
                    <a:pt x="13204" y="1"/>
                  </a:moveTo>
                  <a:lnTo>
                    <a:pt x="0" y="1810"/>
                  </a:lnTo>
                  <a:cubicBezTo>
                    <a:pt x="24" y="1870"/>
                    <a:pt x="36" y="1941"/>
                    <a:pt x="60" y="2025"/>
                  </a:cubicBezTo>
                  <a:lnTo>
                    <a:pt x="203" y="2049"/>
                  </a:lnTo>
                  <a:lnTo>
                    <a:pt x="13419" y="239"/>
                  </a:lnTo>
                  <a:lnTo>
                    <a:pt x="13407" y="156"/>
                  </a:lnTo>
                  <a:lnTo>
                    <a:pt x="1320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5" name="Google Shape;3615;p25"/>
            <p:cNvSpPr/>
            <p:nvPr/>
          </p:nvSpPr>
          <p:spPr>
            <a:xfrm>
              <a:off x="3202475" y="2999600"/>
              <a:ext cx="102700" cy="80400"/>
            </a:xfrm>
            <a:custGeom>
              <a:rect b="b" l="l" r="r" t="t"/>
              <a:pathLst>
                <a:path extrusionOk="0" h="3216" w="4108">
                  <a:moveTo>
                    <a:pt x="4061" y="3007"/>
                  </a:moveTo>
                  <a:lnTo>
                    <a:pt x="4108" y="3037"/>
                  </a:lnTo>
                  <a:cubicBezTo>
                    <a:pt x="4092" y="3021"/>
                    <a:pt x="4077" y="3012"/>
                    <a:pt x="4061" y="3007"/>
                  </a:cubicBezTo>
                  <a:close/>
                  <a:moveTo>
                    <a:pt x="179" y="1"/>
                  </a:moveTo>
                  <a:cubicBezTo>
                    <a:pt x="131" y="72"/>
                    <a:pt x="72" y="144"/>
                    <a:pt x="0" y="191"/>
                  </a:cubicBezTo>
                  <a:lnTo>
                    <a:pt x="3679" y="3049"/>
                  </a:lnTo>
                  <a:lnTo>
                    <a:pt x="3882" y="3215"/>
                  </a:lnTo>
                  <a:lnTo>
                    <a:pt x="3882" y="3144"/>
                  </a:lnTo>
                  <a:cubicBezTo>
                    <a:pt x="3870" y="3073"/>
                    <a:pt x="3929" y="3013"/>
                    <a:pt x="4001" y="3001"/>
                  </a:cubicBezTo>
                  <a:cubicBezTo>
                    <a:pt x="4021" y="3001"/>
                    <a:pt x="4041" y="3001"/>
                    <a:pt x="4061" y="3007"/>
                  </a:cubicBezTo>
                  <a:lnTo>
                    <a:pt x="4061" y="3007"/>
                  </a:lnTo>
                  <a:lnTo>
                    <a:pt x="4013" y="2977"/>
                  </a:lnTo>
                  <a:lnTo>
                    <a:pt x="17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6" name="Google Shape;3616;p25"/>
            <p:cNvSpPr/>
            <p:nvPr/>
          </p:nvSpPr>
          <p:spPr>
            <a:xfrm>
              <a:off x="3299500" y="3073725"/>
              <a:ext cx="22050" cy="129200"/>
            </a:xfrm>
            <a:custGeom>
              <a:rect b="b" l="l" r="r" t="t"/>
              <a:pathLst>
                <a:path extrusionOk="0" h="5168" w="882">
                  <a:moveTo>
                    <a:pt x="120" y="0"/>
                  </a:moveTo>
                  <a:cubicBezTo>
                    <a:pt x="48" y="24"/>
                    <a:pt x="1" y="84"/>
                    <a:pt x="1" y="155"/>
                  </a:cubicBezTo>
                  <a:lnTo>
                    <a:pt x="1" y="215"/>
                  </a:lnTo>
                  <a:lnTo>
                    <a:pt x="13" y="286"/>
                  </a:lnTo>
                  <a:lnTo>
                    <a:pt x="608" y="5108"/>
                  </a:lnTo>
                  <a:lnTo>
                    <a:pt x="882" y="5168"/>
                  </a:lnTo>
                  <a:lnTo>
                    <a:pt x="263" y="179"/>
                  </a:lnTo>
                  <a:lnTo>
                    <a:pt x="275" y="155"/>
                  </a:lnTo>
                  <a:lnTo>
                    <a:pt x="275" y="131"/>
                  </a:lnTo>
                  <a:lnTo>
                    <a:pt x="275" y="108"/>
                  </a:lnTo>
                  <a:lnTo>
                    <a:pt x="275" y="96"/>
                  </a:lnTo>
                  <a:lnTo>
                    <a:pt x="275" y="84"/>
                  </a:lnTo>
                  <a:cubicBezTo>
                    <a:pt x="275" y="84"/>
                    <a:pt x="275" y="60"/>
                    <a:pt x="251" y="60"/>
                  </a:cubicBezTo>
                  <a:lnTo>
                    <a:pt x="239" y="48"/>
                  </a:lnTo>
                  <a:lnTo>
                    <a:pt x="227" y="36"/>
                  </a:lnTo>
                  <a:cubicBezTo>
                    <a:pt x="191" y="24"/>
                    <a:pt x="167" y="0"/>
                    <a:pt x="12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7" name="Google Shape;3617;p25"/>
            <p:cNvSpPr/>
            <p:nvPr/>
          </p:nvSpPr>
          <p:spPr>
            <a:xfrm>
              <a:off x="3315575" y="3209450"/>
              <a:ext cx="16100" cy="73850"/>
            </a:xfrm>
            <a:custGeom>
              <a:rect b="b" l="l" r="r" t="t"/>
              <a:pathLst>
                <a:path extrusionOk="0" h="2954" w="644">
                  <a:moveTo>
                    <a:pt x="1" y="1"/>
                  </a:moveTo>
                  <a:lnTo>
                    <a:pt x="370" y="2953"/>
                  </a:lnTo>
                  <a:lnTo>
                    <a:pt x="644" y="2953"/>
                  </a:lnTo>
                  <a:lnTo>
                    <a:pt x="286" y="60"/>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8" name="Google Shape;3618;p25"/>
            <p:cNvSpPr/>
            <p:nvPr/>
          </p:nvSpPr>
          <p:spPr>
            <a:xfrm>
              <a:off x="3552525" y="3258875"/>
              <a:ext cx="3300" cy="2100"/>
            </a:xfrm>
            <a:custGeom>
              <a:rect b="b" l="l" r="r" t="t"/>
              <a:pathLst>
                <a:path extrusionOk="0" h="84" w="132">
                  <a:moveTo>
                    <a:pt x="36" y="0"/>
                  </a:moveTo>
                  <a:cubicBezTo>
                    <a:pt x="12" y="24"/>
                    <a:pt x="0" y="60"/>
                    <a:pt x="0" y="83"/>
                  </a:cubicBezTo>
                  <a:cubicBezTo>
                    <a:pt x="60" y="83"/>
                    <a:pt x="107" y="60"/>
                    <a:pt x="131" y="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9" name="Google Shape;3619;p25"/>
            <p:cNvSpPr/>
            <p:nvPr/>
          </p:nvSpPr>
          <p:spPr>
            <a:xfrm>
              <a:off x="2964650" y="3126400"/>
              <a:ext cx="548300" cy="125650"/>
            </a:xfrm>
            <a:custGeom>
              <a:rect b="b" l="l" r="r" t="t"/>
              <a:pathLst>
                <a:path extrusionOk="0" h="5026" w="21932">
                  <a:moveTo>
                    <a:pt x="48" y="1"/>
                  </a:moveTo>
                  <a:cubicBezTo>
                    <a:pt x="48" y="72"/>
                    <a:pt x="48" y="144"/>
                    <a:pt x="12" y="215"/>
                  </a:cubicBezTo>
                  <a:cubicBezTo>
                    <a:pt x="12" y="239"/>
                    <a:pt x="0" y="251"/>
                    <a:pt x="0" y="251"/>
                  </a:cubicBezTo>
                  <a:lnTo>
                    <a:pt x="14038" y="3323"/>
                  </a:lnTo>
                  <a:lnTo>
                    <a:pt x="14300" y="3382"/>
                  </a:lnTo>
                  <a:lnTo>
                    <a:pt x="21896" y="5025"/>
                  </a:lnTo>
                  <a:cubicBezTo>
                    <a:pt x="21896" y="4942"/>
                    <a:pt x="21908" y="4847"/>
                    <a:pt x="21932" y="4763"/>
                  </a:cubicBezTo>
                  <a:lnTo>
                    <a:pt x="14276" y="3096"/>
                  </a:lnTo>
                  <a:lnTo>
                    <a:pt x="14002" y="3037"/>
                  </a:lnTo>
                  <a:lnTo>
                    <a:pt x="191" y="25"/>
                  </a:ln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0" name="Google Shape;3620;p25"/>
            <p:cNvSpPr/>
            <p:nvPr/>
          </p:nvSpPr>
          <p:spPr>
            <a:xfrm>
              <a:off x="3553400" y="3252025"/>
              <a:ext cx="48250" cy="16400"/>
            </a:xfrm>
            <a:custGeom>
              <a:rect b="b" l="l" r="r" t="t"/>
              <a:pathLst>
                <a:path extrusionOk="0" h="656" w="1930">
                  <a:moveTo>
                    <a:pt x="37" y="0"/>
                  </a:moveTo>
                  <a:cubicBezTo>
                    <a:pt x="37" y="95"/>
                    <a:pt x="25" y="179"/>
                    <a:pt x="1" y="274"/>
                  </a:cubicBezTo>
                  <a:lnTo>
                    <a:pt x="84" y="286"/>
                  </a:lnTo>
                  <a:lnTo>
                    <a:pt x="1930" y="655"/>
                  </a:lnTo>
                  <a:lnTo>
                    <a:pt x="1930" y="381"/>
                  </a:lnTo>
                  <a:lnTo>
                    <a:pt x="3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1" name="Google Shape;3621;p25"/>
            <p:cNvSpPr/>
            <p:nvPr/>
          </p:nvSpPr>
          <p:spPr>
            <a:xfrm>
              <a:off x="3481375" y="3258875"/>
              <a:ext cx="35150" cy="24425"/>
            </a:xfrm>
            <a:custGeom>
              <a:rect b="b" l="l" r="r" t="t"/>
              <a:pathLst>
                <a:path extrusionOk="0" h="977" w="1406">
                  <a:moveTo>
                    <a:pt x="1286" y="0"/>
                  </a:moveTo>
                  <a:lnTo>
                    <a:pt x="1" y="976"/>
                  </a:lnTo>
                  <a:lnTo>
                    <a:pt x="441" y="976"/>
                  </a:lnTo>
                  <a:lnTo>
                    <a:pt x="1405" y="238"/>
                  </a:lnTo>
                  <a:cubicBezTo>
                    <a:pt x="1346" y="167"/>
                    <a:pt x="1310" y="83"/>
                    <a:pt x="128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2" name="Google Shape;3622;p25"/>
            <p:cNvSpPr/>
            <p:nvPr/>
          </p:nvSpPr>
          <p:spPr>
            <a:xfrm>
              <a:off x="3544475" y="3190100"/>
              <a:ext cx="57175" cy="49150"/>
            </a:xfrm>
            <a:custGeom>
              <a:rect b="b" l="l" r="r" t="t"/>
              <a:pathLst>
                <a:path extrusionOk="0" h="1966" w="2287">
                  <a:moveTo>
                    <a:pt x="2287" y="1"/>
                  </a:moveTo>
                  <a:lnTo>
                    <a:pt x="1" y="1763"/>
                  </a:lnTo>
                  <a:cubicBezTo>
                    <a:pt x="72" y="1822"/>
                    <a:pt x="144" y="1882"/>
                    <a:pt x="203" y="1965"/>
                  </a:cubicBezTo>
                  <a:lnTo>
                    <a:pt x="2287" y="334"/>
                  </a:lnTo>
                  <a:lnTo>
                    <a:pt x="228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3" name="Google Shape;3623;p25"/>
            <p:cNvSpPr/>
            <p:nvPr/>
          </p:nvSpPr>
          <p:spPr>
            <a:xfrm>
              <a:off x="2569050" y="3051400"/>
              <a:ext cx="368525" cy="75325"/>
            </a:xfrm>
            <a:custGeom>
              <a:rect b="b" l="l" r="r" t="t"/>
              <a:pathLst>
                <a:path extrusionOk="0" h="3013" w="14741">
                  <a:moveTo>
                    <a:pt x="48" y="0"/>
                  </a:moveTo>
                  <a:cubicBezTo>
                    <a:pt x="48" y="84"/>
                    <a:pt x="37" y="167"/>
                    <a:pt x="1" y="239"/>
                  </a:cubicBezTo>
                  <a:lnTo>
                    <a:pt x="1" y="286"/>
                  </a:lnTo>
                  <a:lnTo>
                    <a:pt x="14681" y="3013"/>
                  </a:lnTo>
                  <a:cubicBezTo>
                    <a:pt x="14681" y="2953"/>
                    <a:pt x="14693" y="2894"/>
                    <a:pt x="14705" y="2834"/>
                  </a:cubicBezTo>
                  <a:cubicBezTo>
                    <a:pt x="14729" y="2798"/>
                    <a:pt x="14729" y="2775"/>
                    <a:pt x="14741" y="2739"/>
                  </a:cubicBezTo>
                  <a:lnTo>
                    <a:pt x="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4" name="Google Shape;3624;p25"/>
            <p:cNvSpPr/>
            <p:nvPr/>
          </p:nvSpPr>
          <p:spPr>
            <a:xfrm>
              <a:off x="2951550" y="3140400"/>
              <a:ext cx="46750" cy="143500"/>
            </a:xfrm>
            <a:custGeom>
              <a:rect b="b" l="l" r="r" t="t"/>
              <a:pathLst>
                <a:path extrusionOk="0" h="5740" w="1870">
                  <a:moveTo>
                    <a:pt x="262" y="0"/>
                  </a:moveTo>
                  <a:cubicBezTo>
                    <a:pt x="179" y="48"/>
                    <a:pt x="96" y="60"/>
                    <a:pt x="0" y="84"/>
                  </a:cubicBezTo>
                  <a:lnTo>
                    <a:pt x="1596" y="5739"/>
                  </a:lnTo>
                  <a:lnTo>
                    <a:pt x="1870" y="5739"/>
                  </a:lnTo>
                  <a:lnTo>
                    <a:pt x="26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5" name="Google Shape;3625;p25"/>
            <p:cNvSpPr/>
            <p:nvPr/>
          </p:nvSpPr>
          <p:spPr>
            <a:xfrm>
              <a:off x="2657175" y="3196350"/>
              <a:ext cx="8050" cy="86950"/>
            </a:xfrm>
            <a:custGeom>
              <a:rect b="b" l="l" r="r" t="t"/>
              <a:pathLst>
                <a:path extrusionOk="0" h="3478" w="322">
                  <a:moveTo>
                    <a:pt x="143" y="1"/>
                  </a:moveTo>
                  <a:cubicBezTo>
                    <a:pt x="95" y="13"/>
                    <a:pt x="60" y="60"/>
                    <a:pt x="60" y="120"/>
                  </a:cubicBezTo>
                  <a:lnTo>
                    <a:pt x="0" y="3477"/>
                  </a:lnTo>
                  <a:lnTo>
                    <a:pt x="274" y="3477"/>
                  </a:lnTo>
                  <a:lnTo>
                    <a:pt x="322" y="227"/>
                  </a:lnTo>
                  <a:lnTo>
                    <a:pt x="14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6" name="Google Shape;3626;p25"/>
            <p:cNvSpPr/>
            <p:nvPr/>
          </p:nvSpPr>
          <p:spPr>
            <a:xfrm>
              <a:off x="2560125" y="3065400"/>
              <a:ext cx="178625" cy="217900"/>
            </a:xfrm>
            <a:custGeom>
              <a:rect b="b" l="l" r="r" t="t"/>
              <a:pathLst>
                <a:path extrusionOk="0" h="8716" w="7145">
                  <a:moveTo>
                    <a:pt x="215" y="0"/>
                  </a:moveTo>
                  <a:cubicBezTo>
                    <a:pt x="155" y="60"/>
                    <a:pt x="72" y="119"/>
                    <a:pt x="1" y="167"/>
                  </a:cubicBezTo>
                  <a:lnTo>
                    <a:pt x="4037" y="5227"/>
                  </a:lnTo>
                  <a:lnTo>
                    <a:pt x="4215" y="5441"/>
                  </a:lnTo>
                  <a:lnTo>
                    <a:pt x="6811" y="8715"/>
                  </a:lnTo>
                  <a:lnTo>
                    <a:pt x="7144" y="8715"/>
                  </a:lnTo>
                  <a:lnTo>
                    <a:pt x="21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7" name="Google Shape;3627;p25"/>
            <p:cNvSpPr/>
            <p:nvPr/>
          </p:nvSpPr>
          <p:spPr>
            <a:xfrm>
              <a:off x="3512025" y="3231250"/>
              <a:ext cx="42000" cy="42050"/>
            </a:xfrm>
            <a:custGeom>
              <a:rect b="b" l="l" r="r" t="t"/>
              <a:pathLst>
                <a:path extrusionOk="0" h="1682" w="1680">
                  <a:moveTo>
                    <a:pt x="834" y="1"/>
                  </a:moveTo>
                  <a:cubicBezTo>
                    <a:pt x="481" y="1"/>
                    <a:pt x="154" y="237"/>
                    <a:pt x="48" y="581"/>
                  </a:cubicBezTo>
                  <a:cubicBezTo>
                    <a:pt x="13" y="676"/>
                    <a:pt x="1" y="760"/>
                    <a:pt x="1" y="843"/>
                  </a:cubicBezTo>
                  <a:cubicBezTo>
                    <a:pt x="13" y="926"/>
                    <a:pt x="25" y="1010"/>
                    <a:pt x="48" y="1105"/>
                  </a:cubicBezTo>
                  <a:cubicBezTo>
                    <a:pt x="72" y="1188"/>
                    <a:pt x="120" y="1272"/>
                    <a:pt x="168" y="1343"/>
                  </a:cubicBezTo>
                  <a:cubicBezTo>
                    <a:pt x="263" y="1474"/>
                    <a:pt x="406" y="1581"/>
                    <a:pt x="584" y="1641"/>
                  </a:cubicBezTo>
                  <a:cubicBezTo>
                    <a:pt x="668" y="1669"/>
                    <a:pt x="754" y="1682"/>
                    <a:pt x="839" y="1682"/>
                  </a:cubicBezTo>
                  <a:cubicBezTo>
                    <a:pt x="1157" y="1682"/>
                    <a:pt x="1467" y="1498"/>
                    <a:pt x="1608" y="1188"/>
                  </a:cubicBezTo>
                  <a:cubicBezTo>
                    <a:pt x="1620" y="1165"/>
                    <a:pt x="1632" y="1129"/>
                    <a:pt x="1632" y="1105"/>
                  </a:cubicBezTo>
                  <a:cubicBezTo>
                    <a:pt x="1668" y="1010"/>
                    <a:pt x="1680" y="926"/>
                    <a:pt x="1680" y="831"/>
                  </a:cubicBezTo>
                  <a:cubicBezTo>
                    <a:pt x="1680" y="641"/>
                    <a:pt x="1608" y="462"/>
                    <a:pt x="1489" y="319"/>
                  </a:cubicBezTo>
                  <a:cubicBezTo>
                    <a:pt x="1430" y="236"/>
                    <a:pt x="1370" y="176"/>
                    <a:pt x="1275" y="129"/>
                  </a:cubicBezTo>
                  <a:lnTo>
                    <a:pt x="1096" y="45"/>
                  </a:lnTo>
                  <a:cubicBezTo>
                    <a:pt x="1009" y="15"/>
                    <a:pt x="921" y="1"/>
                    <a:pt x="83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8" name="Google Shape;3628;p25"/>
            <p:cNvSpPr/>
            <p:nvPr/>
          </p:nvSpPr>
          <p:spPr>
            <a:xfrm>
              <a:off x="3341175" y="2161300"/>
              <a:ext cx="64025" cy="59775"/>
            </a:xfrm>
            <a:custGeom>
              <a:rect b="b" l="l" r="r" t="t"/>
              <a:pathLst>
                <a:path extrusionOk="0" h="2391" w="2561">
                  <a:moveTo>
                    <a:pt x="1350" y="0"/>
                  </a:moveTo>
                  <a:cubicBezTo>
                    <a:pt x="840" y="0"/>
                    <a:pt x="366" y="323"/>
                    <a:pt x="191" y="826"/>
                  </a:cubicBezTo>
                  <a:cubicBezTo>
                    <a:pt x="1" y="1457"/>
                    <a:pt x="346" y="2124"/>
                    <a:pt x="965" y="2338"/>
                  </a:cubicBezTo>
                  <a:cubicBezTo>
                    <a:pt x="1084" y="2374"/>
                    <a:pt x="1204" y="2391"/>
                    <a:pt x="1323" y="2391"/>
                  </a:cubicBezTo>
                  <a:cubicBezTo>
                    <a:pt x="1525" y="2391"/>
                    <a:pt x="1721" y="2341"/>
                    <a:pt x="1894" y="2243"/>
                  </a:cubicBezTo>
                  <a:cubicBezTo>
                    <a:pt x="1965" y="2196"/>
                    <a:pt x="2037" y="2148"/>
                    <a:pt x="2120" y="2100"/>
                  </a:cubicBezTo>
                  <a:cubicBezTo>
                    <a:pt x="2275" y="1957"/>
                    <a:pt x="2418" y="1779"/>
                    <a:pt x="2477" y="1565"/>
                  </a:cubicBezTo>
                  <a:cubicBezTo>
                    <a:pt x="2501" y="1469"/>
                    <a:pt x="2513" y="1386"/>
                    <a:pt x="2537" y="1303"/>
                  </a:cubicBezTo>
                  <a:cubicBezTo>
                    <a:pt x="2561" y="969"/>
                    <a:pt x="2441" y="612"/>
                    <a:pt x="2203" y="374"/>
                  </a:cubicBezTo>
                  <a:cubicBezTo>
                    <a:pt x="2144" y="314"/>
                    <a:pt x="2072" y="255"/>
                    <a:pt x="2001" y="207"/>
                  </a:cubicBezTo>
                  <a:cubicBezTo>
                    <a:pt x="1906" y="148"/>
                    <a:pt x="1799" y="100"/>
                    <a:pt x="1703" y="52"/>
                  </a:cubicBezTo>
                  <a:cubicBezTo>
                    <a:pt x="1586" y="17"/>
                    <a:pt x="1467" y="0"/>
                    <a:pt x="135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9" name="Google Shape;3629;p25"/>
            <p:cNvSpPr/>
            <p:nvPr/>
          </p:nvSpPr>
          <p:spPr>
            <a:xfrm>
              <a:off x="3201575" y="1860600"/>
              <a:ext cx="32475" cy="30475"/>
            </a:xfrm>
            <a:custGeom>
              <a:rect b="b" l="l" r="r" t="t"/>
              <a:pathLst>
                <a:path extrusionOk="0" h="1219" w="1299">
                  <a:moveTo>
                    <a:pt x="690" y="0"/>
                  </a:moveTo>
                  <a:cubicBezTo>
                    <a:pt x="433" y="0"/>
                    <a:pt x="194" y="164"/>
                    <a:pt x="108" y="412"/>
                  </a:cubicBezTo>
                  <a:cubicBezTo>
                    <a:pt x="1" y="746"/>
                    <a:pt x="179" y="1091"/>
                    <a:pt x="501" y="1186"/>
                  </a:cubicBezTo>
                  <a:cubicBezTo>
                    <a:pt x="564" y="1207"/>
                    <a:pt x="630" y="1218"/>
                    <a:pt x="694" y="1218"/>
                  </a:cubicBezTo>
                  <a:cubicBezTo>
                    <a:pt x="809" y="1218"/>
                    <a:pt x="921" y="1184"/>
                    <a:pt x="1013" y="1115"/>
                  </a:cubicBezTo>
                  <a:cubicBezTo>
                    <a:pt x="1108" y="1091"/>
                    <a:pt x="1167" y="1020"/>
                    <a:pt x="1215" y="936"/>
                  </a:cubicBezTo>
                  <a:lnTo>
                    <a:pt x="1251" y="853"/>
                  </a:lnTo>
                  <a:cubicBezTo>
                    <a:pt x="1251" y="829"/>
                    <a:pt x="1275" y="817"/>
                    <a:pt x="1275" y="805"/>
                  </a:cubicBezTo>
                  <a:cubicBezTo>
                    <a:pt x="1298" y="722"/>
                    <a:pt x="1298" y="650"/>
                    <a:pt x="1298" y="579"/>
                  </a:cubicBezTo>
                  <a:cubicBezTo>
                    <a:pt x="1287" y="329"/>
                    <a:pt x="1120" y="103"/>
                    <a:pt x="882" y="31"/>
                  </a:cubicBezTo>
                  <a:cubicBezTo>
                    <a:pt x="818" y="10"/>
                    <a:pt x="753" y="0"/>
                    <a:pt x="6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0" name="Google Shape;3630;p25"/>
            <p:cNvSpPr/>
            <p:nvPr/>
          </p:nvSpPr>
          <p:spPr>
            <a:xfrm>
              <a:off x="3351600" y="1734200"/>
              <a:ext cx="11625" cy="10025"/>
            </a:xfrm>
            <a:custGeom>
              <a:rect b="b" l="l" r="r" t="t"/>
              <a:pathLst>
                <a:path extrusionOk="0" h="401" w="465">
                  <a:moveTo>
                    <a:pt x="223" y="0"/>
                  </a:moveTo>
                  <a:cubicBezTo>
                    <a:pt x="135" y="0"/>
                    <a:pt x="62" y="62"/>
                    <a:pt x="24" y="146"/>
                  </a:cubicBezTo>
                  <a:cubicBezTo>
                    <a:pt x="0" y="230"/>
                    <a:pt x="24" y="337"/>
                    <a:pt x="119" y="384"/>
                  </a:cubicBezTo>
                  <a:cubicBezTo>
                    <a:pt x="131" y="396"/>
                    <a:pt x="155" y="396"/>
                    <a:pt x="167" y="396"/>
                  </a:cubicBezTo>
                  <a:cubicBezTo>
                    <a:pt x="186" y="399"/>
                    <a:pt x="205" y="400"/>
                    <a:pt x="223" y="400"/>
                  </a:cubicBezTo>
                  <a:cubicBezTo>
                    <a:pt x="287" y="400"/>
                    <a:pt x="347" y="383"/>
                    <a:pt x="393" y="337"/>
                  </a:cubicBezTo>
                  <a:cubicBezTo>
                    <a:pt x="405" y="325"/>
                    <a:pt x="429" y="289"/>
                    <a:pt x="429" y="265"/>
                  </a:cubicBezTo>
                  <a:cubicBezTo>
                    <a:pt x="465" y="206"/>
                    <a:pt x="453" y="134"/>
                    <a:pt x="405" y="87"/>
                  </a:cubicBezTo>
                  <a:cubicBezTo>
                    <a:pt x="369" y="51"/>
                    <a:pt x="346" y="27"/>
                    <a:pt x="298" y="15"/>
                  </a:cubicBezTo>
                  <a:cubicBezTo>
                    <a:pt x="272" y="5"/>
                    <a:pt x="247" y="0"/>
                    <a:pt x="22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1" name="Google Shape;3631;p25"/>
            <p:cNvSpPr/>
            <p:nvPr/>
          </p:nvSpPr>
          <p:spPr>
            <a:xfrm>
              <a:off x="2525900" y="3030750"/>
              <a:ext cx="45275" cy="41925"/>
            </a:xfrm>
            <a:custGeom>
              <a:rect b="b" l="l" r="r" t="t"/>
              <a:pathLst>
                <a:path extrusionOk="0" h="1677" w="1811">
                  <a:moveTo>
                    <a:pt x="954" y="0"/>
                  </a:moveTo>
                  <a:cubicBezTo>
                    <a:pt x="592" y="0"/>
                    <a:pt x="261" y="230"/>
                    <a:pt x="155" y="576"/>
                  </a:cubicBezTo>
                  <a:cubicBezTo>
                    <a:pt x="0" y="1005"/>
                    <a:pt x="262" y="1493"/>
                    <a:pt x="691" y="1636"/>
                  </a:cubicBezTo>
                  <a:cubicBezTo>
                    <a:pt x="780" y="1663"/>
                    <a:pt x="870" y="1676"/>
                    <a:pt x="957" y="1676"/>
                  </a:cubicBezTo>
                  <a:cubicBezTo>
                    <a:pt x="1103" y="1676"/>
                    <a:pt x="1243" y="1639"/>
                    <a:pt x="1370" y="1565"/>
                  </a:cubicBezTo>
                  <a:cubicBezTo>
                    <a:pt x="1453" y="1517"/>
                    <a:pt x="1524" y="1457"/>
                    <a:pt x="1584" y="1398"/>
                  </a:cubicBezTo>
                  <a:cubicBezTo>
                    <a:pt x="1644" y="1303"/>
                    <a:pt x="1691" y="1219"/>
                    <a:pt x="1727" y="1112"/>
                  </a:cubicBezTo>
                  <a:cubicBezTo>
                    <a:pt x="1727" y="1112"/>
                    <a:pt x="1727" y="1100"/>
                    <a:pt x="1751" y="1100"/>
                  </a:cubicBezTo>
                  <a:cubicBezTo>
                    <a:pt x="1774" y="1029"/>
                    <a:pt x="1786" y="934"/>
                    <a:pt x="1786" y="862"/>
                  </a:cubicBezTo>
                  <a:cubicBezTo>
                    <a:pt x="1810" y="505"/>
                    <a:pt x="1572" y="160"/>
                    <a:pt x="1215" y="41"/>
                  </a:cubicBezTo>
                  <a:cubicBezTo>
                    <a:pt x="1128" y="13"/>
                    <a:pt x="1040" y="0"/>
                    <a:pt x="95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2" name="Google Shape;3632;p25"/>
            <p:cNvSpPr/>
            <p:nvPr/>
          </p:nvSpPr>
          <p:spPr>
            <a:xfrm>
              <a:off x="2935775" y="3112575"/>
              <a:ext cx="30375" cy="29925"/>
            </a:xfrm>
            <a:custGeom>
              <a:rect b="b" l="l" r="r" t="t"/>
              <a:pathLst>
                <a:path extrusionOk="0" h="1197" w="1215">
                  <a:moveTo>
                    <a:pt x="616" y="0"/>
                  </a:moveTo>
                  <a:cubicBezTo>
                    <a:pt x="393" y="0"/>
                    <a:pt x="187" y="131"/>
                    <a:pt x="84" y="328"/>
                  </a:cubicBezTo>
                  <a:cubicBezTo>
                    <a:pt x="72" y="363"/>
                    <a:pt x="60" y="387"/>
                    <a:pt x="60" y="411"/>
                  </a:cubicBezTo>
                  <a:cubicBezTo>
                    <a:pt x="24" y="459"/>
                    <a:pt x="12" y="518"/>
                    <a:pt x="12" y="578"/>
                  </a:cubicBezTo>
                  <a:cubicBezTo>
                    <a:pt x="0" y="840"/>
                    <a:pt x="155" y="1066"/>
                    <a:pt x="429" y="1161"/>
                  </a:cubicBezTo>
                  <a:cubicBezTo>
                    <a:pt x="500" y="1197"/>
                    <a:pt x="572" y="1197"/>
                    <a:pt x="655" y="1197"/>
                  </a:cubicBezTo>
                  <a:cubicBezTo>
                    <a:pt x="739" y="1197"/>
                    <a:pt x="834" y="1161"/>
                    <a:pt x="905" y="1113"/>
                  </a:cubicBezTo>
                  <a:cubicBezTo>
                    <a:pt x="1024" y="1054"/>
                    <a:pt x="1108" y="959"/>
                    <a:pt x="1167" y="804"/>
                  </a:cubicBezTo>
                  <a:cubicBezTo>
                    <a:pt x="1167" y="792"/>
                    <a:pt x="1191" y="792"/>
                    <a:pt x="1191" y="768"/>
                  </a:cubicBezTo>
                  <a:cubicBezTo>
                    <a:pt x="1215" y="697"/>
                    <a:pt x="1215" y="625"/>
                    <a:pt x="1215" y="554"/>
                  </a:cubicBezTo>
                  <a:cubicBezTo>
                    <a:pt x="1215" y="470"/>
                    <a:pt x="1191" y="399"/>
                    <a:pt x="1155" y="339"/>
                  </a:cubicBezTo>
                  <a:cubicBezTo>
                    <a:pt x="1096" y="197"/>
                    <a:pt x="965" y="78"/>
                    <a:pt x="798" y="30"/>
                  </a:cubicBezTo>
                  <a:cubicBezTo>
                    <a:pt x="737" y="10"/>
                    <a:pt x="676" y="0"/>
                    <a:pt x="6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3" name="Google Shape;3633;p25"/>
            <p:cNvSpPr/>
            <p:nvPr/>
          </p:nvSpPr>
          <p:spPr>
            <a:xfrm>
              <a:off x="3176575" y="2977575"/>
              <a:ext cx="32175" cy="29400"/>
            </a:xfrm>
            <a:custGeom>
              <a:rect b="b" l="l" r="r" t="t"/>
              <a:pathLst>
                <a:path extrusionOk="0" h="1176" w="1287">
                  <a:moveTo>
                    <a:pt x="620" y="1"/>
                  </a:moveTo>
                  <a:cubicBezTo>
                    <a:pt x="524" y="13"/>
                    <a:pt x="441" y="36"/>
                    <a:pt x="370" y="84"/>
                  </a:cubicBezTo>
                  <a:cubicBezTo>
                    <a:pt x="251" y="155"/>
                    <a:pt x="155" y="263"/>
                    <a:pt x="108" y="405"/>
                  </a:cubicBezTo>
                  <a:cubicBezTo>
                    <a:pt x="1" y="715"/>
                    <a:pt x="167" y="1048"/>
                    <a:pt x="477" y="1144"/>
                  </a:cubicBezTo>
                  <a:cubicBezTo>
                    <a:pt x="545" y="1165"/>
                    <a:pt x="613" y="1176"/>
                    <a:pt x="679" y="1176"/>
                  </a:cubicBezTo>
                  <a:cubicBezTo>
                    <a:pt x="797" y="1176"/>
                    <a:pt x="909" y="1141"/>
                    <a:pt x="1001" y="1072"/>
                  </a:cubicBezTo>
                  <a:cubicBezTo>
                    <a:pt x="1108" y="1025"/>
                    <a:pt x="1167" y="953"/>
                    <a:pt x="1215" y="882"/>
                  </a:cubicBezTo>
                  <a:cubicBezTo>
                    <a:pt x="1227" y="846"/>
                    <a:pt x="1239" y="798"/>
                    <a:pt x="1263" y="775"/>
                  </a:cubicBezTo>
                  <a:cubicBezTo>
                    <a:pt x="1274" y="715"/>
                    <a:pt x="1286" y="656"/>
                    <a:pt x="1286" y="584"/>
                  </a:cubicBezTo>
                  <a:cubicBezTo>
                    <a:pt x="1286" y="489"/>
                    <a:pt x="1274" y="405"/>
                    <a:pt x="1227" y="322"/>
                  </a:cubicBezTo>
                  <a:cubicBezTo>
                    <a:pt x="1155" y="191"/>
                    <a:pt x="1036" y="72"/>
                    <a:pt x="870" y="24"/>
                  </a:cubicBezTo>
                  <a:cubicBezTo>
                    <a:pt x="798" y="1"/>
                    <a:pt x="703" y="1"/>
                    <a:pt x="62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4" name="Google Shape;3634;p25"/>
            <p:cNvSpPr/>
            <p:nvPr/>
          </p:nvSpPr>
          <p:spPr>
            <a:xfrm>
              <a:off x="3498925" y="2893500"/>
              <a:ext cx="31300" cy="29750"/>
            </a:xfrm>
            <a:custGeom>
              <a:rect b="b" l="l" r="r" t="t"/>
              <a:pathLst>
                <a:path extrusionOk="0" h="1190" w="1252">
                  <a:moveTo>
                    <a:pt x="613" y="0"/>
                  </a:moveTo>
                  <a:cubicBezTo>
                    <a:pt x="572" y="0"/>
                    <a:pt x="531" y="6"/>
                    <a:pt x="489" y="18"/>
                  </a:cubicBezTo>
                  <a:cubicBezTo>
                    <a:pt x="406" y="30"/>
                    <a:pt x="334" y="78"/>
                    <a:pt x="251" y="113"/>
                  </a:cubicBezTo>
                  <a:cubicBezTo>
                    <a:pt x="132" y="173"/>
                    <a:pt x="61" y="268"/>
                    <a:pt x="37" y="399"/>
                  </a:cubicBezTo>
                  <a:cubicBezTo>
                    <a:pt x="1" y="470"/>
                    <a:pt x="1" y="566"/>
                    <a:pt x="1" y="637"/>
                  </a:cubicBezTo>
                  <a:cubicBezTo>
                    <a:pt x="1" y="732"/>
                    <a:pt x="37" y="804"/>
                    <a:pt x="72" y="875"/>
                  </a:cubicBezTo>
                  <a:cubicBezTo>
                    <a:pt x="120" y="947"/>
                    <a:pt x="180" y="1030"/>
                    <a:pt x="251" y="1066"/>
                  </a:cubicBezTo>
                  <a:cubicBezTo>
                    <a:pt x="299" y="1101"/>
                    <a:pt x="358" y="1125"/>
                    <a:pt x="418" y="1161"/>
                  </a:cubicBezTo>
                  <a:cubicBezTo>
                    <a:pt x="483" y="1181"/>
                    <a:pt x="549" y="1190"/>
                    <a:pt x="612" y="1190"/>
                  </a:cubicBezTo>
                  <a:cubicBezTo>
                    <a:pt x="664" y="1190"/>
                    <a:pt x="715" y="1184"/>
                    <a:pt x="763" y="1173"/>
                  </a:cubicBezTo>
                  <a:cubicBezTo>
                    <a:pt x="846" y="1137"/>
                    <a:pt x="930" y="1101"/>
                    <a:pt x="1001" y="1042"/>
                  </a:cubicBezTo>
                  <a:cubicBezTo>
                    <a:pt x="1073" y="971"/>
                    <a:pt x="1132" y="875"/>
                    <a:pt x="1168" y="768"/>
                  </a:cubicBezTo>
                  <a:cubicBezTo>
                    <a:pt x="1251" y="530"/>
                    <a:pt x="1168" y="268"/>
                    <a:pt x="965" y="113"/>
                  </a:cubicBezTo>
                  <a:cubicBezTo>
                    <a:pt x="906" y="78"/>
                    <a:pt x="846" y="42"/>
                    <a:pt x="787" y="30"/>
                  </a:cubicBezTo>
                  <a:cubicBezTo>
                    <a:pt x="775" y="30"/>
                    <a:pt x="751" y="18"/>
                    <a:pt x="727" y="18"/>
                  </a:cubicBezTo>
                  <a:cubicBezTo>
                    <a:pt x="692" y="6"/>
                    <a:pt x="653" y="0"/>
                    <a:pt x="6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5" name="Google Shape;3635;p25"/>
            <p:cNvSpPr/>
            <p:nvPr/>
          </p:nvSpPr>
          <p:spPr>
            <a:xfrm>
              <a:off x="3351900" y="1991575"/>
              <a:ext cx="23525" cy="21275"/>
            </a:xfrm>
            <a:custGeom>
              <a:rect b="b" l="l" r="r" t="t"/>
              <a:pathLst>
                <a:path extrusionOk="0" h="851" w="941">
                  <a:moveTo>
                    <a:pt x="460" y="0"/>
                  </a:moveTo>
                  <a:cubicBezTo>
                    <a:pt x="430" y="0"/>
                    <a:pt x="400" y="3"/>
                    <a:pt x="369" y="7"/>
                  </a:cubicBezTo>
                  <a:cubicBezTo>
                    <a:pt x="346" y="7"/>
                    <a:pt x="310" y="31"/>
                    <a:pt x="298" y="43"/>
                  </a:cubicBezTo>
                  <a:cubicBezTo>
                    <a:pt x="227" y="91"/>
                    <a:pt x="155" y="150"/>
                    <a:pt x="107" y="233"/>
                  </a:cubicBezTo>
                  <a:cubicBezTo>
                    <a:pt x="96" y="245"/>
                    <a:pt x="96" y="281"/>
                    <a:pt x="72" y="293"/>
                  </a:cubicBezTo>
                  <a:cubicBezTo>
                    <a:pt x="0" y="519"/>
                    <a:pt x="119" y="757"/>
                    <a:pt x="346" y="829"/>
                  </a:cubicBezTo>
                  <a:cubicBezTo>
                    <a:pt x="387" y="844"/>
                    <a:pt x="430" y="850"/>
                    <a:pt x="474" y="850"/>
                  </a:cubicBezTo>
                  <a:cubicBezTo>
                    <a:pt x="570" y="850"/>
                    <a:pt x="669" y="818"/>
                    <a:pt x="750" y="769"/>
                  </a:cubicBezTo>
                  <a:cubicBezTo>
                    <a:pt x="810" y="710"/>
                    <a:pt x="858" y="638"/>
                    <a:pt x="881" y="567"/>
                  </a:cubicBezTo>
                  <a:lnTo>
                    <a:pt x="881" y="543"/>
                  </a:lnTo>
                  <a:cubicBezTo>
                    <a:pt x="941" y="341"/>
                    <a:pt x="834" y="126"/>
                    <a:pt x="643" y="43"/>
                  </a:cubicBezTo>
                  <a:cubicBezTo>
                    <a:pt x="631" y="43"/>
                    <a:pt x="631" y="31"/>
                    <a:pt x="608" y="31"/>
                  </a:cubicBezTo>
                  <a:cubicBezTo>
                    <a:pt x="562" y="8"/>
                    <a:pt x="512" y="0"/>
                    <a:pt x="46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6" name="Google Shape;3636;p25"/>
            <p:cNvSpPr/>
            <p:nvPr/>
          </p:nvSpPr>
          <p:spPr>
            <a:xfrm>
              <a:off x="3264375" y="2877675"/>
              <a:ext cx="22950" cy="21150"/>
            </a:xfrm>
            <a:custGeom>
              <a:rect b="b" l="l" r="r" t="t"/>
              <a:pathLst>
                <a:path extrusionOk="0" h="846" w="918">
                  <a:moveTo>
                    <a:pt x="497" y="0"/>
                  </a:moveTo>
                  <a:cubicBezTo>
                    <a:pt x="318" y="0"/>
                    <a:pt x="142" y="118"/>
                    <a:pt x="84" y="282"/>
                  </a:cubicBezTo>
                  <a:cubicBezTo>
                    <a:pt x="1" y="508"/>
                    <a:pt x="120" y="746"/>
                    <a:pt x="346" y="830"/>
                  </a:cubicBezTo>
                  <a:cubicBezTo>
                    <a:pt x="390" y="840"/>
                    <a:pt x="433" y="845"/>
                    <a:pt x="475" y="845"/>
                  </a:cubicBezTo>
                  <a:cubicBezTo>
                    <a:pt x="580" y="845"/>
                    <a:pt x="678" y="811"/>
                    <a:pt x="763" y="734"/>
                  </a:cubicBezTo>
                  <a:cubicBezTo>
                    <a:pt x="822" y="687"/>
                    <a:pt x="870" y="627"/>
                    <a:pt x="882" y="544"/>
                  </a:cubicBezTo>
                  <a:cubicBezTo>
                    <a:pt x="882" y="547"/>
                    <a:pt x="882" y="549"/>
                    <a:pt x="883" y="549"/>
                  </a:cubicBezTo>
                  <a:cubicBezTo>
                    <a:pt x="884" y="549"/>
                    <a:pt x="889" y="540"/>
                    <a:pt x="906" y="532"/>
                  </a:cubicBezTo>
                  <a:cubicBezTo>
                    <a:pt x="918" y="437"/>
                    <a:pt x="918" y="365"/>
                    <a:pt x="882" y="270"/>
                  </a:cubicBezTo>
                  <a:cubicBezTo>
                    <a:pt x="858" y="187"/>
                    <a:pt x="799" y="127"/>
                    <a:pt x="703" y="68"/>
                  </a:cubicBezTo>
                  <a:lnTo>
                    <a:pt x="620" y="20"/>
                  </a:lnTo>
                  <a:cubicBezTo>
                    <a:pt x="580" y="7"/>
                    <a:pt x="538" y="0"/>
                    <a:pt x="49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7" name="Google Shape;3637;p25"/>
            <p:cNvSpPr/>
            <p:nvPr/>
          </p:nvSpPr>
          <p:spPr>
            <a:xfrm>
              <a:off x="3367975" y="3068275"/>
              <a:ext cx="23825" cy="21175"/>
            </a:xfrm>
            <a:custGeom>
              <a:rect b="b" l="l" r="r" t="t"/>
              <a:pathLst>
                <a:path extrusionOk="0" h="847" w="953">
                  <a:moveTo>
                    <a:pt x="495" y="1"/>
                  </a:moveTo>
                  <a:cubicBezTo>
                    <a:pt x="315" y="1"/>
                    <a:pt x="141" y="113"/>
                    <a:pt x="72" y="290"/>
                  </a:cubicBezTo>
                  <a:cubicBezTo>
                    <a:pt x="0" y="504"/>
                    <a:pt x="119" y="742"/>
                    <a:pt x="346" y="826"/>
                  </a:cubicBezTo>
                  <a:cubicBezTo>
                    <a:pt x="390" y="840"/>
                    <a:pt x="435" y="846"/>
                    <a:pt x="478" y="846"/>
                  </a:cubicBezTo>
                  <a:cubicBezTo>
                    <a:pt x="659" y="846"/>
                    <a:pt x="824" y="734"/>
                    <a:pt x="881" y="552"/>
                  </a:cubicBezTo>
                  <a:cubicBezTo>
                    <a:pt x="953" y="326"/>
                    <a:pt x="834" y="87"/>
                    <a:pt x="607" y="16"/>
                  </a:cubicBezTo>
                  <a:cubicBezTo>
                    <a:pt x="570" y="6"/>
                    <a:pt x="532" y="1"/>
                    <a:pt x="49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8" name="Google Shape;3638;p25"/>
            <p:cNvSpPr/>
            <p:nvPr/>
          </p:nvSpPr>
          <p:spPr>
            <a:xfrm>
              <a:off x="3106025" y="2697300"/>
              <a:ext cx="23250" cy="21150"/>
            </a:xfrm>
            <a:custGeom>
              <a:rect b="b" l="l" r="r" t="t"/>
              <a:pathLst>
                <a:path extrusionOk="0" h="846" w="930">
                  <a:moveTo>
                    <a:pt x="490" y="0"/>
                  </a:moveTo>
                  <a:cubicBezTo>
                    <a:pt x="317" y="0"/>
                    <a:pt x="140" y="117"/>
                    <a:pt x="72" y="282"/>
                  </a:cubicBezTo>
                  <a:cubicBezTo>
                    <a:pt x="1" y="508"/>
                    <a:pt x="120" y="746"/>
                    <a:pt x="346" y="818"/>
                  </a:cubicBezTo>
                  <a:cubicBezTo>
                    <a:pt x="370" y="841"/>
                    <a:pt x="417" y="841"/>
                    <a:pt x="453" y="841"/>
                  </a:cubicBezTo>
                  <a:cubicBezTo>
                    <a:pt x="475" y="844"/>
                    <a:pt x="496" y="845"/>
                    <a:pt x="517" y="845"/>
                  </a:cubicBezTo>
                  <a:cubicBezTo>
                    <a:pt x="590" y="845"/>
                    <a:pt x="660" y="828"/>
                    <a:pt x="715" y="782"/>
                  </a:cubicBezTo>
                  <a:cubicBezTo>
                    <a:pt x="787" y="734"/>
                    <a:pt x="870" y="639"/>
                    <a:pt x="894" y="556"/>
                  </a:cubicBezTo>
                  <a:cubicBezTo>
                    <a:pt x="894" y="544"/>
                    <a:pt x="894" y="520"/>
                    <a:pt x="906" y="508"/>
                  </a:cubicBezTo>
                  <a:cubicBezTo>
                    <a:pt x="929" y="425"/>
                    <a:pt x="929" y="329"/>
                    <a:pt x="882" y="246"/>
                  </a:cubicBezTo>
                  <a:cubicBezTo>
                    <a:pt x="846" y="198"/>
                    <a:pt x="822" y="139"/>
                    <a:pt x="775" y="103"/>
                  </a:cubicBezTo>
                  <a:cubicBezTo>
                    <a:pt x="727" y="67"/>
                    <a:pt x="667" y="32"/>
                    <a:pt x="608" y="20"/>
                  </a:cubicBezTo>
                  <a:cubicBezTo>
                    <a:pt x="570" y="6"/>
                    <a:pt x="530" y="0"/>
                    <a:pt x="4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9" name="Google Shape;3639;p25"/>
            <p:cNvSpPr/>
            <p:nvPr/>
          </p:nvSpPr>
          <p:spPr>
            <a:xfrm>
              <a:off x="3470350" y="2344400"/>
              <a:ext cx="22950" cy="21525"/>
            </a:xfrm>
            <a:custGeom>
              <a:rect b="b" l="l" r="r" t="t"/>
              <a:pathLst>
                <a:path extrusionOk="0" h="861" w="918">
                  <a:moveTo>
                    <a:pt x="467" y="0"/>
                  </a:moveTo>
                  <a:cubicBezTo>
                    <a:pt x="427" y="0"/>
                    <a:pt x="388" y="9"/>
                    <a:pt x="346" y="27"/>
                  </a:cubicBezTo>
                  <a:cubicBezTo>
                    <a:pt x="251" y="51"/>
                    <a:pt x="180" y="98"/>
                    <a:pt x="120" y="170"/>
                  </a:cubicBezTo>
                  <a:cubicBezTo>
                    <a:pt x="84" y="206"/>
                    <a:pt x="72" y="253"/>
                    <a:pt x="61" y="289"/>
                  </a:cubicBezTo>
                  <a:cubicBezTo>
                    <a:pt x="1" y="467"/>
                    <a:pt x="72" y="670"/>
                    <a:pt x="227" y="765"/>
                  </a:cubicBezTo>
                  <a:cubicBezTo>
                    <a:pt x="251" y="801"/>
                    <a:pt x="299" y="813"/>
                    <a:pt x="346" y="825"/>
                  </a:cubicBezTo>
                  <a:cubicBezTo>
                    <a:pt x="406" y="848"/>
                    <a:pt x="442" y="860"/>
                    <a:pt x="489" y="860"/>
                  </a:cubicBezTo>
                  <a:cubicBezTo>
                    <a:pt x="525" y="860"/>
                    <a:pt x="549" y="860"/>
                    <a:pt x="584" y="848"/>
                  </a:cubicBezTo>
                  <a:cubicBezTo>
                    <a:pt x="668" y="825"/>
                    <a:pt x="739" y="765"/>
                    <a:pt x="799" y="706"/>
                  </a:cubicBezTo>
                  <a:cubicBezTo>
                    <a:pt x="834" y="670"/>
                    <a:pt x="858" y="622"/>
                    <a:pt x="882" y="563"/>
                  </a:cubicBezTo>
                  <a:cubicBezTo>
                    <a:pt x="918" y="444"/>
                    <a:pt x="894" y="313"/>
                    <a:pt x="834" y="206"/>
                  </a:cubicBezTo>
                  <a:cubicBezTo>
                    <a:pt x="787" y="134"/>
                    <a:pt x="715" y="75"/>
                    <a:pt x="620" y="39"/>
                  </a:cubicBezTo>
                  <a:cubicBezTo>
                    <a:pt x="608" y="39"/>
                    <a:pt x="608" y="39"/>
                    <a:pt x="596" y="27"/>
                  </a:cubicBezTo>
                  <a:cubicBezTo>
                    <a:pt x="549" y="9"/>
                    <a:pt x="507" y="0"/>
                    <a:pt x="4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0" name="Google Shape;3640;p25"/>
            <p:cNvSpPr/>
            <p:nvPr/>
          </p:nvSpPr>
          <p:spPr>
            <a:xfrm>
              <a:off x="3351300" y="1881200"/>
              <a:ext cx="21150" cy="21400"/>
            </a:xfrm>
            <a:custGeom>
              <a:rect b="b" l="l" r="r" t="t"/>
              <a:pathLst>
                <a:path extrusionOk="0" h="856" w="846">
                  <a:moveTo>
                    <a:pt x="424" y="1"/>
                  </a:moveTo>
                  <a:cubicBezTo>
                    <a:pt x="358" y="1"/>
                    <a:pt x="289" y="14"/>
                    <a:pt x="227" y="41"/>
                  </a:cubicBezTo>
                  <a:cubicBezTo>
                    <a:pt x="143" y="88"/>
                    <a:pt x="72" y="148"/>
                    <a:pt x="24" y="219"/>
                  </a:cubicBezTo>
                  <a:cubicBezTo>
                    <a:pt x="12" y="231"/>
                    <a:pt x="12" y="267"/>
                    <a:pt x="0" y="279"/>
                  </a:cubicBezTo>
                  <a:lnTo>
                    <a:pt x="0" y="481"/>
                  </a:lnTo>
                  <a:cubicBezTo>
                    <a:pt x="12" y="636"/>
                    <a:pt x="120" y="755"/>
                    <a:pt x="262" y="815"/>
                  </a:cubicBezTo>
                  <a:cubicBezTo>
                    <a:pt x="286" y="815"/>
                    <a:pt x="286" y="827"/>
                    <a:pt x="298" y="827"/>
                  </a:cubicBezTo>
                  <a:cubicBezTo>
                    <a:pt x="337" y="846"/>
                    <a:pt x="384" y="855"/>
                    <a:pt x="430" y="855"/>
                  </a:cubicBezTo>
                  <a:cubicBezTo>
                    <a:pt x="467" y="855"/>
                    <a:pt x="504" y="849"/>
                    <a:pt x="536" y="838"/>
                  </a:cubicBezTo>
                  <a:cubicBezTo>
                    <a:pt x="667" y="815"/>
                    <a:pt x="774" y="708"/>
                    <a:pt x="822" y="577"/>
                  </a:cubicBezTo>
                  <a:lnTo>
                    <a:pt x="822" y="565"/>
                  </a:lnTo>
                  <a:cubicBezTo>
                    <a:pt x="846" y="469"/>
                    <a:pt x="846" y="386"/>
                    <a:pt x="822" y="303"/>
                  </a:cubicBezTo>
                  <a:cubicBezTo>
                    <a:pt x="774" y="172"/>
                    <a:pt x="679" y="65"/>
                    <a:pt x="536" y="29"/>
                  </a:cubicBezTo>
                  <a:cubicBezTo>
                    <a:pt x="524" y="29"/>
                    <a:pt x="501" y="29"/>
                    <a:pt x="489" y="5"/>
                  </a:cubicBezTo>
                  <a:cubicBezTo>
                    <a:pt x="468" y="2"/>
                    <a:pt x="446" y="1"/>
                    <a:pt x="42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1" name="Google Shape;3641;p25"/>
            <p:cNvSpPr/>
            <p:nvPr/>
          </p:nvSpPr>
          <p:spPr>
            <a:xfrm>
              <a:off x="3416475" y="2983725"/>
              <a:ext cx="12525" cy="12075"/>
            </a:xfrm>
            <a:custGeom>
              <a:rect b="b" l="l" r="r" t="t"/>
              <a:pathLst>
                <a:path extrusionOk="0" h="483" w="501">
                  <a:moveTo>
                    <a:pt x="264" y="0"/>
                  </a:moveTo>
                  <a:cubicBezTo>
                    <a:pt x="159" y="0"/>
                    <a:pt x="54" y="68"/>
                    <a:pt x="13" y="171"/>
                  </a:cubicBezTo>
                  <a:cubicBezTo>
                    <a:pt x="1" y="207"/>
                    <a:pt x="1" y="255"/>
                    <a:pt x="1" y="290"/>
                  </a:cubicBezTo>
                  <a:cubicBezTo>
                    <a:pt x="1" y="314"/>
                    <a:pt x="13" y="326"/>
                    <a:pt x="13" y="350"/>
                  </a:cubicBezTo>
                  <a:cubicBezTo>
                    <a:pt x="37" y="410"/>
                    <a:pt x="84" y="457"/>
                    <a:pt x="156" y="469"/>
                  </a:cubicBezTo>
                  <a:cubicBezTo>
                    <a:pt x="180" y="469"/>
                    <a:pt x="191" y="469"/>
                    <a:pt x="191" y="481"/>
                  </a:cubicBezTo>
                  <a:cubicBezTo>
                    <a:pt x="201" y="482"/>
                    <a:pt x="210" y="482"/>
                    <a:pt x="219" y="482"/>
                  </a:cubicBezTo>
                  <a:cubicBezTo>
                    <a:pt x="315" y="482"/>
                    <a:pt x="398" y="426"/>
                    <a:pt x="441" y="350"/>
                  </a:cubicBezTo>
                  <a:cubicBezTo>
                    <a:pt x="441" y="326"/>
                    <a:pt x="453" y="326"/>
                    <a:pt x="453" y="314"/>
                  </a:cubicBezTo>
                  <a:cubicBezTo>
                    <a:pt x="501" y="195"/>
                    <a:pt x="441" y="64"/>
                    <a:pt x="322" y="17"/>
                  </a:cubicBezTo>
                  <a:cubicBezTo>
                    <a:pt x="322" y="17"/>
                    <a:pt x="311" y="17"/>
                    <a:pt x="311" y="5"/>
                  </a:cubicBezTo>
                  <a:cubicBezTo>
                    <a:pt x="295" y="2"/>
                    <a:pt x="280" y="0"/>
                    <a:pt x="26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2" name="Google Shape;3642;p25"/>
            <p:cNvSpPr/>
            <p:nvPr/>
          </p:nvSpPr>
          <p:spPr>
            <a:xfrm>
              <a:off x="3439400" y="2748675"/>
              <a:ext cx="13125" cy="12125"/>
            </a:xfrm>
            <a:custGeom>
              <a:rect b="b" l="l" r="r" t="t"/>
              <a:pathLst>
                <a:path extrusionOk="0" h="485" w="525">
                  <a:moveTo>
                    <a:pt x="267" y="0"/>
                  </a:moveTo>
                  <a:cubicBezTo>
                    <a:pt x="219" y="0"/>
                    <a:pt x="170" y="13"/>
                    <a:pt x="132" y="36"/>
                  </a:cubicBezTo>
                  <a:cubicBezTo>
                    <a:pt x="96" y="60"/>
                    <a:pt x="48" y="108"/>
                    <a:pt x="25" y="167"/>
                  </a:cubicBezTo>
                  <a:cubicBezTo>
                    <a:pt x="1" y="239"/>
                    <a:pt x="13" y="310"/>
                    <a:pt x="60" y="370"/>
                  </a:cubicBezTo>
                  <a:cubicBezTo>
                    <a:pt x="96" y="417"/>
                    <a:pt x="132" y="465"/>
                    <a:pt x="191" y="477"/>
                  </a:cubicBezTo>
                  <a:cubicBezTo>
                    <a:pt x="216" y="482"/>
                    <a:pt x="241" y="485"/>
                    <a:pt x="265" y="485"/>
                  </a:cubicBezTo>
                  <a:cubicBezTo>
                    <a:pt x="300" y="485"/>
                    <a:pt x="335" y="479"/>
                    <a:pt x="370" y="465"/>
                  </a:cubicBezTo>
                  <a:cubicBezTo>
                    <a:pt x="406" y="441"/>
                    <a:pt x="429" y="429"/>
                    <a:pt x="453" y="406"/>
                  </a:cubicBezTo>
                  <a:cubicBezTo>
                    <a:pt x="465" y="370"/>
                    <a:pt x="489" y="346"/>
                    <a:pt x="489" y="310"/>
                  </a:cubicBezTo>
                  <a:cubicBezTo>
                    <a:pt x="525" y="227"/>
                    <a:pt x="489" y="132"/>
                    <a:pt x="429" y="72"/>
                  </a:cubicBezTo>
                  <a:cubicBezTo>
                    <a:pt x="406" y="48"/>
                    <a:pt x="370" y="25"/>
                    <a:pt x="346" y="13"/>
                  </a:cubicBezTo>
                  <a:cubicBezTo>
                    <a:pt x="321" y="4"/>
                    <a:pt x="294" y="0"/>
                    <a:pt x="2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3" name="Google Shape;3643;p25"/>
            <p:cNvSpPr/>
            <p:nvPr/>
          </p:nvSpPr>
          <p:spPr>
            <a:xfrm>
              <a:off x="3343850" y="2820000"/>
              <a:ext cx="13125" cy="12425"/>
            </a:xfrm>
            <a:custGeom>
              <a:rect b="b" l="l" r="r" t="t"/>
              <a:pathLst>
                <a:path extrusionOk="0" h="497" w="525">
                  <a:moveTo>
                    <a:pt x="293" y="0"/>
                  </a:moveTo>
                  <a:cubicBezTo>
                    <a:pt x="185" y="0"/>
                    <a:pt x="65" y="60"/>
                    <a:pt x="25" y="172"/>
                  </a:cubicBezTo>
                  <a:cubicBezTo>
                    <a:pt x="1" y="255"/>
                    <a:pt x="25" y="362"/>
                    <a:pt x="84" y="422"/>
                  </a:cubicBezTo>
                  <a:cubicBezTo>
                    <a:pt x="120" y="458"/>
                    <a:pt x="144" y="470"/>
                    <a:pt x="179" y="482"/>
                  </a:cubicBezTo>
                  <a:cubicBezTo>
                    <a:pt x="207" y="491"/>
                    <a:pt x="234" y="496"/>
                    <a:pt x="261" y="496"/>
                  </a:cubicBezTo>
                  <a:cubicBezTo>
                    <a:pt x="361" y="496"/>
                    <a:pt x="451" y="428"/>
                    <a:pt x="489" y="315"/>
                  </a:cubicBezTo>
                  <a:cubicBezTo>
                    <a:pt x="525" y="243"/>
                    <a:pt x="501" y="184"/>
                    <a:pt x="477" y="124"/>
                  </a:cubicBezTo>
                  <a:cubicBezTo>
                    <a:pt x="441" y="77"/>
                    <a:pt x="406" y="41"/>
                    <a:pt x="346" y="5"/>
                  </a:cubicBezTo>
                  <a:cubicBezTo>
                    <a:pt x="329" y="2"/>
                    <a:pt x="311" y="0"/>
                    <a:pt x="29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4" name="Google Shape;3644;p25"/>
            <p:cNvSpPr/>
            <p:nvPr/>
          </p:nvSpPr>
          <p:spPr>
            <a:xfrm>
              <a:off x="3509650" y="2342575"/>
              <a:ext cx="14325" cy="12400"/>
            </a:xfrm>
            <a:custGeom>
              <a:rect b="b" l="l" r="r" t="t"/>
              <a:pathLst>
                <a:path extrusionOk="0" h="496" w="573">
                  <a:moveTo>
                    <a:pt x="307" y="0"/>
                  </a:moveTo>
                  <a:cubicBezTo>
                    <a:pt x="194" y="0"/>
                    <a:pt x="90" y="68"/>
                    <a:pt x="48" y="171"/>
                  </a:cubicBezTo>
                  <a:cubicBezTo>
                    <a:pt x="1" y="302"/>
                    <a:pt x="84" y="445"/>
                    <a:pt x="215" y="481"/>
                  </a:cubicBezTo>
                  <a:cubicBezTo>
                    <a:pt x="243" y="491"/>
                    <a:pt x="270" y="496"/>
                    <a:pt x="297" y="496"/>
                  </a:cubicBezTo>
                  <a:cubicBezTo>
                    <a:pt x="397" y="496"/>
                    <a:pt x="487" y="429"/>
                    <a:pt x="524" y="326"/>
                  </a:cubicBezTo>
                  <a:cubicBezTo>
                    <a:pt x="572" y="183"/>
                    <a:pt x="501" y="52"/>
                    <a:pt x="358" y="5"/>
                  </a:cubicBezTo>
                  <a:cubicBezTo>
                    <a:pt x="341" y="2"/>
                    <a:pt x="324" y="0"/>
                    <a:pt x="30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5" name="Google Shape;3645;p25"/>
            <p:cNvSpPr/>
            <p:nvPr/>
          </p:nvSpPr>
          <p:spPr>
            <a:xfrm>
              <a:off x="3414400" y="2157325"/>
              <a:ext cx="14325" cy="12475"/>
            </a:xfrm>
            <a:custGeom>
              <a:rect b="b" l="l" r="r" t="t"/>
              <a:pathLst>
                <a:path extrusionOk="0" h="499" w="573">
                  <a:moveTo>
                    <a:pt x="296" y="1"/>
                  </a:moveTo>
                  <a:cubicBezTo>
                    <a:pt x="187" y="1"/>
                    <a:pt x="88" y="76"/>
                    <a:pt x="48" y="176"/>
                  </a:cubicBezTo>
                  <a:cubicBezTo>
                    <a:pt x="1" y="307"/>
                    <a:pt x="84" y="438"/>
                    <a:pt x="215" y="485"/>
                  </a:cubicBezTo>
                  <a:cubicBezTo>
                    <a:pt x="240" y="494"/>
                    <a:pt x="266" y="499"/>
                    <a:pt x="290" y="499"/>
                  </a:cubicBezTo>
                  <a:cubicBezTo>
                    <a:pt x="394" y="499"/>
                    <a:pt x="486" y="424"/>
                    <a:pt x="524" y="319"/>
                  </a:cubicBezTo>
                  <a:cubicBezTo>
                    <a:pt x="572" y="188"/>
                    <a:pt x="501" y="57"/>
                    <a:pt x="358" y="9"/>
                  </a:cubicBezTo>
                  <a:cubicBezTo>
                    <a:pt x="337" y="3"/>
                    <a:pt x="316" y="1"/>
                    <a:pt x="29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6" name="Google Shape;3646;p25"/>
            <p:cNvSpPr/>
            <p:nvPr/>
          </p:nvSpPr>
          <p:spPr>
            <a:xfrm>
              <a:off x="3460550" y="2080150"/>
              <a:ext cx="12525" cy="12150"/>
            </a:xfrm>
            <a:custGeom>
              <a:rect b="b" l="l" r="r" t="t"/>
              <a:pathLst>
                <a:path extrusionOk="0" h="486" w="501">
                  <a:moveTo>
                    <a:pt x="226" y="0"/>
                  </a:moveTo>
                  <a:cubicBezTo>
                    <a:pt x="143" y="12"/>
                    <a:pt x="48" y="72"/>
                    <a:pt x="24" y="167"/>
                  </a:cubicBezTo>
                  <a:cubicBezTo>
                    <a:pt x="0" y="191"/>
                    <a:pt x="0" y="215"/>
                    <a:pt x="0" y="250"/>
                  </a:cubicBezTo>
                  <a:cubicBezTo>
                    <a:pt x="0" y="358"/>
                    <a:pt x="60" y="441"/>
                    <a:pt x="167" y="477"/>
                  </a:cubicBezTo>
                  <a:cubicBezTo>
                    <a:pt x="194" y="483"/>
                    <a:pt x="221" y="486"/>
                    <a:pt x="245" y="486"/>
                  </a:cubicBezTo>
                  <a:cubicBezTo>
                    <a:pt x="315" y="486"/>
                    <a:pt x="373" y="461"/>
                    <a:pt x="417" y="417"/>
                  </a:cubicBezTo>
                  <a:cubicBezTo>
                    <a:pt x="453" y="381"/>
                    <a:pt x="464" y="358"/>
                    <a:pt x="476" y="322"/>
                  </a:cubicBezTo>
                  <a:cubicBezTo>
                    <a:pt x="500" y="262"/>
                    <a:pt x="500" y="227"/>
                    <a:pt x="476" y="167"/>
                  </a:cubicBezTo>
                  <a:cubicBezTo>
                    <a:pt x="453" y="84"/>
                    <a:pt x="405" y="36"/>
                    <a:pt x="333" y="12"/>
                  </a:cubicBezTo>
                  <a:cubicBezTo>
                    <a:pt x="298" y="0"/>
                    <a:pt x="262" y="0"/>
                    <a:pt x="22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7" name="Google Shape;3647;p25"/>
            <p:cNvSpPr/>
            <p:nvPr/>
          </p:nvSpPr>
          <p:spPr>
            <a:xfrm>
              <a:off x="3537325" y="2434925"/>
              <a:ext cx="13725" cy="12725"/>
            </a:xfrm>
            <a:custGeom>
              <a:rect b="b" l="l" r="r" t="t"/>
              <a:pathLst>
                <a:path extrusionOk="0" h="509" w="549">
                  <a:moveTo>
                    <a:pt x="282" y="0"/>
                  </a:moveTo>
                  <a:cubicBezTo>
                    <a:pt x="163" y="0"/>
                    <a:pt x="58" y="70"/>
                    <a:pt x="25" y="180"/>
                  </a:cubicBezTo>
                  <a:lnTo>
                    <a:pt x="25" y="204"/>
                  </a:lnTo>
                  <a:cubicBezTo>
                    <a:pt x="1" y="323"/>
                    <a:pt x="60" y="454"/>
                    <a:pt x="191" y="502"/>
                  </a:cubicBezTo>
                  <a:cubicBezTo>
                    <a:pt x="213" y="506"/>
                    <a:pt x="235" y="509"/>
                    <a:pt x="257" y="509"/>
                  </a:cubicBezTo>
                  <a:cubicBezTo>
                    <a:pt x="294" y="509"/>
                    <a:pt x="332" y="501"/>
                    <a:pt x="370" y="478"/>
                  </a:cubicBezTo>
                  <a:cubicBezTo>
                    <a:pt x="430" y="454"/>
                    <a:pt x="477" y="406"/>
                    <a:pt x="501" y="335"/>
                  </a:cubicBezTo>
                  <a:cubicBezTo>
                    <a:pt x="549" y="204"/>
                    <a:pt x="477" y="61"/>
                    <a:pt x="346" y="25"/>
                  </a:cubicBezTo>
                  <a:cubicBezTo>
                    <a:pt x="322" y="25"/>
                    <a:pt x="322" y="25"/>
                    <a:pt x="310" y="2"/>
                  </a:cubicBezTo>
                  <a:cubicBezTo>
                    <a:pt x="301" y="1"/>
                    <a:pt x="292" y="0"/>
                    <a:pt x="28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8" name="Google Shape;3648;p25"/>
            <p:cNvSpPr/>
            <p:nvPr/>
          </p:nvSpPr>
          <p:spPr>
            <a:xfrm>
              <a:off x="3328975" y="2549325"/>
              <a:ext cx="14025" cy="12525"/>
            </a:xfrm>
            <a:custGeom>
              <a:rect b="b" l="l" r="r" t="t"/>
              <a:pathLst>
                <a:path extrusionOk="0" h="501" w="561">
                  <a:moveTo>
                    <a:pt x="289" y="0"/>
                  </a:moveTo>
                  <a:cubicBezTo>
                    <a:pt x="180" y="0"/>
                    <a:pt x="78" y="68"/>
                    <a:pt x="48" y="176"/>
                  </a:cubicBezTo>
                  <a:cubicBezTo>
                    <a:pt x="1" y="307"/>
                    <a:pt x="72" y="450"/>
                    <a:pt x="203" y="486"/>
                  </a:cubicBezTo>
                  <a:cubicBezTo>
                    <a:pt x="233" y="496"/>
                    <a:pt x="263" y="501"/>
                    <a:pt x="291" y="501"/>
                  </a:cubicBezTo>
                  <a:cubicBezTo>
                    <a:pt x="397" y="501"/>
                    <a:pt x="487" y="434"/>
                    <a:pt x="524" y="331"/>
                  </a:cubicBezTo>
                  <a:cubicBezTo>
                    <a:pt x="560" y="188"/>
                    <a:pt x="489" y="57"/>
                    <a:pt x="358" y="10"/>
                  </a:cubicBezTo>
                  <a:cubicBezTo>
                    <a:pt x="335" y="3"/>
                    <a:pt x="312" y="0"/>
                    <a:pt x="28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49" name="Google Shape;3649;p2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3650" name="Google Shape;3650;p25"/>
          <p:cNvSpPr txBox="1"/>
          <p:nvPr>
            <p:ph idx="2" type="title"/>
          </p:nvPr>
        </p:nvSpPr>
        <p:spPr>
          <a:xfrm>
            <a:off x="1024075" y="1925575"/>
            <a:ext cx="21402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651" name="Google Shape;3651;p25"/>
          <p:cNvSpPr txBox="1"/>
          <p:nvPr>
            <p:ph idx="1" type="subTitle"/>
          </p:nvPr>
        </p:nvSpPr>
        <p:spPr>
          <a:xfrm>
            <a:off x="1024075" y="2249300"/>
            <a:ext cx="2140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652" name="Google Shape;3652;p25"/>
          <p:cNvSpPr txBox="1"/>
          <p:nvPr>
            <p:ph idx="3" type="title"/>
          </p:nvPr>
        </p:nvSpPr>
        <p:spPr>
          <a:xfrm>
            <a:off x="3507097" y="1920613"/>
            <a:ext cx="21402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653" name="Google Shape;3653;p25"/>
          <p:cNvSpPr txBox="1"/>
          <p:nvPr>
            <p:ph idx="4" type="subTitle"/>
          </p:nvPr>
        </p:nvSpPr>
        <p:spPr>
          <a:xfrm>
            <a:off x="3501850" y="2249300"/>
            <a:ext cx="2140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654" name="Google Shape;3654;p25"/>
          <p:cNvSpPr txBox="1"/>
          <p:nvPr>
            <p:ph idx="5" type="title"/>
          </p:nvPr>
        </p:nvSpPr>
        <p:spPr>
          <a:xfrm>
            <a:off x="1024075" y="3612825"/>
            <a:ext cx="21402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655" name="Google Shape;3655;p25"/>
          <p:cNvSpPr txBox="1"/>
          <p:nvPr>
            <p:ph idx="6" type="subTitle"/>
          </p:nvPr>
        </p:nvSpPr>
        <p:spPr>
          <a:xfrm>
            <a:off x="1024075" y="3936550"/>
            <a:ext cx="2140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656" name="Google Shape;3656;p25"/>
          <p:cNvSpPr txBox="1"/>
          <p:nvPr>
            <p:ph idx="7" type="title"/>
          </p:nvPr>
        </p:nvSpPr>
        <p:spPr>
          <a:xfrm>
            <a:off x="3507097" y="3612825"/>
            <a:ext cx="21402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657" name="Google Shape;3657;p25"/>
          <p:cNvSpPr txBox="1"/>
          <p:nvPr>
            <p:ph idx="8" type="subTitle"/>
          </p:nvPr>
        </p:nvSpPr>
        <p:spPr>
          <a:xfrm>
            <a:off x="3507097" y="3936550"/>
            <a:ext cx="2140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658" name="Google Shape;3658;p25"/>
          <p:cNvSpPr txBox="1"/>
          <p:nvPr>
            <p:ph idx="9" type="title"/>
          </p:nvPr>
        </p:nvSpPr>
        <p:spPr>
          <a:xfrm>
            <a:off x="5979625" y="1925575"/>
            <a:ext cx="21402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659" name="Google Shape;3659;p25"/>
          <p:cNvSpPr txBox="1"/>
          <p:nvPr>
            <p:ph idx="13" type="subTitle"/>
          </p:nvPr>
        </p:nvSpPr>
        <p:spPr>
          <a:xfrm>
            <a:off x="5979625" y="2249300"/>
            <a:ext cx="2140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3660" name="Google Shape;3660;p25"/>
          <p:cNvSpPr txBox="1"/>
          <p:nvPr>
            <p:ph idx="14" type="title"/>
          </p:nvPr>
        </p:nvSpPr>
        <p:spPr>
          <a:xfrm>
            <a:off x="5979625" y="3612825"/>
            <a:ext cx="21402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661" name="Google Shape;3661;p25"/>
          <p:cNvSpPr txBox="1"/>
          <p:nvPr>
            <p:ph idx="15" type="subTitle"/>
          </p:nvPr>
        </p:nvSpPr>
        <p:spPr>
          <a:xfrm>
            <a:off x="5979625" y="3936550"/>
            <a:ext cx="21402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662" name="Shape 3662"/>
        <p:cNvGrpSpPr/>
        <p:nvPr/>
      </p:nvGrpSpPr>
      <p:grpSpPr>
        <a:xfrm>
          <a:off x="0" y="0"/>
          <a:ext cx="0" cy="0"/>
          <a:chOff x="0" y="0"/>
          <a:chExt cx="0" cy="0"/>
        </a:xfrm>
      </p:grpSpPr>
      <p:grpSp>
        <p:nvGrpSpPr>
          <p:cNvPr id="3663" name="Google Shape;3663;p26"/>
          <p:cNvGrpSpPr/>
          <p:nvPr/>
        </p:nvGrpSpPr>
        <p:grpSpPr>
          <a:xfrm rot="-5400000">
            <a:off x="6314808" y="1664270"/>
            <a:ext cx="4493134" cy="1164951"/>
            <a:chOff x="2582150" y="3714800"/>
            <a:chExt cx="2689050" cy="697200"/>
          </a:xfrm>
        </p:grpSpPr>
        <p:sp>
          <p:nvSpPr>
            <p:cNvPr id="3664" name="Google Shape;3664;p26"/>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5" name="Google Shape;3665;p26"/>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6" name="Google Shape;3666;p26"/>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7" name="Google Shape;3667;p26"/>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8" name="Google Shape;3668;p26"/>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9" name="Google Shape;3669;p26"/>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0" name="Google Shape;3670;p26"/>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1" name="Google Shape;3671;p26"/>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2" name="Google Shape;3672;p26"/>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3" name="Google Shape;3673;p26"/>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4" name="Google Shape;3674;p26"/>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5" name="Google Shape;3675;p26"/>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6" name="Google Shape;3676;p26"/>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7" name="Google Shape;3677;p26"/>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8" name="Google Shape;3678;p26"/>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9" name="Google Shape;3679;p26"/>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0" name="Google Shape;3680;p26"/>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1" name="Google Shape;3681;p26"/>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2" name="Google Shape;3682;p26"/>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3" name="Google Shape;3683;p26"/>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4" name="Google Shape;3684;p26"/>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5" name="Google Shape;3685;p26"/>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6" name="Google Shape;3686;p26"/>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7" name="Google Shape;3687;p26"/>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8" name="Google Shape;3688;p26"/>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9" name="Google Shape;3689;p26"/>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0" name="Google Shape;3690;p26"/>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1" name="Google Shape;3691;p26"/>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2" name="Google Shape;3692;p26"/>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3" name="Google Shape;3693;p26"/>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4" name="Google Shape;3694;p26"/>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5" name="Google Shape;3695;p26"/>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6" name="Google Shape;3696;p26"/>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7" name="Google Shape;3697;p26"/>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8" name="Google Shape;3698;p26"/>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9" name="Google Shape;3699;p26"/>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0" name="Google Shape;3700;p26"/>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1" name="Google Shape;3701;p26"/>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2" name="Google Shape;3702;p26"/>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3" name="Google Shape;3703;p26"/>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4" name="Google Shape;3704;p26"/>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5" name="Google Shape;3705;p26"/>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6" name="Google Shape;3706;p26"/>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7" name="Google Shape;3707;p26"/>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8" name="Google Shape;3708;p26"/>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9" name="Google Shape;3709;p26"/>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0" name="Google Shape;3710;p26"/>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1" name="Google Shape;3711;p26"/>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2" name="Google Shape;3712;p26"/>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3" name="Google Shape;3713;p26"/>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4" name="Google Shape;3714;p26"/>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5" name="Google Shape;3715;p26"/>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6" name="Google Shape;3716;p26"/>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7" name="Google Shape;3717;p26"/>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8" name="Google Shape;3718;p26"/>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9" name="Google Shape;3719;p26"/>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0" name="Google Shape;3720;p26"/>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1" name="Google Shape;3721;p26"/>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2" name="Google Shape;3722;p26"/>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3" name="Google Shape;3723;p26"/>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24" name="Google Shape;3724;p26"/>
          <p:cNvGrpSpPr/>
          <p:nvPr/>
        </p:nvGrpSpPr>
        <p:grpSpPr>
          <a:xfrm flipH="1" rot="5400000">
            <a:off x="-1663942" y="1664270"/>
            <a:ext cx="4493134" cy="1164951"/>
            <a:chOff x="2582150" y="3714800"/>
            <a:chExt cx="2689050" cy="697200"/>
          </a:xfrm>
        </p:grpSpPr>
        <p:sp>
          <p:nvSpPr>
            <p:cNvPr id="3725" name="Google Shape;3725;p26"/>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6" name="Google Shape;3726;p26"/>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7" name="Google Shape;3727;p26"/>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8" name="Google Shape;3728;p26"/>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9" name="Google Shape;3729;p26"/>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0" name="Google Shape;3730;p26"/>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1" name="Google Shape;3731;p26"/>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2" name="Google Shape;3732;p26"/>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3" name="Google Shape;3733;p26"/>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4" name="Google Shape;3734;p26"/>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5" name="Google Shape;3735;p26"/>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6" name="Google Shape;3736;p26"/>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7" name="Google Shape;3737;p26"/>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8" name="Google Shape;3738;p26"/>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9" name="Google Shape;3739;p26"/>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0" name="Google Shape;3740;p26"/>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1" name="Google Shape;3741;p26"/>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2" name="Google Shape;3742;p26"/>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3" name="Google Shape;3743;p26"/>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4" name="Google Shape;3744;p26"/>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5" name="Google Shape;3745;p26"/>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6" name="Google Shape;3746;p26"/>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7" name="Google Shape;3747;p26"/>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8" name="Google Shape;3748;p26"/>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9" name="Google Shape;3749;p26"/>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0" name="Google Shape;3750;p26"/>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1" name="Google Shape;3751;p26"/>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2" name="Google Shape;3752;p26"/>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3" name="Google Shape;3753;p26"/>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4" name="Google Shape;3754;p26"/>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5" name="Google Shape;3755;p26"/>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6" name="Google Shape;3756;p26"/>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7" name="Google Shape;3757;p26"/>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8" name="Google Shape;3758;p26"/>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9" name="Google Shape;3759;p26"/>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0" name="Google Shape;3760;p26"/>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1" name="Google Shape;3761;p26"/>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2" name="Google Shape;3762;p26"/>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3" name="Google Shape;3763;p26"/>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4" name="Google Shape;3764;p26"/>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5" name="Google Shape;3765;p26"/>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6" name="Google Shape;3766;p26"/>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7" name="Google Shape;3767;p26"/>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8" name="Google Shape;3768;p26"/>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9" name="Google Shape;3769;p26"/>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0" name="Google Shape;3770;p26"/>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1" name="Google Shape;3771;p26"/>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2" name="Google Shape;3772;p26"/>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3" name="Google Shape;3773;p26"/>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4" name="Google Shape;3774;p26"/>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5" name="Google Shape;3775;p26"/>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6" name="Google Shape;3776;p26"/>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7" name="Google Shape;3777;p26"/>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8" name="Google Shape;3778;p26"/>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9" name="Google Shape;3779;p26"/>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0" name="Google Shape;3780;p26"/>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1" name="Google Shape;3781;p26"/>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2" name="Google Shape;3782;p26"/>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3" name="Google Shape;3783;p26"/>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4" name="Google Shape;3784;p26"/>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85" name="Google Shape;3785;p26"/>
          <p:cNvSpPr/>
          <p:nvPr/>
        </p:nvSpPr>
        <p:spPr>
          <a:xfrm>
            <a:off x="0" y="4845825"/>
            <a:ext cx="9144000" cy="2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6" name="Google Shape;3786;p26"/>
          <p:cNvSpPr txBox="1"/>
          <p:nvPr>
            <p:ph type="title"/>
          </p:nvPr>
        </p:nvSpPr>
        <p:spPr>
          <a:xfrm>
            <a:off x="720000" y="1602375"/>
            <a:ext cx="3804600" cy="76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6000"/>
              <a:buNone/>
              <a:defRPr sz="4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787" name="Google Shape;3787;p26"/>
          <p:cNvSpPr txBox="1"/>
          <p:nvPr>
            <p:ph idx="1" type="subTitle"/>
          </p:nvPr>
        </p:nvSpPr>
        <p:spPr>
          <a:xfrm>
            <a:off x="720000" y="2208375"/>
            <a:ext cx="3804600" cy="59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sz="17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3788" name="Google Shape;3788;p26"/>
          <p:cNvSpPr txBox="1"/>
          <p:nvPr>
            <p:ph idx="2" type="title"/>
          </p:nvPr>
        </p:nvSpPr>
        <p:spPr>
          <a:xfrm>
            <a:off x="4619400" y="1602375"/>
            <a:ext cx="3804600" cy="76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6000"/>
              <a:buNone/>
              <a:defRPr sz="4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789" name="Google Shape;3789;p26"/>
          <p:cNvSpPr txBox="1"/>
          <p:nvPr>
            <p:ph idx="3" type="subTitle"/>
          </p:nvPr>
        </p:nvSpPr>
        <p:spPr>
          <a:xfrm>
            <a:off x="4619400" y="2225317"/>
            <a:ext cx="3804600" cy="59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sz="17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3790" name="Google Shape;3790;p26"/>
          <p:cNvSpPr txBox="1"/>
          <p:nvPr>
            <p:ph idx="4" type="title"/>
          </p:nvPr>
        </p:nvSpPr>
        <p:spPr>
          <a:xfrm>
            <a:off x="2223600" y="3120363"/>
            <a:ext cx="4696800" cy="76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6000"/>
              <a:buNone/>
              <a:defRPr sz="4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791" name="Google Shape;3791;p26"/>
          <p:cNvSpPr txBox="1"/>
          <p:nvPr>
            <p:ph idx="5" type="subTitle"/>
          </p:nvPr>
        </p:nvSpPr>
        <p:spPr>
          <a:xfrm>
            <a:off x="2223600" y="3751788"/>
            <a:ext cx="4696800" cy="59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sz="17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3792" name="Google Shape;3792;p26"/>
          <p:cNvSpPr txBox="1"/>
          <p:nvPr>
            <p:ph idx="6"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3793" name="Shape 3793"/>
        <p:cNvGrpSpPr/>
        <p:nvPr/>
      </p:nvGrpSpPr>
      <p:grpSpPr>
        <a:xfrm>
          <a:off x="0" y="0"/>
          <a:ext cx="0" cy="0"/>
          <a:chOff x="0" y="0"/>
          <a:chExt cx="0" cy="0"/>
        </a:xfrm>
      </p:grpSpPr>
      <p:grpSp>
        <p:nvGrpSpPr>
          <p:cNvPr id="3794" name="Google Shape;3794;p27"/>
          <p:cNvGrpSpPr/>
          <p:nvPr/>
        </p:nvGrpSpPr>
        <p:grpSpPr>
          <a:xfrm>
            <a:off x="6782244" y="28"/>
            <a:ext cx="2361918" cy="1745366"/>
            <a:chOff x="2924750" y="1147900"/>
            <a:chExt cx="1220125" cy="901625"/>
          </a:xfrm>
        </p:grpSpPr>
        <p:sp>
          <p:nvSpPr>
            <p:cNvPr id="3795" name="Google Shape;3795;p27"/>
            <p:cNvSpPr/>
            <p:nvPr/>
          </p:nvSpPr>
          <p:spPr>
            <a:xfrm>
              <a:off x="2925350" y="1181225"/>
              <a:ext cx="175" cy="250"/>
            </a:xfrm>
            <a:custGeom>
              <a:rect b="b" l="l" r="r" t="t"/>
              <a:pathLst>
                <a:path extrusionOk="0" h="10" w="7">
                  <a:moveTo>
                    <a:pt x="1" y="1"/>
                  </a:moveTo>
                  <a:cubicBezTo>
                    <a:pt x="1" y="7"/>
                    <a:pt x="4" y="10"/>
                    <a:pt x="5" y="10"/>
                  </a:cubicBezTo>
                  <a:cubicBezTo>
                    <a:pt x="7" y="10"/>
                    <a:pt x="7" y="7"/>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6" name="Google Shape;3796;p27"/>
            <p:cNvSpPr/>
            <p:nvPr/>
          </p:nvSpPr>
          <p:spPr>
            <a:xfrm>
              <a:off x="2925650" y="1181825"/>
              <a:ext cx="325" cy="400"/>
            </a:xfrm>
            <a:custGeom>
              <a:rect b="b" l="l" r="r" t="t"/>
              <a:pathLst>
                <a:path extrusionOk="0" h="16" w="13">
                  <a:moveTo>
                    <a:pt x="1" y="0"/>
                  </a:moveTo>
                  <a:cubicBezTo>
                    <a:pt x="1" y="10"/>
                    <a:pt x="8" y="12"/>
                    <a:pt x="11" y="12"/>
                  </a:cubicBezTo>
                  <a:lnTo>
                    <a:pt x="11" y="12"/>
                  </a:lnTo>
                  <a:cubicBezTo>
                    <a:pt x="10" y="8"/>
                    <a:pt x="7" y="0"/>
                    <a:pt x="1" y="0"/>
                  </a:cubicBezTo>
                  <a:close/>
                  <a:moveTo>
                    <a:pt x="11" y="12"/>
                  </a:moveTo>
                  <a:lnTo>
                    <a:pt x="11" y="12"/>
                  </a:lnTo>
                  <a:cubicBezTo>
                    <a:pt x="12" y="14"/>
                    <a:pt x="12" y="16"/>
                    <a:pt x="12" y="16"/>
                  </a:cubicBezTo>
                  <a:cubicBezTo>
                    <a:pt x="12" y="16"/>
                    <a:pt x="12" y="15"/>
                    <a:pt x="12" y="12"/>
                  </a:cubicBezTo>
                  <a:cubicBezTo>
                    <a:pt x="12" y="12"/>
                    <a:pt x="12" y="12"/>
                    <a:pt x="11"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7" name="Google Shape;3797;p27"/>
            <p:cNvSpPr/>
            <p:nvPr/>
          </p:nvSpPr>
          <p:spPr>
            <a:xfrm>
              <a:off x="2926250" y="118242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8" name="Google Shape;3798;p27"/>
            <p:cNvSpPr/>
            <p:nvPr/>
          </p:nvSpPr>
          <p:spPr>
            <a:xfrm>
              <a:off x="2924750" y="1179750"/>
              <a:ext cx="25" cy="300"/>
            </a:xfrm>
            <a:custGeom>
              <a:rect b="b" l="l" r="r" t="t"/>
              <a:pathLst>
                <a:path extrusionOk="0" h="12" w="1">
                  <a:moveTo>
                    <a:pt x="1" y="0"/>
                  </a:moveTo>
                  <a:lnTo>
                    <a:pt x="1" y="0"/>
                  </a:lnTo>
                  <a:lnTo>
                    <a:pt x="1" y="12"/>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9" name="Google Shape;3799;p27"/>
            <p:cNvSpPr/>
            <p:nvPr/>
          </p:nvSpPr>
          <p:spPr>
            <a:xfrm>
              <a:off x="2925350" y="1181225"/>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0" name="Google Shape;3800;p27"/>
            <p:cNvSpPr/>
            <p:nvPr/>
          </p:nvSpPr>
          <p:spPr>
            <a:xfrm>
              <a:off x="2931900" y="1162175"/>
              <a:ext cx="86650" cy="19375"/>
            </a:xfrm>
            <a:custGeom>
              <a:rect b="b" l="l" r="r" t="t"/>
              <a:pathLst>
                <a:path extrusionOk="0" h="775" w="3466">
                  <a:moveTo>
                    <a:pt x="3465" y="1"/>
                  </a:moveTo>
                  <a:lnTo>
                    <a:pt x="1" y="524"/>
                  </a:lnTo>
                  <a:lnTo>
                    <a:pt x="1" y="608"/>
                  </a:lnTo>
                  <a:lnTo>
                    <a:pt x="274" y="775"/>
                  </a:lnTo>
                  <a:lnTo>
                    <a:pt x="3382" y="298"/>
                  </a:lnTo>
                  <a:lnTo>
                    <a:pt x="346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1" name="Google Shape;3801;p27"/>
            <p:cNvSpPr/>
            <p:nvPr/>
          </p:nvSpPr>
          <p:spPr>
            <a:xfrm>
              <a:off x="3024175" y="1148200"/>
              <a:ext cx="134275" cy="20250"/>
            </a:xfrm>
            <a:custGeom>
              <a:rect b="b" l="l" r="r" t="t"/>
              <a:pathLst>
                <a:path extrusionOk="0" h="810" w="5371">
                  <a:moveTo>
                    <a:pt x="3489" y="0"/>
                  </a:moveTo>
                  <a:lnTo>
                    <a:pt x="72" y="512"/>
                  </a:lnTo>
                  <a:lnTo>
                    <a:pt x="1" y="810"/>
                  </a:lnTo>
                  <a:lnTo>
                    <a:pt x="53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2" name="Google Shape;3802;p27"/>
            <p:cNvSpPr/>
            <p:nvPr/>
          </p:nvSpPr>
          <p:spPr>
            <a:xfrm>
              <a:off x="3114950" y="1293450"/>
              <a:ext cx="203925" cy="127125"/>
            </a:xfrm>
            <a:custGeom>
              <a:rect b="b" l="l" r="r" t="t"/>
              <a:pathLst>
                <a:path extrusionOk="0" h="5085" w="8157">
                  <a:moveTo>
                    <a:pt x="287" y="0"/>
                  </a:moveTo>
                  <a:lnTo>
                    <a:pt x="1" y="155"/>
                  </a:lnTo>
                  <a:lnTo>
                    <a:pt x="8050" y="5084"/>
                  </a:lnTo>
                  <a:cubicBezTo>
                    <a:pt x="8073" y="4989"/>
                    <a:pt x="8109" y="4918"/>
                    <a:pt x="8157" y="4858"/>
                  </a:cubicBezTo>
                  <a:lnTo>
                    <a:pt x="8109" y="4798"/>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3" name="Google Shape;3803;p27"/>
            <p:cNvSpPr/>
            <p:nvPr/>
          </p:nvSpPr>
          <p:spPr>
            <a:xfrm>
              <a:off x="2925950" y="1177350"/>
              <a:ext cx="77425" cy="50325"/>
            </a:xfrm>
            <a:custGeom>
              <a:rect b="b" l="l" r="r" t="t"/>
              <a:pathLst>
                <a:path extrusionOk="0" h="2013" w="3097">
                  <a:moveTo>
                    <a:pt x="0" y="179"/>
                  </a:moveTo>
                  <a:cubicBezTo>
                    <a:pt x="25" y="196"/>
                    <a:pt x="44" y="207"/>
                    <a:pt x="66" y="212"/>
                  </a:cubicBezTo>
                  <a:lnTo>
                    <a:pt x="66" y="212"/>
                  </a:lnTo>
                  <a:lnTo>
                    <a:pt x="12" y="179"/>
                  </a:lnTo>
                  <a:close/>
                  <a:moveTo>
                    <a:pt x="239" y="1"/>
                  </a:moveTo>
                  <a:lnTo>
                    <a:pt x="239" y="84"/>
                  </a:lnTo>
                  <a:cubicBezTo>
                    <a:pt x="239" y="150"/>
                    <a:pt x="188" y="216"/>
                    <a:pt x="114" y="216"/>
                  </a:cubicBezTo>
                  <a:cubicBezTo>
                    <a:pt x="108" y="216"/>
                    <a:pt x="102" y="216"/>
                    <a:pt x="96" y="215"/>
                  </a:cubicBezTo>
                  <a:cubicBezTo>
                    <a:pt x="85" y="215"/>
                    <a:pt x="75" y="214"/>
                    <a:pt x="66" y="212"/>
                  </a:cubicBezTo>
                  <a:lnTo>
                    <a:pt x="66" y="212"/>
                  </a:lnTo>
                  <a:lnTo>
                    <a:pt x="3025" y="2013"/>
                  </a:lnTo>
                  <a:lnTo>
                    <a:pt x="3096" y="1727"/>
                  </a:lnTo>
                  <a:lnTo>
                    <a:pt x="512" y="168"/>
                  </a:ln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4" name="Google Shape;3804;p27"/>
            <p:cNvSpPr/>
            <p:nvPr/>
          </p:nvSpPr>
          <p:spPr>
            <a:xfrm>
              <a:off x="3007800" y="1224975"/>
              <a:ext cx="107175" cy="68200"/>
            </a:xfrm>
            <a:custGeom>
              <a:rect b="b" l="l" r="r" t="t"/>
              <a:pathLst>
                <a:path extrusionOk="0" h="2728" w="4287">
                  <a:moveTo>
                    <a:pt x="72" y="1"/>
                  </a:moveTo>
                  <a:lnTo>
                    <a:pt x="1" y="287"/>
                  </a:lnTo>
                  <a:lnTo>
                    <a:pt x="4001" y="2727"/>
                  </a:lnTo>
                  <a:lnTo>
                    <a:pt x="4287" y="2584"/>
                  </a:lnTo>
                  <a:lnTo>
                    <a:pt x="7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5" name="Google Shape;3805;p27"/>
            <p:cNvSpPr/>
            <p:nvPr/>
          </p:nvSpPr>
          <p:spPr>
            <a:xfrm>
              <a:off x="2924750" y="1180025"/>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6" name="Google Shape;3806;p27"/>
            <p:cNvSpPr/>
            <p:nvPr/>
          </p:nvSpPr>
          <p:spPr>
            <a:xfrm>
              <a:off x="2926250" y="1182425"/>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7" name="Google Shape;3807;p27"/>
            <p:cNvSpPr/>
            <p:nvPr/>
          </p:nvSpPr>
          <p:spPr>
            <a:xfrm>
              <a:off x="2925350" y="1181225"/>
              <a:ext cx="25" cy="325"/>
            </a:xfrm>
            <a:custGeom>
              <a:rect b="b" l="l" r="r" t="t"/>
              <a:pathLst>
                <a:path extrusionOk="0" h="13" w="1">
                  <a:moveTo>
                    <a:pt x="1" y="1"/>
                  </a:moveTo>
                  <a:lnTo>
                    <a:pt x="1" y="1"/>
                  </a:lnTo>
                  <a:lnTo>
                    <a:pt x="1" y="1"/>
                  </a:lnTo>
                  <a:cubicBezTo>
                    <a:pt x="1" y="1"/>
                    <a:pt x="1" y="13"/>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8" name="Google Shape;3808;p27"/>
            <p:cNvSpPr/>
            <p:nvPr/>
          </p:nvSpPr>
          <p:spPr>
            <a:xfrm>
              <a:off x="2924750" y="1148200"/>
              <a:ext cx="7175" cy="34850"/>
            </a:xfrm>
            <a:custGeom>
              <a:rect b="b" l="l" r="r" t="t"/>
              <a:pathLst>
                <a:path extrusionOk="0" h="1394" w="287">
                  <a:moveTo>
                    <a:pt x="1" y="0"/>
                  </a:moveTo>
                  <a:lnTo>
                    <a:pt x="1" y="1250"/>
                  </a:lnTo>
                  <a:lnTo>
                    <a:pt x="1" y="1262"/>
                  </a:lnTo>
                  <a:lnTo>
                    <a:pt x="1" y="1274"/>
                  </a:lnTo>
                  <a:lnTo>
                    <a:pt x="1" y="1286"/>
                  </a:lnTo>
                  <a:lnTo>
                    <a:pt x="1" y="1310"/>
                  </a:lnTo>
                  <a:lnTo>
                    <a:pt x="1" y="1322"/>
                  </a:lnTo>
                  <a:lnTo>
                    <a:pt x="1" y="1334"/>
                  </a:lnTo>
                  <a:lnTo>
                    <a:pt x="1" y="1345"/>
                  </a:lnTo>
                  <a:lnTo>
                    <a:pt x="25" y="1357"/>
                  </a:lnTo>
                  <a:cubicBezTo>
                    <a:pt x="48" y="1381"/>
                    <a:pt x="84" y="1393"/>
                    <a:pt x="108" y="1393"/>
                  </a:cubicBezTo>
                  <a:cubicBezTo>
                    <a:pt x="227" y="1393"/>
                    <a:pt x="287" y="1334"/>
                    <a:pt x="287" y="1250"/>
                  </a:cubicBezTo>
                  <a:lnTo>
                    <a:pt x="287" y="1167"/>
                  </a:lnTo>
                  <a:lnTo>
                    <a:pt x="287" y="1083"/>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9" name="Google Shape;3809;p27"/>
            <p:cNvSpPr/>
            <p:nvPr/>
          </p:nvSpPr>
          <p:spPr>
            <a:xfrm>
              <a:off x="2963750" y="1147900"/>
              <a:ext cx="65800" cy="224750"/>
            </a:xfrm>
            <a:custGeom>
              <a:rect b="b" l="l" r="r" t="t"/>
              <a:pathLst>
                <a:path extrusionOk="0" h="8990" w="2632">
                  <a:moveTo>
                    <a:pt x="2334" y="0"/>
                  </a:moveTo>
                  <a:lnTo>
                    <a:pt x="2179" y="572"/>
                  </a:lnTo>
                  <a:lnTo>
                    <a:pt x="2108" y="869"/>
                  </a:lnTo>
                  <a:lnTo>
                    <a:pt x="1572" y="2917"/>
                  </a:lnTo>
                  <a:lnTo>
                    <a:pt x="1489" y="3203"/>
                  </a:lnTo>
                  <a:lnTo>
                    <a:pt x="1" y="8989"/>
                  </a:lnTo>
                  <a:cubicBezTo>
                    <a:pt x="24" y="8954"/>
                    <a:pt x="48" y="8906"/>
                    <a:pt x="96" y="8882"/>
                  </a:cubicBezTo>
                  <a:lnTo>
                    <a:pt x="382" y="8727"/>
                  </a:lnTo>
                  <a:lnTo>
                    <a:pt x="1763" y="3370"/>
                  </a:lnTo>
                  <a:lnTo>
                    <a:pt x="1834" y="3084"/>
                  </a:lnTo>
                  <a:lnTo>
                    <a:pt x="2418" y="822"/>
                  </a:lnTo>
                  <a:lnTo>
                    <a:pt x="2489" y="524"/>
                  </a:lnTo>
                  <a:lnTo>
                    <a:pt x="263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0" name="Google Shape;3810;p27"/>
            <p:cNvSpPr/>
            <p:nvPr/>
          </p:nvSpPr>
          <p:spPr>
            <a:xfrm>
              <a:off x="3178350" y="1148775"/>
              <a:ext cx="49150" cy="83375"/>
            </a:xfrm>
            <a:custGeom>
              <a:rect b="b" l="l" r="r" t="t"/>
              <a:pathLst>
                <a:path extrusionOk="0" h="3335" w="1966">
                  <a:moveTo>
                    <a:pt x="239" y="1"/>
                  </a:moveTo>
                  <a:cubicBezTo>
                    <a:pt x="180" y="72"/>
                    <a:pt x="84" y="120"/>
                    <a:pt x="1" y="156"/>
                  </a:cubicBezTo>
                  <a:lnTo>
                    <a:pt x="1704" y="3335"/>
                  </a:lnTo>
                  <a:lnTo>
                    <a:pt x="1965" y="3204"/>
                  </a:ln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1" name="Google Shape;3811;p27"/>
            <p:cNvSpPr/>
            <p:nvPr/>
          </p:nvSpPr>
          <p:spPr>
            <a:xfrm>
              <a:off x="3226875" y="1235100"/>
              <a:ext cx="97950" cy="179800"/>
            </a:xfrm>
            <a:custGeom>
              <a:rect b="b" l="l" r="r" t="t"/>
              <a:pathLst>
                <a:path extrusionOk="0" h="7192" w="3918">
                  <a:moveTo>
                    <a:pt x="144" y="1"/>
                  </a:moveTo>
                  <a:lnTo>
                    <a:pt x="1" y="72"/>
                  </a:lnTo>
                  <a:cubicBezTo>
                    <a:pt x="144" y="108"/>
                    <a:pt x="227" y="239"/>
                    <a:pt x="203" y="370"/>
                  </a:cubicBezTo>
                  <a:cubicBezTo>
                    <a:pt x="179" y="453"/>
                    <a:pt x="155" y="489"/>
                    <a:pt x="96" y="536"/>
                  </a:cubicBezTo>
                  <a:lnTo>
                    <a:pt x="3632" y="7132"/>
                  </a:lnTo>
                  <a:lnTo>
                    <a:pt x="3668" y="7192"/>
                  </a:lnTo>
                  <a:cubicBezTo>
                    <a:pt x="3727" y="7121"/>
                    <a:pt x="3811" y="7073"/>
                    <a:pt x="3918" y="7061"/>
                  </a:cubicBezTo>
                  <a:lnTo>
                    <a:pt x="14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2" name="Google Shape;3812;p27"/>
            <p:cNvSpPr/>
            <p:nvPr/>
          </p:nvSpPr>
          <p:spPr>
            <a:xfrm>
              <a:off x="3496850" y="1223200"/>
              <a:ext cx="70575" cy="90500"/>
            </a:xfrm>
            <a:custGeom>
              <a:rect b="b" l="l" r="r" t="t"/>
              <a:pathLst>
                <a:path extrusionOk="0" h="3620" w="2823">
                  <a:moveTo>
                    <a:pt x="179" y="0"/>
                  </a:moveTo>
                  <a:lnTo>
                    <a:pt x="1" y="227"/>
                  </a:lnTo>
                  <a:lnTo>
                    <a:pt x="2691" y="3620"/>
                  </a:lnTo>
                  <a:cubicBezTo>
                    <a:pt x="2680" y="3572"/>
                    <a:pt x="2680" y="3548"/>
                    <a:pt x="2691" y="3501"/>
                  </a:cubicBezTo>
                  <a:cubicBezTo>
                    <a:pt x="2703" y="3429"/>
                    <a:pt x="2751" y="3346"/>
                    <a:pt x="2822" y="3322"/>
                  </a:cubicBez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3" name="Google Shape;3813;p27"/>
            <p:cNvSpPr/>
            <p:nvPr/>
          </p:nvSpPr>
          <p:spPr>
            <a:xfrm>
              <a:off x="3568875" y="1316375"/>
              <a:ext cx="104225" cy="127100"/>
            </a:xfrm>
            <a:custGeom>
              <a:rect b="b" l="l" r="r" t="t"/>
              <a:pathLst>
                <a:path extrusionOk="0" h="5084" w="4169">
                  <a:moveTo>
                    <a:pt x="275" y="0"/>
                  </a:moveTo>
                  <a:lnTo>
                    <a:pt x="227" y="12"/>
                  </a:lnTo>
                  <a:cubicBezTo>
                    <a:pt x="191" y="24"/>
                    <a:pt x="168" y="36"/>
                    <a:pt x="120" y="60"/>
                  </a:cubicBezTo>
                  <a:lnTo>
                    <a:pt x="1" y="119"/>
                  </a:lnTo>
                  <a:lnTo>
                    <a:pt x="3942" y="5084"/>
                  </a:lnTo>
                  <a:cubicBezTo>
                    <a:pt x="4001" y="5013"/>
                    <a:pt x="4085" y="4953"/>
                    <a:pt x="4168" y="4905"/>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4" name="Google Shape;3814;p27"/>
            <p:cNvSpPr/>
            <p:nvPr/>
          </p:nvSpPr>
          <p:spPr>
            <a:xfrm>
              <a:off x="3432250" y="1148200"/>
              <a:ext cx="64625" cy="75025"/>
            </a:xfrm>
            <a:custGeom>
              <a:rect b="b" l="l" r="r" t="t"/>
              <a:pathLst>
                <a:path extrusionOk="0" h="3001" w="2585">
                  <a:moveTo>
                    <a:pt x="1" y="0"/>
                  </a:moveTo>
                  <a:lnTo>
                    <a:pt x="2406" y="3000"/>
                  </a:lnTo>
                  <a:lnTo>
                    <a:pt x="2585" y="2774"/>
                  </a:lnTo>
                  <a:lnTo>
                    <a:pt x="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5" name="Google Shape;3815;p27"/>
            <p:cNvSpPr/>
            <p:nvPr/>
          </p:nvSpPr>
          <p:spPr>
            <a:xfrm>
              <a:off x="2964350" y="1148200"/>
              <a:ext cx="427150" cy="226525"/>
            </a:xfrm>
            <a:custGeom>
              <a:rect b="b" l="l" r="r" t="t"/>
              <a:pathLst>
                <a:path extrusionOk="0" h="9061" w="17086">
                  <a:moveTo>
                    <a:pt x="16491" y="0"/>
                  </a:moveTo>
                  <a:lnTo>
                    <a:pt x="10502" y="3227"/>
                  </a:lnTo>
                  <a:lnTo>
                    <a:pt x="10252" y="3358"/>
                  </a:lnTo>
                  <a:lnTo>
                    <a:pt x="6025" y="5655"/>
                  </a:lnTo>
                  <a:lnTo>
                    <a:pt x="5739" y="5798"/>
                  </a:lnTo>
                  <a:lnTo>
                    <a:pt x="358" y="8703"/>
                  </a:lnTo>
                  <a:lnTo>
                    <a:pt x="72" y="8846"/>
                  </a:lnTo>
                  <a:cubicBezTo>
                    <a:pt x="24" y="8882"/>
                    <a:pt x="0" y="8930"/>
                    <a:pt x="0" y="8965"/>
                  </a:cubicBezTo>
                  <a:lnTo>
                    <a:pt x="72" y="8965"/>
                  </a:lnTo>
                  <a:cubicBezTo>
                    <a:pt x="143" y="8989"/>
                    <a:pt x="203" y="9013"/>
                    <a:pt x="262" y="9061"/>
                  </a:cubicBezTo>
                  <a:lnTo>
                    <a:pt x="6013" y="5953"/>
                  </a:lnTo>
                  <a:lnTo>
                    <a:pt x="6299" y="5798"/>
                  </a:lnTo>
                  <a:lnTo>
                    <a:pt x="6846" y="5536"/>
                  </a:lnTo>
                  <a:lnTo>
                    <a:pt x="6846" y="5501"/>
                  </a:lnTo>
                  <a:cubicBezTo>
                    <a:pt x="6867" y="5378"/>
                    <a:pt x="6975" y="5291"/>
                    <a:pt x="7095" y="5291"/>
                  </a:cubicBezTo>
                  <a:cubicBezTo>
                    <a:pt x="7115" y="5291"/>
                    <a:pt x="7136" y="5293"/>
                    <a:pt x="7156" y="5298"/>
                  </a:cubicBezTo>
                  <a:cubicBezTo>
                    <a:pt x="7192" y="5298"/>
                    <a:pt x="7216" y="5310"/>
                    <a:pt x="7227" y="5322"/>
                  </a:cubicBezTo>
                  <a:lnTo>
                    <a:pt x="10204" y="3715"/>
                  </a:lnTo>
                  <a:cubicBezTo>
                    <a:pt x="10246" y="3609"/>
                    <a:pt x="10344" y="3532"/>
                    <a:pt x="10457" y="3532"/>
                  </a:cubicBezTo>
                  <a:cubicBezTo>
                    <a:pt x="10472" y="3532"/>
                    <a:pt x="10487" y="3533"/>
                    <a:pt x="10502" y="3536"/>
                  </a:cubicBezTo>
                  <a:lnTo>
                    <a:pt x="10525" y="3536"/>
                  </a:lnTo>
                  <a:lnTo>
                    <a:pt x="10656" y="3465"/>
                  </a:lnTo>
                  <a:lnTo>
                    <a:pt x="170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6" name="Google Shape;3816;p27"/>
            <p:cNvSpPr/>
            <p:nvPr/>
          </p:nvSpPr>
          <p:spPr>
            <a:xfrm>
              <a:off x="3321825" y="1432750"/>
              <a:ext cx="8375" cy="4325"/>
            </a:xfrm>
            <a:custGeom>
              <a:rect b="b" l="l" r="r" t="t"/>
              <a:pathLst>
                <a:path extrusionOk="0" h="173" w="335">
                  <a:moveTo>
                    <a:pt x="13" y="0"/>
                  </a:moveTo>
                  <a:lnTo>
                    <a:pt x="13" y="0"/>
                  </a:lnTo>
                  <a:cubicBezTo>
                    <a:pt x="1" y="60"/>
                    <a:pt x="13" y="119"/>
                    <a:pt x="60" y="143"/>
                  </a:cubicBezTo>
                  <a:cubicBezTo>
                    <a:pt x="85" y="163"/>
                    <a:pt x="116" y="173"/>
                    <a:pt x="147" y="173"/>
                  </a:cubicBezTo>
                  <a:cubicBezTo>
                    <a:pt x="189" y="173"/>
                    <a:pt x="230" y="154"/>
                    <a:pt x="251" y="119"/>
                  </a:cubicBezTo>
                  <a:lnTo>
                    <a:pt x="334" y="24"/>
                  </a:lnTo>
                  <a:lnTo>
                    <a:pt x="334" y="24"/>
                  </a:lnTo>
                  <a:cubicBezTo>
                    <a:pt x="291" y="42"/>
                    <a:pt x="234" y="53"/>
                    <a:pt x="184" y="53"/>
                  </a:cubicBezTo>
                  <a:cubicBezTo>
                    <a:pt x="165" y="53"/>
                    <a:pt x="148" y="51"/>
                    <a:pt x="132" y="48"/>
                  </a:cubicBezTo>
                  <a:cubicBezTo>
                    <a:pt x="96" y="24"/>
                    <a:pt x="48" y="12"/>
                    <a:pt x="1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7" name="Google Shape;3817;p27"/>
            <p:cNvSpPr/>
            <p:nvPr/>
          </p:nvSpPr>
          <p:spPr>
            <a:xfrm>
              <a:off x="3335825" y="1148200"/>
              <a:ext cx="226825" cy="267000"/>
            </a:xfrm>
            <a:custGeom>
              <a:rect b="b" l="l" r="r" t="t"/>
              <a:pathLst>
                <a:path extrusionOk="0" h="10680" w="9073">
                  <a:moveTo>
                    <a:pt x="8704" y="0"/>
                  </a:moveTo>
                  <a:lnTo>
                    <a:pt x="6442" y="2774"/>
                  </a:lnTo>
                  <a:lnTo>
                    <a:pt x="6251" y="3000"/>
                  </a:lnTo>
                  <a:lnTo>
                    <a:pt x="0" y="10680"/>
                  </a:lnTo>
                  <a:lnTo>
                    <a:pt x="0" y="10680"/>
                  </a:lnTo>
                  <a:lnTo>
                    <a:pt x="560" y="10442"/>
                  </a:lnTo>
                  <a:lnTo>
                    <a:pt x="6442" y="3227"/>
                  </a:lnTo>
                  <a:lnTo>
                    <a:pt x="6620" y="3000"/>
                  </a:lnTo>
                  <a:lnTo>
                    <a:pt x="907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8" name="Google Shape;3818;p27"/>
            <p:cNvSpPr/>
            <p:nvPr/>
          </p:nvSpPr>
          <p:spPr>
            <a:xfrm>
              <a:off x="3867725" y="1148200"/>
              <a:ext cx="46775" cy="39000"/>
            </a:xfrm>
            <a:custGeom>
              <a:rect b="b" l="l" r="r" t="t"/>
              <a:pathLst>
                <a:path extrusionOk="0" h="1560" w="1871">
                  <a:moveTo>
                    <a:pt x="1" y="0"/>
                  </a:moveTo>
                  <a:lnTo>
                    <a:pt x="1668" y="1560"/>
                  </a:lnTo>
                  <a:cubicBezTo>
                    <a:pt x="1727" y="1488"/>
                    <a:pt x="1787" y="1429"/>
                    <a:pt x="1870" y="1381"/>
                  </a:cubicBezTo>
                  <a:lnTo>
                    <a:pt x="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9" name="Google Shape;3819;p27"/>
            <p:cNvSpPr/>
            <p:nvPr/>
          </p:nvSpPr>
          <p:spPr>
            <a:xfrm>
              <a:off x="3688250" y="1330350"/>
              <a:ext cx="105100" cy="114625"/>
            </a:xfrm>
            <a:custGeom>
              <a:rect b="b" l="l" r="r" t="t"/>
              <a:pathLst>
                <a:path extrusionOk="0" h="4585" w="4204">
                  <a:moveTo>
                    <a:pt x="4156" y="1"/>
                  </a:moveTo>
                  <a:lnTo>
                    <a:pt x="0" y="4406"/>
                  </a:lnTo>
                  <a:cubicBezTo>
                    <a:pt x="84" y="4454"/>
                    <a:pt x="143" y="4513"/>
                    <a:pt x="179" y="4585"/>
                  </a:cubicBezTo>
                  <a:lnTo>
                    <a:pt x="238" y="4573"/>
                  </a:lnTo>
                  <a:lnTo>
                    <a:pt x="4203" y="370"/>
                  </a:lnTo>
                  <a:lnTo>
                    <a:pt x="41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0" name="Google Shape;3820;p27"/>
            <p:cNvSpPr/>
            <p:nvPr/>
          </p:nvSpPr>
          <p:spPr>
            <a:xfrm>
              <a:off x="3798375" y="1205350"/>
              <a:ext cx="116125" cy="127400"/>
            </a:xfrm>
            <a:custGeom>
              <a:rect b="b" l="l" r="r" t="t"/>
              <a:pathLst>
                <a:path extrusionOk="0" h="5096" w="4645">
                  <a:moveTo>
                    <a:pt x="4442" y="0"/>
                  </a:moveTo>
                  <a:lnTo>
                    <a:pt x="1" y="4715"/>
                  </a:lnTo>
                  <a:lnTo>
                    <a:pt x="48" y="5096"/>
                  </a:lnTo>
                  <a:lnTo>
                    <a:pt x="4644" y="191"/>
                  </a:lnTo>
                  <a:cubicBezTo>
                    <a:pt x="4561" y="155"/>
                    <a:pt x="4489" y="95"/>
                    <a:pt x="444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1" name="Google Shape;3821;p27"/>
            <p:cNvSpPr/>
            <p:nvPr/>
          </p:nvSpPr>
          <p:spPr>
            <a:xfrm>
              <a:off x="3335825" y="1313675"/>
              <a:ext cx="235775" cy="107500"/>
            </a:xfrm>
            <a:custGeom>
              <a:rect b="b" l="l" r="r" t="t"/>
              <a:pathLst>
                <a:path extrusionOk="0" h="4300" w="9431">
                  <a:moveTo>
                    <a:pt x="9132" y="1"/>
                  </a:moveTo>
                  <a:lnTo>
                    <a:pt x="560" y="3823"/>
                  </a:lnTo>
                  <a:lnTo>
                    <a:pt x="0" y="4073"/>
                  </a:lnTo>
                  <a:cubicBezTo>
                    <a:pt x="48" y="4132"/>
                    <a:pt x="84" y="4204"/>
                    <a:pt x="96" y="4287"/>
                  </a:cubicBezTo>
                  <a:lnTo>
                    <a:pt x="215" y="4299"/>
                  </a:lnTo>
                  <a:lnTo>
                    <a:pt x="9311" y="239"/>
                  </a:lnTo>
                  <a:lnTo>
                    <a:pt x="9430" y="179"/>
                  </a:lnTo>
                  <a:cubicBezTo>
                    <a:pt x="9406" y="179"/>
                    <a:pt x="9382" y="185"/>
                    <a:pt x="9359" y="185"/>
                  </a:cubicBezTo>
                  <a:cubicBezTo>
                    <a:pt x="9347" y="185"/>
                    <a:pt x="9335" y="183"/>
                    <a:pt x="9323" y="179"/>
                  </a:cubicBezTo>
                  <a:cubicBezTo>
                    <a:pt x="9216" y="168"/>
                    <a:pt x="9144" y="84"/>
                    <a:pt x="9132"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2" name="Google Shape;3822;p27"/>
            <p:cNvSpPr/>
            <p:nvPr/>
          </p:nvSpPr>
          <p:spPr>
            <a:xfrm>
              <a:off x="3573950" y="1221400"/>
              <a:ext cx="200050" cy="95575"/>
            </a:xfrm>
            <a:custGeom>
              <a:rect b="b" l="l" r="r" t="t"/>
              <a:pathLst>
                <a:path extrusionOk="0" h="3823" w="8002">
                  <a:moveTo>
                    <a:pt x="7894" y="1"/>
                  </a:moveTo>
                  <a:lnTo>
                    <a:pt x="4739" y="1418"/>
                  </a:lnTo>
                  <a:cubicBezTo>
                    <a:pt x="4751" y="1453"/>
                    <a:pt x="4751" y="1489"/>
                    <a:pt x="4739" y="1537"/>
                  </a:cubicBezTo>
                  <a:cubicBezTo>
                    <a:pt x="4708" y="1659"/>
                    <a:pt x="4608" y="1747"/>
                    <a:pt x="4490" y="1747"/>
                  </a:cubicBezTo>
                  <a:cubicBezTo>
                    <a:pt x="4470" y="1747"/>
                    <a:pt x="4450" y="1744"/>
                    <a:pt x="4429" y="1739"/>
                  </a:cubicBezTo>
                  <a:cubicBezTo>
                    <a:pt x="4346" y="1727"/>
                    <a:pt x="4287" y="1680"/>
                    <a:pt x="4251" y="1620"/>
                  </a:cubicBezTo>
                  <a:lnTo>
                    <a:pt x="48" y="3478"/>
                  </a:lnTo>
                  <a:cubicBezTo>
                    <a:pt x="108" y="3537"/>
                    <a:pt x="131" y="3597"/>
                    <a:pt x="108" y="3656"/>
                  </a:cubicBezTo>
                  <a:cubicBezTo>
                    <a:pt x="96" y="3739"/>
                    <a:pt x="72" y="3775"/>
                    <a:pt x="0" y="3823"/>
                  </a:cubicBezTo>
                  <a:lnTo>
                    <a:pt x="48" y="3811"/>
                  </a:lnTo>
                  <a:lnTo>
                    <a:pt x="8001" y="263"/>
                  </a:lnTo>
                  <a:cubicBezTo>
                    <a:pt x="7942" y="191"/>
                    <a:pt x="7894" y="108"/>
                    <a:pt x="789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3" name="Google Shape;3823;p27"/>
            <p:cNvSpPr/>
            <p:nvPr/>
          </p:nvSpPr>
          <p:spPr>
            <a:xfrm>
              <a:off x="3336725" y="1420550"/>
              <a:ext cx="327425" cy="35725"/>
            </a:xfrm>
            <a:custGeom>
              <a:rect b="b" l="l" r="r" t="t"/>
              <a:pathLst>
                <a:path extrusionOk="0" h="1429" w="13097">
                  <a:moveTo>
                    <a:pt x="48" y="0"/>
                  </a:moveTo>
                  <a:cubicBezTo>
                    <a:pt x="60" y="36"/>
                    <a:pt x="60" y="95"/>
                    <a:pt x="48" y="155"/>
                  </a:cubicBezTo>
                  <a:cubicBezTo>
                    <a:pt x="36" y="203"/>
                    <a:pt x="12" y="250"/>
                    <a:pt x="0" y="274"/>
                  </a:cubicBezTo>
                  <a:lnTo>
                    <a:pt x="13073" y="1429"/>
                  </a:lnTo>
                  <a:cubicBezTo>
                    <a:pt x="13073" y="1369"/>
                    <a:pt x="13073" y="1286"/>
                    <a:pt x="13085" y="1215"/>
                  </a:cubicBezTo>
                  <a:cubicBezTo>
                    <a:pt x="13085" y="1191"/>
                    <a:pt x="13097" y="1167"/>
                    <a:pt x="13097" y="1143"/>
                  </a:cubicBezTo>
                  <a:lnTo>
                    <a:pt x="167" y="12"/>
                  </a:lnTo>
                  <a:lnTo>
                    <a:pt x="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4" name="Google Shape;3824;p27"/>
            <p:cNvSpPr/>
            <p:nvPr/>
          </p:nvSpPr>
          <p:spPr>
            <a:xfrm>
              <a:off x="3331050" y="1428575"/>
              <a:ext cx="531350" cy="595650"/>
            </a:xfrm>
            <a:custGeom>
              <a:rect b="b" l="l" r="r" t="t"/>
              <a:pathLst>
                <a:path extrusionOk="0" h="23826" w="21254">
                  <a:moveTo>
                    <a:pt x="227" y="1"/>
                  </a:moveTo>
                  <a:cubicBezTo>
                    <a:pt x="179" y="96"/>
                    <a:pt x="96" y="155"/>
                    <a:pt x="1" y="179"/>
                  </a:cubicBezTo>
                  <a:lnTo>
                    <a:pt x="21027" y="23825"/>
                  </a:lnTo>
                  <a:cubicBezTo>
                    <a:pt x="21099" y="23754"/>
                    <a:pt x="21170" y="23694"/>
                    <a:pt x="21254" y="23646"/>
                  </a:cubicBez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5" name="Google Shape;3825;p27"/>
            <p:cNvSpPr/>
            <p:nvPr/>
          </p:nvSpPr>
          <p:spPr>
            <a:xfrm>
              <a:off x="3684975" y="1465200"/>
              <a:ext cx="135150" cy="215225"/>
            </a:xfrm>
            <a:custGeom>
              <a:rect b="b" l="l" r="r" t="t"/>
              <a:pathLst>
                <a:path extrusionOk="0" h="8609" w="5406">
                  <a:moveTo>
                    <a:pt x="239" y="0"/>
                  </a:moveTo>
                  <a:cubicBezTo>
                    <a:pt x="179" y="72"/>
                    <a:pt x="96" y="119"/>
                    <a:pt x="0" y="143"/>
                  </a:cubicBezTo>
                  <a:lnTo>
                    <a:pt x="5168" y="8608"/>
                  </a:lnTo>
                  <a:cubicBezTo>
                    <a:pt x="5239" y="8549"/>
                    <a:pt x="5311" y="8513"/>
                    <a:pt x="5406" y="8465"/>
                  </a:cubicBez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6" name="Google Shape;3826;p27"/>
            <p:cNvSpPr/>
            <p:nvPr/>
          </p:nvSpPr>
          <p:spPr>
            <a:xfrm>
              <a:off x="3807000" y="1404475"/>
              <a:ext cx="1525" cy="1800"/>
            </a:xfrm>
            <a:custGeom>
              <a:rect b="b" l="l" r="r" t="t"/>
              <a:pathLst>
                <a:path extrusionOk="0" h="72" w="61">
                  <a:moveTo>
                    <a:pt x="49" y="0"/>
                  </a:moveTo>
                  <a:lnTo>
                    <a:pt x="1" y="12"/>
                  </a:lnTo>
                  <a:cubicBezTo>
                    <a:pt x="33" y="23"/>
                    <a:pt x="56" y="53"/>
                    <a:pt x="60" y="67"/>
                  </a:cubicBezTo>
                  <a:lnTo>
                    <a:pt x="60" y="67"/>
                  </a:lnTo>
                  <a:lnTo>
                    <a:pt x="49" y="0"/>
                  </a:lnTo>
                  <a:close/>
                  <a:moveTo>
                    <a:pt x="60" y="67"/>
                  </a:moveTo>
                  <a:lnTo>
                    <a:pt x="60" y="72"/>
                  </a:lnTo>
                  <a:cubicBezTo>
                    <a:pt x="60" y="71"/>
                    <a:pt x="60" y="69"/>
                    <a:pt x="60" y="67"/>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7" name="Google Shape;3827;p27"/>
            <p:cNvSpPr/>
            <p:nvPr/>
          </p:nvSpPr>
          <p:spPr>
            <a:xfrm>
              <a:off x="3802850" y="1412200"/>
              <a:ext cx="39600" cy="263150"/>
            </a:xfrm>
            <a:custGeom>
              <a:rect b="b" l="l" r="r" t="t"/>
              <a:pathLst>
                <a:path extrusionOk="0" h="10526" w="1584">
                  <a:moveTo>
                    <a:pt x="274" y="1"/>
                  </a:moveTo>
                  <a:cubicBezTo>
                    <a:pt x="226" y="108"/>
                    <a:pt x="119" y="179"/>
                    <a:pt x="0" y="179"/>
                  </a:cubicBezTo>
                  <a:lnTo>
                    <a:pt x="1298" y="10478"/>
                  </a:lnTo>
                  <a:cubicBezTo>
                    <a:pt x="1358" y="10478"/>
                    <a:pt x="1417" y="10478"/>
                    <a:pt x="1477" y="10490"/>
                  </a:cubicBezTo>
                  <a:cubicBezTo>
                    <a:pt x="1512" y="10490"/>
                    <a:pt x="1536" y="10502"/>
                    <a:pt x="1572" y="10526"/>
                  </a:cubicBezTo>
                  <a:cubicBezTo>
                    <a:pt x="1584" y="10502"/>
                    <a:pt x="1584" y="10478"/>
                    <a:pt x="1584" y="10443"/>
                  </a:cubicBez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8" name="Google Shape;3828;p27"/>
            <p:cNvSpPr/>
            <p:nvPr/>
          </p:nvSpPr>
          <p:spPr>
            <a:xfrm>
              <a:off x="3779925" y="1231525"/>
              <a:ext cx="27400" cy="168800"/>
            </a:xfrm>
            <a:custGeom>
              <a:rect b="b" l="l" r="r" t="t"/>
              <a:pathLst>
                <a:path extrusionOk="0" h="6752" w="1096">
                  <a:moveTo>
                    <a:pt x="262" y="1"/>
                  </a:moveTo>
                  <a:cubicBezTo>
                    <a:pt x="219" y="18"/>
                    <a:pt x="162" y="29"/>
                    <a:pt x="107" y="29"/>
                  </a:cubicBezTo>
                  <a:cubicBezTo>
                    <a:pt x="87" y="29"/>
                    <a:pt x="67" y="28"/>
                    <a:pt x="48" y="25"/>
                  </a:cubicBezTo>
                  <a:cubicBezTo>
                    <a:pt x="24" y="25"/>
                    <a:pt x="12" y="13"/>
                    <a:pt x="0" y="13"/>
                  </a:cubicBezTo>
                  <a:lnTo>
                    <a:pt x="489" y="3954"/>
                  </a:lnTo>
                  <a:lnTo>
                    <a:pt x="536" y="4323"/>
                  </a:lnTo>
                  <a:lnTo>
                    <a:pt x="834" y="6752"/>
                  </a:lnTo>
                  <a:lnTo>
                    <a:pt x="1096" y="6633"/>
                  </a:lnTo>
                  <a:lnTo>
                    <a:pt x="774" y="4061"/>
                  </a:lnTo>
                  <a:lnTo>
                    <a:pt x="727" y="3680"/>
                  </a:lnTo>
                  <a:lnTo>
                    <a:pt x="26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9" name="Google Shape;3829;p27"/>
            <p:cNvSpPr/>
            <p:nvPr/>
          </p:nvSpPr>
          <p:spPr>
            <a:xfrm>
              <a:off x="3692700" y="1340475"/>
              <a:ext cx="254525" cy="111350"/>
            </a:xfrm>
            <a:custGeom>
              <a:rect b="b" l="l" r="r" t="t"/>
              <a:pathLst>
                <a:path extrusionOk="0" h="4454" w="10181">
                  <a:moveTo>
                    <a:pt x="10086" y="0"/>
                  </a:moveTo>
                  <a:lnTo>
                    <a:pt x="4585" y="2275"/>
                  </a:lnTo>
                  <a:lnTo>
                    <a:pt x="4323" y="2394"/>
                  </a:lnTo>
                  <a:lnTo>
                    <a:pt x="60" y="4180"/>
                  </a:lnTo>
                  <a:lnTo>
                    <a:pt x="1" y="4180"/>
                  </a:lnTo>
                  <a:cubicBezTo>
                    <a:pt x="49" y="4251"/>
                    <a:pt x="96" y="4346"/>
                    <a:pt x="108" y="4453"/>
                  </a:cubicBezTo>
                  <a:lnTo>
                    <a:pt x="4168" y="2751"/>
                  </a:lnTo>
                  <a:lnTo>
                    <a:pt x="4168" y="2727"/>
                  </a:lnTo>
                  <a:cubicBezTo>
                    <a:pt x="4202" y="2593"/>
                    <a:pt x="4319" y="2512"/>
                    <a:pt x="4461" y="2512"/>
                  </a:cubicBezTo>
                  <a:cubicBezTo>
                    <a:pt x="4470" y="2512"/>
                    <a:pt x="4480" y="2512"/>
                    <a:pt x="4490" y="2513"/>
                  </a:cubicBezTo>
                  <a:cubicBezTo>
                    <a:pt x="4525" y="2525"/>
                    <a:pt x="4573" y="2548"/>
                    <a:pt x="4609" y="2572"/>
                  </a:cubicBezTo>
                  <a:lnTo>
                    <a:pt x="4644" y="2560"/>
                  </a:lnTo>
                  <a:lnTo>
                    <a:pt x="10181" y="250"/>
                  </a:lnTo>
                  <a:lnTo>
                    <a:pt x="10121" y="203"/>
                  </a:lnTo>
                  <a:lnTo>
                    <a:pt x="10109" y="191"/>
                  </a:lnTo>
                  <a:lnTo>
                    <a:pt x="10109" y="179"/>
                  </a:lnTo>
                  <a:cubicBezTo>
                    <a:pt x="10109" y="179"/>
                    <a:pt x="10109" y="167"/>
                    <a:pt x="10097" y="167"/>
                  </a:cubicBezTo>
                  <a:lnTo>
                    <a:pt x="10097" y="143"/>
                  </a:lnTo>
                  <a:lnTo>
                    <a:pt x="10097" y="131"/>
                  </a:lnTo>
                  <a:lnTo>
                    <a:pt x="10097" y="119"/>
                  </a:lnTo>
                  <a:lnTo>
                    <a:pt x="10097" y="108"/>
                  </a:lnTo>
                  <a:lnTo>
                    <a:pt x="100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0" name="Google Shape;3830;p27"/>
            <p:cNvSpPr/>
            <p:nvPr/>
          </p:nvSpPr>
          <p:spPr>
            <a:xfrm>
              <a:off x="3949600" y="1148200"/>
              <a:ext cx="145275" cy="193775"/>
            </a:xfrm>
            <a:custGeom>
              <a:rect b="b" l="l" r="r" t="t"/>
              <a:pathLst>
                <a:path extrusionOk="0" h="7751" w="5811">
                  <a:moveTo>
                    <a:pt x="5477" y="0"/>
                  </a:moveTo>
                  <a:lnTo>
                    <a:pt x="0" y="7418"/>
                  </a:lnTo>
                  <a:lnTo>
                    <a:pt x="48" y="7703"/>
                  </a:lnTo>
                  <a:lnTo>
                    <a:pt x="119" y="7751"/>
                  </a:lnTo>
                  <a:lnTo>
                    <a:pt x="581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1" name="Google Shape;3831;p27"/>
            <p:cNvSpPr/>
            <p:nvPr/>
          </p:nvSpPr>
          <p:spPr>
            <a:xfrm>
              <a:off x="3922500" y="1210400"/>
              <a:ext cx="28300" cy="133075"/>
            </a:xfrm>
            <a:custGeom>
              <a:rect b="b" l="l" r="r" t="t"/>
              <a:pathLst>
                <a:path extrusionOk="0" h="5323" w="1132">
                  <a:moveTo>
                    <a:pt x="274" y="0"/>
                  </a:moveTo>
                  <a:cubicBezTo>
                    <a:pt x="191" y="48"/>
                    <a:pt x="96" y="60"/>
                    <a:pt x="1" y="60"/>
                  </a:cubicBezTo>
                  <a:lnTo>
                    <a:pt x="846" y="5203"/>
                  </a:lnTo>
                  <a:lnTo>
                    <a:pt x="855" y="5273"/>
                  </a:lnTo>
                  <a:lnTo>
                    <a:pt x="855" y="5273"/>
                  </a:lnTo>
                  <a:cubicBezTo>
                    <a:pt x="858" y="5248"/>
                    <a:pt x="871" y="5226"/>
                    <a:pt x="894" y="5203"/>
                  </a:cubicBezTo>
                  <a:cubicBezTo>
                    <a:pt x="916" y="5166"/>
                    <a:pt x="963" y="5142"/>
                    <a:pt x="1009" y="5142"/>
                  </a:cubicBezTo>
                  <a:cubicBezTo>
                    <a:pt x="1036" y="5142"/>
                    <a:pt x="1062" y="5150"/>
                    <a:pt x="1084" y="5168"/>
                  </a:cubicBezTo>
                  <a:lnTo>
                    <a:pt x="1132" y="5203"/>
                  </a:lnTo>
                  <a:lnTo>
                    <a:pt x="1084" y="4930"/>
                  </a:lnTo>
                  <a:lnTo>
                    <a:pt x="274" y="0"/>
                  </a:lnTo>
                  <a:close/>
                  <a:moveTo>
                    <a:pt x="855" y="5273"/>
                  </a:moveTo>
                  <a:cubicBezTo>
                    <a:pt x="852" y="5288"/>
                    <a:pt x="853" y="5304"/>
                    <a:pt x="858" y="5322"/>
                  </a:cubicBezTo>
                  <a:lnTo>
                    <a:pt x="858" y="5299"/>
                  </a:lnTo>
                  <a:lnTo>
                    <a:pt x="855" y="527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2" name="Google Shape;3832;p27"/>
            <p:cNvSpPr/>
            <p:nvPr/>
          </p:nvSpPr>
          <p:spPr>
            <a:xfrm>
              <a:off x="4062400" y="1422025"/>
              <a:ext cx="82475" cy="66100"/>
            </a:xfrm>
            <a:custGeom>
              <a:rect b="b" l="l" r="r" t="t"/>
              <a:pathLst>
                <a:path extrusionOk="0" h="2644" w="3299">
                  <a:moveTo>
                    <a:pt x="84" y="1"/>
                  </a:moveTo>
                  <a:lnTo>
                    <a:pt x="1" y="298"/>
                  </a:lnTo>
                  <a:lnTo>
                    <a:pt x="3299" y="2644"/>
                  </a:lnTo>
                  <a:lnTo>
                    <a:pt x="3299" y="2299"/>
                  </a:lnTo>
                  <a:lnTo>
                    <a:pt x="8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3" name="Google Shape;3833;p27"/>
            <p:cNvSpPr/>
            <p:nvPr/>
          </p:nvSpPr>
          <p:spPr>
            <a:xfrm>
              <a:off x="3943925" y="1338950"/>
              <a:ext cx="113725" cy="85775"/>
            </a:xfrm>
            <a:custGeom>
              <a:rect b="b" l="l" r="r" t="t"/>
              <a:pathLst>
                <a:path extrusionOk="0" h="3431" w="4549">
                  <a:moveTo>
                    <a:pt x="152" y="0"/>
                  </a:moveTo>
                  <a:cubicBezTo>
                    <a:pt x="106" y="0"/>
                    <a:pt x="59" y="24"/>
                    <a:pt x="37" y="61"/>
                  </a:cubicBezTo>
                  <a:cubicBezTo>
                    <a:pt x="1" y="85"/>
                    <a:pt x="1" y="133"/>
                    <a:pt x="1" y="180"/>
                  </a:cubicBezTo>
                  <a:lnTo>
                    <a:pt x="1" y="192"/>
                  </a:lnTo>
                  <a:lnTo>
                    <a:pt x="1" y="204"/>
                  </a:lnTo>
                  <a:lnTo>
                    <a:pt x="1" y="216"/>
                  </a:lnTo>
                  <a:cubicBezTo>
                    <a:pt x="1" y="216"/>
                    <a:pt x="1" y="240"/>
                    <a:pt x="13" y="240"/>
                  </a:cubicBezTo>
                  <a:lnTo>
                    <a:pt x="13" y="252"/>
                  </a:lnTo>
                  <a:lnTo>
                    <a:pt x="37" y="264"/>
                  </a:lnTo>
                  <a:lnTo>
                    <a:pt x="96" y="311"/>
                  </a:lnTo>
                  <a:lnTo>
                    <a:pt x="4466" y="3431"/>
                  </a:lnTo>
                  <a:lnTo>
                    <a:pt x="4549" y="3157"/>
                  </a:lnTo>
                  <a:lnTo>
                    <a:pt x="310" y="121"/>
                  </a:lnTo>
                  <a:lnTo>
                    <a:pt x="239" y="73"/>
                  </a:lnTo>
                  <a:lnTo>
                    <a:pt x="227" y="26"/>
                  </a:lnTo>
                  <a:cubicBezTo>
                    <a:pt x="205" y="8"/>
                    <a:pt x="179" y="0"/>
                    <a:pt x="1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4" name="Google Shape;3834;p27"/>
            <p:cNvSpPr/>
            <p:nvPr/>
          </p:nvSpPr>
          <p:spPr>
            <a:xfrm>
              <a:off x="3988275" y="1670575"/>
              <a:ext cx="3300" cy="2400"/>
            </a:xfrm>
            <a:custGeom>
              <a:rect b="b" l="l" r="r" t="t"/>
              <a:pathLst>
                <a:path extrusionOk="0" h="96" w="132">
                  <a:moveTo>
                    <a:pt x="25" y="0"/>
                  </a:moveTo>
                  <a:lnTo>
                    <a:pt x="1" y="96"/>
                  </a:lnTo>
                  <a:cubicBezTo>
                    <a:pt x="60" y="96"/>
                    <a:pt x="120" y="72"/>
                    <a:pt x="132" y="12"/>
                  </a:cubicBezTo>
                  <a:cubicBezTo>
                    <a:pt x="108" y="12"/>
                    <a:pt x="72" y="12"/>
                    <a:pt x="2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5" name="Google Shape;3835;p27"/>
            <p:cNvSpPr/>
            <p:nvPr/>
          </p:nvSpPr>
          <p:spPr>
            <a:xfrm>
              <a:off x="3997500" y="1148200"/>
              <a:ext cx="147075" cy="480725"/>
            </a:xfrm>
            <a:custGeom>
              <a:rect b="b" l="l" r="r" t="t"/>
              <a:pathLst>
                <a:path extrusionOk="0" h="19229" w="5883">
                  <a:moveTo>
                    <a:pt x="5585" y="0"/>
                  </a:moveTo>
                  <a:lnTo>
                    <a:pt x="2442" y="10775"/>
                  </a:lnTo>
                  <a:lnTo>
                    <a:pt x="2358" y="11049"/>
                  </a:lnTo>
                  <a:lnTo>
                    <a:pt x="1" y="19133"/>
                  </a:lnTo>
                  <a:cubicBezTo>
                    <a:pt x="96" y="19145"/>
                    <a:pt x="191" y="19181"/>
                    <a:pt x="275" y="19229"/>
                  </a:cubicBezTo>
                  <a:lnTo>
                    <a:pt x="2597" y="11228"/>
                  </a:lnTo>
                  <a:lnTo>
                    <a:pt x="2680" y="10954"/>
                  </a:lnTo>
                  <a:lnTo>
                    <a:pt x="588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6" name="Google Shape;3836;p27"/>
            <p:cNvSpPr/>
            <p:nvPr/>
          </p:nvSpPr>
          <p:spPr>
            <a:xfrm>
              <a:off x="3833500" y="1736350"/>
              <a:ext cx="39925" cy="281600"/>
            </a:xfrm>
            <a:custGeom>
              <a:rect b="b" l="l" r="r" t="t"/>
              <a:pathLst>
                <a:path extrusionOk="0" h="11264" w="1597">
                  <a:moveTo>
                    <a:pt x="286" y="1"/>
                  </a:moveTo>
                  <a:cubicBezTo>
                    <a:pt x="214" y="37"/>
                    <a:pt x="148" y="53"/>
                    <a:pt x="73" y="53"/>
                  </a:cubicBezTo>
                  <a:cubicBezTo>
                    <a:pt x="50" y="53"/>
                    <a:pt x="26" y="51"/>
                    <a:pt x="1" y="48"/>
                  </a:cubicBezTo>
                  <a:lnTo>
                    <a:pt x="1" y="48"/>
                  </a:lnTo>
                  <a:lnTo>
                    <a:pt x="1310" y="11264"/>
                  </a:lnTo>
                  <a:cubicBezTo>
                    <a:pt x="1369" y="11256"/>
                    <a:pt x="1428" y="11247"/>
                    <a:pt x="1487" y="11247"/>
                  </a:cubicBezTo>
                  <a:cubicBezTo>
                    <a:pt x="1511" y="11247"/>
                    <a:pt x="1536" y="11249"/>
                    <a:pt x="1560" y="11252"/>
                  </a:cubicBezTo>
                  <a:lnTo>
                    <a:pt x="1596" y="11252"/>
                  </a:lnTo>
                  <a:lnTo>
                    <a:pt x="28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7" name="Google Shape;3837;p27"/>
            <p:cNvSpPr/>
            <p:nvPr/>
          </p:nvSpPr>
          <p:spPr>
            <a:xfrm>
              <a:off x="3873400" y="1667900"/>
              <a:ext cx="115500" cy="351550"/>
            </a:xfrm>
            <a:custGeom>
              <a:rect b="b" l="l" r="r" t="t"/>
              <a:pathLst>
                <a:path extrusionOk="0" h="14062" w="4620">
                  <a:moveTo>
                    <a:pt x="4358" y="0"/>
                  </a:moveTo>
                  <a:lnTo>
                    <a:pt x="0" y="14014"/>
                  </a:lnTo>
                  <a:cubicBezTo>
                    <a:pt x="36" y="14038"/>
                    <a:pt x="71" y="14038"/>
                    <a:pt x="119" y="14062"/>
                  </a:cubicBezTo>
                  <a:lnTo>
                    <a:pt x="417" y="13657"/>
                  </a:lnTo>
                  <a:lnTo>
                    <a:pt x="4596" y="226"/>
                  </a:lnTo>
                  <a:lnTo>
                    <a:pt x="4620" y="107"/>
                  </a:lnTo>
                  <a:cubicBezTo>
                    <a:pt x="4536" y="84"/>
                    <a:pt x="4441" y="60"/>
                    <a:pt x="435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8" name="Google Shape;3838;p27"/>
            <p:cNvSpPr/>
            <p:nvPr/>
          </p:nvSpPr>
          <p:spPr>
            <a:xfrm>
              <a:off x="4009425" y="1573825"/>
              <a:ext cx="135450" cy="64925"/>
            </a:xfrm>
            <a:custGeom>
              <a:rect b="b" l="l" r="r" t="t"/>
              <a:pathLst>
                <a:path extrusionOk="0" h="2597" w="5418">
                  <a:moveTo>
                    <a:pt x="5418" y="1"/>
                  </a:moveTo>
                  <a:lnTo>
                    <a:pt x="0" y="2358"/>
                  </a:lnTo>
                  <a:cubicBezTo>
                    <a:pt x="72" y="2442"/>
                    <a:pt x="131" y="2525"/>
                    <a:pt x="167" y="2596"/>
                  </a:cubicBezTo>
                  <a:lnTo>
                    <a:pt x="5418" y="310"/>
                  </a:lnTo>
                  <a:lnTo>
                    <a:pt x="541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9" name="Google Shape;3839;p27"/>
            <p:cNvSpPr/>
            <p:nvPr/>
          </p:nvSpPr>
          <p:spPr>
            <a:xfrm>
              <a:off x="3864450" y="1649725"/>
              <a:ext cx="108075" cy="53925"/>
            </a:xfrm>
            <a:custGeom>
              <a:rect b="b" l="l" r="r" t="t"/>
              <a:pathLst>
                <a:path extrusionOk="0" h="2157" w="4323">
                  <a:moveTo>
                    <a:pt x="4263" y="1"/>
                  </a:moveTo>
                  <a:lnTo>
                    <a:pt x="1" y="1870"/>
                  </a:lnTo>
                  <a:cubicBezTo>
                    <a:pt x="25" y="1966"/>
                    <a:pt x="37" y="2061"/>
                    <a:pt x="37" y="2156"/>
                  </a:cubicBezTo>
                  <a:lnTo>
                    <a:pt x="4323" y="275"/>
                  </a:lnTo>
                  <a:cubicBezTo>
                    <a:pt x="4299" y="191"/>
                    <a:pt x="4263" y="96"/>
                    <a:pt x="426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0" name="Google Shape;3840;p27"/>
            <p:cNvSpPr/>
            <p:nvPr/>
          </p:nvSpPr>
          <p:spPr>
            <a:xfrm>
              <a:off x="3876375" y="1648550"/>
              <a:ext cx="268500" cy="374775"/>
            </a:xfrm>
            <a:custGeom>
              <a:rect b="b" l="l" r="r" t="t"/>
              <a:pathLst>
                <a:path extrusionOk="0" h="14991" w="10740">
                  <a:moveTo>
                    <a:pt x="10740" y="0"/>
                  </a:moveTo>
                  <a:lnTo>
                    <a:pt x="298" y="14419"/>
                  </a:lnTo>
                  <a:lnTo>
                    <a:pt x="0" y="14824"/>
                  </a:lnTo>
                  <a:cubicBezTo>
                    <a:pt x="83" y="14859"/>
                    <a:pt x="155" y="14919"/>
                    <a:pt x="214" y="14990"/>
                  </a:cubicBezTo>
                  <a:lnTo>
                    <a:pt x="10740" y="477"/>
                  </a:lnTo>
                  <a:lnTo>
                    <a:pt x="1074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1" name="Google Shape;3841;p27"/>
            <p:cNvSpPr/>
            <p:nvPr/>
          </p:nvSpPr>
          <p:spPr>
            <a:xfrm>
              <a:off x="3970725" y="1626200"/>
              <a:ext cx="44675" cy="45050"/>
            </a:xfrm>
            <a:custGeom>
              <a:rect b="b" l="l" r="r" t="t"/>
              <a:pathLst>
                <a:path extrusionOk="0" h="1802" w="1787">
                  <a:moveTo>
                    <a:pt x="842" y="1"/>
                  </a:moveTo>
                  <a:cubicBezTo>
                    <a:pt x="463" y="1"/>
                    <a:pt x="105" y="307"/>
                    <a:pt x="12" y="728"/>
                  </a:cubicBezTo>
                  <a:cubicBezTo>
                    <a:pt x="0" y="799"/>
                    <a:pt x="0" y="882"/>
                    <a:pt x="0" y="954"/>
                  </a:cubicBezTo>
                  <a:cubicBezTo>
                    <a:pt x="0" y="1061"/>
                    <a:pt x="36" y="1144"/>
                    <a:pt x="60" y="1240"/>
                  </a:cubicBezTo>
                  <a:cubicBezTo>
                    <a:pt x="131" y="1430"/>
                    <a:pt x="262" y="1573"/>
                    <a:pt x="453" y="1680"/>
                  </a:cubicBezTo>
                  <a:cubicBezTo>
                    <a:pt x="524" y="1728"/>
                    <a:pt x="608" y="1752"/>
                    <a:pt x="715" y="1787"/>
                  </a:cubicBezTo>
                  <a:cubicBezTo>
                    <a:pt x="750" y="1787"/>
                    <a:pt x="786" y="1799"/>
                    <a:pt x="822" y="1799"/>
                  </a:cubicBezTo>
                  <a:cubicBezTo>
                    <a:pt x="844" y="1801"/>
                    <a:pt x="867" y="1802"/>
                    <a:pt x="889" y="1802"/>
                  </a:cubicBezTo>
                  <a:cubicBezTo>
                    <a:pt x="1304" y="1802"/>
                    <a:pt x="1683" y="1491"/>
                    <a:pt x="1751" y="1073"/>
                  </a:cubicBezTo>
                  <a:cubicBezTo>
                    <a:pt x="1786" y="871"/>
                    <a:pt x="1751" y="680"/>
                    <a:pt x="1679" y="525"/>
                  </a:cubicBezTo>
                  <a:cubicBezTo>
                    <a:pt x="1643" y="430"/>
                    <a:pt x="1596" y="359"/>
                    <a:pt x="1512" y="287"/>
                  </a:cubicBezTo>
                  <a:cubicBezTo>
                    <a:pt x="1453" y="228"/>
                    <a:pt x="1382" y="168"/>
                    <a:pt x="1298" y="120"/>
                  </a:cubicBezTo>
                  <a:cubicBezTo>
                    <a:pt x="1215" y="73"/>
                    <a:pt x="1120" y="49"/>
                    <a:pt x="1024" y="25"/>
                  </a:cubicBezTo>
                  <a:cubicBezTo>
                    <a:pt x="964" y="9"/>
                    <a:pt x="902" y="1"/>
                    <a:pt x="84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2" name="Google Shape;3842;p27"/>
            <p:cNvSpPr/>
            <p:nvPr/>
          </p:nvSpPr>
          <p:spPr>
            <a:xfrm>
              <a:off x="3799275" y="1673800"/>
              <a:ext cx="66400" cy="63775"/>
            </a:xfrm>
            <a:custGeom>
              <a:rect b="b" l="l" r="r" t="t"/>
              <a:pathLst>
                <a:path extrusionOk="0" h="2551" w="2656">
                  <a:moveTo>
                    <a:pt x="1366" y="0"/>
                  </a:moveTo>
                  <a:cubicBezTo>
                    <a:pt x="1186" y="0"/>
                    <a:pt x="1002" y="38"/>
                    <a:pt x="846" y="121"/>
                  </a:cubicBezTo>
                  <a:cubicBezTo>
                    <a:pt x="762" y="169"/>
                    <a:pt x="679" y="205"/>
                    <a:pt x="608" y="264"/>
                  </a:cubicBezTo>
                  <a:cubicBezTo>
                    <a:pt x="369" y="443"/>
                    <a:pt x="191" y="717"/>
                    <a:pt x="131" y="1038"/>
                  </a:cubicBezTo>
                  <a:cubicBezTo>
                    <a:pt x="0" y="1729"/>
                    <a:pt x="465" y="2396"/>
                    <a:pt x="1143" y="2527"/>
                  </a:cubicBezTo>
                  <a:cubicBezTo>
                    <a:pt x="1215" y="2550"/>
                    <a:pt x="1286" y="2550"/>
                    <a:pt x="1370" y="2550"/>
                  </a:cubicBezTo>
                  <a:cubicBezTo>
                    <a:pt x="1453" y="2550"/>
                    <a:pt x="1560" y="2527"/>
                    <a:pt x="1643" y="2515"/>
                  </a:cubicBezTo>
                  <a:cubicBezTo>
                    <a:pt x="2120" y="2407"/>
                    <a:pt x="2525" y="2026"/>
                    <a:pt x="2632" y="1503"/>
                  </a:cubicBezTo>
                  <a:cubicBezTo>
                    <a:pt x="2644" y="1395"/>
                    <a:pt x="2655" y="1300"/>
                    <a:pt x="2644" y="1193"/>
                  </a:cubicBezTo>
                  <a:cubicBezTo>
                    <a:pt x="2644" y="1086"/>
                    <a:pt x="2620" y="1003"/>
                    <a:pt x="2596" y="907"/>
                  </a:cubicBezTo>
                  <a:cubicBezTo>
                    <a:pt x="2489" y="502"/>
                    <a:pt x="2144" y="169"/>
                    <a:pt x="1715" y="50"/>
                  </a:cubicBezTo>
                  <a:cubicBezTo>
                    <a:pt x="1679" y="26"/>
                    <a:pt x="1655" y="26"/>
                    <a:pt x="1620" y="14"/>
                  </a:cubicBezTo>
                  <a:cubicBezTo>
                    <a:pt x="1560" y="2"/>
                    <a:pt x="1501" y="2"/>
                    <a:pt x="1441" y="2"/>
                  </a:cubicBezTo>
                  <a:cubicBezTo>
                    <a:pt x="1416" y="1"/>
                    <a:pt x="1391" y="0"/>
                    <a:pt x="136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3" name="Google Shape;3843;p27"/>
            <p:cNvSpPr/>
            <p:nvPr/>
          </p:nvSpPr>
          <p:spPr>
            <a:xfrm>
              <a:off x="2952150" y="1372925"/>
              <a:ext cx="24425" cy="22850"/>
            </a:xfrm>
            <a:custGeom>
              <a:rect b="b" l="l" r="r" t="t"/>
              <a:pathLst>
                <a:path extrusionOk="0" h="914" w="977">
                  <a:moveTo>
                    <a:pt x="488" y="0"/>
                  </a:moveTo>
                  <a:cubicBezTo>
                    <a:pt x="262" y="0"/>
                    <a:pt x="72" y="143"/>
                    <a:pt x="36" y="369"/>
                  </a:cubicBezTo>
                  <a:cubicBezTo>
                    <a:pt x="0" y="619"/>
                    <a:pt x="155" y="857"/>
                    <a:pt x="417" y="905"/>
                  </a:cubicBezTo>
                  <a:cubicBezTo>
                    <a:pt x="446" y="911"/>
                    <a:pt x="474" y="913"/>
                    <a:pt x="503" y="913"/>
                  </a:cubicBezTo>
                  <a:cubicBezTo>
                    <a:pt x="719" y="913"/>
                    <a:pt x="911" y="757"/>
                    <a:pt x="953" y="536"/>
                  </a:cubicBezTo>
                  <a:cubicBezTo>
                    <a:pt x="977" y="357"/>
                    <a:pt x="905" y="191"/>
                    <a:pt x="774" y="84"/>
                  </a:cubicBezTo>
                  <a:cubicBezTo>
                    <a:pt x="715" y="36"/>
                    <a:pt x="655" y="12"/>
                    <a:pt x="57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4" name="Google Shape;3844;p27"/>
            <p:cNvSpPr/>
            <p:nvPr/>
          </p:nvSpPr>
          <p:spPr>
            <a:xfrm>
              <a:off x="3905825" y="1180125"/>
              <a:ext cx="33975" cy="32075"/>
            </a:xfrm>
            <a:custGeom>
              <a:rect b="b" l="l" r="r" t="t"/>
              <a:pathLst>
                <a:path extrusionOk="0" h="1283" w="1359">
                  <a:moveTo>
                    <a:pt x="669" y="0"/>
                  </a:moveTo>
                  <a:cubicBezTo>
                    <a:pt x="558" y="0"/>
                    <a:pt x="445" y="29"/>
                    <a:pt x="346" y="92"/>
                  </a:cubicBezTo>
                  <a:cubicBezTo>
                    <a:pt x="263" y="128"/>
                    <a:pt x="203" y="211"/>
                    <a:pt x="144" y="283"/>
                  </a:cubicBezTo>
                  <a:cubicBezTo>
                    <a:pt x="96" y="354"/>
                    <a:pt x="48" y="426"/>
                    <a:pt x="37" y="521"/>
                  </a:cubicBezTo>
                  <a:cubicBezTo>
                    <a:pt x="1" y="699"/>
                    <a:pt x="48" y="878"/>
                    <a:pt x="144" y="1009"/>
                  </a:cubicBezTo>
                  <a:cubicBezTo>
                    <a:pt x="203" y="1104"/>
                    <a:pt x="275" y="1164"/>
                    <a:pt x="346" y="1200"/>
                  </a:cubicBezTo>
                  <a:cubicBezTo>
                    <a:pt x="406" y="1235"/>
                    <a:pt x="465" y="1259"/>
                    <a:pt x="549" y="1259"/>
                  </a:cubicBezTo>
                  <a:cubicBezTo>
                    <a:pt x="584" y="1283"/>
                    <a:pt x="632" y="1283"/>
                    <a:pt x="668" y="1283"/>
                  </a:cubicBezTo>
                  <a:cubicBezTo>
                    <a:pt x="763" y="1283"/>
                    <a:pt x="858" y="1247"/>
                    <a:pt x="941" y="1223"/>
                  </a:cubicBezTo>
                  <a:cubicBezTo>
                    <a:pt x="1120" y="1128"/>
                    <a:pt x="1263" y="961"/>
                    <a:pt x="1287" y="759"/>
                  </a:cubicBezTo>
                  <a:cubicBezTo>
                    <a:pt x="1358" y="414"/>
                    <a:pt x="1120" y="68"/>
                    <a:pt x="775" y="9"/>
                  </a:cubicBezTo>
                  <a:cubicBezTo>
                    <a:pt x="740" y="3"/>
                    <a:pt x="705" y="0"/>
                    <a:pt x="66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5" name="Google Shape;3845;p27"/>
            <p:cNvSpPr/>
            <p:nvPr/>
          </p:nvSpPr>
          <p:spPr>
            <a:xfrm>
              <a:off x="3663250" y="1438025"/>
              <a:ext cx="32175" cy="31950"/>
            </a:xfrm>
            <a:custGeom>
              <a:rect b="b" l="l" r="r" t="t"/>
              <a:pathLst>
                <a:path extrusionOk="0" h="1278" w="1287">
                  <a:moveTo>
                    <a:pt x="636" y="1"/>
                  </a:moveTo>
                  <a:cubicBezTo>
                    <a:pt x="545" y="1"/>
                    <a:pt x="457" y="26"/>
                    <a:pt x="381" y="51"/>
                  </a:cubicBezTo>
                  <a:cubicBezTo>
                    <a:pt x="286" y="99"/>
                    <a:pt x="215" y="158"/>
                    <a:pt x="155" y="230"/>
                  </a:cubicBezTo>
                  <a:cubicBezTo>
                    <a:pt x="95" y="289"/>
                    <a:pt x="60" y="373"/>
                    <a:pt x="36" y="456"/>
                  </a:cubicBezTo>
                  <a:cubicBezTo>
                    <a:pt x="36" y="468"/>
                    <a:pt x="24" y="504"/>
                    <a:pt x="24" y="528"/>
                  </a:cubicBezTo>
                  <a:cubicBezTo>
                    <a:pt x="0" y="611"/>
                    <a:pt x="0" y="682"/>
                    <a:pt x="24" y="742"/>
                  </a:cubicBezTo>
                  <a:cubicBezTo>
                    <a:pt x="60" y="1004"/>
                    <a:pt x="262" y="1218"/>
                    <a:pt x="548" y="1266"/>
                  </a:cubicBezTo>
                  <a:cubicBezTo>
                    <a:pt x="584" y="1274"/>
                    <a:pt x="622" y="1278"/>
                    <a:pt x="660" y="1278"/>
                  </a:cubicBezTo>
                  <a:cubicBezTo>
                    <a:pt x="737" y="1278"/>
                    <a:pt x="814" y="1262"/>
                    <a:pt x="869" y="1230"/>
                  </a:cubicBezTo>
                  <a:cubicBezTo>
                    <a:pt x="965" y="1206"/>
                    <a:pt x="1048" y="1147"/>
                    <a:pt x="1108" y="1087"/>
                  </a:cubicBezTo>
                  <a:cubicBezTo>
                    <a:pt x="1203" y="992"/>
                    <a:pt x="1262" y="873"/>
                    <a:pt x="1274" y="742"/>
                  </a:cubicBezTo>
                  <a:cubicBezTo>
                    <a:pt x="1286" y="682"/>
                    <a:pt x="1286" y="611"/>
                    <a:pt x="1274" y="551"/>
                  </a:cubicBezTo>
                  <a:cubicBezTo>
                    <a:pt x="1262" y="456"/>
                    <a:pt x="1227" y="349"/>
                    <a:pt x="1167" y="278"/>
                  </a:cubicBezTo>
                  <a:cubicBezTo>
                    <a:pt x="1119" y="206"/>
                    <a:pt x="1060" y="147"/>
                    <a:pt x="988" y="99"/>
                  </a:cubicBezTo>
                  <a:cubicBezTo>
                    <a:pt x="917" y="51"/>
                    <a:pt x="846" y="27"/>
                    <a:pt x="750" y="16"/>
                  </a:cubicBezTo>
                  <a:cubicBezTo>
                    <a:pt x="712" y="5"/>
                    <a:pt x="674" y="1"/>
                    <a:pt x="6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6" name="Google Shape;3846;p27"/>
            <p:cNvSpPr/>
            <p:nvPr/>
          </p:nvSpPr>
          <p:spPr>
            <a:xfrm>
              <a:off x="3771300" y="1209975"/>
              <a:ext cx="23525" cy="22375"/>
            </a:xfrm>
            <a:custGeom>
              <a:rect b="b" l="l" r="r" t="t"/>
              <a:pathLst>
                <a:path extrusionOk="0" h="895" w="941">
                  <a:moveTo>
                    <a:pt x="474" y="1"/>
                  </a:moveTo>
                  <a:cubicBezTo>
                    <a:pt x="258" y="1"/>
                    <a:pt x="56" y="167"/>
                    <a:pt x="12" y="363"/>
                  </a:cubicBezTo>
                  <a:cubicBezTo>
                    <a:pt x="12" y="398"/>
                    <a:pt x="0" y="446"/>
                    <a:pt x="0" y="470"/>
                  </a:cubicBezTo>
                  <a:cubicBezTo>
                    <a:pt x="0" y="577"/>
                    <a:pt x="48" y="660"/>
                    <a:pt x="107" y="744"/>
                  </a:cubicBezTo>
                  <a:cubicBezTo>
                    <a:pt x="167" y="779"/>
                    <a:pt x="238" y="839"/>
                    <a:pt x="334" y="875"/>
                  </a:cubicBezTo>
                  <a:cubicBezTo>
                    <a:pt x="345" y="875"/>
                    <a:pt x="357" y="887"/>
                    <a:pt x="369" y="887"/>
                  </a:cubicBezTo>
                  <a:cubicBezTo>
                    <a:pt x="409" y="891"/>
                    <a:pt x="444" y="894"/>
                    <a:pt x="477" y="894"/>
                  </a:cubicBezTo>
                  <a:cubicBezTo>
                    <a:pt x="524" y="894"/>
                    <a:pt x="566" y="889"/>
                    <a:pt x="607" y="875"/>
                  </a:cubicBezTo>
                  <a:cubicBezTo>
                    <a:pt x="762" y="815"/>
                    <a:pt x="881" y="696"/>
                    <a:pt x="893" y="529"/>
                  </a:cubicBezTo>
                  <a:cubicBezTo>
                    <a:pt x="941" y="291"/>
                    <a:pt x="774" y="53"/>
                    <a:pt x="536" y="6"/>
                  </a:cubicBezTo>
                  <a:cubicBezTo>
                    <a:pt x="515" y="2"/>
                    <a:pt x="495" y="1"/>
                    <a:pt x="47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7" name="Google Shape;3847;p27"/>
            <p:cNvSpPr/>
            <p:nvPr/>
          </p:nvSpPr>
          <p:spPr>
            <a:xfrm>
              <a:off x="3896300" y="1404575"/>
              <a:ext cx="24750" cy="22450"/>
            </a:xfrm>
            <a:custGeom>
              <a:rect b="b" l="l" r="r" t="t"/>
              <a:pathLst>
                <a:path extrusionOk="0" h="898" w="990">
                  <a:moveTo>
                    <a:pt x="502" y="0"/>
                  </a:moveTo>
                  <a:cubicBezTo>
                    <a:pt x="294" y="0"/>
                    <a:pt x="102" y="155"/>
                    <a:pt x="60" y="365"/>
                  </a:cubicBezTo>
                  <a:cubicBezTo>
                    <a:pt x="1" y="603"/>
                    <a:pt x="168" y="842"/>
                    <a:pt x="418" y="889"/>
                  </a:cubicBezTo>
                  <a:cubicBezTo>
                    <a:pt x="445" y="895"/>
                    <a:pt x="473" y="897"/>
                    <a:pt x="500" y="897"/>
                  </a:cubicBezTo>
                  <a:cubicBezTo>
                    <a:pt x="708" y="897"/>
                    <a:pt x="899" y="743"/>
                    <a:pt x="941" y="532"/>
                  </a:cubicBezTo>
                  <a:cubicBezTo>
                    <a:pt x="989" y="294"/>
                    <a:pt x="822" y="56"/>
                    <a:pt x="584" y="8"/>
                  </a:cubicBezTo>
                  <a:cubicBezTo>
                    <a:pt x="557" y="3"/>
                    <a:pt x="529" y="0"/>
                    <a:pt x="50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8" name="Google Shape;3848;p27"/>
            <p:cNvSpPr/>
            <p:nvPr/>
          </p:nvSpPr>
          <p:spPr>
            <a:xfrm>
              <a:off x="3314975" y="1411675"/>
              <a:ext cx="23550" cy="22800"/>
            </a:xfrm>
            <a:custGeom>
              <a:rect b="b" l="l" r="r" t="t"/>
              <a:pathLst>
                <a:path extrusionOk="0" h="912" w="942">
                  <a:moveTo>
                    <a:pt x="485" y="1"/>
                  </a:moveTo>
                  <a:cubicBezTo>
                    <a:pt x="456" y="1"/>
                    <a:pt x="430" y="4"/>
                    <a:pt x="406" y="10"/>
                  </a:cubicBezTo>
                  <a:cubicBezTo>
                    <a:pt x="322" y="22"/>
                    <a:pt x="227" y="81"/>
                    <a:pt x="156" y="141"/>
                  </a:cubicBezTo>
                  <a:cubicBezTo>
                    <a:pt x="96" y="200"/>
                    <a:pt x="60" y="272"/>
                    <a:pt x="49" y="367"/>
                  </a:cubicBezTo>
                  <a:cubicBezTo>
                    <a:pt x="1" y="570"/>
                    <a:pt x="108" y="772"/>
                    <a:pt x="287" y="855"/>
                  </a:cubicBezTo>
                  <a:cubicBezTo>
                    <a:pt x="334" y="867"/>
                    <a:pt x="358" y="891"/>
                    <a:pt x="406" y="903"/>
                  </a:cubicBezTo>
                  <a:cubicBezTo>
                    <a:pt x="441" y="909"/>
                    <a:pt x="474" y="912"/>
                    <a:pt x="505" y="912"/>
                  </a:cubicBezTo>
                  <a:cubicBezTo>
                    <a:pt x="537" y="912"/>
                    <a:pt x="566" y="909"/>
                    <a:pt x="596" y="903"/>
                  </a:cubicBezTo>
                  <a:cubicBezTo>
                    <a:pt x="620" y="903"/>
                    <a:pt x="632" y="891"/>
                    <a:pt x="644" y="891"/>
                  </a:cubicBezTo>
                  <a:cubicBezTo>
                    <a:pt x="739" y="831"/>
                    <a:pt x="822" y="772"/>
                    <a:pt x="870" y="677"/>
                  </a:cubicBezTo>
                  <a:cubicBezTo>
                    <a:pt x="870" y="665"/>
                    <a:pt x="882" y="653"/>
                    <a:pt x="882" y="653"/>
                  </a:cubicBezTo>
                  <a:cubicBezTo>
                    <a:pt x="906" y="605"/>
                    <a:pt x="918" y="570"/>
                    <a:pt x="930" y="534"/>
                  </a:cubicBezTo>
                  <a:cubicBezTo>
                    <a:pt x="942" y="474"/>
                    <a:pt x="942" y="427"/>
                    <a:pt x="930" y="367"/>
                  </a:cubicBezTo>
                  <a:cubicBezTo>
                    <a:pt x="918" y="296"/>
                    <a:pt x="882" y="212"/>
                    <a:pt x="834" y="153"/>
                  </a:cubicBezTo>
                  <a:cubicBezTo>
                    <a:pt x="787" y="81"/>
                    <a:pt x="680" y="22"/>
                    <a:pt x="572" y="10"/>
                  </a:cubicBezTo>
                  <a:cubicBezTo>
                    <a:pt x="543" y="4"/>
                    <a:pt x="513" y="1"/>
                    <a:pt x="48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9" name="Google Shape;3849;p27"/>
            <p:cNvSpPr/>
            <p:nvPr/>
          </p:nvSpPr>
          <p:spPr>
            <a:xfrm>
              <a:off x="3166450" y="1148200"/>
              <a:ext cx="18475" cy="4700"/>
            </a:xfrm>
            <a:custGeom>
              <a:rect b="b" l="l" r="r" t="t"/>
              <a:pathLst>
                <a:path extrusionOk="0" h="188" w="739">
                  <a:moveTo>
                    <a:pt x="1" y="0"/>
                  </a:moveTo>
                  <a:cubicBezTo>
                    <a:pt x="60" y="83"/>
                    <a:pt x="155" y="155"/>
                    <a:pt x="275" y="179"/>
                  </a:cubicBezTo>
                  <a:cubicBezTo>
                    <a:pt x="304" y="185"/>
                    <a:pt x="334" y="188"/>
                    <a:pt x="364" y="188"/>
                  </a:cubicBezTo>
                  <a:cubicBezTo>
                    <a:pt x="394" y="188"/>
                    <a:pt x="423" y="185"/>
                    <a:pt x="453" y="179"/>
                  </a:cubicBezTo>
                  <a:cubicBezTo>
                    <a:pt x="548" y="155"/>
                    <a:pt x="632" y="95"/>
                    <a:pt x="691" y="24"/>
                  </a:cubicBezTo>
                  <a:cubicBezTo>
                    <a:pt x="715" y="24"/>
                    <a:pt x="727" y="12"/>
                    <a:pt x="73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0" name="Google Shape;3850;p27"/>
            <p:cNvSpPr/>
            <p:nvPr/>
          </p:nvSpPr>
          <p:spPr>
            <a:xfrm>
              <a:off x="3852550" y="2017750"/>
              <a:ext cx="33950" cy="31775"/>
            </a:xfrm>
            <a:custGeom>
              <a:rect b="b" l="l" r="r" t="t"/>
              <a:pathLst>
                <a:path extrusionOk="0" h="1271" w="1358">
                  <a:moveTo>
                    <a:pt x="691" y="0"/>
                  </a:moveTo>
                  <a:cubicBezTo>
                    <a:pt x="640" y="0"/>
                    <a:pt x="590" y="6"/>
                    <a:pt x="548" y="20"/>
                  </a:cubicBezTo>
                  <a:cubicBezTo>
                    <a:pt x="489" y="44"/>
                    <a:pt x="441" y="56"/>
                    <a:pt x="394" y="79"/>
                  </a:cubicBezTo>
                  <a:cubicBezTo>
                    <a:pt x="310" y="127"/>
                    <a:pt x="227" y="187"/>
                    <a:pt x="191" y="258"/>
                  </a:cubicBezTo>
                  <a:cubicBezTo>
                    <a:pt x="132" y="341"/>
                    <a:pt x="84" y="425"/>
                    <a:pt x="72" y="520"/>
                  </a:cubicBezTo>
                  <a:cubicBezTo>
                    <a:pt x="1" y="853"/>
                    <a:pt x="239" y="1199"/>
                    <a:pt x="572" y="1258"/>
                  </a:cubicBezTo>
                  <a:cubicBezTo>
                    <a:pt x="614" y="1267"/>
                    <a:pt x="655" y="1271"/>
                    <a:pt x="696" y="1271"/>
                  </a:cubicBezTo>
                  <a:cubicBezTo>
                    <a:pt x="996" y="1271"/>
                    <a:pt x="1270" y="1051"/>
                    <a:pt x="1322" y="758"/>
                  </a:cubicBezTo>
                  <a:cubicBezTo>
                    <a:pt x="1358" y="556"/>
                    <a:pt x="1310" y="365"/>
                    <a:pt x="1191" y="234"/>
                  </a:cubicBezTo>
                  <a:cubicBezTo>
                    <a:pt x="1108" y="163"/>
                    <a:pt x="1036" y="91"/>
                    <a:pt x="953" y="56"/>
                  </a:cubicBezTo>
                  <a:cubicBezTo>
                    <a:pt x="917" y="44"/>
                    <a:pt x="870" y="20"/>
                    <a:pt x="834" y="8"/>
                  </a:cubicBezTo>
                  <a:lnTo>
                    <a:pt x="798" y="8"/>
                  </a:lnTo>
                  <a:cubicBezTo>
                    <a:pt x="764" y="3"/>
                    <a:pt x="727" y="0"/>
                    <a:pt x="69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1" name="Google Shape;3851;p27"/>
            <p:cNvSpPr/>
            <p:nvPr/>
          </p:nvSpPr>
          <p:spPr>
            <a:xfrm>
              <a:off x="3796600" y="1402900"/>
              <a:ext cx="13700" cy="13525"/>
            </a:xfrm>
            <a:custGeom>
              <a:rect b="b" l="l" r="r" t="t"/>
              <a:pathLst>
                <a:path extrusionOk="0" h="541" w="548">
                  <a:moveTo>
                    <a:pt x="290" y="0"/>
                  </a:moveTo>
                  <a:cubicBezTo>
                    <a:pt x="164" y="0"/>
                    <a:pt x="55" y="89"/>
                    <a:pt x="12" y="206"/>
                  </a:cubicBezTo>
                  <a:lnTo>
                    <a:pt x="12" y="242"/>
                  </a:lnTo>
                  <a:cubicBezTo>
                    <a:pt x="0" y="397"/>
                    <a:pt x="72" y="528"/>
                    <a:pt x="226" y="540"/>
                  </a:cubicBezTo>
                  <a:lnTo>
                    <a:pt x="250" y="540"/>
                  </a:lnTo>
                  <a:cubicBezTo>
                    <a:pt x="259" y="540"/>
                    <a:pt x="267" y="541"/>
                    <a:pt x="276" y="541"/>
                  </a:cubicBezTo>
                  <a:cubicBezTo>
                    <a:pt x="385" y="541"/>
                    <a:pt x="480" y="471"/>
                    <a:pt x="524" y="361"/>
                  </a:cubicBezTo>
                  <a:cubicBezTo>
                    <a:pt x="524" y="349"/>
                    <a:pt x="536" y="325"/>
                    <a:pt x="536" y="313"/>
                  </a:cubicBezTo>
                  <a:cubicBezTo>
                    <a:pt x="548" y="242"/>
                    <a:pt x="536" y="170"/>
                    <a:pt x="488" y="123"/>
                  </a:cubicBezTo>
                  <a:cubicBezTo>
                    <a:pt x="476" y="99"/>
                    <a:pt x="465" y="87"/>
                    <a:pt x="453" y="63"/>
                  </a:cubicBezTo>
                  <a:cubicBezTo>
                    <a:pt x="417" y="28"/>
                    <a:pt x="369" y="16"/>
                    <a:pt x="334" y="4"/>
                  </a:cubicBezTo>
                  <a:cubicBezTo>
                    <a:pt x="319" y="1"/>
                    <a:pt x="304" y="0"/>
                    <a:pt x="2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2" name="Google Shape;3852;p27"/>
            <p:cNvSpPr/>
            <p:nvPr/>
          </p:nvSpPr>
          <p:spPr>
            <a:xfrm>
              <a:off x="3563825" y="1305250"/>
              <a:ext cx="12825" cy="13225"/>
            </a:xfrm>
            <a:custGeom>
              <a:rect b="b" l="l" r="r" t="t"/>
              <a:pathLst>
                <a:path extrusionOk="0" h="529" w="513">
                  <a:moveTo>
                    <a:pt x="253" y="0"/>
                  </a:moveTo>
                  <a:cubicBezTo>
                    <a:pt x="208" y="0"/>
                    <a:pt x="161" y="13"/>
                    <a:pt x="108" y="40"/>
                  </a:cubicBezTo>
                  <a:cubicBezTo>
                    <a:pt x="60" y="64"/>
                    <a:pt x="12" y="124"/>
                    <a:pt x="1" y="219"/>
                  </a:cubicBezTo>
                  <a:lnTo>
                    <a:pt x="1" y="338"/>
                  </a:lnTo>
                  <a:lnTo>
                    <a:pt x="1" y="350"/>
                  </a:lnTo>
                  <a:cubicBezTo>
                    <a:pt x="24" y="433"/>
                    <a:pt x="96" y="516"/>
                    <a:pt x="191" y="528"/>
                  </a:cubicBezTo>
                  <a:lnTo>
                    <a:pt x="298" y="528"/>
                  </a:lnTo>
                  <a:cubicBezTo>
                    <a:pt x="322" y="516"/>
                    <a:pt x="370" y="505"/>
                    <a:pt x="393" y="481"/>
                  </a:cubicBezTo>
                  <a:cubicBezTo>
                    <a:pt x="441" y="445"/>
                    <a:pt x="489" y="397"/>
                    <a:pt x="501" y="326"/>
                  </a:cubicBezTo>
                  <a:cubicBezTo>
                    <a:pt x="513" y="266"/>
                    <a:pt x="501" y="183"/>
                    <a:pt x="477" y="147"/>
                  </a:cubicBezTo>
                  <a:cubicBezTo>
                    <a:pt x="441" y="88"/>
                    <a:pt x="370" y="28"/>
                    <a:pt x="298" y="4"/>
                  </a:cubicBezTo>
                  <a:cubicBezTo>
                    <a:pt x="283" y="2"/>
                    <a:pt x="268" y="0"/>
                    <a:pt x="2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3" name="Google Shape;3853;p27"/>
            <p:cNvSpPr/>
            <p:nvPr/>
          </p:nvSpPr>
          <p:spPr>
            <a:xfrm>
              <a:off x="3679325" y="1251700"/>
              <a:ext cx="13400" cy="13375"/>
            </a:xfrm>
            <a:custGeom>
              <a:rect b="b" l="l" r="r" t="t"/>
              <a:pathLst>
                <a:path extrusionOk="0" h="535" w="536">
                  <a:moveTo>
                    <a:pt x="290" y="0"/>
                  </a:moveTo>
                  <a:cubicBezTo>
                    <a:pt x="155" y="0"/>
                    <a:pt x="46" y="99"/>
                    <a:pt x="24" y="218"/>
                  </a:cubicBezTo>
                  <a:cubicBezTo>
                    <a:pt x="0" y="289"/>
                    <a:pt x="24" y="349"/>
                    <a:pt x="48" y="408"/>
                  </a:cubicBezTo>
                  <a:cubicBezTo>
                    <a:pt x="95" y="468"/>
                    <a:pt x="155" y="515"/>
                    <a:pt x="226" y="527"/>
                  </a:cubicBezTo>
                  <a:cubicBezTo>
                    <a:pt x="248" y="532"/>
                    <a:pt x="270" y="535"/>
                    <a:pt x="291" y="535"/>
                  </a:cubicBezTo>
                  <a:cubicBezTo>
                    <a:pt x="416" y="535"/>
                    <a:pt x="516" y="447"/>
                    <a:pt x="536" y="325"/>
                  </a:cubicBezTo>
                  <a:lnTo>
                    <a:pt x="536" y="206"/>
                  </a:lnTo>
                  <a:cubicBezTo>
                    <a:pt x="512" y="111"/>
                    <a:pt x="441" y="39"/>
                    <a:pt x="334" y="3"/>
                  </a:cubicBezTo>
                  <a:cubicBezTo>
                    <a:pt x="319" y="1"/>
                    <a:pt x="304" y="0"/>
                    <a:pt x="2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4" name="Google Shape;3854;p27"/>
            <p:cNvSpPr/>
            <p:nvPr/>
          </p:nvSpPr>
          <p:spPr>
            <a:xfrm>
              <a:off x="3144725" y="1163875"/>
              <a:ext cx="14600" cy="13400"/>
            </a:xfrm>
            <a:custGeom>
              <a:rect b="b" l="l" r="r" t="t"/>
              <a:pathLst>
                <a:path extrusionOk="0" h="536" w="584">
                  <a:moveTo>
                    <a:pt x="294" y="0"/>
                  </a:moveTo>
                  <a:cubicBezTo>
                    <a:pt x="163" y="0"/>
                    <a:pt x="57" y="81"/>
                    <a:pt x="36" y="218"/>
                  </a:cubicBezTo>
                  <a:cubicBezTo>
                    <a:pt x="1" y="361"/>
                    <a:pt x="96" y="504"/>
                    <a:pt x="239" y="528"/>
                  </a:cubicBezTo>
                  <a:cubicBezTo>
                    <a:pt x="261" y="533"/>
                    <a:pt x="282" y="535"/>
                    <a:pt x="303" y="535"/>
                  </a:cubicBezTo>
                  <a:cubicBezTo>
                    <a:pt x="429" y="535"/>
                    <a:pt x="528" y="448"/>
                    <a:pt x="548" y="326"/>
                  </a:cubicBezTo>
                  <a:cubicBezTo>
                    <a:pt x="584" y="171"/>
                    <a:pt x="489" y="40"/>
                    <a:pt x="346" y="4"/>
                  </a:cubicBezTo>
                  <a:cubicBezTo>
                    <a:pt x="328" y="1"/>
                    <a:pt x="311" y="0"/>
                    <a:pt x="29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5" name="Google Shape;3855;p27"/>
            <p:cNvSpPr/>
            <p:nvPr/>
          </p:nvSpPr>
          <p:spPr>
            <a:xfrm>
              <a:off x="3218550" y="1236775"/>
              <a:ext cx="14300" cy="13050"/>
            </a:xfrm>
            <a:custGeom>
              <a:rect b="b" l="l" r="r" t="t"/>
              <a:pathLst>
                <a:path extrusionOk="0" h="522" w="572">
                  <a:moveTo>
                    <a:pt x="284" y="1"/>
                  </a:moveTo>
                  <a:cubicBezTo>
                    <a:pt x="173" y="1"/>
                    <a:pt x="78" y="69"/>
                    <a:pt x="36" y="184"/>
                  </a:cubicBezTo>
                  <a:cubicBezTo>
                    <a:pt x="36" y="207"/>
                    <a:pt x="24" y="219"/>
                    <a:pt x="24" y="219"/>
                  </a:cubicBezTo>
                  <a:cubicBezTo>
                    <a:pt x="0" y="350"/>
                    <a:pt x="84" y="481"/>
                    <a:pt x="238" y="517"/>
                  </a:cubicBezTo>
                  <a:cubicBezTo>
                    <a:pt x="255" y="520"/>
                    <a:pt x="272" y="521"/>
                    <a:pt x="289" y="521"/>
                  </a:cubicBezTo>
                  <a:cubicBezTo>
                    <a:pt x="343" y="521"/>
                    <a:pt x="395" y="506"/>
                    <a:pt x="441" y="469"/>
                  </a:cubicBezTo>
                  <a:cubicBezTo>
                    <a:pt x="488" y="422"/>
                    <a:pt x="536" y="386"/>
                    <a:pt x="548" y="303"/>
                  </a:cubicBezTo>
                  <a:cubicBezTo>
                    <a:pt x="572" y="172"/>
                    <a:pt x="488" y="41"/>
                    <a:pt x="357" y="5"/>
                  </a:cubicBezTo>
                  <a:lnTo>
                    <a:pt x="334" y="5"/>
                  </a:lnTo>
                  <a:cubicBezTo>
                    <a:pt x="317" y="2"/>
                    <a:pt x="300" y="1"/>
                    <a:pt x="28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6" name="Google Shape;3856;p27"/>
            <p:cNvSpPr/>
            <p:nvPr/>
          </p:nvSpPr>
          <p:spPr>
            <a:xfrm>
              <a:off x="3135200" y="1280250"/>
              <a:ext cx="13725" cy="13400"/>
            </a:xfrm>
            <a:custGeom>
              <a:rect b="b" l="l" r="r" t="t"/>
              <a:pathLst>
                <a:path extrusionOk="0" h="536" w="549">
                  <a:moveTo>
                    <a:pt x="277" y="0"/>
                  </a:moveTo>
                  <a:cubicBezTo>
                    <a:pt x="158" y="0"/>
                    <a:pt x="34" y="81"/>
                    <a:pt x="12" y="219"/>
                  </a:cubicBezTo>
                  <a:lnTo>
                    <a:pt x="12" y="242"/>
                  </a:lnTo>
                  <a:cubicBezTo>
                    <a:pt x="1" y="385"/>
                    <a:pt x="84" y="504"/>
                    <a:pt x="215" y="528"/>
                  </a:cubicBezTo>
                  <a:cubicBezTo>
                    <a:pt x="237" y="533"/>
                    <a:pt x="259" y="536"/>
                    <a:pt x="280" y="536"/>
                  </a:cubicBezTo>
                  <a:cubicBezTo>
                    <a:pt x="405" y="536"/>
                    <a:pt x="506" y="448"/>
                    <a:pt x="536" y="326"/>
                  </a:cubicBezTo>
                  <a:cubicBezTo>
                    <a:pt x="548" y="207"/>
                    <a:pt x="501" y="100"/>
                    <a:pt x="393" y="40"/>
                  </a:cubicBezTo>
                  <a:cubicBezTo>
                    <a:pt x="370" y="28"/>
                    <a:pt x="358" y="4"/>
                    <a:pt x="322" y="4"/>
                  </a:cubicBezTo>
                  <a:cubicBezTo>
                    <a:pt x="307" y="2"/>
                    <a:pt x="292" y="0"/>
                    <a:pt x="27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57" name="Google Shape;3857;p27"/>
          <p:cNvGrpSpPr/>
          <p:nvPr/>
        </p:nvGrpSpPr>
        <p:grpSpPr>
          <a:xfrm flipH="1">
            <a:off x="-56" y="28"/>
            <a:ext cx="2361918" cy="1745366"/>
            <a:chOff x="2924750" y="1147900"/>
            <a:chExt cx="1220125" cy="901625"/>
          </a:xfrm>
        </p:grpSpPr>
        <p:sp>
          <p:nvSpPr>
            <p:cNvPr id="3858" name="Google Shape;3858;p27"/>
            <p:cNvSpPr/>
            <p:nvPr/>
          </p:nvSpPr>
          <p:spPr>
            <a:xfrm>
              <a:off x="2925350" y="1181225"/>
              <a:ext cx="175" cy="250"/>
            </a:xfrm>
            <a:custGeom>
              <a:rect b="b" l="l" r="r" t="t"/>
              <a:pathLst>
                <a:path extrusionOk="0" h="10" w="7">
                  <a:moveTo>
                    <a:pt x="1" y="1"/>
                  </a:moveTo>
                  <a:cubicBezTo>
                    <a:pt x="1" y="7"/>
                    <a:pt x="4" y="10"/>
                    <a:pt x="5" y="10"/>
                  </a:cubicBezTo>
                  <a:cubicBezTo>
                    <a:pt x="7" y="10"/>
                    <a:pt x="7" y="7"/>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9" name="Google Shape;3859;p27"/>
            <p:cNvSpPr/>
            <p:nvPr/>
          </p:nvSpPr>
          <p:spPr>
            <a:xfrm>
              <a:off x="2925650" y="1181825"/>
              <a:ext cx="325" cy="400"/>
            </a:xfrm>
            <a:custGeom>
              <a:rect b="b" l="l" r="r" t="t"/>
              <a:pathLst>
                <a:path extrusionOk="0" h="16" w="13">
                  <a:moveTo>
                    <a:pt x="1" y="0"/>
                  </a:moveTo>
                  <a:cubicBezTo>
                    <a:pt x="1" y="10"/>
                    <a:pt x="8" y="12"/>
                    <a:pt x="11" y="12"/>
                  </a:cubicBezTo>
                  <a:lnTo>
                    <a:pt x="11" y="12"/>
                  </a:lnTo>
                  <a:cubicBezTo>
                    <a:pt x="10" y="8"/>
                    <a:pt x="7" y="0"/>
                    <a:pt x="1" y="0"/>
                  </a:cubicBezTo>
                  <a:close/>
                  <a:moveTo>
                    <a:pt x="11" y="12"/>
                  </a:moveTo>
                  <a:lnTo>
                    <a:pt x="11" y="12"/>
                  </a:lnTo>
                  <a:cubicBezTo>
                    <a:pt x="12" y="14"/>
                    <a:pt x="12" y="16"/>
                    <a:pt x="12" y="16"/>
                  </a:cubicBezTo>
                  <a:cubicBezTo>
                    <a:pt x="12" y="16"/>
                    <a:pt x="12" y="15"/>
                    <a:pt x="12" y="12"/>
                  </a:cubicBezTo>
                  <a:cubicBezTo>
                    <a:pt x="12" y="12"/>
                    <a:pt x="12" y="12"/>
                    <a:pt x="11"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0" name="Google Shape;3860;p27"/>
            <p:cNvSpPr/>
            <p:nvPr/>
          </p:nvSpPr>
          <p:spPr>
            <a:xfrm>
              <a:off x="2926250" y="118242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1" name="Google Shape;3861;p27"/>
            <p:cNvSpPr/>
            <p:nvPr/>
          </p:nvSpPr>
          <p:spPr>
            <a:xfrm>
              <a:off x="2924750" y="1179750"/>
              <a:ext cx="25" cy="300"/>
            </a:xfrm>
            <a:custGeom>
              <a:rect b="b" l="l" r="r" t="t"/>
              <a:pathLst>
                <a:path extrusionOk="0" h="12" w="1">
                  <a:moveTo>
                    <a:pt x="1" y="0"/>
                  </a:moveTo>
                  <a:lnTo>
                    <a:pt x="1" y="0"/>
                  </a:lnTo>
                  <a:lnTo>
                    <a:pt x="1" y="12"/>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2" name="Google Shape;3862;p27"/>
            <p:cNvSpPr/>
            <p:nvPr/>
          </p:nvSpPr>
          <p:spPr>
            <a:xfrm>
              <a:off x="2925350" y="1181225"/>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3" name="Google Shape;3863;p27"/>
            <p:cNvSpPr/>
            <p:nvPr/>
          </p:nvSpPr>
          <p:spPr>
            <a:xfrm>
              <a:off x="2931900" y="1162175"/>
              <a:ext cx="86650" cy="19375"/>
            </a:xfrm>
            <a:custGeom>
              <a:rect b="b" l="l" r="r" t="t"/>
              <a:pathLst>
                <a:path extrusionOk="0" h="775" w="3466">
                  <a:moveTo>
                    <a:pt x="3465" y="1"/>
                  </a:moveTo>
                  <a:lnTo>
                    <a:pt x="1" y="524"/>
                  </a:lnTo>
                  <a:lnTo>
                    <a:pt x="1" y="608"/>
                  </a:lnTo>
                  <a:lnTo>
                    <a:pt x="274" y="775"/>
                  </a:lnTo>
                  <a:lnTo>
                    <a:pt x="3382" y="298"/>
                  </a:lnTo>
                  <a:lnTo>
                    <a:pt x="346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4" name="Google Shape;3864;p27"/>
            <p:cNvSpPr/>
            <p:nvPr/>
          </p:nvSpPr>
          <p:spPr>
            <a:xfrm>
              <a:off x="3024175" y="1148200"/>
              <a:ext cx="134275" cy="20250"/>
            </a:xfrm>
            <a:custGeom>
              <a:rect b="b" l="l" r="r" t="t"/>
              <a:pathLst>
                <a:path extrusionOk="0" h="810" w="5371">
                  <a:moveTo>
                    <a:pt x="3489" y="0"/>
                  </a:moveTo>
                  <a:lnTo>
                    <a:pt x="72" y="512"/>
                  </a:lnTo>
                  <a:lnTo>
                    <a:pt x="1" y="810"/>
                  </a:lnTo>
                  <a:lnTo>
                    <a:pt x="53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5" name="Google Shape;3865;p27"/>
            <p:cNvSpPr/>
            <p:nvPr/>
          </p:nvSpPr>
          <p:spPr>
            <a:xfrm>
              <a:off x="3114950" y="1293450"/>
              <a:ext cx="203925" cy="127125"/>
            </a:xfrm>
            <a:custGeom>
              <a:rect b="b" l="l" r="r" t="t"/>
              <a:pathLst>
                <a:path extrusionOk="0" h="5085" w="8157">
                  <a:moveTo>
                    <a:pt x="287" y="0"/>
                  </a:moveTo>
                  <a:lnTo>
                    <a:pt x="1" y="155"/>
                  </a:lnTo>
                  <a:lnTo>
                    <a:pt x="8050" y="5084"/>
                  </a:lnTo>
                  <a:cubicBezTo>
                    <a:pt x="8073" y="4989"/>
                    <a:pt x="8109" y="4918"/>
                    <a:pt x="8157" y="4858"/>
                  </a:cubicBezTo>
                  <a:lnTo>
                    <a:pt x="8109" y="4798"/>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6" name="Google Shape;3866;p27"/>
            <p:cNvSpPr/>
            <p:nvPr/>
          </p:nvSpPr>
          <p:spPr>
            <a:xfrm>
              <a:off x="2925950" y="1177350"/>
              <a:ext cx="77425" cy="50325"/>
            </a:xfrm>
            <a:custGeom>
              <a:rect b="b" l="l" r="r" t="t"/>
              <a:pathLst>
                <a:path extrusionOk="0" h="2013" w="3097">
                  <a:moveTo>
                    <a:pt x="0" y="179"/>
                  </a:moveTo>
                  <a:cubicBezTo>
                    <a:pt x="25" y="196"/>
                    <a:pt x="44" y="207"/>
                    <a:pt x="66" y="212"/>
                  </a:cubicBezTo>
                  <a:lnTo>
                    <a:pt x="66" y="212"/>
                  </a:lnTo>
                  <a:lnTo>
                    <a:pt x="12" y="179"/>
                  </a:lnTo>
                  <a:close/>
                  <a:moveTo>
                    <a:pt x="239" y="1"/>
                  </a:moveTo>
                  <a:lnTo>
                    <a:pt x="239" y="84"/>
                  </a:lnTo>
                  <a:cubicBezTo>
                    <a:pt x="239" y="150"/>
                    <a:pt x="188" y="216"/>
                    <a:pt x="114" y="216"/>
                  </a:cubicBezTo>
                  <a:cubicBezTo>
                    <a:pt x="108" y="216"/>
                    <a:pt x="102" y="216"/>
                    <a:pt x="96" y="215"/>
                  </a:cubicBezTo>
                  <a:cubicBezTo>
                    <a:pt x="85" y="215"/>
                    <a:pt x="75" y="214"/>
                    <a:pt x="66" y="212"/>
                  </a:cubicBezTo>
                  <a:lnTo>
                    <a:pt x="66" y="212"/>
                  </a:lnTo>
                  <a:lnTo>
                    <a:pt x="3025" y="2013"/>
                  </a:lnTo>
                  <a:lnTo>
                    <a:pt x="3096" y="1727"/>
                  </a:lnTo>
                  <a:lnTo>
                    <a:pt x="512" y="168"/>
                  </a:ln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7" name="Google Shape;3867;p27"/>
            <p:cNvSpPr/>
            <p:nvPr/>
          </p:nvSpPr>
          <p:spPr>
            <a:xfrm>
              <a:off x="3007800" y="1224975"/>
              <a:ext cx="107175" cy="68200"/>
            </a:xfrm>
            <a:custGeom>
              <a:rect b="b" l="l" r="r" t="t"/>
              <a:pathLst>
                <a:path extrusionOk="0" h="2728" w="4287">
                  <a:moveTo>
                    <a:pt x="72" y="1"/>
                  </a:moveTo>
                  <a:lnTo>
                    <a:pt x="1" y="287"/>
                  </a:lnTo>
                  <a:lnTo>
                    <a:pt x="4001" y="2727"/>
                  </a:lnTo>
                  <a:lnTo>
                    <a:pt x="4287" y="2584"/>
                  </a:lnTo>
                  <a:lnTo>
                    <a:pt x="7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8" name="Google Shape;3868;p27"/>
            <p:cNvSpPr/>
            <p:nvPr/>
          </p:nvSpPr>
          <p:spPr>
            <a:xfrm>
              <a:off x="2924750" y="1180025"/>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9" name="Google Shape;3869;p27"/>
            <p:cNvSpPr/>
            <p:nvPr/>
          </p:nvSpPr>
          <p:spPr>
            <a:xfrm>
              <a:off x="2926250" y="1182425"/>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0" name="Google Shape;3870;p27"/>
            <p:cNvSpPr/>
            <p:nvPr/>
          </p:nvSpPr>
          <p:spPr>
            <a:xfrm>
              <a:off x="2925350" y="1181225"/>
              <a:ext cx="25" cy="325"/>
            </a:xfrm>
            <a:custGeom>
              <a:rect b="b" l="l" r="r" t="t"/>
              <a:pathLst>
                <a:path extrusionOk="0" h="13" w="1">
                  <a:moveTo>
                    <a:pt x="1" y="1"/>
                  </a:moveTo>
                  <a:lnTo>
                    <a:pt x="1" y="1"/>
                  </a:lnTo>
                  <a:lnTo>
                    <a:pt x="1" y="1"/>
                  </a:lnTo>
                  <a:cubicBezTo>
                    <a:pt x="1" y="1"/>
                    <a:pt x="1" y="13"/>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1" name="Google Shape;3871;p27"/>
            <p:cNvSpPr/>
            <p:nvPr/>
          </p:nvSpPr>
          <p:spPr>
            <a:xfrm>
              <a:off x="2924750" y="1148200"/>
              <a:ext cx="7175" cy="34850"/>
            </a:xfrm>
            <a:custGeom>
              <a:rect b="b" l="l" r="r" t="t"/>
              <a:pathLst>
                <a:path extrusionOk="0" h="1394" w="287">
                  <a:moveTo>
                    <a:pt x="1" y="0"/>
                  </a:moveTo>
                  <a:lnTo>
                    <a:pt x="1" y="1250"/>
                  </a:lnTo>
                  <a:lnTo>
                    <a:pt x="1" y="1262"/>
                  </a:lnTo>
                  <a:lnTo>
                    <a:pt x="1" y="1274"/>
                  </a:lnTo>
                  <a:lnTo>
                    <a:pt x="1" y="1286"/>
                  </a:lnTo>
                  <a:lnTo>
                    <a:pt x="1" y="1310"/>
                  </a:lnTo>
                  <a:lnTo>
                    <a:pt x="1" y="1322"/>
                  </a:lnTo>
                  <a:lnTo>
                    <a:pt x="1" y="1334"/>
                  </a:lnTo>
                  <a:lnTo>
                    <a:pt x="1" y="1345"/>
                  </a:lnTo>
                  <a:lnTo>
                    <a:pt x="25" y="1357"/>
                  </a:lnTo>
                  <a:cubicBezTo>
                    <a:pt x="48" y="1381"/>
                    <a:pt x="84" y="1393"/>
                    <a:pt x="108" y="1393"/>
                  </a:cubicBezTo>
                  <a:cubicBezTo>
                    <a:pt x="227" y="1393"/>
                    <a:pt x="287" y="1334"/>
                    <a:pt x="287" y="1250"/>
                  </a:cubicBezTo>
                  <a:lnTo>
                    <a:pt x="287" y="1167"/>
                  </a:lnTo>
                  <a:lnTo>
                    <a:pt x="287" y="1083"/>
                  </a:lnTo>
                  <a:lnTo>
                    <a:pt x="28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2" name="Google Shape;3872;p27"/>
            <p:cNvSpPr/>
            <p:nvPr/>
          </p:nvSpPr>
          <p:spPr>
            <a:xfrm>
              <a:off x="2963750" y="1147900"/>
              <a:ext cx="65800" cy="224750"/>
            </a:xfrm>
            <a:custGeom>
              <a:rect b="b" l="l" r="r" t="t"/>
              <a:pathLst>
                <a:path extrusionOk="0" h="8990" w="2632">
                  <a:moveTo>
                    <a:pt x="2334" y="0"/>
                  </a:moveTo>
                  <a:lnTo>
                    <a:pt x="2179" y="572"/>
                  </a:lnTo>
                  <a:lnTo>
                    <a:pt x="2108" y="869"/>
                  </a:lnTo>
                  <a:lnTo>
                    <a:pt x="1572" y="2917"/>
                  </a:lnTo>
                  <a:lnTo>
                    <a:pt x="1489" y="3203"/>
                  </a:lnTo>
                  <a:lnTo>
                    <a:pt x="1" y="8989"/>
                  </a:lnTo>
                  <a:cubicBezTo>
                    <a:pt x="24" y="8954"/>
                    <a:pt x="48" y="8906"/>
                    <a:pt x="96" y="8882"/>
                  </a:cubicBezTo>
                  <a:lnTo>
                    <a:pt x="382" y="8727"/>
                  </a:lnTo>
                  <a:lnTo>
                    <a:pt x="1763" y="3370"/>
                  </a:lnTo>
                  <a:lnTo>
                    <a:pt x="1834" y="3084"/>
                  </a:lnTo>
                  <a:lnTo>
                    <a:pt x="2418" y="822"/>
                  </a:lnTo>
                  <a:lnTo>
                    <a:pt x="2489" y="524"/>
                  </a:lnTo>
                  <a:lnTo>
                    <a:pt x="263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3" name="Google Shape;3873;p27"/>
            <p:cNvSpPr/>
            <p:nvPr/>
          </p:nvSpPr>
          <p:spPr>
            <a:xfrm>
              <a:off x="3178350" y="1148775"/>
              <a:ext cx="49150" cy="83375"/>
            </a:xfrm>
            <a:custGeom>
              <a:rect b="b" l="l" r="r" t="t"/>
              <a:pathLst>
                <a:path extrusionOk="0" h="3335" w="1966">
                  <a:moveTo>
                    <a:pt x="239" y="1"/>
                  </a:moveTo>
                  <a:cubicBezTo>
                    <a:pt x="180" y="72"/>
                    <a:pt x="84" y="120"/>
                    <a:pt x="1" y="156"/>
                  </a:cubicBezTo>
                  <a:lnTo>
                    <a:pt x="1704" y="3335"/>
                  </a:lnTo>
                  <a:lnTo>
                    <a:pt x="1965" y="3204"/>
                  </a:lnTo>
                  <a:lnTo>
                    <a:pt x="2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4" name="Google Shape;3874;p27"/>
            <p:cNvSpPr/>
            <p:nvPr/>
          </p:nvSpPr>
          <p:spPr>
            <a:xfrm>
              <a:off x="3226875" y="1235100"/>
              <a:ext cx="97950" cy="179800"/>
            </a:xfrm>
            <a:custGeom>
              <a:rect b="b" l="l" r="r" t="t"/>
              <a:pathLst>
                <a:path extrusionOk="0" h="7192" w="3918">
                  <a:moveTo>
                    <a:pt x="144" y="1"/>
                  </a:moveTo>
                  <a:lnTo>
                    <a:pt x="1" y="72"/>
                  </a:lnTo>
                  <a:cubicBezTo>
                    <a:pt x="144" y="108"/>
                    <a:pt x="227" y="239"/>
                    <a:pt x="203" y="370"/>
                  </a:cubicBezTo>
                  <a:cubicBezTo>
                    <a:pt x="179" y="453"/>
                    <a:pt x="155" y="489"/>
                    <a:pt x="96" y="536"/>
                  </a:cubicBezTo>
                  <a:lnTo>
                    <a:pt x="3632" y="7132"/>
                  </a:lnTo>
                  <a:lnTo>
                    <a:pt x="3668" y="7192"/>
                  </a:lnTo>
                  <a:cubicBezTo>
                    <a:pt x="3727" y="7121"/>
                    <a:pt x="3811" y="7073"/>
                    <a:pt x="3918" y="7061"/>
                  </a:cubicBezTo>
                  <a:lnTo>
                    <a:pt x="14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5" name="Google Shape;3875;p27"/>
            <p:cNvSpPr/>
            <p:nvPr/>
          </p:nvSpPr>
          <p:spPr>
            <a:xfrm>
              <a:off x="3496850" y="1223200"/>
              <a:ext cx="70575" cy="90500"/>
            </a:xfrm>
            <a:custGeom>
              <a:rect b="b" l="l" r="r" t="t"/>
              <a:pathLst>
                <a:path extrusionOk="0" h="3620" w="2823">
                  <a:moveTo>
                    <a:pt x="179" y="0"/>
                  </a:moveTo>
                  <a:lnTo>
                    <a:pt x="1" y="227"/>
                  </a:lnTo>
                  <a:lnTo>
                    <a:pt x="2691" y="3620"/>
                  </a:lnTo>
                  <a:cubicBezTo>
                    <a:pt x="2680" y="3572"/>
                    <a:pt x="2680" y="3548"/>
                    <a:pt x="2691" y="3501"/>
                  </a:cubicBezTo>
                  <a:cubicBezTo>
                    <a:pt x="2703" y="3429"/>
                    <a:pt x="2751" y="3346"/>
                    <a:pt x="2822" y="3322"/>
                  </a:cubicBez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6" name="Google Shape;3876;p27"/>
            <p:cNvSpPr/>
            <p:nvPr/>
          </p:nvSpPr>
          <p:spPr>
            <a:xfrm>
              <a:off x="3568875" y="1316375"/>
              <a:ext cx="104225" cy="127100"/>
            </a:xfrm>
            <a:custGeom>
              <a:rect b="b" l="l" r="r" t="t"/>
              <a:pathLst>
                <a:path extrusionOk="0" h="5084" w="4169">
                  <a:moveTo>
                    <a:pt x="275" y="0"/>
                  </a:moveTo>
                  <a:lnTo>
                    <a:pt x="227" y="12"/>
                  </a:lnTo>
                  <a:cubicBezTo>
                    <a:pt x="191" y="24"/>
                    <a:pt x="168" y="36"/>
                    <a:pt x="120" y="60"/>
                  </a:cubicBezTo>
                  <a:lnTo>
                    <a:pt x="1" y="119"/>
                  </a:lnTo>
                  <a:lnTo>
                    <a:pt x="3942" y="5084"/>
                  </a:lnTo>
                  <a:cubicBezTo>
                    <a:pt x="4001" y="5013"/>
                    <a:pt x="4085" y="4953"/>
                    <a:pt x="4168" y="4905"/>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7" name="Google Shape;3877;p27"/>
            <p:cNvSpPr/>
            <p:nvPr/>
          </p:nvSpPr>
          <p:spPr>
            <a:xfrm>
              <a:off x="3432250" y="1148200"/>
              <a:ext cx="64625" cy="75025"/>
            </a:xfrm>
            <a:custGeom>
              <a:rect b="b" l="l" r="r" t="t"/>
              <a:pathLst>
                <a:path extrusionOk="0" h="3001" w="2585">
                  <a:moveTo>
                    <a:pt x="1" y="0"/>
                  </a:moveTo>
                  <a:lnTo>
                    <a:pt x="2406" y="3000"/>
                  </a:lnTo>
                  <a:lnTo>
                    <a:pt x="2585" y="2774"/>
                  </a:lnTo>
                  <a:lnTo>
                    <a:pt x="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8" name="Google Shape;3878;p27"/>
            <p:cNvSpPr/>
            <p:nvPr/>
          </p:nvSpPr>
          <p:spPr>
            <a:xfrm>
              <a:off x="2964350" y="1148200"/>
              <a:ext cx="427150" cy="226525"/>
            </a:xfrm>
            <a:custGeom>
              <a:rect b="b" l="l" r="r" t="t"/>
              <a:pathLst>
                <a:path extrusionOk="0" h="9061" w="17086">
                  <a:moveTo>
                    <a:pt x="16491" y="0"/>
                  </a:moveTo>
                  <a:lnTo>
                    <a:pt x="10502" y="3227"/>
                  </a:lnTo>
                  <a:lnTo>
                    <a:pt x="10252" y="3358"/>
                  </a:lnTo>
                  <a:lnTo>
                    <a:pt x="6025" y="5655"/>
                  </a:lnTo>
                  <a:lnTo>
                    <a:pt x="5739" y="5798"/>
                  </a:lnTo>
                  <a:lnTo>
                    <a:pt x="358" y="8703"/>
                  </a:lnTo>
                  <a:lnTo>
                    <a:pt x="72" y="8846"/>
                  </a:lnTo>
                  <a:cubicBezTo>
                    <a:pt x="24" y="8882"/>
                    <a:pt x="0" y="8930"/>
                    <a:pt x="0" y="8965"/>
                  </a:cubicBezTo>
                  <a:lnTo>
                    <a:pt x="72" y="8965"/>
                  </a:lnTo>
                  <a:cubicBezTo>
                    <a:pt x="143" y="8989"/>
                    <a:pt x="203" y="9013"/>
                    <a:pt x="262" y="9061"/>
                  </a:cubicBezTo>
                  <a:lnTo>
                    <a:pt x="6013" y="5953"/>
                  </a:lnTo>
                  <a:lnTo>
                    <a:pt x="6299" y="5798"/>
                  </a:lnTo>
                  <a:lnTo>
                    <a:pt x="6846" y="5536"/>
                  </a:lnTo>
                  <a:lnTo>
                    <a:pt x="6846" y="5501"/>
                  </a:lnTo>
                  <a:cubicBezTo>
                    <a:pt x="6867" y="5378"/>
                    <a:pt x="6975" y="5291"/>
                    <a:pt x="7095" y="5291"/>
                  </a:cubicBezTo>
                  <a:cubicBezTo>
                    <a:pt x="7115" y="5291"/>
                    <a:pt x="7136" y="5293"/>
                    <a:pt x="7156" y="5298"/>
                  </a:cubicBezTo>
                  <a:cubicBezTo>
                    <a:pt x="7192" y="5298"/>
                    <a:pt x="7216" y="5310"/>
                    <a:pt x="7227" y="5322"/>
                  </a:cubicBezTo>
                  <a:lnTo>
                    <a:pt x="10204" y="3715"/>
                  </a:lnTo>
                  <a:cubicBezTo>
                    <a:pt x="10246" y="3609"/>
                    <a:pt x="10344" y="3532"/>
                    <a:pt x="10457" y="3532"/>
                  </a:cubicBezTo>
                  <a:cubicBezTo>
                    <a:pt x="10472" y="3532"/>
                    <a:pt x="10487" y="3533"/>
                    <a:pt x="10502" y="3536"/>
                  </a:cubicBezTo>
                  <a:lnTo>
                    <a:pt x="10525" y="3536"/>
                  </a:lnTo>
                  <a:lnTo>
                    <a:pt x="10656" y="3465"/>
                  </a:lnTo>
                  <a:lnTo>
                    <a:pt x="170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9" name="Google Shape;3879;p27"/>
            <p:cNvSpPr/>
            <p:nvPr/>
          </p:nvSpPr>
          <p:spPr>
            <a:xfrm>
              <a:off x="3321825" y="1432750"/>
              <a:ext cx="8375" cy="4325"/>
            </a:xfrm>
            <a:custGeom>
              <a:rect b="b" l="l" r="r" t="t"/>
              <a:pathLst>
                <a:path extrusionOk="0" h="173" w="335">
                  <a:moveTo>
                    <a:pt x="13" y="0"/>
                  </a:moveTo>
                  <a:lnTo>
                    <a:pt x="13" y="0"/>
                  </a:lnTo>
                  <a:cubicBezTo>
                    <a:pt x="1" y="60"/>
                    <a:pt x="13" y="119"/>
                    <a:pt x="60" y="143"/>
                  </a:cubicBezTo>
                  <a:cubicBezTo>
                    <a:pt x="85" y="163"/>
                    <a:pt x="116" y="173"/>
                    <a:pt x="147" y="173"/>
                  </a:cubicBezTo>
                  <a:cubicBezTo>
                    <a:pt x="189" y="173"/>
                    <a:pt x="230" y="154"/>
                    <a:pt x="251" y="119"/>
                  </a:cubicBezTo>
                  <a:lnTo>
                    <a:pt x="334" y="24"/>
                  </a:lnTo>
                  <a:lnTo>
                    <a:pt x="334" y="24"/>
                  </a:lnTo>
                  <a:cubicBezTo>
                    <a:pt x="291" y="42"/>
                    <a:pt x="234" y="53"/>
                    <a:pt x="184" y="53"/>
                  </a:cubicBezTo>
                  <a:cubicBezTo>
                    <a:pt x="165" y="53"/>
                    <a:pt x="148" y="51"/>
                    <a:pt x="132" y="48"/>
                  </a:cubicBezTo>
                  <a:cubicBezTo>
                    <a:pt x="96" y="24"/>
                    <a:pt x="48" y="12"/>
                    <a:pt x="13"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0" name="Google Shape;3880;p27"/>
            <p:cNvSpPr/>
            <p:nvPr/>
          </p:nvSpPr>
          <p:spPr>
            <a:xfrm>
              <a:off x="3335825" y="1148200"/>
              <a:ext cx="226825" cy="267000"/>
            </a:xfrm>
            <a:custGeom>
              <a:rect b="b" l="l" r="r" t="t"/>
              <a:pathLst>
                <a:path extrusionOk="0" h="10680" w="9073">
                  <a:moveTo>
                    <a:pt x="8704" y="0"/>
                  </a:moveTo>
                  <a:lnTo>
                    <a:pt x="6442" y="2774"/>
                  </a:lnTo>
                  <a:lnTo>
                    <a:pt x="6251" y="3000"/>
                  </a:lnTo>
                  <a:lnTo>
                    <a:pt x="0" y="10680"/>
                  </a:lnTo>
                  <a:lnTo>
                    <a:pt x="0" y="10680"/>
                  </a:lnTo>
                  <a:lnTo>
                    <a:pt x="560" y="10442"/>
                  </a:lnTo>
                  <a:lnTo>
                    <a:pt x="6442" y="3227"/>
                  </a:lnTo>
                  <a:lnTo>
                    <a:pt x="6620" y="3000"/>
                  </a:lnTo>
                  <a:lnTo>
                    <a:pt x="907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1" name="Google Shape;3881;p27"/>
            <p:cNvSpPr/>
            <p:nvPr/>
          </p:nvSpPr>
          <p:spPr>
            <a:xfrm>
              <a:off x="3867725" y="1148200"/>
              <a:ext cx="46775" cy="39000"/>
            </a:xfrm>
            <a:custGeom>
              <a:rect b="b" l="l" r="r" t="t"/>
              <a:pathLst>
                <a:path extrusionOk="0" h="1560" w="1871">
                  <a:moveTo>
                    <a:pt x="1" y="0"/>
                  </a:moveTo>
                  <a:lnTo>
                    <a:pt x="1668" y="1560"/>
                  </a:lnTo>
                  <a:cubicBezTo>
                    <a:pt x="1727" y="1488"/>
                    <a:pt x="1787" y="1429"/>
                    <a:pt x="1870" y="1381"/>
                  </a:cubicBezTo>
                  <a:lnTo>
                    <a:pt x="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2" name="Google Shape;3882;p27"/>
            <p:cNvSpPr/>
            <p:nvPr/>
          </p:nvSpPr>
          <p:spPr>
            <a:xfrm>
              <a:off x="3688250" y="1330350"/>
              <a:ext cx="105100" cy="114625"/>
            </a:xfrm>
            <a:custGeom>
              <a:rect b="b" l="l" r="r" t="t"/>
              <a:pathLst>
                <a:path extrusionOk="0" h="4585" w="4204">
                  <a:moveTo>
                    <a:pt x="4156" y="1"/>
                  </a:moveTo>
                  <a:lnTo>
                    <a:pt x="0" y="4406"/>
                  </a:lnTo>
                  <a:cubicBezTo>
                    <a:pt x="84" y="4454"/>
                    <a:pt x="143" y="4513"/>
                    <a:pt x="179" y="4585"/>
                  </a:cubicBezTo>
                  <a:lnTo>
                    <a:pt x="238" y="4573"/>
                  </a:lnTo>
                  <a:lnTo>
                    <a:pt x="4203" y="370"/>
                  </a:lnTo>
                  <a:lnTo>
                    <a:pt x="415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3" name="Google Shape;3883;p27"/>
            <p:cNvSpPr/>
            <p:nvPr/>
          </p:nvSpPr>
          <p:spPr>
            <a:xfrm>
              <a:off x="3798375" y="1205350"/>
              <a:ext cx="116125" cy="127400"/>
            </a:xfrm>
            <a:custGeom>
              <a:rect b="b" l="l" r="r" t="t"/>
              <a:pathLst>
                <a:path extrusionOk="0" h="5096" w="4645">
                  <a:moveTo>
                    <a:pt x="4442" y="0"/>
                  </a:moveTo>
                  <a:lnTo>
                    <a:pt x="1" y="4715"/>
                  </a:lnTo>
                  <a:lnTo>
                    <a:pt x="48" y="5096"/>
                  </a:lnTo>
                  <a:lnTo>
                    <a:pt x="4644" y="191"/>
                  </a:lnTo>
                  <a:cubicBezTo>
                    <a:pt x="4561" y="155"/>
                    <a:pt x="4489" y="95"/>
                    <a:pt x="444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4" name="Google Shape;3884;p27"/>
            <p:cNvSpPr/>
            <p:nvPr/>
          </p:nvSpPr>
          <p:spPr>
            <a:xfrm>
              <a:off x="3335825" y="1313675"/>
              <a:ext cx="235775" cy="107500"/>
            </a:xfrm>
            <a:custGeom>
              <a:rect b="b" l="l" r="r" t="t"/>
              <a:pathLst>
                <a:path extrusionOk="0" h="4300" w="9431">
                  <a:moveTo>
                    <a:pt x="9132" y="1"/>
                  </a:moveTo>
                  <a:lnTo>
                    <a:pt x="560" y="3823"/>
                  </a:lnTo>
                  <a:lnTo>
                    <a:pt x="0" y="4073"/>
                  </a:lnTo>
                  <a:cubicBezTo>
                    <a:pt x="48" y="4132"/>
                    <a:pt x="84" y="4204"/>
                    <a:pt x="96" y="4287"/>
                  </a:cubicBezTo>
                  <a:lnTo>
                    <a:pt x="215" y="4299"/>
                  </a:lnTo>
                  <a:lnTo>
                    <a:pt x="9311" y="239"/>
                  </a:lnTo>
                  <a:lnTo>
                    <a:pt x="9430" y="179"/>
                  </a:lnTo>
                  <a:cubicBezTo>
                    <a:pt x="9406" y="179"/>
                    <a:pt x="9382" y="185"/>
                    <a:pt x="9359" y="185"/>
                  </a:cubicBezTo>
                  <a:cubicBezTo>
                    <a:pt x="9347" y="185"/>
                    <a:pt x="9335" y="183"/>
                    <a:pt x="9323" y="179"/>
                  </a:cubicBezTo>
                  <a:cubicBezTo>
                    <a:pt x="9216" y="168"/>
                    <a:pt x="9144" y="84"/>
                    <a:pt x="9132"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5" name="Google Shape;3885;p27"/>
            <p:cNvSpPr/>
            <p:nvPr/>
          </p:nvSpPr>
          <p:spPr>
            <a:xfrm>
              <a:off x="3573950" y="1221400"/>
              <a:ext cx="200050" cy="95575"/>
            </a:xfrm>
            <a:custGeom>
              <a:rect b="b" l="l" r="r" t="t"/>
              <a:pathLst>
                <a:path extrusionOk="0" h="3823" w="8002">
                  <a:moveTo>
                    <a:pt x="7894" y="1"/>
                  </a:moveTo>
                  <a:lnTo>
                    <a:pt x="4739" y="1418"/>
                  </a:lnTo>
                  <a:cubicBezTo>
                    <a:pt x="4751" y="1453"/>
                    <a:pt x="4751" y="1489"/>
                    <a:pt x="4739" y="1537"/>
                  </a:cubicBezTo>
                  <a:cubicBezTo>
                    <a:pt x="4708" y="1659"/>
                    <a:pt x="4608" y="1747"/>
                    <a:pt x="4490" y="1747"/>
                  </a:cubicBezTo>
                  <a:cubicBezTo>
                    <a:pt x="4470" y="1747"/>
                    <a:pt x="4450" y="1744"/>
                    <a:pt x="4429" y="1739"/>
                  </a:cubicBezTo>
                  <a:cubicBezTo>
                    <a:pt x="4346" y="1727"/>
                    <a:pt x="4287" y="1680"/>
                    <a:pt x="4251" y="1620"/>
                  </a:cubicBezTo>
                  <a:lnTo>
                    <a:pt x="48" y="3478"/>
                  </a:lnTo>
                  <a:cubicBezTo>
                    <a:pt x="108" y="3537"/>
                    <a:pt x="131" y="3597"/>
                    <a:pt x="108" y="3656"/>
                  </a:cubicBezTo>
                  <a:cubicBezTo>
                    <a:pt x="96" y="3739"/>
                    <a:pt x="72" y="3775"/>
                    <a:pt x="0" y="3823"/>
                  </a:cubicBezTo>
                  <a:lnTo>
                    <a:pt x="48" y="3811"/>
                  </a:lnTo>
                  <a:lnTo>
                    <a:pt x="8001" y="263"/>
                  </a:lnTo>
                  <a:cubicBezTo>
                    <a:pt x="7942" y="191"/>
                    <a:pt x="7894" y="108"/>
                    <a:pt x="789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6" name="Google Shape;3886;p27"/>
            <p:cNvSpPr/>
            <p:nvPr/>
          </p:nvSpPr>
          <p:spPr>
            <a:xfrm>
              <a:off x="3336725" y="1420550"/>
              <a:ext cx="327425" cy="35725"/>
            </a:xfrm>
            <a:custGeom>
              <a:rect b="b" l="l" r="r" t="t"/>
              <a:pathLst>
                <a:path extrusionOk="0" h="1429" w="13097">
                  <a:moveTo>
                    <a:pt x="48" y="0"/>
                  </a:moveTo>
                  <a:cubicBezTo>
                    <a:pt x="60" y="36"/>
                    <a:pt x="60" y="95"/>
                    <a:pt x="48" y="155"/>
                  </a:cubicBezTo>
                  <a:cubicBezTo>
                    <a:pt x="36" y="203"/>
                    <a:pt x="12" y="250"/>
                    <a:pt x="0" y="274"/>
                  </a:cubicBezTo>
                  <a:lnTo>
                    <a:pt x="13073" y="1429"/>
                  </a:lnTo>
                  <a:cubicBezTo>
                    <a:pt x="13073" y="1369"/>
                    <a:pt x="13073" y="1286"/>
                    <a:pt x="13085" y="1215"/>
                  </a:cubicBezTo>
                  <a:cubicBezTo>
                    <a:pt x="13085" y="1191"/>
                    <a:pt x="13097" y="1167"/>
                    <a:pt x="13097" y="1143"/>
                  </a:cubicBezTo>
                  <a:lnTo>
                    <a:pt x="167" y="12"/>
                  </a:lnTo>
                  <a:lnTo>
                    <a:pt x="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7" name="Google Shape;3887;p27"/>
            <p:cNvSpPr/>
            <p:nvPr/>
          </p:nvSpPr>
          <p:spPr>
            <a:xfrm>
              <a:off x="3331050" y="1428575"/>
              <a:ext cx="531350" cy="595650"/>
            </a:xfrm>
            <a:custGeom>
              <a:rect b="b" l="l" r="r" t="t"/>
              <a:pathLst>
                <a:path extrusionOk="0" h="23826" w="21254">
                  <a:moveTo>
                    <a:pt x="227" y="1"/>
                  </a:moveTo>
                  <a:cubicBezTo>
                    <a:pt x="179" y="96"/>
                    <a:pt x="96" y="155"/>
                    <a:pt x="1" y="179"/>
                  </a:cubicBezTo>
                  <a:lnTo>
                    <a:pt x="21027" y="23825"/>
                  </a:lnTo>
                  <a:cubicBezTo>
                    <a:pt x="21099" y="23754"/>
                    <a:pt x="21170" y="23694"/>
                    <a:pt x="21254" y="23646"/>
                  </a:cubicBezTo>
                  <a:lnTo>
                    <a:pt x="22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8" name="Google Shape;3888;p27"/>
            <p:cNvSpPr/>
            <p:nvPr/>
          </p:nvSpPr>
          <p:spPr>
            <a:xfrm>
              <a:off x="3684975" y="1465200"/>
              <a:ext cx="135150" cy="215225"/>
            </a:xfrm>
            <a:custGeom>
              <a:rect b="b" l="l" r="r" t="t"/>
              <a:pathLst>
                <a:path extrusionOk="0" h="8609" w="5406">
                  <a:moveTo>
                    <a:pt x="239" y="0"/>
                  </a:moveTo>
                  <a:cubicBezTo>
                    <a:pt x="179" y="72"/>
                    <a:pt x="96" y="119"/>
                    <a:pt x="0" y="143"/>
                  </a:cubicBezTo>
                  <a:lnTo>
                    <a:pt x="5168" y="8608"/>
                  </a:lnTo>
                  <a:cubicBezTo>
                    <a:pt x="5239" y="8549"/>
                    <a:pt x="5311" y="8513"/>
                    <a:pt x="5406" y="8465"/>
                  </a:cubicBez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9" name="Google Shape;3889;p27"/>
            <p:cNvSpPr/>
            <p:nvPr/>
          </p:nvSpPr>
          <p:spPr>
            <a:xfrm>
              <a:off x="3807000" y="1404475"/>
              <a:ext cx="1525" cy="1800"/>
            </a:xfrm>
            <a:custGeom>
              <a:rect b="b" l="l" r="r" t="t"/>
              <a:pathLst>
                <a:path extrusionOk="0" h="72" w="61">
                  <a:moveTo>
                    <a:pt x="49" y="0"/>
                  </a:moveTo>
                  <a:lnTo>
                    <a:pt x="1" y="12"/>
                  </a:lnTo>
                  <a:cubicBezTo>
                    <a:pt x="33" y="23"/>
                    <a:pt x="56" y="53"/>
                    <a:pt x="60" y="67"/>
                  </a:cubicBezTo>
                  <a:lnTo>
                    <a:pt x="60" y="67"/>
                  </a:lnTo>
                  <a:lnTo>
                    <a:pt x="49" y="0"/>
                  </a:lnTo>
                  <a:close/>
                  <a:moveTo>
                    <a:pt x="60" y="67"/>
                  </a:moveTo>
                  <a:lnTo>
                    <a:pt x="60" y="72"/>
                  </a:lnTo>
                  <a:cubicBezTo>
                    <a:pt x="60" y="71"/>
                    <a:pt x="60" y="69"/>
                    <a:pt x="60" y="67"/>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0" name="Google Shape;3890;p27"/>
            <p:cNvSpPr/>
            <p:nvPr/>
          </p:nvSpPr>
          <p:spPr>
            <a:xfrm>
              <a:off x="3802850" y="1412200"/>
              <a:ext cx="39600" cy="263150"/>
            </a:xfrm>
            <a:custGeom>
              <a:rect b="b" l="l" r="r" t="t"/>
              <a:pathLst>
                <a:path extrusionOk="0" h="10526" w="1584">
                  <a:moveTo>
                    <a:pt x="274" y="1"/>
                  </a:moveTo>
                  <a:cubicBezTo>
                    <a:pt x="226" y="108"/>
                    <a:pt x="119" y="179"/>
                    <a:pt x="0" y="179"/>
                  </a:cubicBezTo>
                  <a:lnTo>
                    <a:pt x="1298" y="10478"/>
                  </a:lnTo>
                  <a:cubicBezTo>
                    <a:pt x="1358" y="10478"/>
                    <a:pt x="1417" y="10478"/>
                    <a:pt x="1477" y="10490"/>
                  </a:cubicBezTo>
                  <a:cubicBezTo>
                    <a:pt x="1512" y="10490"/>
                    <a:pt x="1536" y="10502"/>
                    <a:pt x="1572" y="10526"/>
                  </a:cubicBezTo>
                  <a:cubicBezTo>
                    <a:pt x="1584" y="10502"/>
                    <a:pt x="1584" y="10478"/>
                    <a:pt x="1584" y="10443"/>
                  </a:cubicBezTo>
                  <a:lnTo>
                    <a:pt x="27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1" name="Google Shape;3891;p27"/>
            <p:cNvSpPr/>
            <p:nvPr/>
          </p:nvSpPr>
          <p:spPr>
            <a:xfrm>
              <a:off x="3779925" y="1231525"/>
              <a:ext cx="27400" cy="168800"/>
            </a:xfrm>
            <a:custGeom>
              <a:rect b="b" l="l" r="r" t="t"/>
              <a:pathLst>
                <a:path extrusionOk="0" h="6752" w="1096">
                  <a:moveTo>
                    <a:pt x="262" y="1"/>
                  </a:moveTo>
                  <a:cubicBezTo>
                    <a:pt x="219" y="18"/>
                    <a:pt x="162" y="29"/>
                    <a:pt x="107" y="29"/>
                  </a:cubicBezTo>
                  <a:cubicBezTo>
                    <a:pt x="87" y="29"/>
                    <a:pt x="67" y="28"/>
                    <a:pt x="48" y="25"/>
                  </a:cubicBezTo>
                  <a:cubicBezTo>
                    <a:pt x="24" y="25"/>
                    <a:pt x="12" y="13"/>
                    <a:pt x="0" y="13"/>
                  </a:cubicBezTo>
                  <a:lnTo>
                    <a:pt x="489" y="3954"/>
                  </a:lnTo>
                  <a:lnTo>
                    <a:pt x="536" y="4323"/>
                  </a:lnTo>
                  <a:lnTo>
                    <a:pt x="834" y="6752"/>
                  </a:lnTo>
                  <a:lnTo>
                    <a:pt x="1096" y="6633"/>
                  </a:lnTo>
                  <a:lnTo>
                    <a:pt x="774" y="4061"/>
                  </a:lnTo>
                  <a:lnTo>
                    <a:pt x="727" y="3680"/>
                  </a:lnTo>
                  <a:lnTo>
                    <a:pt x="262"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2" name="Google Shape;3892;p27"/>
            <p:cNvSpPr/>
            <p:nvPr/>
          </p:nvSpPr>
          <p:spPr>
            <a:xfrm>
              <a:off x="3692700" y="1340475"/>
              <a:ext cx="254525" cy="111350"/>
            </a:xfrm>
            <a:custGeom>
              <a:rect b="b" l="l" r="r" t="t"/>
              <a:pathLst>
                <a:path extrusionOk="0" h="4454" w="10181">
                  <a:moveTo>
                    <a:pt x="10086" y="0"/>
                  </a:moveTo>
                  <a:lnTo>
                    <a:pt x="4585" y="2275"/>
                  </a:lnTo>
                  <a:lnTo>
                    <a:pt x="4323" y="2394"/>
                  </a:lnTo>
                  <a:lnTo>
                    <a:pt x="60" y="4180"/>
                  </a:lnTo>
                  <a:lnTo>
                    <a:pt x="1" y="4180"/>
                  </a:lnTo>
                  <a:cubicBezTo>
                    <a:pt x="49" y="4251"/>
                    <a:pt x="96" y="4346"/>
                    <a:pt x="108" y="4453"/>
                  </a:cubicBezTo>
                  <a:lnTo>
                    <a:pt x="4168" y="2751"/>
                  </a:lnTo>
                  <a:lnTo>
                    <a:pt x="4168" y="2727"/>
                  </a:lnTo>
                  <a:cubicBezTo>
                    <a:pt x="4202" y="2593"/>
                    <a:pt x="4319" y="2512"/>
                    <a:pt x="4461" y="2512"/>
                  </a:cubicBezTo>
                  <a:cubicBezTo>
                    <a:pt x="4470" y="2512"/>
                    <a:pt x="4480" y="2512"/>
                    <a:pt x="4490" y="2513"/>
                  </a:cubicBezTo>
                  <a:cubicBezTo>
                    <a:pt x="4525" y="2525"/>
                    <a:pt x="4573" y="2548"/>
                    <a:pt x="4609" y="2572"/>
                  </a:cubicBezTo>
                  <a:lnTo>
                    <a:pt x="4644" y="2560"/>
                  </a:lnTo>
                  <a:lnTo>
                    <a:pt x="10181" y="250"/>
                  </a:lnTo>
                  <a:lnTo>
                    <a:pt x="10121" y="203"/>
                  </a:lnTo>
                  <a:lnTo>
                    <a:pt x="10109" y="191"/>
                  </a:lnTo>
                  <a:lnTo>
                    <a:pt x="10109" y="179"/>
                  </a:lnTo>
                  <a:cubicBezTo>
                    <a:pt x="10109" y="179"/>
                    <a:pt x="10109" y="167"/>
                    <a:pt x="10097" y="167"/>
                  </a:cubicBezTo>
                  <a:lnTo>
                    <a:pt x="10097" y="143"/>
                  </a:lnTo>
                  <a:lnTo>
                    <a:pt x="10097" y="131"/>
                  </a:lnTo>
                  <a:lnTo>
                    <a:pt x="10097" y="119"/>
                  </a:lnTo>
                  <a:lnTo>
                    <a:pt x="10097" y="108"/>
                  </a:lnTo>
                  <a:lnTo>
                    <a:pt x="100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3" name="Google Shape;3893;p27"/>
            <p:cNvSpPr/>
            <p:nvPr/>
          </p:nvSpPr>
          <p:spPr>
            <a:xfrm>
              <a:off x="3949600" y="1148200"/>
              <a:ext cx="145275" cy="193775"/>
            </a:xfrm>
            <a:custGeom>
              <a:rect b="b" l="l" r="r" t="t"/>
              <a:pathLst>
                <a:path extrusionOk="0" h="7751" w="5811">
                  <a:moveTo>
                    <a:pt x="5477" y="0"/>
                  </a:moveTo>
                  <a:lnTo>
                    <a:pt x="0" y="7418"/>
                  </a:lnTo>
                  <a:lnTo>
                    <a:pt x="48" y="7703"/>
                  </a:lnTo>
                  <a:lnTo>
                    <a:pt x="119" y="7751"/>
                  </a:lnTo>
                  <a:lnTo>
                    <a:pt x="581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4" name="Google Shape;3894;p27"/>
            <p:cNvSpPr/>
            <p:nvPr/>
          </p:nvSpPr>
          <p:spPr>
            <a:xfrm>
              <a:off x="3922500" y="1210400"/>
              <a:ext cx="28300" cy="133075"/>
            </a:xfrm>
            <a:custGeom>
              <a:rect b="b" l="l" r="r" t="t"/>
              <a:pathLst>
                <a:path extrusionOk="0" h="5323" w="1132">
                  <a:moveTo>
                    <a:pt x="274" y="0"/>
                  </a:moveTo>
                  <a:cubicBezTo>
                    <a:pt x="191" y="48"/>
                    <a:pt x="96" y="60"/>
                    <a:pt x="1" y="60"/>
                  </a:cubicBezTo>
                  <a:lnTo>
                    <a:pt x="846" y="5203"/>
                  </a:lnTo>
                  <a:lnTo>
                    <a:pt x="855" y="5273"/>
                  </a:lnTo>
                  <a:lnTo>
                    <a:pt x="855" y="5273"/>
                  </a:lnTo>
                  <a:cubicBezTo>
                    <a:pt x="858" y="5248"/>
                    <a:pt x="871" y="5226"/>
                    <a:pt x="894" y="5203"/>
                  </a:cubicBezTo>
                  <a:cubicBezTo>
                    <a:pt x="916" y="5166"/>
                    <a:pt x="963" y="5142"/>
                    <a:pt x="1009" y="5142"/>
                  </a:cubicBezTo>
                  <a:cubicBezTo>
                    <a:pt x="1036" y="5142"/>
                    <a:pt x="1062" y="5150"/>
                    <a:pt x="1084" y="5168"/>
                  </a:cubicBezTo>
                  <a:lnTo>
                    <a:pt x="1132" y="5203"/>
                  </a:lnTo>
                  <a:lnTo>
                    <a:pt x="1084" y="4930"/>
                  </a:lnTo>
                  <a:lnTo>
                    <a:pt x="274" y="0"/>
                  </a:lnTo>
                  <a:close/>
                  <a:moveTo>
                    <a:pt x="855" y="5273"/>
                  </a:moveTo>
                  <a:cubicBezTo>
                    <a:pt x="852" y="5288"/>
                    <a:pt x="853" y="5304"/>
                    <a:pt x="858" y="5322"/>
                  </a:cubicBezTo>
                  <a:lnTo>
                    <a:pt x="858" y="5299"/>
                  </a:lnTo>
                  <a:lnTo>
                    <a:pt x="855" y="527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5" name="Google Shape;3895;p27"/>
            <p:cNvSpPr/>
            <p:nvPr/>
          </p:nvSpPr>
          <p:spPr>
            <a:xfrm>
              <a:off x="4062400" y="1422025"/>
              <a:ext cx="82475" cy="66100"/>
            </a:xfrm>
            <a:custGeom>
              <a:rect b="b" l="l" r="r" t="t"/>
              <a:pathLst>
                <a:path extrusionOk="0" h="2644" w="3299">
                  <a:moveTo>
                    <a:pt x="84" y="1"/>
                  </a:moveTo>
                  <a:lnTo>
                    <a:pt x="1" y="298"/>
                  </a:lnTo>
                  <a:lnTo>
                    <a:pt x="3299" y="2644"/>
                  </a:lnTo>
                  <a:lnTo>
                    <a:pt x="3299" y="2299"/>
                  </a:lnTo>
                  <a:lnTo>
                    <a:pt x="8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6" name="Google Shape;3896;p27"/>
            <p:cNvSpPr/>
            <p:nvPr/>
          </p:nvSpPr>
          <p:spPr>
            <a:xfrm>
              <a:off x="3943925" y="1338950"/>
              <a:ext cx="113725" cy="85775"/>
            </a:xfrm>
            <a:custGeom>
              <a:rect b="b" l="l" r="r" t="t"/>
              <a:pathLst>
                <a:path extrusionOk="0" h="3431" w="4549">
                  <a:moveTo>
                    <a:pt x="152" y="0"/>
                  </a:moveTo>
                  <a:cubicBezTo>
                    <a:pt x="106" y="0"/>
                    <a:pt x="59" y="24"/>
                    <a:pt x="37" y="61"/>
                  </a:cubicBezTo>
                  <a:cubicBezTo>
                    <a:pt x="1" y="85"/>
                    <a:pt x="1" y="133"/>
                    <a:pt x="1" y="180"/>
                  </a:cubicBezTo>
                  <a:lnTo>
                    <a:pt x="1" y="192"/>
                  </a:lnTo>
                  <a:lnTo>
                    <a:pt x="1" y="204"/>
                  </a:lnTo>
                  <a:lnTo>
                    <a:pt x="1" y="216"/>
                  </a:lnTo>
                  <a:cubicBezTo>
                    <a:pt x="1" y="216"/>
                    <a:pt x="1" y="240"/>
                    <a:pt x="13" y="240"/>
                  </a:cubicBezTo>
                  <a:lnTo>
                    <a:pt x="13" y="252"/>
                  </a:lnTo>
                  <a:lnTo>
                    <a:pt x="37" y="264"/>
                  </a:lnTo>
                  <a:lnTo>
                    <a:pt x="96" y="311"/>
                  </a:lnTo>
                  <a:lnTo>
                    <a:pt x="4466" y="3431"/>
                  </a:lnTo>
                  <a:lnTo>
                    <a:pt x="4549" y="3157"/>
                  </a:lnTo>
                  <a:lnTo>
                    <a:pt x="310" y="121"/>
                  </a:lnTo>
                  <a:lnTo>
                    <a:pt x="239" y="73"/>
                  </a:lnTo>
                  <a:lnTo>
                    <a:pt x="227" y="26"/>
                  </a:lnTo>
                  <a:cubicBezTo>
                    <a:pt x="205" y="8"/>
                    <a:pt x="179" y="0"/>
                    <a:pt x="1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7" name="Google Shape;3897;p27"/>
            <p:cNvSpPr/>
            <p:nvPr/>
          </p:nvSpPr>
          <p:spPr>
            <a:xfrm>
              <a:off x="3988275" y="1670575"/>
              <a:ext cx="3300" cy="2400"/>
            </a:xfrm>
            <a:custGeom>
              <a:rect b="b" l="l" r="r" t="t"/>
              <a:pathLst>
                <a:path extrusionOk="0" h="96" w="132">
                  <a:moveTo>
                    <a:pt x="25" y="0"/>
                  </a:moveTo>
                  <a:lnTo>
                    <a:pt x="1" y="96"/>
                  </a:lnTo>
                  <a:cubicBezTo>
                    <a:pt x="60" y="96"/>
                    <a:pt x="120" y="72"/>
                    <a:pt x="132" y="12"/>
                  </a:cubicBezTo>
                  <a:cubicBezTo>
                    <a:pt x="108" y="12"/>
                    <a:pt x="72" y="12"/>
                    <a:pt x="2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8" name="Google Shape;3898;p27"/>
            <p:cNvSpPr/>
            <p:nvPr/>
          </p:nvSpPr>
          <p:spPr>
            <a:xfrm>
              <a:off x="3997500" y="1148200"/>
              <a:ext cx="147075" cy="480725"/>
            </a:xfrm>
            <a:custGeom>
              <a:rect b="b" l="l" r="r" t="t"/>
              <a:pathLst>
                <a:path extrusionOk="0" h="19229" w="5883">
                  <a:moveTo>
                    <a:pt x="5585" y="0"/>
                  </a:moveTo>
                  <a:lnTo>
                    <a:pt x="2442" y="10775"/>
                  </a:lnTo>
                  <a:lnTo>
                    <a:pt x="2358" y="11049"/>
                  </a:lnTo>
                  <a:lnTo>
                    <a:pt x="1" y="19133"/>
                  </a:lnTo>
                  <a:cubicBezTo>
                    <a:pt x="96" y="19145"/>
                    <a:pt x="191" y="19181"/>
                    <a:pt x="275" y="19229"/>
                  </a:cubicBezTo>
                  <a:lnTo>
                    <a:pt x="2597" y="11228"/>
                  </a:lnTo>
                  <a:lnTo>
                    <a:pt x="2680" y="10954"/>
                  </a:lnTo>
                  <a:lnTo>
                    <a:pt x="588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9" name="Google Shape;3899;p27"/>
            <p:cNvSpPr/>
            <p:nvPr/>
          </p:nvSpPr>
          <p:spPr>
            <a:xfrm>
              <a:off x="3833500" y="1736350"/>
              <a:ext cx="39925" cy="281600"/>
            </a:xfrm>
            <a:custGeom>
              <a:rect b="b" l="l" r="r" t="t"/>
              <a:pathLst>
                <a:path extrusionOk="0" h="11264" w="1597">
                  <a:moveTo>
                    <a:pt x="286" y="1"/>
                  </a:moveTo>
                  <a:cubicBezTo>
                    <a:pt x="214" y="37"/>
                    <a:pt x="148" y="53"/>
                    <a:pt x="73" y="53"/>
                  </a:cubicBezTo>
                  <a:cubicBezTo>
                    <a:pt x="50" y="53"/>
                    <a:pt x="26" y="51"/>
                    <a:pt x="1" y="48"/>
                  </a:cubicBezTo>
                  <a:lnTo>
                    <a:pt x="1" y="48"/>
                  </a:lnTo>
                  <a:lnTo>
                    <a:pt x="1310" y="11264"/>
                  </a:lnTo>
                  <a:cubicBezTo>
                    <a:pt x="1369" y="11256"/>
                    <a:pt x="1428" y="11247"/>
                    <a:pt x="1487" y="11247"/>
                  </a:cubicBezTo>
                  <a:cubicBezTo>
                    <a:pt x="1511" y="11247"/>
                    <a:pt x="1536" y="11249"/>
                    <a:pt x="1560" y="11252"/>
                  </a:cubicBezTo>
                  <a:lnTo>
                    <a:pt x="1596" y="11252"/>
                  </a:lnTo>
                  <a:lnTo>
                    <a:pt x="286"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0" name="Google Shape;3900;p27"/>
            <p:cNvSpPr/>
            <p:nvPr/>
          </p:nvSpPr>
          <p:spPr>
            <a:xfrm>
              <a:off x="3873400" y="1667900"/>
              <a:ext cx="115500" cy="351550"/>
            </a:xfrm>
            <a:custGeom>
              <a:rect b="b" l="l" r="r" t="t"/>
              <a:pathLst>
                <a:path extrusionOk="0" h="14062" w="4620">
                  <a:moveTo>
                    <a:pt x="4358" y="0"/>
                  </a:moveTo>
                  <a:lnTo>
                    <a:pt x="0" y="14014"/>
                  </a:lnTo>
                  <a:cubicBezTo>
                    <a:pt x="36" y="14038"/>
                    <a:pt x="71" y="14038"/>
                    <a:pt x="119" y="14062"/>
                  </a:cubicBezTo>
                  <a:lnTo>
                    <a:pt x="417" y="13657"/>
                  </a:lnTo>
                  <a:lnTo>
                    <a:pt x="4596" y="226"/>
                  </a:lnTo>
                  <a:lnTo>
                    <a:pt x="4620" y="107"/>
                  </a:lnTo>
                  <a:cubicBezTo>
                    <a:pt x="4536" y="84"/>
                    <a:pt x="4441" y="60"/>
                    <a:pt x="435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1" name="Google Shape;3901;p27"/>
            <p:cNvSpPr/>
            <p:nvPr/>
          </p:nvSpPr>
          <p:spPr>
            <a:xfrm>
              <a:off x="4009425" y="1573825"/>
              <a:ext cx="135450" cy="64925"/>
            </a:xfrm>
            <a:custGeom>
              <a:rect b="b" l="l" r="r" t="t"/>
              <a:pathLst>
                <a:path extrusionOk="0" h="2597" w="5418">
                  <a:moveTo>
                    <a:pt x="5418" y="1"/>
                  </a:moveTo>
                  <a:lnTo>
                    <a:pt x="0" y="2358"/>
                  </a:lnTo>
                  <a:cubicBezTo>
                    <a:pt x="72" y="2442"/>
                    <a:pt x="131" y="2525"/>
                    <a:pt x="167" y="2596"/>
                  </a:cubicBezTo>
                  <a:lnTo>
                    <a:pt x="5418" y="310"/>
                  </a:lnTo>
                  <a:lnTo>
                    <a:pt x="541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2" name="Google Shape;3902;p27"/>
            <p:cNvSpPr/>
            <p:nvPr/>
          </p:nvSpPr>
          <p:spPr>
            <a:xfrm>
              <a:off x="3864450" y="1649725"/>
              <a:ext cx="108075" cy="53925"/>
            </a:xfrm>
            <a:custGeom>
              <a:rect b="b" l="l" r="r" t="t"/>
              <a:pathLst>
                <a:path extrusionOk="0" h="2157" w="4323">
                  <a:moveTo>
                    <a:pt x="4263" y="1"/>
                  </a:moveTo>
                  <a:lnTo>
                    <a:pt x="1" y="1870"/>
                  </a:lnTo>
                  <a:cubicBezTo>
                    <a:pt x="25" y="1966"/>
                    <a:pt x="37" y="2061"/>
                    <a:pt x="37" y="2156"/>
                  </a:cubicBezTo>
                  <a:lnTo>
                    <a:pt x="4323" y="275"/>
                  </a:lnTo>
                  <a:cubicBezTo>
                    <a:pt x="4299" y="191"/>
                    <a:pt x="4263" y="96"/>
                    <a:pt x="426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3" name="Google Shape;3903;p27"/>
            <p:cNvSpPr/>
            <p:nvPr/>
          </p:nvSpPr>
          <p:spPr>
            <a:xfrm>
              <a:off x="3876375" y="1648550"/>
              <a:ext cx="268500" cy="374775"/>
            </a:xfrm>
            <a:custGeom>
              <a:rect b="b" l="l" r="r" t="t"/>
              <a:pathLst>
                <a:path extrusionOk="0" h="14991" w="10740">
                  <a:moveTo>
                    <a:pt x="10740" y="0"/>
                  </a:moveTo>
                  <a:lnTo>
                    <a:pt x="298" y="14419"/>
                  </a:lnTo>
                  <a:lnTo>
                    <a:pt x="0" y="14824"/>
                  </a:lnTo>
                  <a:cubicBezTo>
                    <a:pt x="83" y="14859"/>
                    <a:pt x="155" y="14919"/>
                    <a:pt x="214" y="14990"/>
                  </a:cubicBezTo>
                  <a:lnTo>
                    <a:pt x="10740" y="477"/>
                  </a:lnTo>
                  <a:lnTo>
                    <a:pt x="1074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4" name="Google Shape;3904;p27"/>
            <p:cNvSpPr/>
            <p:nvPr/>
          </p:nvSpPr>
          <p:spPr>
            <a:xfrm>
              <a:off x="3970725" y="1626200"/>
              <a:ext cx="44675" cy="45050"/>
            </a:xfrm>
            <a:custGeom>
              <a:rect b="b" l="l" r="r" t="t"/>
              <a:pathLst>
                <a:path extrusionOk="0" h="1802" w="1787">
                  <a:moveTo>
                    <a:pt x="842" y="1"/>
                  </a:moveTo>
                  <a:cubicBezTo>
                    <a:pt x="463" y="1"/>
                    <a:pt x="105" y="307"/>
                    <a:pt x="12" y="728"/>
                  </a:cubicBezTo>
                  <a:cubicBezTo>
                    <a:pt x="0" y="799"/>
                    <a:pt x="0" y="882"/>
                    <a:pt x="0" y="954"/>
                  </a:cubicBezTo>
                  <a:cubicBezTo>
                    <a:pt x="0" y="1061"/>
                    <a:pt x="36" y="1144"/>
                    <a:pt x="60" y="1240"/>
                  </a:cubicBezTo>
                  <a:cubicBezTo>
                    <a:pt x="131" y="1430"/>
                    <a:pt x="262" y="1573"/>
                    <a:pt x="453" y="1680"/>
                  </a:cubicBezTo>
                  <a:cubicBezTo>
                    <a:pt x="524" y="1728"/>
                    <a:pt x="608" y="1752"/>
                    <a:pt x="715" y="1787"/>
                  </a:cubicBezTo>
                  <a:cubicBezTo>
                    <a:pt x="750" y="1787"/>
                    <a:pt x="786" y="1799"/>
                    <a:pt x="822" y="1799"/>
                  </a:cubicBezTo>
                  <a:cubicBezTo>
                    <a:pt x="844" y="1801"/>
                    <a:pt x="867" y="1802"/>
                    <a:pt x="889" y="1802"/>
                  </a:cubicBezTo>
                  <a:cubicBezTo>
                    <a:pt x="1304" y="1802"/>
                    <a:pt x="1683" y="1491"/>
                    <a:pt x="1751" y="1073"/>
                  </a:cubicBezTo>
                  <a:cubicBezTo>
                    <a:pt x="1786" y="871"/>
                    <a:pt x="1751" y="680"/>
                    <a:pt x="1679" y="525"/>
                  </a:cubicBezTo>
                  <a:cubicBezTo>
                    <a:pt x="1643" y="430"/>
                    <a:pt x="1596" y="359"/>
                    <a:pt x="1512" y="287"/>
                  </a:cubicBezTo>
                  <a:cubicBezTo>
                    <a:pt x="1453" y="228"/>
                    <a:pt x="1382" y="168"/>
                    <a:pt x="1298" y="120"/>
                  </a:cubicBezTo>
                  <a:cubicBezTo>
                    <a:pt x="1215" y="73"/>
                    <a:pt x="1120" y="49"/>
                    <a:pt x="1024" y="25"/>
                  </a:cubicBezTo>
                  <a:cubicBezTo>
                    <a:pt x="964" y="9"/>
                    <a:pt x="902" y="1"/>
                    <a:pt x="84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5" name="Google Shape;3905;p27"/>
            <p:cNvSpPr/>
            <p:nvPr/>
          </p:nvSpPr>
          <p:spPr>
            <a:xfrm>
              <a:off x="3799275" y="1673800"/>
              <a:ext cx="66400" cy="63775"/>
            </a:xfrm>
            <a:custGeom>
              <a:rect b="b" l="l" r="r" t="t"/>
              <a:pathLst>
                <a:path extrusionOk="0" h="2551" w="2656">
                  <a:moveTo>
                    <a:pt x="1366" y="0"/>
                  </a:moveTo>
                  <a:cubicBezTo>
                    <a:pt x="1186" y="0"/>
                    <a:pt x="1002" y="38"/>
                    <a:pt x="846" y="121"/>
                  </a:cubicBezTo>
                  <a:cubicBezTo>
                    <a:pt x="762" y="169"/>
                    <a:pt x="679" y="205"/>
                    <a:pt x="608" y="264"/>
                  </a:cubicBezTo>
                  <a:cubicBezTo>
                    <a:pt x="369" y="443"/>
                    <a:pt x="191" y="717"/>
                    <a:pt x="131" y="1038"/>
                  </a:cubicBezTo>
                  <a:cubicBezTo>
                    <a:pt x="0" y="1729"/>
                    <a:pt x="465" y="2396"/>
                    <a:pt x="1143" y="2527"/>
                  </a:cubicBezTo>
                  <a:cubicBezTo>
                    <a:pt x="1215" y="2550"/>
                    <a:pt x="1286" y="2550"/>
                    <a:pt x="1370" y="2550"/>
                  </a:cubicBezTo>
                  <a:cubicBezTo>
                    <a:pt x="1453" y="2550"/>
                    <a:pt x="1560" y="2527"/>
                    <a:pt x="1643" y="2515"/>
                  </a:cubicBezTo>
                  <a:cubicBezTo>
                    <a:pt x="2120" y="2407"/>
                    <a:pt x="2525" y="2026"/>
                    <a:pt x="2632" y="1503"/>
                  </a:cubicBezTo>
                  <a:cubicBezTo>
                    <a:pt x="2644" y="1395"/>
                    <a:pt x="2655" y="1300"/>
                    <a:pt x="2644" y="1193"/>
                  </a:cubicBezTo>
                  <a:cubicBezTo>
                    <a:pt x="2644" y="1086"/>
                    <a:pt x="2620" y="1003"/>
                    <a:pt x="2596" y="907"/>
                  </a:cubicBezTo>
                  <a:cubicBezTo>
                    <a:pt x="2489" y="502"/>
                    <a:pt x="2144" y="169"/>
                    <a:pt x="1715" y="50"/>
                  </a:cubicBezTo>
                  <a:cubicBezTo>
                    <a:pt x="1679" y="26"/>
                    <a:pt x="1655" y="26"/>
                    <a:pt x="1620" y="14"/>
                  </a:cubicBezTo>
                  <a:cubicBezTo>
                    <a:pt x="1560" y="2"/>
                    <a:pt x="1501" y="2"/>
                    <a:pt x="1441" y="2"/>
                  </a:cubicBezTo>
                  <a:cubicBezTo>
                    <a:pt x="1416" y="1"/>
                    <a:pt x="1391" y="0"/>
                    <a:pt x="136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6" name="Google Shape;3906;p27"/>
            <p:cNvSpPr/>
            <p:nvPr/>
          </p:nvSpPr>
          <p:spPr>
            <a:xfrm>
              <a:off x="2952150" y="1372925"/>
              <a:ext cx="24425" cy="22850"/>
            </a:xfrm>
            <a:custGeom>
              <a:rect b="b" l="l" r="r" t="t"/>
              <a:pathLst>
                <a:path extrusionOk="0" h="914" w="977">
                  <a:moveTo>
                    <a:pt x="488" y="0"/>
                  </a:moveTo>
                  <a:cubicBezTo>
                    <a:pt x="262" y="0"/>
                    <a:pt x="72" y="143"/>
                    <a:pt x="36" y="369"/>
                  </a:cubicBezTo>
                  <a:cubicBezTo>
                    <a:pt x="0" y="619"/>
                    <a:pt x="155" y="857"/>
                    <a:pt x="417" y="905"/>
                  </a:cubicBezTo>
                  <a:cubicBezTo>
                    <a:pt x="446" y="911"/>
                    <a:pt x="474" y="913"/>
                    <a:pt x="503" y="913"/>
                  </a:cubicBezTo>
                  <a:cubicBezTo>
                    <a:pt x="719" y="913"/>
                    <a:pt x="911" y="757"/>
                    <a:pt x="953" y="536"/>
                  </a:cubicBezTo>
                  <a:cubicBezTo>
                    <a:pt x="977" y="357"/>
                    <a:pt x="905" y="191"/>
                    <a:pt x="774" y="84"/>
                  </a:cubicBezTo>
                  <a:cubicBezTo>
                    <a:pt x="715" y="36"/>
                    <a:pt x="655" y="12"/>
                    <a:pt x="57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7" name="Google Shape;3907;p27"/>
            <p:cNvSpPr/>
            <p:nvPr/>
          </p:nvSpPr>
          <p:spPr>
            <a:xfrm>
              <a:off x="3905825" y="1180125"/>
              <a:ext cx="33975" cy="32075"/>
            </a:xfrm>
            <a:custGeom>
              <a:rect b="b" l="l" r="r" t="t"/>
              <a:pathLst>
                <a:path extrusionOk="0" h="1283" w="1359">
                  <a:moveTo>
                    <a:pt x="669" y="0"/>
                  </a:moveTo>
                  <a:cubicBezTo>
                    <a:pt x="558" y="0"/>
                    <a:pt x="445" y="29"/>
                    <a:pt x="346" y="92"/>
                  </a:cubicBezTo>
                  <a:cubicBezTo>
                    <a:pt x="263" y="128"/>
                    <a:pt x="203" y="211"/>
                    <a:pt x="144" y="283"/>
                  </a:cubicBezTo>
                  <a:cubicBezTo>
                    <a:pt x="96" y="354"/>
                    <a:pt x="48" y="426"/>
                    <a:pt x="37" y="521"/>
                  </a:cubicBezTo>
                  <a:cubicBezTo>
                    <a:pt x="1" y="699"/>
                    <a:pt x="48" y="878"/>
                    <a:pt x="144" y="1009"/>
                  </a:cubicBezTo>
                  <a:cubicBezTo>
                    <a:pt x="203" y="1104"/>
                    <a:pt x="275" y="1164"/>
                    <a:pt x="346" y="1200"/>
                  </a:cubicBezTo>
                  <a:cubicBezTo>
                    <a:pt x="406" y="1235"/>
                    <a:pt x="465" y="1259"/>
                    <a:pt x="549" y="1259"/>
                  </a:cubicBezTo>
                  <a:cubicBezTo>
                    <a:pt x="584" y="1283"/>
                    <a:pt x="632" y="1283"/>
                    <a:pt x="668" y="1283"/>
                  </a:cubicBezTo>
                  <a:cubicBezTo>
                    <a:pt x="763" y="1283"/>
                    <a:pt x="858" y="1247"/>
                    <a:pt x="941" y="1223"/>
                  </a:cubicBezTo>
                  <a:cubicBezTo>
                    <a:pt x="1120" y="1128"/>
                    <a:pt x="1263" y="961"/>
                    <a:pt x="1287" y="759"/>
                  </a:cubicBezTo>
                  <a:cubicBezTo>
                    <a:pt x="1358" y="414"/>
                    <a:pt x="1120" y="68"/>
                    <a:pt x="775" y="9"/>
                  </a:cubicBezTo>
                  <a:cubicBezTo>
                    <a:pt x="740" y="3"/>
                    <a:pt x="705" y="0"/>
                    <a:pt x="66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8" name="Google Shape;3908;p27"/>
            <p:cNvSpPr/>
            <p:nvPr/>
          </p:nvSpPr>
          <p:spPr>
            <a:xfrm>
              <a:off x="3663250" y="1438025"/>
              <a:ext cx="32175" cy="31950"/>
            </a:xfrm>
            <a:custGeom>
              <a:rect b="b" l="l" r="r" t="t"/>
              <a:pathLst>
                <a:path extrusionOk="0" h="1278" w="1287">
                  <a:moveTo>
                    <a:pt x="636" y="1"/>
                  </a:moveTo>
                  <a:cubicBezTo>
                    <a:pt x="545" y="1"/>
                    <a:pt x="457" y="26"/>
                    <a:pt x="381" y="51"/>
                  </a:cubicBezTo>
                  <a:cubicBezTo>
                    <a:pt x="286" y="99"/>
                    <a:pt x="215" y="158"/>
                    <a:pt x="155" y="230"/>
                  </a:cubicBezTo>
                  <a:cubicBezTo>
                    <a:pt x="95" y="289"/>
                    <a:pt x="60" y="373"/>
                    <a:pt x="36" y="456"/>
                  </a:cubicBezTo>
                  <a:cubicBezTo>
                    <a:pt x="36" y="468"/>
                    <a:pt x="24" y="504"/>
                    <a:pt x="24" y="528"/>
                  </a:cubicBezTo>
                  <a:cubicBezTo>
                    <a:pt x="0" y="611"/>
                    <a:pt x="0" y="682"/>
                    <a:pt x="24" y="742"/>
                  </a:cubicBezTo>
                  <a:cubicBezTo>
                    <a:pt x="60" y="1004"/>
                    <a:pt x="262" y="1218"/>
                    <a:pt x="548" y="1266"/>
                  </a:cubicBezTo>
                  <a:cubicBezTo>
                    <a:pt x="584" y="1274"/>
                    <a:pt x="622" y="1278"/>
                    <a:pt x="660" y="1278"/>
                  </a:cubicBezTo>
                  <a:cubicBezTo>
                    <a:pt x="737" y="1278"/>
                    <a:pt x="814" y="1262"/>
                    <a:pt x="869" y="1230"/>
                  </a:cubicBezTo>
                  <a:cubicBezTo>
                    <a:pt x="965" y="1206"/>
                    <a:pt x="1048" y="1147"/>
                    <a:pt x="1108" y="1087"/>
                  </a:cubicBezTo>
                  <a:cubicBezTo>
                    <a:pt x="1203" y="992"/>
                    <a:pt x="1262" y="873"/>
                    <a:pt x="1274" y="742"/>
                  </a:cubicBezTo>
                  <a:cubicBezTo>
                    <a:pt x="1286" y="682"/>
                    <a:pt x="1286" y="611"/>
                    <a:pt x="1274" y="551"/>
                  </a:cubicBezTo>
                  <a:cubicBezTo>
                    <a:pt x="1262" y="456"/>
                    <a:pt x="1227" y="349"/>
                    <a:pt x="1167" y="278"/>
                  </a:cubicBezTo>
                  <a:cubicBezTo>
                    <a:pt x="1119" y="206"/>
                    <a:pt x="1060" y="147"/>
                    <a:pt x="988" y="99"/>
                  </a:cubicBezTo>
                  <a:cubicBezTo>
                    <a:pt x="917" y="51"/>
                    <a:pt x="846" y="27"/>
                    <a:pt x="750" y="16"/>
                  </a:cubicBezTo>
                  <a:cubicBezTo>
                    <a:pt x="712" y="5"/>
                    <a:pt x="674" y="1"/>
                    <a:pt x="6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9" name="Google Shape;3909;p27"/>
            <p:cNvSpPr/>
            <p:nvPr/>
          </p:nvSpPr>
          <p:spPr>
            <a:xfrm>
              <a:off x="3771300" y="1209975"/>
              <a:ext cx="23525" cy="22375"/>
            </a:xfrm>
            <a:custGeom>
              <a:rect b="b" l="l" r="r" t="t"/>
              <a:pathLst>
                <a:path extrusionOk="0" h="895" w="941">
                  <a:moveTo>
                    <a:pt x="474" y="1"/>
                  </a:moveTo>
                  <a:cubicBezTo>
                    <a:pt x="258" y="1"/>
                    <a:pt x="56" y="167"/>
                    <a:pt x="12" y="363"/>
                  </a:cubicBezTo>
                  <a:cubicBezTo>
                    <a:pt x="12" y="398"/>
                    <a:pt x="0" y="446"/>
                    <a:pt x="0" y="470"/>
                  </a:cubicBezTo>
                  <a:cubicBezTo>
                    <a:pt x="0" y="577"/>
                    <a:pt x="48" y="660"/>
                    <a:pt x="107" y="744"/>
                  </a:cubicBezTo>
                  <a:cubicBezTo>
                    <a:pt x="167" y="779"/>
                    <a:pt x="238" y="839"/>
                    <a:pt x="334" y="875"/>
                  </a:cubicBezTo>
                  <a:cubicBezTo>
                    <a:pt x="345" y="875"/>
                    <a:pt x="357" y="887"/>
                    <a:pt x="369" y="887"/>
                  </a:cubicBezTo>
                  <a:cubicBezTo>
                    <a:pt x="409" y="891"/>
                    <a:pt x="444" y="894"/>
                    <a:pt x="477" y="894"/>
                  </a:cubicBezTo>
                  <a:cubicBezTo>
                    <a:pt x="524" y="894"/>
                    <a:pt x="566" y="889"/>
                    <a:pt x="607" y="875"/>
                  </a:cubicBezTo>
                  <a:cubicBezTo>
                    <a:pt x="762" y="815"/>
                    <a:pt x="881" y="696"/>
                    <a:pt x="893" y="529"/>
                  </a:cubicBezTo>
                  <a:cubicBezTo>
                    <a:pt x="941" y="291"/>
                    <a:pt x="774" y="53"/>
                    <a:pt x="536" y="6"/>
                  </a:cubicBezTo>
                  <a:cubicBezTo>
                    <a:pt x="515" y="2"/>
                    <a:pt x="495" y="1"/>
                    <a:pt x="47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0" name="Google Shape;3910;p27"/>
            <p:cNvSpPr/>
            <p:nvPr/>
          </p:nvSpPr>
          <p:spPr>
            <a:xfrm>
              <a:off x="3896300" y="1404575"/>
              <a:ext cx="24750" cy="22450"/>
            </a:xfrm>
            <a:custGeom>
              <a:rect b="b" l="l" r="r" t="t"/>
              <a:pathLst>
                <a:path extrusionOk="0" h="898" w="990">
                  <a:moveTo>
                    <a:pt x="502" y="0"/>
                  </a:moveTo>
                  <a:cubicBezTo>
                    <a:pt x="294" y="0"/>
                    <a:pt x="102" y="155"/>
                    <a:pt x="60" y="365"/>
                  </a:cubicBezTo>
                  <a:cubicBezTo>
                    <a:pt x="1" y="603"/>
                    <a:pt x="168" y="842"/>
                    <a:pt x="418" y="889"/>
                  </a:cubicBezTo>
                  <a:cubicBezTo>
                    <a:pt x="445" y="895"/>
                    <a:pt x="473" y="897"/>
                    <a:pt x="500" y="897"/>
                  </a:cubicBezTo>
                  <a:cubicBezTo>
                    <a:pt x="708" y="897"/>
                    <a:pt x="899" y="743"/>
                    <a:pt x="941" y="532"/>
                  </a:cubicBezTo>
                  <a:cubicBezTo>
                    <a:pt x="989" y="294"/>
                    <a:pt x="822" y="56"/>
                    <a:pt x="584" y="8"/>
                  </a:cubicBezTo>
                  <a:cubicBezTo>
                    <a:pt x="557" y="3"/>
                    <a:pt x="529" y="0"/>
                    <a:pt x="502"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1" name="Google Shape;3911;p27"/>
            <p:cNvSpPr/>
            <p:nvPr/>
          </p:nvSpPr>
          <p:spPr>
            <a:xfrm>
              <a:off x="3314975" y="1411675"/>
              <a:ext cx="23550" cy="22800"/>
            </a:xfrm>
            <a:custGeom>
              <a:rect b="b" l="l" r="r" t="t"/>
              <a:pathLst>
                <a:path extrusionOk="0" h="912" w="942">
                  <a:moveTo>
                    <a:pt x="485" y="1"/>
                  </a:moveTo>
                  <a:cubicBezTo>
                    <a:pt x="456" y="1"/>
                    <a:pt x="430" y="4"/>
                    <a:pt x="406" y="10"/>
                  </a:cubicBezTo>
                  <a:cubicBezTo>
                    <a:pt x="322" y="22"/>
                    <a:pt x="227" y="81"/>
                    <a:pt x="156" y="141"/>
                  </a:cubicBezTo>
                  <a:cubicBezTo>
                    <a:pt x="96" y="200"/>
                    <a:pt x="60" y="272"/>
                    <a:pt x="49" y="367"/>
                  </a:cubicBezTo>
                  <a:cubicBezTo>
                    <a:pt x="1" y="570"/>
                    <a:pt x="108" y="772"/>
                    <a:pt x="287" y="855"/>
                  </a:cubicBezTo>
                  <a:cubicBezTo>
                    <a:pt x="334" y="867"/>
                    <a:pt x="358" y="891"/>
                    <a:pt x="406" y="903"/>
                  </a:cubicBezTo>
                  <a:cubicBezTo>
                    <a:pt x="441" y="909"/>
                    <a:pt x="474" y="912"/>
                    <a:pt x="505" y="912"/>
                  </a:cubicBezTo>
                  <a:cubicBezTo>
                    <a:pt x="537" y="912"/>
                    <a:pt x="566" y="909"/>
                    <a:pt x="596" y="903"/>
                  </a:cubicBezTo>
                  <a:cubicBezTo>
                    <a:pt x="620" y="903"/>
                    <a:pt x="632" y="891"/>
                    <a:pt x="644" y="891"/>
                  </a:cubicBezTo>
                  <a:cubicBezTo>
                    <a:pt x="739" y="831"/>
                    <a:pt x="822" y="772"/>
                    <a:pt x="870" y="677"/>
                  </a:cubicBezTo>
                  <a:cubicBezTo>
                    <a:pt x="870" y="665"/>
                    <a:pt x="882" y="653"/>
                    <a:pt x="882" y="653"/>
                  </a:cubicBezTo>
                  <a:cubicBezTo>
                    <a:pt x="906" y="605"/>
                    <a:pt x="918" y="570"/>
                    <a:pt x="930" y="534"/>
                  </a:cubicBezTo>
                  <a:cubicBezTo>
                    <a:pt x="942" y="474"/>
                    <a:pt x="942" y="427"/>
                    <a:pt x="930" y="367"/>
                  </a:cubicBezTo>
                  <a:cubicBezTo>
                    <a:pt x="918" y="296"/>
                    <a:pt x="882" y="212"/>
                    <a:pt x="834" y="153"/>
                  </a:cubicBezTo>
                  <a:cubicBezTo>
                    <a:pt x="787" y="81"/>
                    <a:pt x="680" y="22"/>
                    <a:pt x="572" y="10"/>
                  </a:cubicBezTo>
                  <a:cubicBezTo>
                    <a:pt x="543" y="4"/>
                    <a:pt x="513" y="1"/>
                    <a:pt x="48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2" name="Google Shape;3912;p27"/>
            <p:cNvSpPr/>
            <p:nvPr/>
          </p:nvSpPr>
          <p:spPr>
            <a:xfrm>
              <a:off x="3166450" y="1148200"/>
              <a:ext cx="18475" cy="4700"/>
            </a:xfrm>
            <a:custGeom>
              <a:rect b="b" l="l" r="r" t="t"/>
              <a:pathLst>
                <a:path extrusionOk="0" h="188" w="739">
                  <a:moveTo>
                    <a:pt x="1" y="0"/>
                  </a:moveTo>
                  <a:cubicBezTo>
                    <a:pt x="60" y="83"/>
                    <a:pt x="155" y="155"/>
                    <a:pt x="275" y="179"/>
                  </a:cubicBezTo>
                  <a:cubicBezTo>
                    <a:pt x="304" y="185"/>
                    <a:pt x="334" y="188"/>
                    <a:pt x="364" y="188"/>
                  </a:cubicBezTo>
                  <a:cubicBezTo>
                    <a:pt x="394" y="188"/>
                    <a:pt x="423" y="185"/>
                    <a:pt x="453" y="179"/>
                  </a:cubicBezTo>
                  <a:cubicBezTo>
                    <a:pt x="548" y="155"/>
                    <a:pt x="632" y="95"/>
                    <a:pt x="691" y="24"/>
                  </a:cubicBezTo>
                  <a:cubicBezTo>
                    <a:pt x="715" y="24"/>
                    <a:pt x="727" y="12"/>
                    <a:pt x="739"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3" name="Google Shape;3913;p27"/>
            <p:cNvSpPr/>
            <p:nvPr/>
          </p:nvSpPr>
          <p:spPr>
            <a:xfrm>
              <a:off x="3852550" y="2017750"/>
              <a:ext cx="33950" cy="31775"/>
            </a:xfrm>
            <a:custGeom>
              <a:rect b="b" l="l" r="r" t="t"/>
              <a:pathLst>
                <a:path extrusionOk="0" h="1271" w="1358">
                  <a:moveTo>
                    <a:pt x="691" y="0"/>
                  </a:moveTo>
                  <a:cubicBezTo>
                    <a:pt x="640" y="0"/>
                    <a:pt x="590" y="6"/>
                    <a:pt x="548" y="20"/>
                  </a:cubicBezTo>
                  <a:cubicBezTo>
                    <a:pt x="489" y="44"/>
                    <a:pt x="441" y="56"/>
                    <a:pt x="394" y="79"/>
                  </a:cubicBezTo>
                  <a:cubicBezTo>
                    <a:pt x="310" y="127"/>
                    <a:pt x="227" y="187"/>
                    <a:pt x="191" y="258"/>
                  </a:cubicBezTo>
                  <a:cubicBezTo>
                    <a:pt x="132" y="341"/>
                    <a:pt x="84" y="425"/>
                    <a:pt x="72" y="520"/>
                  </a:cubicBezTo>
                  <a:cubicBezTo>
                    <a:pt x="1" y="853"/>
                    <a:pt x="239" y="1199"/>
                    <a:pt x="572" y="1258"/>
                  </a:cubicBezTo>
                  <a:cubicBezTo>
                    <a:pt x="614" y="1267"/>
                    <a:pt x="655" y="1271"/>
                    <a:pt x="696" y="1271"/>
                  </a:cubicBezTo>
                  <a:cubicBezTo>
                    <a:pt x="996" y="1271"/>
                    <a:pt x="1270" y="1051"/>
                    <a:pt x="1322" y="758"/>
                  </a:cubicBezTo>
                  <a:cubicBezTo>
                    <a:pt x="1358" y="556"/>
                    <a:pt x="1310" y="365"/>
                    <a:pt x="1191" y="234"/>
                  </a:cubicBezTo>
                  <a:cubicBezTo>
                    <a:pt x="1108" y="163"/>
                    <a:pt x="1036" y="91"/>
                    <a:pt x="953" y="56"/>
                  </a:cubicBezTo>
                  <a:cubicBezTo>
                    <a:pt x="917" y="44"/>
                    <a:pt x="870" y="20"/>
                    <a:pt x="834" y="8"/>
                  </a:cubicBezTo>
                  <a:lnTo>
                    <a:pt x="798" y="8"/>
                  </a:lnTo>
                  <a:cubicBezTo>
                    <a:pt x="764" y="3"/>
                    <a:pt x="727" y="0"/>
                    <a:pt x="69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4" name="Google Shape;3914;p27"/>
            <p:cNvSpPr/>
            <p:nvPr/>
          </p:nvSpPr>
          <p:spPr>
            <a:xfrm>
              <a:off x="3796600" y="1402900"/>
              <a:ext cx="13700" cy="13525"/>
            </a:xfrm>
            <a:custGeom>
              <a:rect b="b" l="l" r="r" t="t"/>
              <a:pathLst>
                <a:path extrusionOk="0" h="541" w="548">
                  <a:moveTo>
                    <a:pt x="290" y="0"/>
                  </a:moveTo>
                  <a:cubicBezTo>
                    <a:pt x="164" y="0"/>
                    <a:pt x="55" y="89"/>
                    <a:pt x="12" y="206"/>
                  </a:cubicBezTo>
                  <a:lnTo>
                    <a:pt x="12" y="242"/>
                  </a:lnTo>
                  <a:cubicBezTo>
                    <a:pt x="0" y="397"/>
                    <a:pt x="72" y="528"/>
                    <a:pt x="226" y="540"/>
                  </a:cubicBezTo>
                  <a:lnTo>
                    <a:pt x="250" y="540"/>
                  </a:lnTo>
                  <a:cubicBezTo>
                    <a:pt x="259" y="540"/>
                    <a:pt x="267" y="541"/>
                    <a:pt x="276" y="541"/>
                  </a:cubicBezTo>
                  <a:cubicBezTo>
                    <a:pt x="385" y="541"/>
                    <a:pt x="480" y="471"/>
                    <a:pt x="524" y="361"/>
                  </a:cubicBezTo>
                  <a:cubicBezTo>
                    <a:pt x="524" y="349"/>
                    <a:pt x="536" y="325"/>
                    <a:pt x="536" y="313"/>
                  </a:cubicBezTo>
                  <a:cubicBezTo>
                    <a:pt x="548" y="242"/>
                    <a:pt x="536" y="170"/>
                    <a:pt x="488" y="123"/>
                  </a:cubicBezTo>
                  <a:cubicBezTo>
                    <a:pt x="476" y="99"/>
                    <a:pt x="465" y="87"/>
                    <a:pt x="453" y="63"/>
                  </a:cubicBezTo>
                  <a:cubicBezTo>
                    <a:pt x="417" y="28"/>
                    <a:pt x="369" y="16"/>
                    <a:pt x="334" y="4"/>
                  </a:cubicBezTo>
                  <a:cubicBezTo>
                    <a:pt x="319" y="1"/>
                    <a:pt x="304" y="0"/>
                    <a:pt x="2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5" name="Google Shape;3915;p27"/>
            <p:cNvSpPr/>
            <p:nvPr/>
          </p:nvSpPr>
          <p:spPr>
            <a:xfrm>
              <a:off x="3563825" y="1305250"/>
              <a:ext cx="12825" cy="13225"/>
            </a:xfrm>
            <a:custGeom>
              <a:rect b="b" l="l" r="r" t="t"/>
              <a:pathLst>
                <a:path extrusionOk="0" h="529" w="513">
                  <a:moveTo>
                    <a:pt x="253" y="0"/>
                  </a:moveTo>
                  <a:cubicBezTo>
                    <a:pt x="208" y="0"/>
                    <a:pt x="161" y="13"/>
                    <a:pt x="108" y="40"/>
                  </a:cubicBezTo>
                  <a:cubicBezTo>
                    <a:pt x="60" y="64"/>
                    <a:pt x="12" y="124"/>
                    <a:pt x="1" y="219"/>
                  </a:cubicBezTo>
                  <a:lnTo>
                    <a:pt x="1" y="338"/>
                  </a:lnTo>
                  <a:lnTo>
                    <a:pt x="1" y="350"/>
                  </a:lnTo>
                  <a:cubicBezTo>
                    <a:pt x="24" y="433"/>
                    <a:pt x="96" y="516"/>
                    <a:pt x="191" y="528"/>
                  </a:cubicBezTo>
                  <a:lnTo>
                    <a:pt x="298" y="528"/>
                  </a:lnTo>
                  <a:cubicBezTo>
                    <a:pt x="322" y="516"/>
                    <a:pt x="370" y="505"/>
                    <a:pt x="393" y="481"/>
                  </a:cubicBezTo>
                  <a:cubicBezTo>
                    <a:pt x="441" y="445"/>
                    <a:pt x="489" y="397"/>
                    <a:pt x="501" y="326"/>
                  </a:cubicBezTo>
                  <a:cubicBezTo>
                    <a:pt x="513" y="266"/>
                    <a:pt x="501" y="183"/>
                    <a:pt x="477" y="147"/>
                  </a:cubicBezTo>
                  <a:cubicBezTo>
                    <a:pt x="441" y="88"/>
                    <a:pt x="370" y="28"/>
                    <a:pt x="298" y="4"/>
                  </a:cubicBezTo>
                  <a:cubicBezTo>
                    <a:pt x="283" y="2"/>
                    <a:pt x="268" y="0"/>
                    <a:pt x="2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6" name="Google Shape;3916;p27"/>
            <p:cNvSpPr/>
            <p:nvPr/>
          </p:nvSpPr>
          <p:spPr>
            <a:xfrm>
              <a:off x="3679325" y="1251700"/>
              <a:ext cx="13400" cy="13375"/>
            </a:xfrm>
            <a:custGeom>
              <a:rect b="b" l="l" r="r" t="t"/>
              <a:pathLst>
                <a:path extrusionOk="0" h="535" w="536">
                  <a:moveTo>
                    <a:pt x="290" y="0"/>
                  </a:moveTo>
                  <a:cubicBezTo>
                    <a:pt x="155" y="0"/>
                    <a:pt x="46" y="99"/>
                    <a:pt x="24" y="218"/>
                  </a:cubicBezTo>
                  <a:cubicBezTo>
                    <a:pt x="0" y="289"/>
                    <a:pt x="24" y="349"/>
                    <a:pt x="48" y="408"/>
                  </a:cubicBezTo>
                  <a:cubicBezTo>
                    <a:pt x="95" y="468"/>
                    <a:pt x="155" y="515"/>
                    <a:pt x="226" y="527"/>
                  </a:cubicBezTo>
                  <a:cubicBezTo>
                    <a:pt x="248" y="532"/>
                    <a:pt x="270" y="535"/>
                    <a:pt x="291" y="535"/>
                  </a:cubicBezTo>
                  <a:cubicBezTo>
                    <a:pt x="416" y="535"/>
                    <a:pt x="516" y="447"/>
                    <a:pt x="536" y="325"/>
                  </a:cubicBezTo>
                  <a:lnTo>
                    <a:pt x="536" y="206"/>
                  </a:lnTo>
                  <a:cubicBezTo>
                    <a:pt x="512" y="111"/>
                    <a:pt x="441" y="39"/>
                    <a:pt x="334" y="3"/>
                  </a:cubicBezTo>
                  <a:cubicBezTo>
                    <a:pt x="319" y="1"/>
                    <a:pt x="304" y="0"/>
                    <a:pt x="29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7" name="Google Shape;3917;p27"/>
            <p:cNvSpPr/>
            <p:nvPr/>
          </p:nvSpPr>
          <p:spPr>
            <a:xfrm>
              <a:off x="3144725" y="1163875"/>
              <a:ext cx="14600" cy="13400"/>
            </a:xfrm>
            <a:custGeom>
              <a:rect b="b" l="l" r="r" t="t"/>
              <a:pathLst>
                <a:path extrusionOk="0" h="536" w="584">
                  <a:moveTo>
                    <a:pt x="294" y="0"/>
                  </a:moveTo>
                  <a:cubicBezTo>
                    <a:pt x="163" y="0"/>
                    <a:pt x="57" y="81"/>
                    <a:pt x="36" y="218"/>
                  </a:cubicBezTo>
                  <a:cubicBezTo>
                    <a:pt x="1" y="361"/>
                    <a:pt x="96" y="504"/>
                    <a:pt x="239" y="528"/>
                  </a:cubicBezTo>
                  <a:cubicBezTo>
                    <a:pt x="261" y="533"/>
                    <a:pt x="282" y="535"/>
                    <a:pt x="303" y="535"/>
                  </a:cubicBezTo>
                  <a:cubicBezTo>
                    <a:pt x="429" y="535"/>
                    <a:pt x="528" y="448"/>
                    <a:pt x="548" y="326"/>
                  </a:cubicBezTo>
                  <a:cubicBezTo>
                    <a:pt x="584" y="171"/>
                    <a:pt x="489" y="40"/>
                    <a:pt x="346" y="4"/>
                  </a:cubicBezTo>
                  <a:cubicBezTo>
                    <a:pt x="328" y="1"/>
                    <a:pt x="311" y="0"/>
                    <a:pt x="294"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8" name="Google Shape;3918;p27"/>
            <p:cNvSpPr/>
            <p:nvPr/>
          </p:nvSpPr>
          <p:spPr>
            <a:xfrm>
              <a:off x="3218550" y="1236775"/>
              <a:ext cx="14300" cy="13050"/>
            </a:xfrm>
            <a:custGeom>
              <a:rect b="b" l="l" r="r" t="t"/>
              <a:pathLst>
                <a:path extrusionOk="0" h="522" w="572">
                  <a:moveTo>
                    <a:pt x="284" y="1"/>
                  </a:moveTo>
                  <a:cubicBezTo>
                    <a:pt x="173" y="1"/>
                    <a:pt x="78" y="69"/>
                    <a:pt x="36" y="184"/>
                  </a:cubicBezTo>
                  <a:cubicBezTo>
                    <a:pt x="36" y="207"/>
                    <a:pt x="24" y="219"/>
                    <a:pt x="24" y="219"/>
                  </a:cubicBezTo>
                  <a:cubicBezTo>
                    <a:pt x="0" y="350"/>
                    <a:pt x="84" y="481"/>
                    <a:pt x="238" y="517"/>
                  </a:cubicBezTo>
                  <a:cubicBezTo>
                    <a:pt x="255" y="520"/>
                    <a:pt x="272" y="521"/>
                    <a:pt x="289" y="521"/>
                  </a:cubicBezTo>
                  <a:cubicBezTo>
                    <a:pt x="343" y="521"/>
                    <a:pt x="395" y="506"/>
                    <a:pt x="441" y="469"/>
                  </a:cubicBezTo>
                  <a:cubicBezTo>
                    <a:pt x="488" y="422"/>
                    <a:pt x="536" y="386"/>
                    <a:pt x="548" y="303"/>
                  </a:cubicBezTo>
                  <a:cubicBezTo>
                    <a:pt x="572" y="172"/>
                    <a:pt x="488" y="41"/>
                    <a:pt x="357" y="5"/>
                  </a:cubicBezTo>
                  <a:lnTo>
                    <a:pt x="334" y="5"/>
                  </a:lnTo>
                  <a:cubicBezTo>
                    <a:pt x="317" y="2"/>
                    <a:pt x="300" y="1"/>
                    <a:pt x="28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9" name="Google Shape;3919;p27"/>
            <p:cNvSpPr/>
            <p:nvPr/>
          </p:nvSpPr>
          <p:spPr>
            <a:xfrm>
              <a:off x="3135200" y="1280250"/>
              <a:ext cx="13725" cy="13400"/>
            </a:xfrm>
            <a:custGeom>
              <a:rect b="b" l="l" r="r" t="t"/>
              <a:pathLst>
                <a:path extrusionOk="0" h="536" w="549">
                  <a:moveTo>
                    <a:pt x="277" y="0"/>
                  </a:moveTo>
                  <a:cubicBezTo>
                    <a:pt x="158" y="0"/>
                    <a:pt x="34" y="81"/>
                    <a:pt x="12" y="219"/>
                  </a:cubicBezTo>
                  <a:lnTo>
                    <a:pt x="12" y="242"/>
                  </a:lnTo>
                  <a:cubicBezTo>
                    <a:pt x="1" y="385"/>
                    <a:pt x="84" y="504"/>
                    <a:pt x="215" y="528"/>
                  </a:cubicBezTo>
                  <a:cubicBezTo>
                    <a:pt x="237" y="533"/>
                    <a:pt x="259" y="536"/>
                    <a:pt x="280" y="536"/>
                  </a:cubicBezTo>
                  <a:cubicBezTo>
                    <a:pt x="405" y="536"/>
                    <a:pt x="506" y="448"/>
                    <a:pt x="536" y="326"/>
                  </a:cubicBezTo>
                  <a:cubicBezTo>
                    <a:pt x="548" y="207"/>
                    <a:pt x="501" y="100"/>
                    <a:pt x="393" y="40"/>
                  </a:cubicBezTo>
                  <a:cubicBezTo>
                    <a:pt x="370" y="28"/>
                    <a:pt x="358" y="4"/>
                    <a:pt x="322" y="4"/>
                  </a:cubicBezTo>
                  <a:cubicBezTo>
                    <a:pt x="307" y="2"/>
                    <a:pt x="292" y="0"/>
                    <a:pt x="27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20" name="Google Shape;3920;p27"/>
          <p:cNvGrpSpPr/>
          <p:nvPr/>
        </p:nvGrpSpPr>
        <p:grpSpPr>
          <a:xfrm flipH="1">
            <a:off x="31" y="4274145"/>
            <a:ext cx="3353245" cy="869408"/>
            <a:chOff x="2582150" y="3714800"/>
            <a:chExt cx="2689050" cy="697200"/>
          </a:xfrm>
        </p:grpSpPr>
        <p:sp>
          <p:nvSpPr>
            <p:cNvPr id="3921" name="Google Shape;3921;p27"/>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2" name="Google Shape;3922;p27"/>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3" name="Google Shape;3923;p27"/>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4" name="Google Shape;3924;p27"/>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5" name="Google Shape;3925;p27"/>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6" name="Google Shape;3926;p27"/>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7" name="Google Shape;3927;p27"/>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8" name="Google Shape;3928;p27"/>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9" name="Google Shape;3929;p27"/>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0" name="Google Shape;3930;p27"/>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1" name="Google Shape;3931;p27"/>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2" name="Google Shape;3932;p27"/>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3" name="Google Shape;3933;p27"/>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4" name="Google Shape;3934;p27"/>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5" name="Google Shape;3935;p27"/>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6" name="Google Shape;3936;p27"/>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7" name="Google Shape;3937;p27"/>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8" name="Google Shape;3938;p27"/>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9" name="Google Shape;3939;p27"/>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0" name="Google Shape;3940;p27"/>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1" name="Google Shape;3941;p27"/>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2" name="Google Shape;3942;p27"/>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3" name="Google Shape;3943;p27"/>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4" name="Google Shape;3944;p27"/>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5" name="Google Shape;3945;p27"/>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6" name="Google Shape;3946;p27"/>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7" name="Google Shape;3947;p27"/>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8" name="Google Shape;3948;p27"/>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9" name="Google Shape;3949;p27"/>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0" name="Google Shape;3950;p27"/>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1" name="Google Shape;3951;p27"/>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2" name="Google Shape;3952;p27"/>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3" name="Google Shape;3953;p27"/>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4" name="Google Shape;3954;p27"/>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5" name="Google Shape;3955;p27"/>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6" name="Google Shape;3956;p27"/>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7" name="Google Shape;3957;p27"/>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8" name="Google Shape;3958;p27"/>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9" name="Google Shape;3959;p27"/>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0" name="Google Shape;3960;p27"/>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1" name="Google Shape;3961;p27"/>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2" name="Google Shape;3962;p27"/>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3" name="Google Shape;3963;p27"/>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4" name="Google Shape;3964;p27"/>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5" name="Google Shape;3965;p27"/>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6" name="Google Shape;3966;p27"/>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7" name="Google Shape;3967;p27"/>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8" name="Google Shape;3968;p27"/>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9" name="Google Shape;3969;p27"/>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0" name="Google Shape;3970;p27"/>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1" name="Google Shape;3971;p27"/>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2" name="Google Shape;3972;p27"/>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3" name="Google Shape;3973;p27"/>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4" name="Google Shape;3974;p27"/>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5" name="Google Shape;3975;p27"/>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6" name="Google Shape;3976;p27"/>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7" name="Google Shape;3977;p27"/>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8" name="Google Shape;3978;p27"/>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9" name="Google Shape;3979;p27"/>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0" name="Google Shape;3980;p27"/>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81" name="Google Shape;3981;p27"/>
          <p:cNvGrpSpPr/>
          <p:nvPr/>
        </p:nvGrpSpPr>
        <p:grpSpPr>
          <a:xfrm>
            <a:off x="5790906" y="4274145"/>
            <a:ext cx="3353245" cy="869408"/>
            <a:chOff x="2582150" y="3714800"/>
            <a:chExt cx="2689050" cy="697200"/>
          </a:xfrm>
        </p:grpSpPr>
        <p:sp>
          <p:nvSpPr>
            <p:cNvPr id="3982" name="Google Shape;3982;p27"/>
            <p:cNvSpPr/>
            <p:nvPr/>
          </p:nvSpPr>
          <p:spPr>
            <a:xfrm>
              <a:off x="3636750" y="4402150"/>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3" name="Google Shape;3983;p27"/>
            <p:cNvSpPr/>
            <p:nvPr/>
          </p:nvSpPr>
          <p:spPr>
            <a:xfrm>
              <a:off x="3640625" y="4406925"/>
              <a:ext cx="19375" cy="4475"/>
            </a:xfrm>
            <a:custGeom>
              <a:rect b="b" l="l" r="r" t="t"/>
              <a:pathLst>
                <a:path extrusionOk="0" h="179" w="775">
                  <a:moveTo>
                    <a:pt x="393" y="0"/>
                  </a:moveTo>
                  <a:lnTo>
                    <a:pt x="36" y="108"/>
                  </a:lnTo>
                  <a:lnTo>
                    <a:pt x="0" y="179"/>
                  </a:lnTo>
                  <a:lnTo>
                    <a:pt x="774" y="179"/>
                  </a:lnTo>
                  <a:lnTo>
                    <a:pt x="39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4" name="Google Shape;3984;p27"/>
            <p:cNvSpPr/>
            <p:nvPr/>
          </p:nvSpPr>
          <p:spPr>
            <a:xfrm>
              <a:off x="3634075" y="4403950"/>
              <a:ext cx="25" cy="625"/>
            </a:xfrm>
            <a:custGeom>
              <a:rect b="b" l="l" r="r" t="t"/>
              <a:pathLst>
                <a:path extrusionOk="0" h="25" w="1">
                  <a:moveTo>
                    <a:pt x="0" y="24"/>
                  </a:moveTo>
                  <a:lnTo>
                    <a:pt x="0" y="24"/>
                  </a:lnTo>
                  <a:lnTo>
                    <a:pt x="0" y="24"/>
                  </a:ln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5" name="Google Shape;3985;p27"/>
            <p:cNvSpPr/>
            <p:nvPr/>
          </p:nvSpPr>
          <p:spPr>
            <a:xfrm>
              <a:off x="3635275" y="4403050"/>
              <a:ext cx="25" cy="25"/>
            </a:xfrm>
            <a:custGeom>
              <a:rect b="b" l="l" r="r" t="t"/>
              <a:pathLst>
                <a:path extrusionOk="0" h="1" w="1">
                  <a:moveTo>
                    <a:pt x="0"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6" name="Google Shape;3986;p27"/>
            <p:cNvSpPr/>
            <p:nvPr/>
          </p:nvSpPr>
          <p:spPr>
            <a:xfrm>
              <a:off x="3746875" y="4334600"/>
              <a:ext cx="142325" cy="46150"/>
            </a:xfrm>
            <a:custGeom>
              <a:rect b="b" l="l" r="r" t="t"/>
              <a:pathLst>
                <a:path extrusionOk="0" h="1846" w="5693">
                  <a:moveTo>
                    <a:pt x="5418" y="0"/>
                  </a:moveTo>
                  <a:lnTo>
                    <a:pt x="1" y="1488"/>
                  </a:lnTo>
                  <a:lnTo>
                    <a:pt x="1" y="1846"/>
                  </a:lnTo>
                  <a:lnTo>
                    <a:pt x="5692" y="262"/>
                  </a:lnTo>
                  <a:lnTo>
                    <a:pt x="541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7" name="Google Shape;3987;p27"/>
            <p:cNvSpPr/>
            <p:nvPr/>
          </p:nvSpPr>
          <p:spPr>
            <a:xfrm>
              <a:off x="3891850" y="4256600"/>
              <a:ext cx="273575" cy="81875"/>
            </a:xfrm>
            <a:custGeom>
              <a:rect b="b" l="l" r="r" t="t"/>
              <a:pathLst>
                <a:path extrusionOk="0" h="3275" w="10943">
                  <a:moveTo>
                    <a:pt x="10883" y="1"/>
                  </a:moveTo>
                  <a:lnTo>
                    <a:pt x="0" y="3013"/>
                  </a:lnTo>
                  <a:lnTo>
                    <a:pt x="286" y="3275"/>
                  </a:lnTo>
                  <a:lnTo>
                    <a:pt x="10883" y="358"/>
                  </a:lnTo>
                  <a:lnTo>
                    <a:pt x="10942" y="298"/>
                  </a:lnTo>
                  <a:cubicBezTo>
                    <a:pt x="10894" y="215"/>
                    <a:pt x="10883" y="108"/>
                    <a:pt x="1088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8" name="Google Shape;3988;p27"/>
            <p:cNvSpPr/>
            <p:nvPr/>
          </p:nvSpPr>
          <p:spPr>
            <a:xfrm>
              <a:off x="3634375" y="4403350"/>
              <a:ext cx="325" cy="325"/>
            </a:xfrm>
            <a:custGeom>
              <a:rect b="b" l="l" r="r" t="t"/>
              <a:pathLst>
                <a:path extrusionOk="0" h="13" w="13">
                  <a:moveTo>
                    <a:pt x="0" y="12"/>
                  </a:move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9" name="Google Shape;3989;p27"/>
            <p:cNvSpPr/>
            <p:nvPr/>
          </p:nvSpPr>
          <p:spPr>
            <a:xfrm>
              <a:off x="3635275" y="4402450"/>
              <a:ext cx="300" cy="625"/>
            </a:xfrm>
            <a:custGeom>
              <a:rect b="b" l="l" r="r" t="t"/>
              <a:pathLst>
                <a:path extrusionOk="0" h="25" w="12">
                  <a:moveTo>
                    <a:pt x="12" y="1"/>
                  </a:moveTo>
                  <a:cubicBezTo>
                    <a:pt x="12" y="1"/>
                    <a:pt x="0" y="25"/>
                    <a:pt x="12" y="1"/>
                  </a:cubicBezTo>
                  <a:lnTo>
                    <a:pt x="0" y="25"/>
                  </a:lnTo>
                  <a:lnTo>
                    <a:pt x="0" y="25"/>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0" name="Google Shape;3990;p27"/>
            <p:cNvSpPr/>
            <p:nvPr/>
          </p:nvSpPr>
          <p:spPr>
            <a:xfrm>
              <a:off x="3636750" y="4373575"/>
              <a:ext cx="101825" cy="35750"/>
            </a:xfrm>
            <a:custGeom>
              <a:rect b="b" l="l" r="r" t="t"/>
              <a:pathLst>
                <a:path extrusionOk="0" h="1430" w="4073">
                  <a:moveTo>
                    <a:pt x="4073" y="1"/>
                  </a:moveTo>
                  <a:lnTo>
                    <a:pt x="12" y="1120"/>
                  </a:lnTo>
                  <a:lnTo>
                    <a:pt x="1" y="1120"/>
                  </a:lnTo>
                  <a:cubicBezTo>
                    <a:pt x="24" y="1132"/>
                    <a:pt x="60" y="1132"/>
                    <a:pt x="96" y="1132"/>
                  </a:cubicBezTo>
                  <a:cubicBezTo>
                    <a:pt x="191" y="1156"/>
                    <a:pt x="251" y="1251"/>
                    <a:pt x="215" y="1334"/>
                  </a:cubicBezTo>
                  <a:lnTo>
                    <a:pt x="191" y="1430"/>
                  </a:lnTo>
                  <a:lnTo>
                    <a:pt x="548" y="1322"/>
                  </a:lnTo>
                  <a:lnTo>
                    <a:pt x="4061" y="358"/>
                  </a:lnTo>
                  <a:lnTo>
                    <a:pt x="40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1" name="Google Shape;3991;p27"/>
            <p:cNvSpPr/>
            <p:nvPr/>
          </p:nvSpPr>
          <p:spPr>
            <a:xfrm>
              <a:off x="3635850" y="4402150"/>
              <a:ext cx="925" cy="325"/>
            </a:xfrm>
            <a:custGeom>
              <a:rect b="b" l="l" r="r" t="t"/>
              <a:pathLst>
                <a:path extrusionOk="0" h="13" w="37">
                  <a:moveTo>
                    <a:pt x="37" y="1"/>
                  </a:moveTo>
                  <a:cubicBezTo>
                    <a:pt x="13" y="1"/>
                    <a:pt x="1" y="1"/>
                    <a:pt x="1" y="13"/>
                  </a:cubicBezTo>
                  <a:cubicBezTo>
                    <a:pt x="1" y="13"/>
                    <a:pt x="13" y="1"/>
                    <a:pt x="3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2" name="Google Shape;3992;p27"/>
            <p:cNvSpPr/>
            <p:nvPr/>
          </p:nvSpPr>
          <p:spPr>
            <a:xfrm>
              <a:off x="3634075" y="4403950"/>
              <a:ext cx="325" cy="925"/>
            </a:xfrm>
            <a:custGeom>
              <a:rect b="b" l="l" r="r" t="t"/>
              <a:pathLst>
                <a:path extrusionOk="0" h="37" w="13">
                  <a:moveTo>
                    <a:pt x="12" y="0"/>
                  </a:moveTo>
                  <a:lnTo>
                    <a:pt x="12" y="0"/>
                  </a:lnTo>
                  <a:cubicBezTo>
                    <a:pt x="6" y="14"/>
                    <a:pt x="3" y="19"/>
                    <a:pt x="1" y="24"/>
                  </a:cubicBezTo>
                  <a:lnTo>
                    <a:pt x="1" y="24"/>
                  </a:lnTo>
                  <a:cubicBezTo>
                    <a:pt x="12" y="24"/>
                    <a:pt x="12" y="23"/>
                    <a:pt x="12" y="0"/>
                  </a:cubicBezTo>
                  <a:close/>
                  <a:moveTo>
                    <a:pt x="1" y="24"/>
                  </a:moveTo>
                  <a:cubicBezTo>
                    <a:pt x="1" y="24"/>
                    <a:pt x="1" y="24"/>
                    <a:pt x="0" y="24"/>
                  </a:cubicBezTo>
                  <a:lnTo>
                    <a:pt x="0" y="36"/>
                  </a:lnTo>
                  <a:cubicBezTo>
                    <a:pt x="0" y="31"/>
                    <a:pt x="0" y="28"/>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3" name="Google Shape;3993;p27"/>
            <p:cNvSpPr/>
            <p:nvPr/>
          </p:nvSpPr>
          <p:spPr>
            <a:xfrm>
              <a:off x="2599425" y="4199450"/>
              <a:ext cx="104800" cy="112250"/>
            </a:xfrm>
            <a:custGeom>
              <a:rect b="b" l="l" r="r" t="t"/>
              <a:pathLst>
                <a:path extrusionOk="0" h="4490" w="4192">
                  <a:moveTo>
                    <a:pt x="3929" y="1"/>
                  </a:moveTo>
                  <a:lnTo>
                    <a:pt x="0" y="4394"/>
                  </a:lnTo>
                  <a:cubicBezTo>
                    <a:pt x="84" y="4394"/>
                    <a:pt x="167" y="4430"/>
                    <a:pt x="250" y="4489"/>
                  </a:cubicBezTo>
                  <a:lnTo>
                    <a:pt x="417" y="4418"/>
                  </a:lnTo>
                  <a:lnTo>
                    <a:pt x="4191" y="203"/>
                  </a:lnTo>
                  <a:lnTo>
                    <a:pt x="39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4" name="Google Shape;3994;p27"/>
            <p:cNvSpPr/>
            <p:nvPr/>
          </p:nvSpPr>
          <p:spPr>
            <a:xfrm>
              <a:off x="2778900" y="4187850"/>
              <a:ext cx="124150" cy="53600"/>
            </a:xfrm>
            <a:custGeom>
              <a:rect b="b" l="l" r="r" t="t"/>
              <a:pathLst>
                <a:path extrusionOk="0" h="2144" w="4966">
                  <a:moveTo>
                    <a:pt x="4942" y="0"/>
                  </a:moveTo>
                  <a:cubicBezTo>
                    <a:pt x="4930" y="0"/>
                    <a:pt x="4918" y="0"/>
                    <a:pt x="4918" y="12"/>
                  </a:cubicBezTo>
                  <a:cubicBezTo>
                    <a:pt x="4930" y="12"/>
                    <a:pt x="4942" y="12"/>
                    <a:pt x="4942" y="0"/>
                  </a:cubicBezTo>
                  <a:close/>
                  <a:moveTo>
                    <a:pt x="4918" y="12"/>
                  </a:moveTo>
                  <a:lnTo>
                    <a:pt x="1" y="1834"/>
                  </a:lnTo>
                  <a:cubicBezTo>
                    <a:pt x="84" y="1917"/>
                    <a:pt x="120" y="2024"/>
                    <a:pt x="144" y="2143"/>
                  </a:cubicBezTo>
                  <a:lnTo>
                    <a:pt x="4966" y="358"/>
                  </a:lnTo>
                  <a:lnTo>
                    <a:pt x="4882" y="310"/>
                  </a:lnTo>
                  <a:cubicBezTo>
                    <a:pt x="4811" y="250"/>
                    <a:pt x="4799" y="155"/>
                    <a:pt x="4847" y="72"/>
                  </a:cubicBezTo>
                  <a:cubicBezTo>
                    <a:pt x="4859" y="48"/>
                    <a:pt x="4882" y="36"/>
                    <a:pt x="4918"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5" name="Google Shape;3995;p27"/>
            <p:cNvSpPr/>
            <p:nvPr/>
          </p:nvSpPr>
          <p:spPr>
            <a:xfrm>
              <a:off x="2905125" y="4188150"/>
              <a:ext cx="900" cy="625"/>
            </a:xfrm>
            <a:custGeom>
              <a:rect b="b" l="l" r="r" t="t"/>
              <a:pathLst>
                <a:path extrusionOk="0" h="25" w="36">
                  <a:moveTo>
                    <a:pt x="0" y="0"/>
                  </a:moveTo>
                  <a:cubicBezTo>
                    <a:pt x="12" y="0"/>
                    <a:pt x="12" y="24"/>
                    <a:pt x="36" y="24"/>
                  </a:cubicBezTo>
                  <a:cubicBezTo>
                    <a:pt x="12" y="24"/>
                    <a:pt x="12"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6" name="Google Shape;3996;p27"/>
            <p:cNvSpPr/>
            <p:nvPr/>
          </p:nvSpPr>
          <p:spPr>
            <a:xfrm>
              <a:off x="2903925" y="4187850"/>
              <a:ext cx="925" cy="25"/>
            </a:xfrm>
            <a:custGeom>
              <a:rect b="b" l="l" r="r" t="t"/>
              <a:pathLst>
                <a:path extrusionOk="0" h="1" w="37">
                  <a:moveTo>
                    <a:pt x="0" y="0"/>
                  </a:move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7" name="Google Shape;3997;p27"/>
            <p:cNvSpPr/>
            <p:nvPr/>
          </p:nvSpPr>
          <p:spPr>
            <a:xfrm>
              <a:off x="2903325" y="4187850"/>
              <a:ext cx="625" cy="25"/>
            </a:xfrm>
            <a:custGeom>
              <a:rect b="b" l="l" r="r" t="t"/>
              <a:pathLst>
                <a:path extrusionOk="0" h="1" w="25">
                  <a:moveTo>
                    <a:pt x="1" y="0"/>
                  </a:moveTo>
                  <a:lnTo>
                    <a:pt x="2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8" name="Google Shape;3998;p27"/>
            <p:cNvSpPr/>
            <p:nvPr/>
          </p:nvSpPr>
          <p:spPr>
            <a:xfrm>
              <a:off x="2906000" y="4188750"/>
              <a:ext cx="25" cy="25"/>
            </a:xfrm>
            <a:custGeom>
              <a:rect b="b" l="l" r="r" t="t"/>
              <a:pathLst>
                <a:path extrusionOk="0" h="1" w="1">
                  <a:moveTo>
                    <a:pt x="1" y="0"/>
                  </a:move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9" name="Google Shape;3999;p27"/>
            <p:cNvSpPr/>
            <p:nvPr/>
          </p:nvSpPr>
          <p:spPr>
            <a:xfrm>
              <a:off x="2898575" y="4188150"/>
              <a:ext cx="179200" cy="127725"/>
            </a:xfrm>
            <a:custGeom>
              <a:rect b="b" l="l" r="r" t="t"/>
              <a:pathLst>
                <a:path extrusionOk="0" h="5109" w="7168">
                  <a:moveTo>
                    <a:pt x="155" y="0"/>
                  </a:moveTo>
                  <a:cubicBezTo>
                    <a:pt x="143" y="0"/>
                    <a:pt x="131" y="0"/>
                    <a:pt x="131" y="24"/>
                  </a:cubicBezTo>
                  <a:cubicBezTo>
                    <a:pt x="95" y="24"/>
                    <a:pt x="83" y="36"/>
                    <a:pt x="60" y="60"/>
                  </a:cubicBezTo>
                  <a:cubicBezTo>
                    <a:pt x="0" y="143"/>
                    <a:pt x="24" y="238"/>
                    <a:pt x="95" y="298"/>
                  </a:cubicBezTo>
                  <a:lnTo>
                    <a:pt x="179" y="346"/>
                  </a:lnTo>
                  <a:lnTo>
                    <a:pt x="7049" y="5108"/>
                  </a:lnTo>
                  <a:cubicBezTo>
                    <a:pt x="7049" y="5084"/>
                    <a:pt x="7037" y="5049"/>
                    <a:pt x="7037" y="5025"/>
                  </a:cubicBezTo>
                  <a:cubicBezTo>
                    <a:pt x="7049" y="4918"/>
                    <a:pt x="7096" y="4834"/>
                    <a:pt x="7168" y="4787"/>
                  </a:cubicBezTo>
                  <a:lnTo>
                    <a:pt x="298" y="24"/>
                  </a:lnTo>
                  <a:cubicBezTo>
                    <a:pt x="274" y="24"/>
                    <a:pt x="274" y="0"/>
                    <a:pt x="26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0" name="Google Shape;4000;p27"/>
            <p:cNvSpPr/>
            <p:nvPr/>
          </p:nvSpPr>
          <p:spPr>
            <a:xfrm>
              <a:off x="2605375" y="4242625"/>
              <a:ext cx="151825" cy="76225"/>
            </a:xfrm>
            <a:custGeom>
              <a:rect b="b" l="l" r="r" t="t"/>
              <a:pathLst>
                <a:path extrusionOk="0" h="3049" w="6073">
                  <a:moveTo>
                    <a:pt x="5870" y="0"/>
                  </a:moveTo>
                  <a:lnTo>
                    <a:pt x="155" y="2679"/>
                  </a:lnTo>
                  <a:lnTo>
                    <a:pt x="0" y="2750"/>
                  </a:lnTo>
                  <a:cubicBezTo>
                    <a:pt x="84" y="2822"/>
                    <a:pt x="143" y="2929"/>
                    <a:pt x="155" y="3048"/>
                  </a:cubicBezTo>
                  <a:lnTo>
                    <a:pt x="6073" y="286"/>
                  </a:lnTo>
                  <a:cubicBezTo>
                    <a:pt x="6037" y="226"/>
                    <a:pt x="6013" y="167"/>
                    <a:pt x="5989" y="107"/>
                  </a:cubicBezTo>
                  <a:lnTo>
                    <a:pt x="587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1" name="Google Shape;4001;p27"/>
            <p:cNvSpPr/>
            <p:nvPr/>
          </p:nvSpPr>
          <p:spPr>
            <a:xfrm>
              <a:off x="2768500" y="4252150"/>
              <a:ext cx="210450" cy="159250"/>
            </a:xfrm>
            <a:custGeom>
              <a:rect b="b" l="l" r="r" t="t"/>
              <a:pathLst>
                <a:path extrusionOk="0" h="6370" w="8418">
                  <a:moveTo>
                    <a:pt x="381" y="0"/>
                  </a:moveTo>
                  <a:cubicBezTo>
                    <a:pt x="286" y="95"/>
                    <a:pt x="155" y="155"/>
                    <a:pt x="0" y="155"/>
                  </a:cubicBezTo>
                  <a:lnTo>
                    <a:pt x="7858" y="6370"/>
                  </a:lnTo>
                  <a:lnTo>
                    <a:pt x="8418" y="6370"/>
                  </a:lnTo>
                  <a:lnTo>
                    <a:pt x="38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2" name="Google Shape;4002;p27"/>
            <p:cNvSpPr/>
            <p:nvPr/>
          </p:nvSpPr>
          <p:spPr>
            <a:xfrm>
              <a:off x="2694975" y="4191125"/>
              <a:ext cx="62225" cy="54200"/>
            </a:xfrm>
            <a:custGeom>
              <a:rect b="b" l="l" r="r" t="t"/>
              <a:pathLst>
                <a:path extrusionOk="0" h="2168" w="2489">
                  <a:moveTo>
                    <a:pt x="131" y="0"/>
                  </a:moveTo>
                  <a:cubicBezTo>
                    <a:pt x="95" y="24"/>
                    <a:pt x="72" y="36"/>
                    <a:pt x="60" y="60"/>
                  </a:cubicBezTo>
                  <a:cubicBezTo>
                    <a:pt x="0" y="143"/>
                    <a:pt x="12" y="238"/>
                    <a:pt x="84" y="298"/>
                  </a:cubicBezTo>
                  <a:lnTo>
                    <a:pt x="107" y="322"/>
                  </a:lnTo>
                  <a:lnTo>
                    <a:pt x="369" y="524"/>
                  </a:lnTo>
                  <a:lnTo>
                    <a:pt x="2286" y="2060"/>
                  </a:lnTo>
                  <a:lnTo>
                    <a:pt x="2429" y="2167"/>
                  </a:lnTo>
                  <a:cubicBezTo>
                    <a:pt x="2405" y="2108"/>
                    <a:pt x="2405" y="2060"/>
                    <a:pt x="2405" y="2001"/>
                  </a:cubicBezTo>
                  <a:cubicBezTo>
                    <a:pt x="2405" y="1929"/>
                    <a:pt x="2441" y="1846"/>
                    <a:pt x="2489" y="1774"/>
                  </a:cubicBezTo>
                  <a:lnTo>
                    <a:pt x="655" y="322"/>
                  </a:lnTo>
                  <a:cubicBezTo>
                    <a:pt x="596" y="405"/>
                    <a:pt x="500" y="453"/>
                    <a:pt x="405" y="453"/>
                  </a:cubicBezTo>
                  <a:cubicBezTo>
                    <a:pt x="250" y="453"/>
                    <a:pt x="143" y="298"/>
                    <a:pt x="167" y="155"/>
                  </a:cubicBezTo>
                  <a:cubicBezTo>
                    <a:pt x="167" y="96"/>
                    <a:pt x="191" y="48"/>
                    <a:pt x="22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3" name="Google Shape;4003;p27"/>
            <p:cNvSpPr/>
            <p:nvPr/>
          </p:nvSpPr>
          <p:spPr>
            <a:xfrm>
              <a:off x="3016725" y="4319125"/>
              <a:ext cx="67000" cy="92275"/>
            </a:xfrm>
            <a:custGeom>
              <a:rect b="b" l="l" r="r" t="t"/>
              <a:pathLst>
                <a:path extrusionOk="0" h="3691" w="2680">
                  <a:moveTo>
                    <a:pt x="2680" y="119"/>
                  </a:moveTo>
                  <a:lnTo>
                    <a:pt x="2675" y="126"/>
                  </a:lnTo>
                  <a:lnTo>
                    <a:pt x="2675" y="126"/>
                  </a:lnTo>
                  <a:cubicBezTo>
                    <a:pt x="2677" y="124"/>
                    <a:pt x="2679" y="122"/>
                    <a:pt x="2680" y="119"/>
                  </a:cubicBezTo>
                  <a:close/>
                  <a:moveTo>
                    <a:pt x="2370" y="0"/>
                  </a:moveTo>
                  <a:lnTo>
                    <a:pt x="1" y="3560"/>
                  </a:lnTo>
                  <a:cubicBezTo>
                    <a:pt x="96" y="3596"/>
                    <a:pt x="168" y="3631"/>
                    <a:pt x="227" y="3691"/>
                  </a:cubicBezTo>
                  <a:lnTo>
                    <a:pt x="310" y="3691"/>
                  </a:lnTo>
                  <a:lnTo>
                    <a:pt x="2675" y="126"/>
                  </a:lnTo>
                  <a:lnTo>
                    <a:pt x="2675" y="126"/>
                  </a:lnTo>
                  <a:cubicBezTo>
                    <a:pt x="2661" y="143"/>
                    <a:pt x="2628" y="143"/>
                    <a:pt x="2596" y="143"/>
                  </a:cubicBezTo>
                  <a:cubicBezTo>
                    <a:pt x="2501" y="143"/>
                    <a:pt x="2418" y="83"/>
                    <a:pt x="23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4" name="Google Shape;4004;p27"/>
            <p:cNvSpPr/>
            <p:nvPr/>
          </p:nvSpPr>
          <p:spPr>
            <a:xfrm>
              <a:off x="3084000" y="4036650"/>
              <a:ext cx="186075" cy="275050"/>
            </a:xfrm>
            <a:custGeom>
              <a:rect b="b" l="l" r="r" t="t"/>
              <a:pathLst>
                <a:path extrusionOk="0" h="11002" w="7443">
                  <a:moveTo>
                    <a:pt x="7168" y="0"/>
                  </a:moveTo>
                  <a:lnTo>
                    <a:pt x="1" y="10811"/>
                  </a:lnTo>
                  <a:cubicBezTo>
                    <a:pt x="108" y="10847"/>
                    <a:pt x="203" y="10918"/>
                    <a:pt x="227" y="11001"/>
                  </a:cubicBezTo>
                  <a:cubicBezTo>
                    <a:pt x="239" y="11001"/>
                    <a:pt x="263" y="10989"/>
                    <a:pt x="286" y="10989"/>
                  </a:cubicBezTo>
                  <a:lnTo>
                    <a:pt x="7442" y="179"/>
                  </a:lnTo>
                  <a:cubicBezTo>
                    <a:pt x="7323" y="155"/>
                    <a:pt x="7240" y="95"/>
                    <a:pt x="71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5" name="Google Shape;4005;p27"/>
            <p:cNvSpPr/>
            <p:nvPr/>
          </p:nvSpPr>
          <p:spPr>
            <a:xfrm>
              <a:off x="3088475" y="4311375"/>
              <a:ext cx="161950" cy="100025"/>
            </a:xfrm>
            <a:custGeom>
              <a:rect b="b" l="l" r="r" t="t"/>
              <a:pathLst>
                <a:path extrusionOk="0" h="4001" w="6478">
                  <a:moveTo>
                    <a:pt x="107" y="0"/>
                  </a:moveTo>
                  <a:cubicBezTo>
                    <a:pt x="96" y="0"/>
                    <a:pt x="72" y="0"/>
                    <a:pt x="48" y="12"/>
                  </a:cubicBezTo>
                  <a:cubicBezTo>
                    <a:pt x="60" y="60"/>
                    <a:pt x="84" y="108"/>
                    <a:pt x="60" y="155"/>
                  </a:cubicBezTo>
                  <a:cubicBezTo>
                    <a:pt x="60" y="215"/>
                    <a:pt x="36" y="250"/>
                    <a:pt x="0" y="298"/>
                  </a:cubicBezTo>
                  <a:lnTo>
                    <a:pt x="24" y="310"/>
                  </a:lnTo>
                  <a:lnTo>
                    <a:pt x="5834" y="4001"/>
                  </a:lnTo>
                  <a:lnTo>
                    <a:pt x="6477" y="4001"/>
                  </a:lnTo>
                  <a:lnTo>
                    <a:pt x="203" y="36"/>
                  </a:lnTo>
                  <a:cubicBezTo>
                    <a:pt x="167" y="12"/>
                    <a:pt x="143" y="0"/>
                    <a:pt x="10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6" name="Google Shape;4006;p27"/>
            <p:cNvSpPr/>
            <p:nvPr/>
          </p:nvSpPr>
          <p:spPr>
            <a:xfrm>
              <a:off x="3271525" y="4040200"/>
              <a:ext cx="47350" cy="371200"/>
            </a:xfrm>
            <a:custGeom>
              <a:rect b="b" l="l" r="r" t="t"/>
              <a:pathLst>
                <a:path extrusionOk="0" h="14848" w="1894">
                  <a:moveTo>
                    <a:pt x="334" y="1"/>
                  </a:moveTo>
                  <a:cubicBezTo>
                    <a:pt x="255" y="51"/>
                    <a:pt x="159" y="75"/>
                    <a:pt x="60" y="75"/>
                  </a:cubicBezTo>
                  <a:cubicBezTo>
                    <a:pt x="40" y="75"/>
                    <a:pt x="20" y="74"/>
                    <a:pt x="1" y="72"/>
                  </a:cubicBezTo>
                  <a:lnTo>
                    <a:pt x="1" y="72"/>
                  </a:lnTo>
                  <a:lnTo>
                    <a:pt x="1548" y="14848"/>
                  </a:lnTo>
                  <a:lnTo>
                    <a:pt x="1894" y="14848"/>
                  </a:lnTo>
                  <a:lnTo>
                    <a:pt x="33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7" name="Google Shape;4007;p27"/>
            <p:cNvSpPr/>
            <p:nvPr/>
          </p:nvSpPr>
          <p:spPr>
            <a:xfrm>
              <a:off x="3632275" y="4401925"/>
              <a:ext cx="10750" cy="9475"/>
            </a:xfrm>
            <a:custGeom>
              <a:rect b="b" l="l" r="r" t="t"/>
              <a:pathLst>
                <a:path extrusionOk="0" h="379" w="430">
                  <a:moveTo>
                    <a:pt x="227" y="1"/>
                  </a:moveTo>
                  <a:cubicBezTo>
                    <a:pt x="209" y="1"/>
                    <a:pt x="191" y="4"/>
                    <a:pt x="180" y="10"/>
                  </a:cubicBezTo>
                  <a:cubicBezTo>
                    <a:pt x="156" y="10"/>
                    <a:pt x="156" y="22"/>
                    <a:pt x="144" y="22"/>
                  </a:cubicBezTo>
                  <a:lnTo>
                    <a:pt x="132" y="22"/>
                  </a:lnTo>
                  <a:lnTo>
                    <a:pt x="120" y="46"/>
                  </a:lnTo>
                  <a:lnTo>
                    <a:pt x="96" y="57"/>
                  </a:lnTo>
                  <a:lnTo>
                    <a:pt x="84" y="69"/>
                  </a:lnTo>
                  <a:lnTo>
                    <a:pt x="84" y="81"/>
                  </a:lnTo>
                  <a:cubicBezTo>
                    <a:pt x="84" y="105"/>
                    <a:pt x="72" y="105"/>
                    <a:pt x="72" y="117"/>
                  </a:cubicBezTo>
                  <a:lnTo>
                    <a:pt x="1" y="379"/>
                  </a:lnTo>
                  <a:lnTo>
                    <a:pt x="334" y="379"/>
                  </a:lnTo>
                  <a:lnTo>
                    <a:pt x="370" y="308"/>
                  </a:lnTo>
                  <a:lnTo>
                    <a:pt x="394" y="224"/>
                  </a:lnTo>
                  <a:cubicBezTo>
                    <a:pt x="430" y="129"/>
                    <a:pt x="370" y="46"/>
                    <a:pt x="275" y="10"/>
                  </a:cubicBezTo>
                  <a:cubicBezTo>
                    <a:pt x="263" y="4"/>
                    <a:pt x="245" y="1"/>
                    <a:pt x="227"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8" name="Google Shape;4008;p27"/>
            <p:cNvSpPr/>
            <p:nvPr/>
          </p:nvSpPr>
          <p:spPr>
            <a:xfrm>
              <a:off x="3737350" y="4195300"/>
              <a:ext cx="14325" cy="216100"/>
            </a:xfrm>
            <a:custGeom>
              <a:rect b="b" l="l" r="r" t="t"/>
              <a:pathLst>
                <a:path extrusionOk="0" h="8644" w="573">
                  <a:moveTo>
                    <a:pt x="227" y="0"/>
                  </a:moveTo>
                  <a:lnTo>
                    <a:pt x="37" y="7156"/>
                  </a:lnTo>
                  <a:lnTo>
                    <a:pt x="25" y="7513"/>
                  </a:lnTo>
                  <a:lnTo>
                    <a:pt x="1" y="8644"/>
                  </a:lnTo>
                  <a:lnTo>
                    <a:pt x="346" y="8644"/>
                  </a:lnTo>
                  <a:lnTo>
                    <a:pt x="382" y="7418"/>
                  </a:lnTo>
                  <a:lnTo>
                    <a:pt x="394" y="7060"/>
                  </a:lnTo>
                  <a:lnTo>
                    <a:pt x="572" y="429"/>
                  </a:lnTo>
                  <a:lnTo>
                    <a:pt x="287" y="167"/>
                  </a:lnTo>
                  <a:cubicBezTo>
                    <a:pt x="239" y="119"/>
                    <a:pt x="227" y="60"/>
                    <a:pt x="23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9" name="Google Shape;4009;p27"/>
            <p:cNvSpPr/>
            <p:nvPr/>
          </p:nvSpPr>
          <p:spPr>
            <a:xfrm>
              <a:off x="4021625" y="4264050"/>
              <a:ext cx="149750" cy="147350"/>
            </a:xfrm>
            <a:custGeom>
              <a:rect b="b" l="l" r="r" t="t"/>
              <a:pathLst>
                <a:path extrusionOk="0" h="5894" w="5990">
                  <a:moveTo>
                    <a:pt x="5751" y="0"/>
                  </a:moveTo>
                  <a:lnTo>
                    <a:pt x="5692" y="60"/>
                  </a:lnTo>
                  <a:lnTo>
                    <a:pt x="0" y="5894"/>
                  </a:lnTo>
                  <a:lnTo>
                    <a:pt x="477" y="5894"/>
                  </a:lnTo>
                  <a:lnTo>
                    <a:pt x="5989" y="238"/>
                  </a:lnTo>
                  <a:cubicBezTo>
                    <a:pt x="5882" y="179"/>
                    <a:pt x="5799" y="108"/>
                    <a:pt x="575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0" name="Google Shape;4010;p27"/>
            <p:cNvSpPr/>
            <p:nvPr/>
          </p:nvSpPr>
          <p:spPr>
            <a:xfrm>
              <a:off x="4484475" y="4346500"/>
              <a:ext cx="96475" cy="64900"/>
            </a:xfrm>
            <a:custGeom>
              <a:rect b="b" l="l" r="r" t="t"/>
              <a:pathLst>
                <a:path extrusionOk="0" h="2596" w="3859">
                  <a:moveTo>
                    <a:pt x="3668" y="0"/>
                  </a:moveTo>
                  <a:lnTo>
                    <a:pt x="1" y="2596"/>
                  </a:lnTo>
                  <a:lnTo>
                    <a:pt x="584" y="2596"/>
                  </a:lnTo>
                  <a:lnTo>
                    <a:pt x="3858" y="262"/>
                  </a:lnTo>
                  <a:cubicBezTo>
                    <a:pt x="3787" y="191"/>
                    <a:pt x="3715" y="96"/>
                    <a:pt x="366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1" name="Google Shape;4011;p27"/>
            <p:cNvSpPr/>
            <p:nvPr/>
          </p:nvSpPr>
          <p:spPr>
            <a:xfrm>
              <a:off x="3743025" y="4194700"/>
              <a:ext cx="230700" cy="216425"/>
            </a:xfrm>
            <a:custGeom>
              <a:rect b="b" l="l" r="r" t="t"/>
              <a:pathLst>
                <a:path extrusionOk="0" h="8657" w="9228">
                  <a:moveTo>
                    <a:pt x="369" y="0"/>
                  </a:moveTo>
                  <a:cubicBezTo>
                    <a:pt x="309" y="26"/>
                    <a:pt x="243" y="46"/>
                    <a:pt x="179" y="46"/>
                  </a:cubicBezTo>
                  <a:cubicBezTo>
                    <a:pt x="155" y="46"/>
                    <a:pt x="131" y="43"/>
                    <a:pt x="107" y="36"/>
                  </a:cubicBezTo>
                  <a:cubicBezTo>
                    <a:pt x="72" y="36"/>
                    <a:pt x="48" y="24"/>
                    <a:pt x="12" y="24"/>
                  </a:cubicBezTo>
                  <a:cubicBezTo>
                    <a:pt x="0" y="84"/>
                    <a:pt x="12" y="143"/>
                    <a:pt x="60" y="191"/>
                  </a:cubicBezTo>
                  <a:lnTo>
                    <a:pt x="345" y="453"/>
                  </a:lnTo>
                  <a:lnTo>
                    <a:pt x="5584" y="5572"/>
                  </a:lnTo>
                  <a:lnTo>
                    <a:pt x="5870" y="5846"/>
                  </a:lnTo>
                  <a:lnTo>
                    <a:pt x="8739" y="8656"/>
                  </a:lnTo>
                  <a:lnTo>
                    <a:pt x="9227" y="8656"/>
                  </a:lnTo>
                  <a:lnTo>
                    <a:pt x="7144" y="6620"/>
                  </a:lnTo>
                  <a:cubicBezTo>
                    <a:pt x="7120" y="6620"/>
                    <a:pt x="7102" y="6625"/>
                    <a:pt x="7078" y="6625"/>
                  </a:cubicBezTo>
                  <a:cubicBezTo>
                    <a:pt x="7066" y="6625"/>
                    <a:pt x="7053" y="6624"/>
                    <a:pt x="7037" y="6620"/>
                  </a:cubicBezTo>
                  <a:cubicBezTo>
                    <a:pt x="6858" y="6596"/>
                    <a:pt x="6739" y="6453"/>
                    <a:pt x="6751" y="6275"/>
                  </a:cubicBezTo>
                  <a:lnTo>
                    <a:pt x="6751" y="6239"/>
                  </a:lnTo>
                  <a:lnTo>
                    <a:pt x="6239" y="5739"/>
                  </a:lnTo>
                  <a:lnTo>
                    <a:pt x="5953" y="5465"/>
                  </a:lnTo>
                  <a:lnTo>
                    <a:pt x="36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2" name="Google Shape;4012;p27"/>
            <p:cNvSpPr/>
            <p:nvPr/>
          </p:nvSpPr>
          <p:spPr>
            <a:xfrm>
              <a:off x="4185325" y="4269100"/>
              <a:ext cx="69975" cy="142300"/>
            </a:xfrm>
            <a:custGeom>
              <a:rect b="b" l="l" r="r" t="t"/>
              <a:pathLst>
                <a:path extrusionOk="0" h="5692" w="2799">
                  <a:moveTo>
                    <a:pt x="1" y="1"/>
                  </a:moveTo>
                  <a:lnTo>
                    <a:pt x="2430" y="5692"/>
                  </a:lnTo>
                  <a:lnTo>
                    <a:pt x="2799" y="5692"/>
                  </a:lnTo>
                  <a:lnTo>
                    <a:pt x="572" y="465"/>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3" name="Google Shape;4013;p27"/>
            <p:cNvSpPr/>
            <p:nvPr/>
          </p:nvSpPr>
          <p:spPr>
            <a:xfrm>
              <a:off x="4174625" y="4240475"/>
              <a:ext cx="9550" cy="5725"/>
            </a:xfrm>
            <a:custGeom>
              <a:rect b="b" l="l" r="r" t="t"/>
              <a:pathLst>
                <a:path extrusionOk="0" h="229" w="382">
                  <a:moveTo>
                    <a:pt x="180" y="1"/>
                  </a:moveTo>
                  <a:cubicBezTo>
                    <a:pt x="159" y="1"/>
                    <a:pt x="138" y="5"/>
                    <a:pt x="119" y="15"/>
                  </a:cubicBezTo>
                  <a:lnTo>
                    <a:pt x="107" y="15"/>
                  </a:lnTo>
                  <a:cubicBezTo>
                    <a:pt x="48" y="38"/>
                    <a:pt x="0" y="98"/>
                    <a:pt x="0" y="169"/>
                  </a:cubicBezTo>
                  <a:cubicBezTo>
                    <a:pt x="60" y="158"/>
                    <a:pt x="119" y="158"/>
                    <a:pt x="167" y="158"/>
                  </a:cubicBezTo>
                  <a:cubicBezTo>
                    <a:pt x="250" y="158"/>
                    <a:pt x="322" y="193"/>
                    <a:pt x="381" y="229"/>
                  </a:cubicBezTo>
                  <a:lnTo>
                    <a:pt x="322" y="98"/>
                  </a:lnTo>
                  <a:cubicBezTo>
                    <a:pt x="304" y="36"/>
                    <a:pt x="241" y="1"/>
                    <a:pt x="18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4" name="Google Shape;4014;p27"/>
            <p:cNvSpPr/>
            <p:nvPr/>
          </p:nvSpPr>
          <p:spPr>
            <a:xfrm>
              <a:off x="4599075" y="4353050"/>
              <a:ext cx="37825" cy="58350"/>
            </a:xfrm>
            <a:custGeom>
              <a:rect b="b" l="l" r="r" t="t"/>
              <a:pathLst>
                <a:path extrusionOk="0" h="2334" w="1513">
                  <a:moveTo>
                    <a:pt x="274" y="0"/>
                  </a:moveTo>
                  <a:cubicBezTo>
                    <a:pt x="203" y="72"/>
                    <a:pt x="96" y="119"/>
                    <a:pt x="0" y="155"/>
                  </a:cubicBezTo>
                  <a:lnTo>
                    <a:pt x="1120" y="2334"/>
                  </a:lnTo>
                  <a:lnTo>
                    <a:pt x="1513" y="2334"/>
                  </a:lnTo>
                  <a:lnTo>
                    <a:pt x="334" y="48"/>
                  </a:lnTo>
                  <a:lnTo>
                    <a:pt x="27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5" name="Google Shape;4015;p27"/>
            <p:cNvSpPr/>
            <p:nvPr/>
          </p:nvSpPr>
          <p:spPr>
            <a:xfrm>
              <a:off x="4185025" y="4263750"/>
              <a:ext cx="182500" cy="147650"/>
            </a:xfrm>
            <a:custGeom>
              <a:rect b="b" l="l" r="r" t="t"/>
              <a:pathLst>
                <a:path extrusionOk="0" h="5906" w="7300">
                  <a:moveTo>
                    <a:pt x="179" y="0"/>
                  </a:moveTo>
                  <a:cubicBezTo>
                    <a:pt x="132" y="96"/>
                    <a:pt x="72" y="155"/>
                    <a:pt x="1" y="215"/>
                  </a:cubicBezTo>
                  <a:lnTo>
                    <a:pt x="549" y="691"/>
                  </a:lnTo>
                  <a:lnTo>
                    <a:pt x="6776" y="5906"/>
                  </a:lnTo>
                  <a:lnTo>
                    <a:pt x="7299" y="5906"/>
                  </a:lnTo>
                  <a:lnTo>
                    <a:pt x="299" y="36"/>
                  </a:lnTo>
                  <a:lnTo>
                    <a:pt x="17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6" name="Google Shape;4016;p27"/>
            <p:cNvSpPr/>
            <p:nvPr/>
          </p:nvSpPr>
          <p:spPr>
            <a:xfrm>
              <a:off x="4189800" y="4255125"/>
              <a:ext cx="386375" cy="83950"/>
            </a:xfrm>
            <a:custGeom>
              <a:rect b="b" l="l" r="r" t="t"/>
              <a:pathLst>
                <a:path extrusionOk="0" h="3358" w="15455">
                  <a:moveTo>
                    <a:pt x="36" y="0"/>
                  </a:moveTo>
                  <a:lnTo>
                    <a:pt x="36" y="0"/>
                  </a:lnTo>
                  <a:cubicBezTo>
                    <a:pt x="48" y="48"/>
                    <a:pt x="48" y="107"/>
                    <a:pt x="48" y="155"/>
                  </a:cubicBezTo>
                  <a:cubicBezTo>
                    <a:pt x="48" y="214"/>
                    <a:pt x="24" y="286"/>
                    <a:pt x="0" y="334"/>
                  </a:cubicBezTo>
                  <a:lnTo>
                    <a:pt x="143" y="381"/>
                  </a:lnTo>
                  <a:lnTo>
                    <a:pt x="15395" y="3358"/>
                  </a:lnTo>
                  <a:lnTo>
                    <a:pt x="15395" y="3262"/>
                  </a:lnTo>
                  <a:cubicBezTo>
                    <a:pt x="15407" y="3179"/>
                    <a:pt x="15419" y="3084"/>
                    <a:pt x="15455" y="3012"/>
                  </a:cubicBezTo>
                  <a:lnTo>
                    <a:pt x="3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7" name="Google Shape;4017;p27"/>
            <p:cNvSpPr/>
            <p:nvPr/>
          </p:nvSpPr>
          <p:spPr>
            <a:xfrm>
              <a:off x="4185925" y="3740775"/>
              <a:ext cx="804900" cy="513475"/>
            </a:xfrm>
            <a:custGeom>
              <a:rect b="b" l="l" r="r" t="t"/>
              <a:pathLst>
                <a:path extrusionOk="0" h="20539" w="32196">
                  <a:moveTo>
                    <a:pt x="32017" y="0"/>
                  </a:moveTo>
                  <a:lnTo>
                    <a:pt x="1" y="20265"/>
                  </a:lnTo>
                  <a:cubicBezTo>
                    <a:pt x="84" y="20324"/>
                    <a:pt x="155" y="20431"/>
                    <a:pt x="191" y="20538"/>
                  </a:cubicBezTo>
                  <a:lnTo>
                    <a:pt x="32195" y="274"/>
                  </a:lnTo>
                  <a:cubicBezTo>
                    <a:pt x="32124" y="203"/>
                    <a:pt x="32052" y="95"/>
                    <a:pt x="3201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8" name="Google Shape;4018;p27"/>
            <p:cNvSpPr/>
            <p:nvPr/>
          </p:nvSpPr>
          <p:spPr>
            <a:xfrm>
              <a:off x="4604725" y="4122375"/>
              <a:ext cx="224450" cy="207175"/>
            </a:xfrm>
            <a:custGeom>
              <a:rect b="b" l="l" r="r" t="t"/>
              <a:pathLst>
                <a:path extrusionOk="0" h="8287" w="8978">
                  <a:moveTo>
                    <a:pt x="8752" y="0"/>
                  </a:moveTo>
                  <a:lnTo>
                    <a:pt x="1" y="8037"/>
                  </a:lnTo>
                  <a:cubicBezTo>
                    <a:pt x="96" y="8108"/>
                    <a:pt x="167" y="8191"/>
                    <a:pt x="227" y="8287"/>
                  </a:cubicBezTo>
                  <a:lnTo>
                    <a:pt x="8978" y="250"/>
                  </a:lnTo>
                  <a:cubicBezTo>
                    <a:pt x="8907" y="167"/>
                    <a:pt x="8811" y="95"/>
                    <a:pt x="875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9" name="Google Shape;4019;p27"/>
            <p:cNvSpPr/>
            <p:nvPr/>
          </p:nvSpPr>
          <p:spPr>
            <a:xfrm>
              <a:off x="4727950" y="4136950"/>
              <a:ext cx="125650" cy="274450"/>
            </a:xfrm>
            <a:custGeom>
              <a:rect b="b" l="l" r="r" t="t"/>
              <a:pathLst>
                <a:path extrusionOk="0" h="10978" w="5026">
                  <a:moveTo>
                    <a:pt x="4704" y="0"/>
                  </a:moveTo>
                  <a:lnTo>
                    <a:pt x="1" y="10978"/>
                  </a:lnTo>
                  <a:lnTo>
                    <a:pt x="370" y="10978"/>
                  </a:lnTo>
                  <a:lnTo>
                    <a:pt x="5025" y="119"/>
                  </a:lnTo>
                  <a:lnTo>
                    <a:pt x="5025" y="48"/>
                  </a:lnTo>
                  <a:lnTo>
                    <a:pt x="4906" y="48"/>
                  </a:lnTo>
                  <a:cubicBezTo>
                    <a:pt x="4835" y="24"/>
                    <a:pt x="4763" y="24"/>
                    <a:pt x="470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0" name="Google Shape;4020;p27"/>
            <p:cNvSpPr/>
            <p:nvPr/>
          </p:nvSpPr>
          <p:spPr>
            <a:xfrm>
              <a:off x="4605925" y="4346200"/>
              <a:ext cx="86650" cy="65200"/>
            </a:xfrm>
            <a:custGeom>
              <a:rect b="b" l="l" r="r" t="t"/>
              <a:pathLst>
                <a:path extrusionOk="0" h="2608" w="3466">
                  <a:moveTo>
                    <a:pt x="203" y="0"/>
                  </a:moveTo>
                  <a:cubicBezTo>
                    <a:pt x="167" y="108"/>
                    <a:pt x="84" y="203"/>
                    <a:pt x="0" y="274"/>
                  </a:cubicBezTo>
                  <a:lnTo>
                    <a:pt x="60" y="322"/>
                  </a:lnTo>
                  <a:lnTo>
                    <a:pt x="2917" y="2608"/>
                  </a:lnTo>
                  <a:lnTo>
                    <a:pt x="3465" y="2608"/>
                  </a:ln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1" name="Google Shape;4021;p27"/>
            <p:cNvSpPr/>
            <p:nvPr/>
          </p:nvSpPr>
          <p:spPr>
            <a:xfrm>
              <a:off x="5016400" y="4244400"/>
              <a:ext cx="9250" cy="167000"/>
            </a:xfrm>
            <a:custGeom>
              <a:rect b="b" l="l" r="r" t="t"/>
              <a:pathLst>
                <a:path extrusionOk="0" h="6680" w="370">
                  <a:moveTo>
                    <a:pt x="333" y="1"/>
                  </a:moveTo>
                  <a:cubicBezTo>
                    <a:pt x="262" y="27"/>
                    <a:pt x="177" y="41"/>
                    <a:pt x="89" y="41"/>
                  </a:cubicBezTo>
                  <a:cubicBezTo>
                    <a:pt x="60" y="41"/>
                    <a:pt x="30" y="39"/>
                    <a:pt x="0" y="36"/>
                  </a:cubicBezTo>
                  <a:lnTo>
                    <a:pt x="0" y="36"/>
                  </a:lnTo>
                  <a:lnTo>
                    <a:pt x="24" y="6680"/>
                  </a:lnTo>
                  <a:lnTo>
                    <a:pt x="369" y="6680"/>
                  </a:lnTo>
                  <a:lnTo>
                    <a:pt x="33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2" name="Google Shape;4022;p27"/>
            <p:cNvSpPr/>
            <p:nvPr/>
          </p:nvSpPr>
          <p:spPr>
            <a:xfrm>
              <a:off x="5021450" y="4188150"/>
              <a:ext cx="3300" cy="3900"/>
            </a:xfrm>
            <a:custGeom>
              <a:rect b="b" l="l" r="r" t="t"/>
              <a:pathLst>
                <a:path extrusionOk="0" h="156" w="132">
                  <a:moveTo>
                    <a:pt x="0" y="0"/>
                  </a:moveTo>
                  <a:lnTo>
                    <a:pt x="0" y="119"/>
                  </a:lnTo>
                  <a:lnTo>
                    <a:pt x="12" y="119"/>
                  </a:lnTo>
                  <a:cubicBezTo>
                    <a:pt x="48" y="143"/>
                    <a:pt x="96" y="155"/>
                    <a:pt x="131" y="155"/>
                  </a:cubicBezTo>
                  <a:cubicBezTo>
                    <a:pt x="120" y="84"/>
                    <a:pt x="72"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3" name="Google Shape;4023;p27"/>
            <p:cNvSpPr/>
            <p:nvPr/>
          </p:nvSpPr>
          <p:spPr>
            <a:xfrm>
              <a:off x="4864275" y="3750900"/>
              <a:ext cx="138450" cy="315225"/>
            </a:xfrm>
            <a:custGeom>
              <a:rect b="b" l="l" r="r" t="t"/>
              <a:pathLst>
                <a:path extrusionOk="0" h="12609" w="5538">
                  <a:moveTo>
                    <a:pt x="5216" y="0"/>
                  </a:moveTo>
                  <a:lnTo>
                    <a:pt x="1" y="12490"/>
                  </a:lnTo>
                  <a:cubicBezTo>
                    <a:pt x="132" y="12513"/>
                    <a:pt x="227" y="12549"/>
                    <a:pt x="322" y="12609"/>
                  </a:cubicBezTo>
                  <a:lnTo>
                    <a:pt x="5537" y="95"/>
                  </a:lnTo>
                  <a:lnTo>
                    <a:pt x="5514" y="95"/>
                  </a:lnTo>
                  <a:cubicBezTo>
                    <a:pt x="5406" y="83"/>
                    <a:pt x="5299" y="48"/>
                    <a:pt x="521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4" name="Google Shape;4024;p27"/>
            <p:cNvSpPr/>
            <p:nvPr/>
          </p:nvSpPr>
          <p:spPr>
            <a:xfrm>
              <a:off x="5003300" y="3753275"/>
              <a:ext cx="18175" cy="439050"/>
            </a:xfrm>
            <a:custGeom>
              <a:rect b="b" l="l" r="r" t="t"/>
              <a:pathLst>
                <a:path extrusionOk="0" h="17562" w="727">
                  <a:moveTo>
                    <a:pt x="143" y="0"/>
                  </a:moveTo>
                  <a:cubicBezTo>
                    <a:pt x="111" y="0"/>
                    <a:pt x="74" y="6"/>
                    <a:pt x="42" y="6"/>
                  </a:cubicBezTo>
                  <a:cubicBezTo>
                    <a:pt x="27" y="6"/>
                    <a:pt x="12" y="4"/>
                    <a:pt x="0" y="0"/>
                  </a:cubicBezTo>
                  <a:lnTo>
                    <a:pt x="0" y="0"/>
                  </a:lnTo>
                  <a:lnTo>
                    <a:pt x="381" y="17562"/>
                  </a:lnTo>
                  <a:cubicBezTo>
                    <a:pt x="457" y="17545"/>
                    <a:pt x="539" y="17528"/>
                    <a:pt x="622" y="17528"/>
                  </a:cubicBezTo>
                  <a:cubicBezTo>
                    <a:pt x="657" y="17528"/>
                    <a:pt x="692" y="17531"/>
                    <a:pt x="726" y="17538"/>
                  </a:cubicBezTo>
                  <a:lnTo>
                    <a:pt x="726" y="17419"/>
                  </a:lnTo>
                  <a:lnTo>
                    <a:pt x="357" y="572"/>
                  </a:lnTo>
                  <a:lnTo>
                    <a:pt x="14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5" name="Google Shape;4025;p27"/>
            <p:cNvSpPr/>
            <p:nvPr/>
          </p:nvSpPr>
          <p:spPr>
            <a:xfrm>
              <a:off x="4886325" y="4112250"/>
              <a:ext cx="111625" cy="96750"/>
            </a:xfrm>
            <a:custGeom>
              <a:rect b="b" l="l" r="r" t="t"/>
              <a:pathLst>
                <a:path extrusionOk="0" h="3870" w="4465">
                  <a:moveTo>
                    <a:pt x="155" y="0"/>
                  </a:moveTo>
                  <a:cubicBezTo>
                    <a:pt x="107" y="107"/>
                    <a:pt x="60" y="226"/>
                    <a:pt x="0" y="322"/>
                  </a:cubicBezTo>
                  <a:lnTo>
                    <a:pt x="4310" y="3870"/>
                  </a:lnTo>
                  <a:cubicBezTo>
                    <a:pt x="4346" y="3774"/>
                    <a:pt x="4393" y="3667"/>
                    <a:pt x="4465" y="3572"/>
                  </a:cubicBezTo>
                  <a:lnTo>
                    <a:pt x="15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6" name="Google Shape;4026;p27"/>
            <p:cNvSpPr/>
            <p:nvPr/>
          </p:nvSpPr>
          <p:spPr>
            <a:xfrm>
              <a:off x="5032450" y="4235775"/>
              <a:ext cx="207800" cy="173550"/>
            </a:xfrm>
            <a:custGeom>
              <a:rect b="b" l="l" r="r" t="t"/>
              <a:pathLst>
                <a:path extrusionOk="0" h="6942" w="8312">
                  <a:moveTo>
                    <a:pt x="275" y="0"/>
                  </a:moveTo>
                  <a:cubicBezTo>
                    <a:pt x="191" y="96"/>
                    <a:pt x="96" y="167"/>
                    <a:pt x="1" y="226"/>
                  </a:cubicBezTo>
                  <a:lnTo>
                    <a:pt x="8121" y="6942"/>
                  </a:lnTo>
                  <a:cubicBezTo>
                    <a:pt x="8169" y="6834"/>
                    <a:pt x="8240" y="6751"/>
                    <a:pt x="8312" y="6668"/>
                  </a:cubicBez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7" name="Google Shape;4027;p27"/>
            <p:cNvSpPr/>
            <p:nvPr/>
          </p:nvSpPr>
          <p:spPr>
            <a:xfrm>
              <a:off x="5006875" y="3750000"/>
              <a:ext cx="242600" cy="651600"/>
            </a:xfrm>
            <a:custGeom>
              <a:rect b="b" l="l" r="r" t="t"/>
              <a:pathLst>
                <a:path extrusionOk="0" h="26064" w="9704">
                  <a:moveTo>
                    <a:pt x="333" y="0"/>
                  </a:moveTo>
                  <a:cubicBezTo>
                    <a:pt x="226" y="60"/>
                    <a:pt x="107" y="107"/>
                    <a:pt x="0" y="119"/>
                  </a:cubicBezTo>
                  <a:lnTo>
                    <a:pt x="214" y="679"/>
                  </a:lnTo>
                  <a:lnTo>
                    <a:pt x="9394" y="26063"/>
                  </a:lnTo>
                  <a:cubicBezTo>
                    <a:pt x="9489" y="26004"/>
                    <a:pt x="9585" y="25944"/>
                    <a:pt x="9704" y="25920"/>
                  </a:cubicBezTo>
                  <a:lnTo>
                    <a:pt x="33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8" name="Google Shape;4028;p27"/>
            <p:cNvSpPr/>
            <p:nvPr/>
          </p:nvSpPr>
          <p:spPr>
            <a:xfrm>
              <a:off x="4991100" y="4191000"/>
              <a:ext cx="56575" cy="53975"/>
            </a:xfrm>
            <a:custGeom>
              <a:rect b="b" l="l" r="r" t="t"/>
              <a:pathLst>
                <a:path extrusionOk="0" h="2159" w="2263">
                  <a:moveTo>
                    <a:pt x="1125" y="1"/>
                  </a:moveTo>
                  <a:cubicBezTo>
                    <a:pt x="1037" y="1"/>
                    <a:pt x="950" y="14"/>
                    <a:pt x="869" y="41"/>
                  </a:cubicBezTo>
                  <a:cubicBezTo>
                    <a:pt x="631" y="101"/>
                    <a:pt x="429" y="232"/>
                    <a:pt x="274" y="422"/>
                  </a:cubicBezTo>
                  <a:cubicBezTo>
                    <a:pt x="202" y="517"/>
                    <a:pt x="143" y="624"/>
                    <a:pt x="119" y="720"/>
                  </a:cubicBezTo>
                  <a:cubicBezTo>
                    <a:pt x="83" y="803"/>
                    <a:pt x="71" y="886"/>
                    <a:pt x="60" y="982"/>
                  </a:cubicBezTo>
                  <a:cubicBezTo>
                    <a:pt x="0" y="1577"/>
                    <a:pt x="441" y="2113"/>
                    <a:pt x="1024" y="2148"/>
                  </a:cubicBezTo>
                  <a:cubicBezTo>
                    <a:pt x="1061" y="2156"/>
                    <a:pt x="1098" y="2159"/>
                    <a:pt x="1134" y="2159"/>
                  </a:cubicBezTo>
                  <a:cubicBezTo>
                    <a:pt x="1216" y="2159"/>
                    <a:pt x="1295" y="2145"/>
                    <a:pt x="1369" y="2137"/>
                  </a:cubicBezTo>
                  <a:cubicBezTo>
                    <a:pt x="1464" y="2113"/>
                    <a:pt x="1572" y="2077"/>
                    <a:pt x="1679" y="2017"/>
                  </a:cubicBezTo>
                  <a:cubicBezTo>
                    <a:pt x="1750" y="1958"/>
                    <a:pt x="1845" y="1887"/>
                    <a:pt x="1929" y="1791"/>
                  </a:cubicBezTo>
                  <a:cubicBezTo>
                    <a:pt x="2084" y="1636"/>
                    <a:pt x="2167" y="1422"/>
                    <a:pt x="2203" y="1184"/>
                  </a:cubicBezTo>
                  <a:cubicBezTo>
                    <a:pt x="2262" y="636"/>
                    <a:pt x="1881" y="148"/>
                    <a:pt x="1345" y="29"/>
                  </a:cubicBezTo>
                  <a:cubicBezTo>
                    <a:pt x="1310" y="5"/>
                    <a:pt x="1274" y="5"/>
                    <a:pt x="1226" y="5"/>
                  </a:cubicBezTo>
                  <a:lnTo>
                    <a:pt x="1214" y="5"/>
                  </a:lnTo>
                  <a:cubicBezTo>
                    <a:pt x="1185" y="2"/>
                    <a:pt x="1155" y="1"/>
                    <a:pt x="11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9" name="Google Shape;4029;p27"/>
            <p:cNvSpPr/>
            <p:nvPr/>
          </p:nvSpPr>
          <p:spPr>
            <a:xfrm>
              <a:off x="4815775" y="4062050"/>
              <a:ext cx="78000" cy="76425"/>
            </a:xfrm>
            <a:custGeom>
              <a:rect b="b" l="l" r="r" t="t"/>
              <a:pathLst>
                <a:path extrusionOk="0" h="3057" w="3120">
                  <a:moveTo>
                    <a:pt x="1541" y="0"/>
                  </a:moveTo>
                  <a:cubicBezTo>
                    <a:pt x="769" y="0"/>
                    <a:pt x="102" y="595"/>
                    <a:pt x="24" y="1389"/>
                  </a:cubicBezTo>
                  <a:cubicBezTo>
                    <a:pt x="0" y="1770"/>
                    <a:pt x="107" y="2151"/>
                    <a:pt x="322" y="2425"/>
                  </a:cubicBezTo>
                  <a:cubicBezTo>
                    <a:pt x="405" y="2520"/>
                    <a:pt x="476" y="2604"/>
                    <a:pt x="548" y="2687"/>
                  </a:cubicBezTo>
                  <a:cubicBezTo>
                    <a:pt x="727" y="2842"/>
                    <a:pt x="953" y="2949"/>
                    <a:pt x="1191" y="3008"/>
                  </a:cubicBezTo>
                  <a:cubicBezTo>
                    <a:pt x="1262" y="3020"/>
                    <a:pt x="1322" y="3044"/>
                    <a:pt x="1393" y="3056"/>
                  </a:cubicBezTo>
                  <a:lnTo>
                    <a:pt x="1512" y="3056"/>
                  </a:lnTo>
                  <a:cubicBezTo>
                    <a:pt x="1523" y="3056"/>
                    <a:pt x="1534" y="3056"/>
                    <a:pt x="1545" y="3056"/>
                  </a:cubicBezTo>
                  <a:cubicBezTo>
                    <a:pt x="2068" y="3056"/>
                    <a:pt x="2554" y="2773"/>
                    <a:pt x="2822" y="2353"/>
                  </a:cubicBezTo>
                  <a:cubicBezTo>
                    <a:pt x="2882" y="2246"/>
                    <a:pt x="2941" y="2151"/>
                    <a:pt x="2977" y="2044"/>
                  </a:cubicBezTo>
                  <a:cubicBezTo>
                    <a:pt x="3013" y="1913"/>
                    <a:pt x="3048" y="1770"/>
                    <a:pt x="3060" y="1651"/>
                  </a:cubicBezTo>
                  <a:cubicBezTo>
                    <a:pt x="3120" y="1032"/>
                    <a:pt x="2798" y="448"/>
                    <a:pt x="2274" y="163"/>
                  </a:cubicBezTo>
                  <a:cubicBezTo>
                    <a:pt x="2167" y="103"/>
                    <a:pt x="2072" y="79"/>
                    <a:pt x="1965" y="44"/>
                  </a:cubicBezTo>
                  <a:cubicBezTo>
                    <a:pt x="1870" y="20"/>
                    <a:pt x="1786" y="8"/>
                    <a:pt x="1691" y="8"/>
                  </a:cubicBezTo>
                  <a:cubicBezTo>
                    <a:pt x="1640" y="3"/>
                    <a:pt x="1590" y="0"/>
                    <a:pt x="154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0" name="Google Shape;4030;p27"/>
            <p:cNvSpPr/>
            <p:nvPr/>
          </p:nvSpPr>
          <p:spPr>
            <a:xfrm>
              <a:off x="2997100" y="4406875"/>
              <a:ext cx="25600" cy="5125"/>
            </a:xfrm>
            <a:custGeom>
              <a:rect b="b" l="l" r="r" t="t"/>
              <a:pathLst>
                <a:path extrusionOk="0" h="205" w="1024">
                  <a:moveTo>
                    <a:pt x="540" y="1"/>
                  </a:moveTo>
                  <a:cubicBezTo>
                    <a:pt x="336" y="1"/>
                    <a:pt x="153" y="63"/>
                    <a:pt x="0" y="205"/>
                  </a:cubicBezTo>
                  <a:lnTo>
                    <a:pt x="1024" y="205"/>
                  </a:lnTo>
                  <a:cubicBezTo>
                    <a:pt x="964" y="145"/>
                    <a:pt x="881" y="98"/>
                    <a:pt x="798" y="62"/>
                  </a:cubicBezTo>
                  <a:cubicBezTo>
                    <a:pt x="726" y="26"/>
                    <a:pt x="655" y="2"/>
                    <a:pt x="595" y="2"/>
                  </a:cubicBezTo>
                  <a:cubicBezTo>
                    <a:pt x="577" y="1"/>
                    <a:pt x="558" y="1"/>
                    <a:pt x="5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1" name="Google Shape;4031;p27"/>
            <p:cNvSpPr/>
            <p:nvPr/>
          </p:nvSpPr>
          <p:spPr>
            <a:xfrm>
              <a:off x="2698250" y="4188575"/>
              <a:ext cx="14300" cy="13925"/>
            </a:xfrm>
            <a:custGeom>
              <a:rect b="b" l="l" r="r" t="t"/>
              <a:pathLst>
                <a:path extrusionOk="0" h="557" w="572">
                  <a:moveTo>
                    <a:pt x="264" y="1"/>
                  </a:moveTo>
                  <a:cubicBezTo>
                    <a:pt x="193" y="1"/>
                    <a:pt x="120" y="42"/>
                    <a:pt x="72" y="90"/>
                  </a:cubicBezTo>
                  <a:cubicBezTo>
                    <a:pt x="48" y="138"/>
                    <a:pt x="12" y="186"/>
                    <a:pt x="12" y="245"/>
                  </a:cubicBezTo>
                  <a:cubicBezTo>
                    <a:pt x="0" y="400"/>
                    <a:pt x="107" y="555"/>
                    <a:pt x="250" y="555"/>
                  </a:cubicBezTo>
                  <a:cubicBezTo>
                    <a:pt x="259" y="556"/>
                    <a:pt x="269" y="556"/>
                    <a:pt x="278" y="556"/>
                  </a:cubicBezTo>
                  <a:cubicBezTo>
                    <a:pt x="375" y="556"/>
                    <a:pt x="469" y="500"/>
                    <a:pt x="512" y="424"/>
                  </a:cubicBezTo>
                  <a:cubicBezTo>
                    <a:pt x="524" y="388"/>
                    <a:pt x="536" y="340"/>
                    <a:pt x="548" y="305"/>
                  </a:cubicBezTo>
                  <a:cubicBezTo>
                    <a:pt x="572" y="150"/>
                    <a:pt x="465" y="19"/>
                    <a:pt x="310" y="7"/>
                  </a:cubicBezTo>
                  <a:cubicBezTo>
                    <a:pt x="295" y="3"/>
                    <a:pt x="279" y="1"/>
                    <a:pt x="264"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2" name="Google Shape;4032;p27"/>
            <p:cNvSpPr/>
            <p:nvPr/>
          </p:nvSpPr>
          <p:spPr>
            <a:xfrm>
              <a:off x="3732600" y="4168050"/>
              <a:ext cx="29200" cy="27800"/>
            </a:xfrm>
            <a:custGeom>
              <a:rect b="b" l="l" r="r" t="t"/>
              <a:pathLst>
                <a:path extrusionOk="0" h="1112" w="1168">
                  <a:moveTo>
                    <a:pt x="567" y="0"/>
                  </a:moveTo>
                  <a:cubicBezTo>
                    <a:pt x="300" y="0"/>
                    <a:pt x="69" y="223"/>
                    <a:pt x="36" y="495"/>
                  </a:cubicBezTo>
                  <a:cubicBezTo>
                    <a:pt x="0" y="757"/>
                    <a:pt x="179" y="995"/>
                    <a:pt x="417" y="1078"/>
                  </a:cubicBezTo>
                  <a:lnTo>
                    <a:pt x="429" y="1078"/>
                  </a:lnTo>
                  <a:cubicBezTo>
                    <a:pt x="465" y="1090"/>
                    <a:pt x="489" y="1102"/>
                    <a:pt x="524" y="1102"/>
                  </a:cubicBezTo>
                  <a:cubicBezTo>
                    <a:pt x="549" y="1109"/>
                    <a:pt x="574" y="1112"/>
                    <a:pt x="600" y="1112"/>
                  </a:cubicBezTo>
                  <a:cubicBezTo>
                    <a:pt x="661" y="1112"/>
                    <a:pt x="724" y="1095"/>
                    <a:pt x="774" y="1078"/>
                  </a:cubicBezTo>
                  <a:cubicBezTo>
                    <a:pt x="965" y="1007"/>
                    <a:pt x="1108" y="840"/>
                    <a:pt x="1131" y="614"/>
                  </a:cubicBezTo>
                  <a:cubicBezTo>
                    <a:pt x="1167" y="316"/>
                    <a:pt x="941" y="54"/>
                    <a:pt x="643" y="7"/>
                  </a:cubicBezTo>
                  <a:cubicBezTo>
                    <a:pt x="618" y="2"/>
                    <a:pt x="592" y="0"/>
                    <a:pt x="5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3" name="Google Shape;4033;p27"/>
            <p:cNvSpPr/>
            <p:nvPr/>
          </p:nvSpPr>
          <p:spPr>
            <a:xfrm>
              <a:off x="4574675" y="4319825"/>
              <a:ext cx="37825" cy="38250"/>
            </a:xfrm>
            <a:custGeom>
              <a:rect b="b" l="l" r="r" t="t"/>
              <a:pathLst>
                <a:path extrusionOk="0" h="1530" w="1513">
                  <a:moveTo>
                    <a:pt x="731" y="0"/>
                  </a:moveTo>
                  <a:cubicBezTo>
                    <a:pt x="438" y="0"/>
                    <a:pt x="177" y="180"/>
                    <a:pt x="60" y="436"/>
                  </a:cubicBezTo>
                  <a:cubicBezTo>
                    <a:pt x="24" y="508"/>
                    <a:pt x="0" y="603"/>
                    <a:pt x="0" y="686"/>
                  </a:cubicBezTo>
                  <a:lnTo>
                    <a:pt x="0" y="782"/>
                  </a:lnTo>
                  <a:cubicBezTo>
                    <a:pt x="0" y="889"/>
                    <a:pt x="24" y="984"/>
                    <a:pt x="60" y="1079"/>
                  </a:cubicBezTo>
                  <a:cubicBezTo>
                    <a:pt x="95" y="1186"/>
                    <a:pt x="179" y="1270"/>
                    <a:pt x="262" y="1341"/>
                  </a:cubicBezTo>
                  <a:cubicBezTo>
                    <a:pt x="381" y="1448"/>
                    <a:pt x="524" y="1508"/>
                    <a:pt x="679" y="1520"/>
                  </a:cubicBezTo>
                  <a:cubicBezTo>
                    <a:pt x="710" y="1527"/>
                    <a:pt x="742" y="1530"/>
                    <a:pt x="772" y="1530"/>
                  </a:cubicBezTo>
                  <a:cubicBezTo>
                    <a:pt x="847" y="1530"/>
                    <a:pt x="918" y="1513"/>
                    <a:pt x="976" y="1496"/>
                  </a:cubicBezTo>
                  <a:cubicBezTo>
                    <a:pt x="1084" y="1460"/>
                    <a:pt x="1167" y="1401"/>
                    <a:pt x="1250" y="1341"/>
                  </a:cubicBezTo>
                  <a:cubicBezTo>
                    <a:pt x="1334" y="1270"/>
                    <a:pt x="1393" y="1186"/>
                    <a:pt x="1441" y="1079"/>
                  </a:cubicBezTo>
                  <a:cubicBezTo>
                    <a:pt x="1465" y="1008"/>
                    <a:pt x="1488" y="925"/>
                    <a:pt x="1500" y="853"/>
                  </a:cubicBezTo>
                  <a:cubicBezTo>
                    <a:pt x="1512" y="686"/>
                    <a:pt x="1488" y="544"/>
                    <a:pt x="1417" y="424"/>
                  </a:cubicBezTo>
                  <a:cubicBezTo>
                    <a:pt x="1369" y="293"/>
                    <a:pt x="1298" y="198"/>
                    <a:pt x="1203" y="139"/>
                  </a:cubicBezTo>
                  <a:cubicBezTo>
                    <a:pt x="1096" y="67"/>
                    <a:pt x="965" y="8"/>
                    <a:pt x="834" y="8"/>
                  </a:cubicBezTo>
                  <a:cubicBezTo>
                    <a:pt x="799" y="3"/>
                    <a:pt x="765" y="0"/>
                    <a:pt x="731"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4" name="Google Shape;4034;p27"/>
            <p:cNvSpPr/>
            <p:nvPr/>
          </p:nvSpPr>
          <p:spPr>
            <a:xfrm>
              <a:off x="4163600" y="4245300"/>
              <a:ext cx="27400" cy="26400"/>
            </a:xfrm>
            <a:custGeom>
              <a:rect b="b" l="l" r="r" t="t"/>
              <a:pathLst>
                <a:path extrusionOk="0" h="1056" w="1096">
                  <a:moveTo>
                    <a:pt x="608" y="0"/>
                  </a:moveTo>
                  <a:cubicBezTo>
                    <a:pt x="548" y="0"/>
                    <a:pt x="501" y="0"/>
                    <a:pt x="453" y="12"/>
                  </a:cubicBezTo>
                  <a:cubicBezTo>
                    <a:pt x="215" y="60"/>
                    <a:pt x="36" y="250"/>
                    <a:pt x="24" y="488"/>
                  </a:cubicBezTo>
                  <a:cubicBezTo>
                    <a:pt x="1" y="560"/>
                    <a:pt x="24" y="667"/>
                    <a:pt x="72" y="750"/>
                  </a:cubicBezTo>
                  <a:cubicBezTo>
                    <a:pt x="120" y="858"/>
                    <a:pt x="203" y="953"/>
                    <a:pt x="310" y="988"/>
                  </a:cubicBezTo>
                  <a:cubicBezTo>
                    <a:pt x="370" y="1024"/>
                    <a:pt x="429" y="1036"/>
                    <a:pt x="501" y="1048"/>
                  </a:cubicBezTo>
                  <a:cubicBezTo>
                    <a:pt x="528" y="1053"/>
                    <a:pt x="555" y="1055"/>
                    <a:pt x="581" y="1055"/>
                  </a:cubicBezTo>
                  <a:cubicBezTo>
                    <a:pt x="681" y="1055"/>
                    <a:pt x="773" y="1021"/>
                    <a:pt x="858" y="965"/>
                  </a:cubicBezTo>
                  <a:lnTo>
                    <a:pt x="870" y="965"/>
                  </a:lnTo>
                  <a:cubicBezTo>
                    <a:pt x="941" y="905"/>
                    <a:pt x="1013" y="846"/>
                    <a:pt x="1048" y="750"/>
                  </a:cubicBezTo>
                  <a:cubicBezTo>
                    <a:pt x="1084" y="691"/>
                    <a:pt x="1096" y="631"/>
                    <a:pt x="1096" y="572"/>
                  </a:cubicBezTo>
                  <a:cubicBezTo>
                    <a:pt x="1096" y="512"/>
                    <a:pt x="1096" y="465"/>
                    <a:pt x="1084" y="429"/>
                  </a:cubicBezTo>
                  <a:cubicBezTo>
                    <a:pt x="1084" y="417"/>
                    <a:pt x="1084" y="393"/>
                    <a:pt x="1072" y="381"/>
                  </a:cubicBezTo>
                  <a:cubicBezTo>
                    <a:pt x="1036" y="262"/>
                    <a:pt x="965" y="179"/>
                    <a:pt x="870" y="96"/>
                  </a:cubicBezTo>
                  <a:cubicBezTo>
                    <a:pt x="858" y="84"/>
                    <a:pt x="846" y="72"/>
                    <a:pt x="834" y="72"/>
                  </a:cubicBezTo>
                  <a:cubicBezTo>
                    <a:pt x="751" y="24"/>
                    <a:pt x="679"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5" name="Google Shape;4035;p27"/>
            <p:cNvSpPr/>
            <p:nvPr/>
          </p:nvSpPr>
          <p:spPr>
            <a:xfrm>
              <a:off x="2754800" y="4228775"/>
              <a:ext cx="27100" cy="27250"/>
            </a:xfrm>
            <a:custGeom>
              <a:rect b="b" l="l" r="r" t="t"/>
              <a:pathLst>
                <a:path extrusionOk="0" h="1090" w="1084">
                  <a:moveTo>
                    <a:pt x="516" y="0"/>
                  </a:moveTo>
                  <a:cubicBezTo>
                    <a:pt x="325" y="0"/>
                    <a:pt x="166" y="111"/>
                    <a:pt x="72" y="268"/>
                  </a:cubicBezTo>
                  <a:cubicBezTo>
                    <a:pt x="36" y="328"/>
                    <a:pt x="12" y="399"/>
                    <a:pt x="0" y="495"/>
                  </a:cubicBezTo>
                  <a:cubicBezTo>
                    <a:pt x="0" y="554"/>
                    <a:pt x="0" y="614"/>
                    <a:pt x="12" y="661"/>
                  </a:cubicBezTo>
                  <a:cubicBezTo>
                    <a:pt x="36" y="721"/>
                    <a:pt x="60" y="780"/>
                    <a:pt x="96" y="840"/>
                  </a:cubicBezTo>
                  <a:cubicBezTo>
                    <a:pt x="179" y="971"/>
                    <a:pt x="310" y="1054"/>
                    <a:pt x="489" y="1090"/>
                  </a:cubicBezTo>
                  <a:lnTo>
                    <a:pt x="548" y="1090"/>
                  </a:lnTo>
                  <a:cubicBezTo>
                    <a:pt x="703" y="1090"/>
                    <a:pt x="834" y="1030"/>
                    <a:pt x="929" y="935"/>
                  </a:cubicBezTo>
                  <a:cubicBezTo>
                    <a:pt x="1012" y="852"/>
                    <a:pt x="1084" y="733"/>
                    <a:pt x="1084" y="602"/>
                  </a:cubicBezTo>
                  <a:lnTo>
                    <a:pt x="1084" y="506"/>
                  </a:lnTo>
                  <a:cubicBezTo>
                    <a:pt x="1084" y="387"/>
                    <a:pt x="1048" y="280"/>
                    <a:pt x="965" y="197"/>
                  </a:cubicBezTo>
                  <a:cubicBezTo>
                    <a:pt x="881" y="90"/>
                    <a:pt x="750" y="18"/>
                    <a:pt x="596" y="6"/>
                  </a:cubicBezTo>
                  <a:cubicBezTo>
                    <a:pt x="569" y="2"/>
                    <a:pt x="542" y="0"/>
                    <a:pt x="51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6" name="Google Shape;4036;p27"/>
            <p:cNvSpPr/>
            <p:nvPr/>
          </p:nvSpPr>
          <p:spPr>
            <a:xfrm>
              <a:off x="2582150" y="4308350"/>
              <a:ext cx="28000" cy="27250"/>
            </a:xfrm>
            <a:custGeom>
              <a:rect b="b" l="l" r="r" t="t"/>
              <a:pathLst>
                <a:path extrusionOk="0" h="1090" w="1120">
                  <a:moveTo>
                    <a:pt x="575" y="1"/>
                  </a:moveTo>
                  <a:cubicBezTo>
                    <a:pt x="296" y="1"/>
                    <a:pt x="58" y="208"/>
                    <a:pt x="25" y="491"/>
                  </a:cubicBezTo>
                  <a:cubicBezTo>
                    <a:pt x="1" y="788"/>
                    <a:pt x="215" y="1062"/>
                    <a:pt x="525" y="1086"/>
                  </a:cubicBezTo>
                  <a:cubicBezTo>
                    <a:pt x="545" y="1088"/>
                    <a:pt x="566" y="1090"/>
                    <a:pt x="586" y="1090"/>
                  </a:cubicBezTo>
                  <a:cubicBezTo>
                    <a:pt x="858" y="1090"/>
                    <a:pt x="1087" y="875"/>
                    <a:pt x="1120" y="598"/>
                  </a:cubicBezTo>
                  <a:cubicBezTo>
                    <a:pt x="1120" y="538"/>
                    <a:pt x="1120" y="479"/>
                    <a:pt x="1096" y="431"/>
                  </a:cubicBezTo>
                  <a:cubicBezTo>
                    <a:pt x="1072" y="312"/>
                    <a:pt x="1013" y="217"/>
                    <a:pt x="941" y="133"/>
                  </a:cubicBezTo>
                  <a:cubicBezTo>
                    <a:pt x="858" y="74"/>
                    <a:pt x="775" y="26"/>
                    <a:pt x="679" y="14"/>
                  </a:cubicBezTo>
                  <a:cubicBezTo>
                    <a:pt x="667" y="14"/>
                    <a:pt x="656" y="2"/>
                    <a:pt x="620" y="2"/>
                  </a:cubicBezTo>
                  <a:cubicBezTo>
                    <a:pt x="605" y="1"/>
                    <a:pt x="590" y="1"/>
                    <a:pt x="57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7" name="Google Shape;4037;p27"/>
            <p:cNvSpPr/>
            <p:nvPr/>
          </p:nvSpPr>
          <p:spPr>
            <a:xfrm>
              <a:off x="3259325" y="4015150"/>
              <a:ext cx="28300" cy="26950"/>
            </a:xfrm>
            <a:custGeom>
              <a:rect b="b" l="l" r="r" t="t"/>
              <a:pathLst>
                <a:path extrusionOk="0" h="1078" w="1132">
                  <a:moveTo>
                    <a:pt x="563" y="1"/>
                  </a:moveTo>
                  <a:cubicBezTo>
                    <a:pt x="284" y="1"/>
                    <a:pt x="46" y="208"/>
                    <a:pt x="12" y="491"/>
                  </a:cubicBezTo>
                  <a:cubicBezTo>
                    <a:pt x="0" y="646"/>
                    <a:pt x="48" y="777"/>
                    <a:pt x="155" y="896"/>
                  </a:cubicBezTo>
                  <a:cubicBezTo>
                    <a:pt x="215" y="967"/>
                    <a:pt x="310" y="1027"/>
                    <a:pt x="429" y="1062"/>
                  </a:cubicBezTo>
                  <a:cubicBezTo>
                    <a:pt x="453" y="1062"/>
                    <a:pt x="477" y="1074"/>
                    <a:pt x="489" y="1074"/>
                  </a:cubicBezTo>
                  <a:lnTo>
                    <a:pt x="512" y="1074"/>
                  </a:lnTo>
                  <a:cubicBezTo>
                    <a:pt x="533" y="1076"/>
                    <a:pt x="553" y="1077"/>
                    <a:pt x="572" y="1077"/>
                  </a:cubicBezTo>
                  <a:cubicBezTo>
                    <a:pt x="665" y="1077"/>
                    <a:pt x="745" y="1054"/>
                    <a:pt x="834" y="1015"/>
                  </a:cubicBezTo>
                  <a:cubicBezTo>
                    <a:pt x="989" y="931"/>
                    <a:pt x="1084" y="777"/>
                    <a:pt x="1108" y="598"/>
                  </a:cubicBezTo>
                  <a:cubicBezTo>
                    <a:pt x="1132" y="300"/>
                    <a:pt x="905" y="38"/>
                    <a:pt x="608" y="3"/>
                  </a:cubicBezTo>
                  <a:cubicBezTo>
                    <a:pt x="593" y="2"/>
                    <a:pt x="577" y="1"/>
                    <a:pt x="56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8" name="Google Shape;4038;p27"/>
            <p:cNvSpPr/>
            <p:nvPr/>
          </p:nvSpPr>
          <p:spPr>
            <a:xfrm>
              <a:off x="5234575" y="4397850"/>
              <a:ext cx="36625" cy="13550"/>
            </a:xfrm>
            <a:custGeom>
              <a:rect b="b" l="l" r="r" t="t"/>
              <a:pathLst>
                <a:path extrusionOk="0" h="542" w="1465">
                  <a:moveTo>
                    <a:pt x="736" y="1"/>
                  </a:moveTo>
                  <a:cubicBezTo>
                    <a:pt x="686" y="1"/>
                    <a:pt x="635" y="6"/>
                    <a:pt x="596" y="6"/>
                  </a:cubicBezTo>
                  <a:cubicBezTo>
                    <a:pt x="477" y="30"/>
                    <a:pt x="381" y="66"/>
                    <a:pt x="286" y="149"/>
                  </a:cubicBezTo>
                  <a:cubicBezTo>
                    <a:pt x="262" y="161"/>
                    <a:pt x="238" y="173"/>
                    <a:pt x="227" y="185"/>
                  </a:cubicBezTo>
                  <a:cubicBezTo>
                    <a:pt x="143" y="268"/>
                    <a:pt x="84" y="351"/>
                    <a:pt x="36" y="459"/>
                  </a:cubicBezTo>
                  <a:cubicBezTo>
                    <a:pt x="24" y="482"/>
                    <a:pt x="24" y="518"/>
                    <a:pt x="0" y="542"/>
                  </a:cubicBezTo>
                  <a:lnTo>
                    <a:pt x="1465" y="542"/>
                  </a:lnTo>
                  <a:cubicBezTo>
                    <a:pt x="1370" y="268"/>
                    <a:pt x="1120" y="42"/>
                    <a:pt x="810" y="6"/>
                  </a:cubicBezTo>
                  <a:cubicBezTo>
                    <a:pt x="786" y="2"/>
                    <a:pt x="761" y="1"/>
                    <a:pt x="73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9" name="Google Shape;4039;p27"/>
            <p:cNvSpPr/>
            <p:nvPr/>
          </p:nvSpPr>
          <p:spPr>
            <a:xfrm>
              <a:off x="4984250" y="3714800"/>
              <a:ext cx="39600" cy="38200"/>
            </a:xfrm>
            <a:custGeom>
              <a:rect b="b" l="l" r="r" t="t"/>
              <a:pathLst>
                <a:path extrusionOk="0" h="1528" w="1584">
                  <a:moveTo>
                    <a:pt x="778" y="0"/>
                  </a:moveTo>
                  <a:cubicBezTo>
                    <a:pt x="388" y="0"/>
                    <a:pt x="46" y="289"/>
                    <a:pt x="12" y="694"/>
                  </a:cubicBezTo>
                  <a:cubicBezTo>
                    <a:pt x="0" y="813"/>
                    <a:pt x="12" y="932"/>
                    <a:pt x="60" y="1039"/>
                  </a:cubicBezTo>
                  <a:cubicBezTo>
                    <a:pt x="119" y="1134"/>
                    <a:pt x="179" y="1242"/>
                    <a:pt x="274" y="1313"/>
                  </a:cubicBezTo>
                  <a:cubicBezTo>
                    <a:pt x="310" y="1361"/>
                    <a:pt x="369" y="1408"/>
                    <a:pt x="417" y="1432"/>
                  </a:cubicBezTo>
                  <a:cubicBezTo>
                    <a:pt x="512" y="1480"/>
                    <a:pt x="607" y="1527"/>
                    <a:pt x="715" y="1527"/>
                  </a:cubicBezTo>
                  <a:lnTo>
                    <a:pt x="893" y="1527"/>
                  </a:lnTo>
                  <a:cubicBezTo>
                    <a:pt x="1012" y="1515"/>
                    <a:pt x="1119" y="1468"/>
                    <a:pt x="1203" y="1408"/>
                  </a:cubicBezTo>
                  <a:cubicBezTo>
                    <a:pt x="1381" y="1289"/>
                    <a:pt x="1524" y="1075"/>
                    <a:pt x="1536" y="837"/>
                  </a:cubicBezTo>
                  <a:cubicBezTo>
                    <a:pt x="1584" y="420"/>
                    <a:pt x="1286" y="39"/>
                    <a:pt x="846" y="3"/>
                  </a:cubicBezTo>
                  <a:cubicBezTo>
                    <a:pt x="823" y="1"/>
                    <a:pt x="800" y="0"/>
                    <a:pt x="77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0" name="Google Shape;4040;p27"/>
            <p:cNvSpPr/>
            <p:nvPr/>
          </p:nvSpPr>
          <p:spPr>
            <a:xfrm>
              <a:off x="3074475" y="4307150"/>
              <a:ext cx="15500" cy="15550"/>
            </a:xfrm>
            <a:custGeom>
              <a:rect b="b" l="l" r="r" t="t"/>
              <a:pathLst>
                <a:path extrusionOk="0" h="622" w="620">
                  <a:moveTo>
                    <a:pt x="328" y="0"/>
                  </a:moveTo>
                  <a:cubicBezTo>
                    <a:pt x="264" y="0"/>
                    <a:pt x="195" y="30"/>
                    <a:pt x="144" y="50"/>
                  </a:cubicBezTo>
                  <a:cubicBezTo>
                    <a:pt x="72" y="86"/>
                    <a:pt x="13" y="169"/>
                    <a:pt x="1" y="277"/>
                  </a:cubicBezTo>
                  <a:cubicBezTo>
                    <a:pt x="1" y="300"/>
                    <a:pt x="1" y="336"/>
                    <a:pt x="13" y="360"/>
                  </a:cubicBezTo>
                  <a:cubicBezTo>
                    <a:pt x="24" y="408"/>
                    <a:pt x="48" y="455"/>
                    <a:pt x="60" y="479"/>
                  </a:cubicBezTo>
                  <a:cubicBezTo>
                    <a:pt x="96" y="562"/>
                    <a:pt x="191" y="622"/>
                    <a:pt x="286" y="622"/>
                  </a:cubicBezTo>
                  <a:lnTo>
                    <a:pt x="382" y="622"/>
                  </a:lnTo>
                  <a:cubicBezTo>
                    <a:pt x="465" y="598"/>
                    <a:pt x="536" y="562"/>
                    <a:pt x="560" y="503"/>
                  </a:cubicBezTo>
                  <a:cubicBezTo>
                    <a:pt x="596" y="455"/>
                    <a:pt x="620" y="408"/>
                    <a:pt x="620" y="348"/>
                  </a:cubicBezTo>
                  <a:cubicBezTo>
                    <a:pt x="620" y="300"/>
                    <a:pt x="620" y="265"/>
                    <a:pt x="608" y="217"/>
                  </a:cubicBezTo>
                  <a:cubicBezTo>
                    <a:pt x="584" y="110"/>
                    <a:pt x="489" y="38"/>
                    <a:pt x="382" y="27"/>
                  </a:cubicBezTo>
                  <a:cubicBezTo>
                    <a:pt x="370" y="27"/>
                    <a:pt x="358" y="27"/>
                    <a:pt x="358" y="3"/>
                  </a:cubicBezTo>
                  <a:cubicBezTo>
                    <a:pt x="348" y="1"/>
                    <a:pt x="338" y="0"/>
                    <a:pt x="32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1" name="Google Shape;4041;p27"/>
            <p:cNvSpPr/>
            <p:nvPr/>
          </p:nvSpPr>
          <p:spPr>
            <a:xfrm>
              <a:off x="3911200" y="4344925"/>
              <a:ext cx="16375" cy="15575"/>
            </a:xfrm>
            <a:custGeom>
              <a:rect b="b" l="l" r="r" t="t"/>
              <a:pathLst>
                <a:path extrusionOk="0" h="623" w="655">
                  <a:moveTo>
                    <a:pt x="312" y="1"/>
                  </a:moveTo>
                  <a:cubicBezTo>
                    <a:pt x="167" y="1"/>
                    <a:pt x="55" y="103"/>
                    <a:pt x="12" y="254"/>
                  </a:cubicBezTo>
                  <a:lnTo>
                    <a:pt x="12" y="278"/>
                  </a:lnTo>
                  <a:cubicBezTo>
                    <a:pt x="0" y="456"/>
                    <a:pt x="119" y="611"/>
                    <a:pt x="298" y="623"/>
                  </a:cubicBezTo>
                  <a:lnTo>
                    <a:pt x="405" y="623"/>
                  </a:lnTo>
                  <a:cubicBezTo>
                    <a:pt x="524" y="599"/>
                    <a:pt x="631" y="492"/>
                    <a:pt x="643" y="337"/>
                  </a:cubicBezTo>
                  <a:cubicBezTo>
                    <a:pt x="655" y="159"/>
                    <a:pt x="536" y="16"/>
                    <a:pt x="357" y="4"/>
                  </a:cubicBezTo>
                  <a:cubicBezTo>
                    <a:pt x="342" y="2"/>
                    <a:pt x="327" y="1"/>
                    <a:pt x="312"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42" name="Google Shape;4042;p27"/>
          <p:cNvSpPr txBox="1"/>
          <p:nvPr>
            <p:ph type="title"/>
          </p:nvPr>
        </p:nvSpPr>
        <p:spPr>
          <a:xfrm>
            <a:off x="1705350" y="2620213"/>
            <a:ext cx="5799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6000"/>
              <a:buNone/>
              <a:defRPr sz="2400">
                <a:solidFill>
                  <a:schemeClr val="lt1"/>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4043" name="Google Shape;4043;p27"/>
          <p:cNvSpPr txBox="1"/>
          <p:nvPr>
            <p:ph idx="2"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4044" name="Google Shape;4044;p27"/>
          <p:cNvSpPr txBox="1"/>
          <p:nvPr>
            <p:ph idx="3" type="title"/>
          </p:nvPr>
        </p:nvSpPr>
        <p:spPr>
          <a:xfrm>
            <a:off x="844350" y="3236000"/>
            <a:ext cx="23619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045" name="Google Shape;4045;p27"/>
          <p:cNvSpPr txBox="1"/>
          <p:nvPr>
            <p:ph idx="1" type="subTitle"/>
          </p:nvPr>
        </p:nvSpPr>
        <p:spPr>
          <a:xfrm>
            <a:off x="844350" y="3544450"/>
            <a:ext cx="23619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4046" name="Google Shape;4046;p27"/>
          <p:cNvSpPr txBox="1"/>
          <p:nvPr>
            <p:ph idx="4" type="title"/>
          </p:nvPr>
        </p:nvSpPr>
        <p:spPr>
          <a:xfrm>
            <a:off x="3391100" y="1385775"/>
            <a:ext cx="23619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047" name="Google Shape;4047;p27"/>
          <p:cNvSpPr txBox="1"/>
          <p:nvPr>
            <p:ph idx="5" type="subTitle"/>
          </p:nvPr>
        </p:nvSpPr>
        <p:spPr>
          <a:xfrm>
            <a:off x="3391102" y="1694225"/>
            <a:ext cx="23619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4048" name="Google Shape;4048;p27"/>
          <p:cNvSpPr txBox="1"/>
          <p:nvPr>
            <p:ph idx="6" type="title"/>
          </p:nvPr>
        </p:nvSpPr>
        <p:spPr>
          <a:xfrm>
            <a:off x="5937850" y="3236000"/>
            <a:ext cx="23619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4049" name="Google Shape;4049;p27"/>
          <p:cNvSpPr txBox="1"/>
          <p:nvPr>
            <p:ph idx="7" type="subTitle"/>
          </p:nvPr>
        </p:nvSpPr>
        <p:spPr>
          <a:xfrm>
            <a:off x="5937854" y="3544450"/>
            <a:ext cx="23619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solidFill>
                  <a:schemeClr val="dk1"/>
                </a:solidFill>
              </a:defRPr>
            </a:lvl1pPr>
            <a:lvl2pPr lvl="1" algn="ctr">
              <a:lnSpc>
                <a:spcPct val="100000"/>
              </a:lnSpc>
              <a:spcBef>
                <a:spcPts val="0"/>
              </a:spcBef>
              <a:spcAft>
                <a:spcPts val="0"/>
              </a:spcAft>
              <a:buSzPts val="1600"/>
              <a:buNone/>
              <a:defRPr/>
            </a:lvl2pPr>
            <a:lvl3pPr lvl="2" algn="ctr">
              <a:lnSpc>
                <a:spcPct val="100000"/>
              </a:lnSpc>
              <a:spcBef>
                <a:spcPts val="1600"/>
              </a:spcBef>
              <a:spcAft>
                <a:spcPts val="0"/>
              </a:spcAft>
              <a:buSzPts val="1600"/>
              <a:buNone/>
              <a:defRPr/>
            </a:lvl3pPr>
            <a:lvl4pPr lvl="3" algn="ctr">
              <a:lnSpc>
                <a:spcPct val="100000"/>
              </a:lnSpc>
              <a:spcBef>
                <a:spcPts val="1600"/>
              </a:spcBef>
              <a:spcAft>
                <a:spcPts val="0"/>
              </a:spcAft>
              <a:buSzPts val="1600"/>
              <a:buNone/>
              <a:defRPr/>
            </a:lvl4pPr>
            <a:lvl5pPr lvl="4" algn="ctr">
              <a:lnSpc>
                <a:spcPct val="100000"/>
              </a:lnSpc>
              <a:spcBef>
                <a:spcPts val="1600"/>
              </a:spcBef>
              <a:spcAft>
                <a:spcPts val="0"/>
              </a:spcAft>
              <a:buSzPts val="1600"/>
              <a:buNone/>
              <a:defRPr/>
            </a:lvl5pPr>
            <a:lvl6pPr lvl="5" algn="ctr">
              <a:lnSpc>
                <a:spcPct val="100000"/>
              </a:lnSpc>
              <a:spcBef>
                <a:spcPts val="1600"/>
              </a:spcBef>
              <a:spcAft>
                <a:spcPts val="0"/>
              </a:spcAft>
              <a:buSzPts val="1600"/>
              <a:buNone/>
              <a:defRPr/>
            </a:lvl6pPr>
            <a:lvl7pPr lvl="6" algn="ctr">
              <a:lnSpc>
                <a:spcPct val="100000"/>
              </a:lnSpc>
              <a:spcBef>
                <a:spcPts val="1600"/>
              </a:spcBef>
              <a:spcAft>
                <a:spcPts val="0"/>
              </a:spcAft>
              <a:buSzPts val="1600"/>
              <a:buNone/>
              <a:defRPr/>
            </a:lvl7pPr>
            <a:lvl8pPr lvl="7" algn="ctr">
              <a:lnSpc>
                <a:spcPct val="100000"/>
              </a:lnSpc>
              <a:spcBef>
                <a:spcPts val="1600"/>
              </a:spcBef>
              <a:spcAft>
                <a:spcPts val="0"/>
              </a:spcAft>
              <a:buSzPts val="1600"/>
              <a:buNone/>
              <a:defRPr/>
            </a:lvl8pPr>
            <a:lvl9pPr lvl="8" algn="ctr">
              <a:lnSpc>
                <a:spcPct val="100000"/>
              </a:lnSpc>
              <a:spcBef>
                <a:spcPts val="1600"/>
              </a:spcBef>
              <a:spcAft>
                <a:spcPts val="1600"/>
              </a:spcAft>
              <a:buSzPts val="1600"/>
              <a:buNone/>
              <a:defRPr/>
            </a:lvl9pPr>
          </a:lstStyle>
          <a:p/>
        </p:txBody>
      </p:sp>
      <p:sp>
        <p:nvSpPr>
          <p:cNvPr id="4050" name="Google Shape;4050;p27"/>
          <p:cNvSpPr txBox="1"/>
          <p:nvPr>
            <p:ph idx="8" type="title"/>
          </p:nvPr>
        </p:nvSpPr>
        <p:spPr>
          <a:xfrm>
            <a:off x="4282100" y="2620213"/>
            <a:ext cx="5799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6000"/>
              <a:buNone/>
              <a:defRPr sz="2400">
                <a:solidFill>
                  <a:schemeClr val="lt1"/>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4051" name="Google Shape;4051;p27"/>
          <p:cNvSpPr txBox="1"/>
          <p:nvPr>
            <p:ph idx="9" type="title"/>
          </p:nvPr>
        </p:nvSpPr>
        <p:spPr>
          <a:xfrm>
            <a:off x="6828850" y="2620213"/>
            <a:ext cx="579900" cy="527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6000"/>
              <a:buNone/>
              <a:defRPr sz="2400">
                <a:solidFill>
                  <a:schemeClr val="lt1"/>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4052" name="Shape 4052"/>
        <p:cNvGrpSpPr/>
        <p:nvPr/>
      </p:nvGrpSpPr>
      <p:grpSpPr>
        <a:xfrm>
          <a:off x="0" y="0"/>
          <a:ext cx="0" cy="0"/>
          <a:chOff x="0" y="0"/>
          <a:chExt cx="0" cy="0"/>
        </a:xfrm>
      </p:grpSpPr>
      <p:grpSp>
        <p:nvGrpSpPr>
          <p:cNvPr id="4053" name="Google Shape;4053;p28"/>
          <p:cNvGrpSpPr/>
          <p:nvPr/>
        </p:nvGrpSpPr>
        <p:grpSpPr>
          <a:xfrm flipH="1" rot="10800000">
            <a:off x="7165541" y="153"/>
            <a:ext cx="1978228" cy="4794296"/>
            <a:chOff x="5728375" y="1492875"/>
            <a:chExt cx="1308525" cy="3171250"/>
          </a:xfrm>
        </p:grpSpPr>
        <p:sp>
          <p:nvSpPr>
            <p:cNvPr id="4054" name="Google Shape;4054;p28"/>
            <p:cNvSpPr/>
            <p:nvPr/>
          </p:nvSpPr>
          <p:spPr>
            <a:xfrm>
              <a:off x="6942225" y="2835900"/>
              <a:ext cx="625" cy="925"/>
            </a:xfrm>
            <a:custGeom>
              <a:rect b="b" l="l" r="r" t="t"/>
              <a:pathLst>
                <a:path extrusionOk="0" h="37" w="25">
                  <a:moveTo>
                    <a:pt x="24" y="0"/>
                  </a:moveTo>
                  <a:lnTo>
                    <a:pt x="24" y="0"/>
                  </a:lnTo>
                  <a:cubicBezTo>
                    <a:pt x="12" y="12"/>
                    <a:pt x="12" y="24"/>
                    <a:pt x="0" y="36"/>
                  </a:cubicBezTo>
                  <a:cubicBezTo>
                    <a:pt x="12" y="36"/>
                    <a:pt x="12" y="24"/>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5" name="Google Shape;4055;p28"/>
            <p:cNvSpPr/>
            <p:nvPr/>
          </p:nvSpPr>
          <p:spPr>
            <a:xfrm>
              <a:off x="6942225" y="2836800"/>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6" name="Google Shape;4056;p28"/>
            <p:cNvSpPr/>
            <p:nvPr/>
          </p:nvSpPr>
          <p:spPr>
            <a:xfrm>
              <a:off x="6945500" y="2844825"/>
              <a:ext cx="42300" cy="133375"/>
            </a:xfrm>
            <a:custGeom>
              <a:rect b="b" l="l" r="r" t="t"/>
              <a:pathLst>
                <a:path extrusionOk="0" h="5335" w="1692">
                  <a:moveTo>
                    <a:pt x="346" y="0"/>
                  </a:moveTo>
                  <a:lnTo>
                    <a:pt x="203" y="12"/>
                  </a:lnTo>
                  <a:lnTo>
                    <a:pt x="0" y="453"/>
                  </a:lnTo>
                  <a:lnTo>
                    <a:pt x="1215" y="5263"/>
                  </a:lnTo>
                  <a:lnTo>
                    <a:pt x="1691" y="5334"/>
                  </a:lnTo>
                  <a:lnTo>
                    <a:pt x="1691" y="5334"/>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7" name="Google Shape;4057;p28"/>
            <p:cNvSpPr/>
            <p:nvPr/>
          </p:nvSpPr>
          <p:spPr>
            <a:xfrm>
              <a:off x="6943725" y="2835300"/>
              <a:ext cx="300" cy="25"/>
            </a:xfrm>
            <a:custGeom>
              <a:rect b="b" l="l" r="r" t="t"/>
              <a:pathLst>
                <a:path extrusionOk="0" h="1" w="12">
                  <a:moveTo>
                    <a:pt x="0" y="0"/>
                  </a:moveTo>
                  <a:lnTo>
                    <a:pt x="0" y="0"/>
                  </a:lnTo>
                  <a:cubicBezTo>
                    <a:pt x="12" y="0"/>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8" name="Google Shape;4058;p28"/>
            <p:cNvSpPr/>
            <p:nvPr/>
          </p:nvSpPr>
          <p:spPr>
            <a:xfrm>
              <a:off x="6945500" y="2834575"/>
              <a:ext cx="625" cy="150"/>
            </a:xfrm>
            <a:custGeom>
              <a:rect b="b" l="l" r="r" t="t"/>
              <a:pathLst>
                <a:path extrusionOk="0" h="6" w="25">
                  <a:moveTo>
                    <a:pt x="15" y="0"/>
                  </a:moveTo>
                  <a:cubicBezTo>
                    <a:pt x="11" y="0"/>
                    <a:pt x="8" y="6"/>
                    <a:pt x="0" y="6"/>
                  </a:cubicBezTo>
                  <a:lnTo>
                    <a:pt x="24" y="6"/>
                  </a:lnTo>
                  <a:cubicBezTo>
                    <a:pt x="20" y="2"/>
                    <a:pt x="18" y="0"/>
                    <a:pt x="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9" name="Google Shape;4059;p28"/>
            <p:cNvSpPr/>
            <p:nvPr/>
          </p:nvSpPr>
          <p:spPr>
            <a:xfrm>
              <a:off x="6943125" y="2835625"/>
              <a:ext cx="550" cy="300"/>
            </a:xfrm>
            <a:custGeom>
              <a:rect b="b" l="l" r="r" t="t"/>
              <a:pathLst>
                <a:path extrusionOk="0" h="12" w="22">
                  <a:moveTo>
                    <a:pt x="16" y="1"/>
                  </a:moveTo>
                  <a:cubicBezTo>
                    <a:pt x="13" y="1"/>
                    <a:pt x="8" y="3"/>
                    <a:pt x="0" y="11"/>
                  </a:cubicBezTo>
                  <a:cubicBezTo>
                    <a:pt x="16" y="11"/>
                    <a:pt x="21" y="1"/>
                    <a:pt x="1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0" name="Google Shape;4060;p28"/>
            <p:cNvSpPr/>
            <p:nvPr/>
          </p:nvSpPr>
          <p:spPr>
            <a:xfrm>
              <a:off x="6978825" y="2988300"/>
              <a:ext cx="57175" cy="218500"/>
            </a:xfrm>
            <a:custGeom>
              <a:rect b="b" l="l" r="r" t="t"/>
              <a:pathLst>
                <a:path extrusionOk="0" h="8740" w="2287">
                  <a:moveTo>
                    <a:pt x="1" y="0"/>
                  </a:moveTo>
                  <a:lnTo>
                    <a:pt x="2227" y="8739"/>
                  </a:lnTo>
                  <a:cubicBezTo>
                    <a:pt x="2239" y="8728"/>
                    <a:pt x="2251" y="8704"/>
                    <a:pt x="2287" y="8692"/>
                  </a:cubicBezTo>
                  <a:lnTo>
                    <a:pt x="2287" y="7180"/>
                  </a:lnTo>
                  <a:lnTo>
                    <a:pt x="477" y="72"/>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1" name="Google Shape;4061;p28"/>
            <p:cNvSpPr/>
            <p:nvPr/>
          </p:nvSpPr>
          <p:spPr>
            <a:xfrm>
              <a:off x="6796675" y="2972825"/>
              <a:ext cx="91400" cy="176525"/>
            </a:xfrm>
            <a:custGeom>
              <a:rect b="b" l="l" r="r" t="t"/>
              <a:pathLst>
                <a:path extrusionOk="0" h="7061" w="3656">
                  <a:moveTo>
                    <a:pt x="3203" y="0"/>
                  </a:moveTo>
                  <a:lnTo>
                    <a:pt x="0" y="6632"/>
                  </a:lnTo>
                  <a:lnTo>
                    <a:pt x="286" y="7061"/>
                  </a:lnTo>
                  <a:lnTo>
                    <a:pt x="3656" y="48"/>
                  </a:lnTo>
                  <a:lnTo>
                    <a:pt x="3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2" name="Google Shape;4062;p28"/>
            <p:cNvSpPr/>
            <p:nvPr/>
          </p:nvSpPr>
          <p:spPr>
            <a:xfrm>
              <a:off x="6629100" y="3150225"/>
              <a:ext cx="168775" cy="337550"/>
            </a:xfrm>
            <a:custGeom>
              <a:rect b="b" l="l" r="r" t="t"/>
              <a:pathLst>
                <a:path extrusionOk="0" h="13502" w="6751">
                  <a:moveTo>
                    <a:pt x="6465" y="0"/>
                  </a:moveTo>
                  <a:lnTo>
                    <a:pt x="0" y="13359"/>
                  </a:lnTo>
                  <a:cubicBezTo>
                    <a:pt x="155" y="13359"/>
                    <a:pt x="274" y="13419"/>
                    <a:pt x="381" y="13502"/>
                  </a:cubicBezTo>
                  <a:lnTo>
                    <a:pt x="464" y="13442"/>
                  </a:lnTo>
                  <a:lnTo>
                    <a:pt x="6751" y="429"/>
                  </a:lnTo>
                  <a:lnTo>
                    <a:pt x="646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3" name="Google Shape;4063;p28"/>
            <p:cNvSpPr/>
            <p:nvPr/>
          </p:nvSpPr>
          <p:spPr>
            <a:xfrm>
              <a:off x="6945500" y="283470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4" name="Google Shape;4064;p28"/>
            <p:cNvSpPr/>
            <p:nvPr/>
          </p:nvSpPr>
          <p:spPr>
            <a:xfrm>
              <a:off x="6943725" y="2835300"/>
              <a:ext cx="0" cy="625"/>
            </a:xfrm>
            <a:custGeom>
              <a:rect b="b" l="l" r="r" t="t"/>
              <a:pathLst>
                <a:path extrusionOk="0" h="25" w="120000">
                  <a:moveTo>
                    <a:pt x="0" y="24"/>
                  </a:moveTo>
                  <a:cubicBezTo>
                    <a:pt x="0" y="24"/>
                    <a:pt x="0" y="0"/>
                    <a:pt x="0" y="24"/>
                  </a:cubicBezTo>
                  <a:cubicBezTo>
                    <a:pt x="0" y="0"/>
                    <a:pt x="0" y="0"/>
                    <a:pt x="0" y="24"/>
                  </a:cubicBezTo>
                  <a:cubicBezTo>
                    <a:pt x="0" y="0"/>
                    <a:pt x="0" y="0"/>
                    <a:pt x="0" y="24"/>
                  </a:cubicBez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5" name="Google Shape;4065;p28"/>
            <p:cNvSpPr/>
            <p:nvPr/>
          </p:nvSpPr>
          <p:spPr>
            <a:xfrm>
              <a:off x="6942225" y="2836800"/>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6" name="Google Shape;4066;p28"/>
            <p:cNvSpPr/>
            <p:nvPr/>
          </p:nvSpPr>
          <p:spPr>
            <a:xfrm>
              <a:off x="6881800" y="2836500"/>
              <a:ext cx="68775" cy="126825"/>
            </a:xfrm>
            <a:custGeom>
              <a:rect b="b" l="l" r="r" t="t"/>
              <a:pathLst>
                <a:path extrusionOk="0" h="5073" w="2751">
                  <a:moveTo>
                    <a:pt x="2429" y="0"/>
                  </a:moveTo>
                  <a:cubicBezTo>
                    <a:pt x="2417" y="0"/>
                    <a:pt x="2417" y="12"/>
                    <a:pt x="2417" y="12"/>
                  </a:cubicBezTo>
                  <a:lnTo>
                    <a:pt x="1" y="5001"/>
                  </a:lnTo>
                  <a:lnTo>
                    <a:pt x="465" y="5072"/>
                  </a:lnTo>
                  <a:lnTo>
                    <a:pt x="2548" y="774"/>
                  </a:lnTo>
                  <a:lnTo>
                    <a:pt x="2751" y="345"/>
                  </a:lnTo>
                  <a:lnTo>
                    <a:pt x="2632" y="357"/>
                  </a:lnTo>
                  <a:cubicBezTo>
                    <a:pt x="2624" y="358"/>
                    <a:pt x="2615" y="358"/>
                    <a:pt x="2607" y="358"/>
                  </a:cubicBezTo>
                  <a:cubicBezTo>
                    <a:pt x="2488" y="358"/>
                    <a:pt x="2394" y="276"/>
                    <a:pt x="2394" y="131"/>
                  </a:cubicBezTo>
                  <a:cubicBezTo>
                    <a:pt x="2394" y="95"/>
                    <a:pt x="2394" y="48"/>
                    <a:pt x="242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7" name="Google Shape;4067;p28"/>
            <p:cNvSpPr/>
            <p:nvPr/>
          </p:nvSpPr>
          <p:spPr>
            <a:xfrm>
              <a:off x="6902350" y="1492875"/>
              <a:ext cx="133950" cy="92000"/>
            </a:xfrm>
            <a:custGeom>
              <a:rect b="b" l="l" r="r" t="t"/>
              <a:pathLst>
                <a:path extrusionOk="0" h="3680" w="5358">
                  <a:moveTo>
                    <a:pt x="5358" y="0"/>
                  </a:moveTo>
                  <a:lnTo>
                    <a:pt x="0" y="3275"/>
                  </a:lnTo>
                  <a:lnTo>
                    <a:pt x="202" y="3679"/>
                  </a:lnTo>
                  <a:lnTo>
                    <a:pt x="5358" y="524"/>
                  </a:lnTo>
                  <a:lnTo>
                    <a:pt x="5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8" name="Google Shape;4068;p28"/>
            <p:cNvSpPr/>
            <p:nvPr/>
          </p:nvSpPr>
          <p:spPr>
            <a:xfrm>
              <a:off x="6839525" y="1837250"/>
              <a:ext cx="325" cy="925"/>
            </a:xfrm>
            <a:custGeom>
              <a:rect b="b" l="l" r="r" t="t"/>
              <a:pathLst>
                <a:path extrusionOk="0" h="37" w="13">
                  <a:moveTo>
                    <a:pt x="13" y="1"/>
                  </a:moveTo>
                  <a:cubicBezTo>
                    <a:pt x="1" y="1"/>
                    <a:pt x="1" y="25"/>
                    <a:pt x="1" y="37"/>
                  </a:cubicBezTo>
                  <a:cubicBezTo>
                    <a:pt x="1" y="25"/>
                    <a:pt x="1" y="13"/>
                    <a:pt x="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9" name="Google Shape;4069;p28"/>
            <p:cNvSpPr/>
            <p:nvPr/>
          </p:nvSpPr>
          <p:spPr>
            <a:xfrm>
              <a:off x="6839525" y="1689025"/>
              <a:ext cx="97375" cy="151525"/>
            </a:xfrm>
            <a:custGeom>
              <a:rect b="b" l="l" r="r" t="t"/>
              <a:pathLst>
                <a:path extrusionOk="0" h="6061" w="3895">
                  <a:moveTo>
                    <a:pt x="20" y="5898"/>
                  </a:moveTo>
                  <a:cubicBezTo>
                    <a:pt x="13" y="5908"/>
                    <a:pt x="6" y="5919"/>
                    <a:pt x="1" y="5930"/>
                  </a:cubicBezTo>
                  <a:lnTo>
                    <a:pt x="20" y="5898"/>
                  </a:lnTo>
                  <a:close/>
                  <a:moveTo>
                    <a:pt x="3513" y="1"/>
                  </a:moveTo>
                  <a:lnTo>
                    <a:pt x="20" y="5898"/>
                  </a:lnTo>
                  <a:lnTo>
                    <a:pt x="20" y="5898"/>
                  </a:lnTo>
                  <a:cubicBezTo>
                    <a:pt x="42" y="5867"/>
                    <a:pt x="69" y="5844"/>
                    <a:pt x="96" y="5835"/>
                  </a:cubicBezTo>
                  <a:cubicBezTo>
                    <a:pt x="130" y="5818"/>
                    <a:pt x="166" y="5809"/>
                    <a:pt x="201" y="5809"/>
                  </a:cubicBezTo>
                  <a:cubicBezTo>
                    <a:pt x="288" y="5809"/>
                    <a:pt x="368" y="5860"/>
                    <a:pt x="394" y="5954"/>
                  </a:cubicBezTo>
                  <a:lnTo>
                    <a:pt x="441" y="6061"/>
                  </a:lnTo>
                  <a:lnTo>
                    <a:pt x="3894" y="239"/>
                  </a:lnTo>
                  <a:cubicBezTo>
                    <a:pt x="3727" y="191"/>
                    <a:pt x="3597" y="120"/>
                    <a:pt x="35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0" name="Google Shape;4070;p28"/>
            <p:cNvSpPr/>
            <p:nvPr/>
          </p:nvSpPr>
          <p:spPr>
            <a:xfrm>
              <a:off x="6838950" y="1834425"/>
              <a:ext cx="124725" cy="258250"/>
            </a:xfrm>
            <a:custGeom>
              <a:rect b="b" l="l" r="r" t="t"/>
              <a:pathLst>
                <a:path extrusionOk="0" h="10330" w="4989">
                  <a:moveTo>
                    <a:pt x="212" y="0"/>
                  </a:moveTo>
                  <a:cubicBezTo>
                    <a:pt x="182" y="0"/>
                    <a:pt x="150" y="6"/>
                    <a:pt x="119" y="19"/>
                  </a:cubicBezTo>
                  <a:cubicBezTo>
                    <a:pt x="83" y="31"/>
                    <a:pt x="48" y="66"/>
                    <a:pt x="24" y="102"/>
                  </a:cubicBezTo>
                  <a:cubicBezTo>
                    <a:pt x="24" y="126"/>
                    <a:pt x="0" y="138"/>
                    <a:pt x="0" y="150"/>
                  </a:cubicBezTo>
                  <a:lnTo>
                    <a:pt x="0" y="162"/>
                  </a:lnTo>
                  <a:lnTo>
                    <a:pt x="0" y="197"/>
                  </a:lnTo>
                  <a:lnTo>
                    <a:pt x="0" y="209"/>
                  </a:lnTo>
                  <a:lnTo>
                    <a:pt x="0" y="245"/>
                  </a:lnTo>
                  <a:lnTo>
                    <a:pt x="0" y="257"/>
                  </a:lnTo>
                  <a:cubicBezTo>
                    <a:pt x="0" y="269"/>
                    <a:pt x="24" y="281"/>
                    <a:pt x="24" y="304"/>
                  </a:cubicBezTo>
                  <a:lnTo>
                    <a:pt x="4560" y="10329"/>
                  </a:lnTo>
                  <a:cubicBezTo>
                    <a:pt x="4624" y="10255"/>
                    <a:pt x="4736" y="10209"/>
                    <a:pt x="4845" y="10209"/>
                  </a:cubicBezTo>
                  <a:cubicBezTo>
                    <a:pt x="4857" y="10209"/>
                    <a:pt x="4869" y="10209"/>
                    <a:pt x="4882" y="10210"/>
                  </a:cubicBezTo>
                  <a:cubicBezTo>
                    <a:pt x="4917" y="10210"/>
                    <a:pt x="4965" y="10222"/>
                    <a:pt x="4989" y="10246"/>
                  </a:cubicBezTo>
                  <a:lnTo>
                    <a:pt x="464" y="221"/>
                  </a:lnTo>
                  <a:lnTo>
                    <a:pt x="417" y="126"/>
                  </a:lnTo>
                  <a:cubicBezTo>
                    <a:pt x="373" y="47"/>
                    <a:pt x="297" y="0"/>
                    <a:pt x="2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1" name="Google Shape;4071;p28"/>
            <p:cNvSpPr/>
            <p:nvPr/>
          </p:nvSpPr>
          <p:spPr>
            <a:xfrm>
              <a:off x="6945800" y="1529475"/>
              <a:ext cx="90500" cy="135175"/>
            </a:xfrm>
            <a:custGeom>
              <a:rect b="b" l="l" r="r" t="t"/>
              <a:pathLst>
                <a:path extrusionOk="0" h="5407" w="3620">
                  <a:moveTo>
                    <a:pt x="3620" y="1"/>
                  </a:moveTo>
                  <a:lnTo>
                    <a:pt x="0" y="5073"/>
                  </a:lnTo>
                  <a:lnTo>
                    <a:pt x="108" y="5263"/>
                  </a:lnTo>
                  <a:cubicBezTo>
                    <a:pt x="179" y="5299"/>
                    <a:pt x="250" y="5335"/>
                    <a:pt x="310" y="5406"/>
                  </a:cubicBezTo>
                  <a:lnTo>
                    <a:pt x="3620" y="775"/>
                  </a:lnTo>
                  <a:lnTo>
                    <a:pt x="36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2" name="Google Shape;4072;p28"/>
            <p:cNvSpPr/>
            <p:nvPr/>
          </p:nvSpPr>
          <p:spPr>
            <a:xfrm>
              <a:off x="6951750" y="1681000"/>
              <a:ext cx="84550" cy="169075"/>
            </a:xfrm>
            <a:custGeom>
              <a:rect b="b" l="l" r="r" t="t"/>
              <a:pathLst>
                <a:path extrusionOk="0" h="6763" w="3382">
                  <a:moveTo>
                    <a:pt x="286" y="0"/>
                  </a:moveTo>
                  <a:cubicBezTo>
                    <a:pt x="239" y="179"/>
                    <a:pt x="155" y="334"/>
                    <a:pt x="0" y="429"/>
                  </a:cubicBezTo>
                  <a:lnTo>
                    <a:pt x="3382" y="6763"/>
                  </a:lnTo>
                  <a:lnTo>
                    <a:pt x="3382" y="5810"/>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3" name="Google Shape;4073;p28"/>
            <p:cNvSpPr/>
            <p:nvPr/>
          </p:nvSpPr>
          <p:spPr>
            <a:xfrm>
              <a:off x="6891325" y="1570800"/>
              <a:ext cx="56875" cy="90275"/>
            </a:xfrm>
            <a:custGeom>
              <a:rect b="b" l="l" r="r" t="t"/>
              <a:pathLst>
                <a:path extrusionOk="0" h="3611" w="2275">
                  <a:moveTo>
                    <a:pt x="219" y="1"/>
                  </a:moveTo>
                  <a:cubicBezTo>
                    <a:pt x="185" y="1"/>
                    <a:pt x="151" y="9"/>
                    <a:pt x="120" y="27"/>
                  </a:cubicBezTo>
                  <a:cubicBezTo>
                    <a:pt x="84" y="62"/>
                    <a:pt x="48" y="86"/>
                    <a:pt x="36" y="122"/>
                  </a:cubicBezTo>
                  <a:cubicBezTo>
                    <a:pt x="24" y="146"/>
                    <a:pt x="1" y="193"/>
                    <a:pt x="1" y="241"/>
                  </a:cubicBezTo>
                  <a:cubicBezTo>
                    <a:pt x="72" y="205"/>
                    <a:pt x="143" y="193"/>
                    <a:pt x="215" y="193"/>
                  </a:cubicBezTo>
                  <a:cubicBezTo>
                    <a:pt x="405" y="205"/>
                    <a:pt x="572" y="384"/>
                    <a:pt x="548" y="574"/>
                  </a:cubicBezTo>
                  <a:cubicBezTo>
                    <a:pt x="524" y="717"/>
                    <a:pt x="441" y="836"/>
                    <a:pt x="322" y="872"/>
                  </a:cubicBezTo>
                  <a:lnTo>
                    <a:pt x="1763" y="3587"/>
                  </a:lnTo>
                  <a:cubicBezTo>
                    <a:pt x="1834" y="3560"/>
                    <a:pt x="1906" y="3546"/>
                    <a:pt x="1982" y="3546"/>
                  </a:cubicBezTo>
                  <a:cubicBezTo>
                    <a:pt x="2007" y="3546"/>
                    <a:pt x="2034" y="3548"/>
                    <a:pt x="2060" y="3551"/>
                  </a:cubicBezTo>
                  <a:cubicBezTo>
                    <a:pt x="2132" y="3575"/>
                    <a:pt x="2215" y="3587"/>
                    <a:pt x="2275" y="3610"/>
                  </a:cubicBezTo>
                  <a:lnTo>
                    <a:pt x="2167" y="3420"/>
                  </a:lnTo>
                  <a:lnTo>
                    <a:pt x="643" y="551"/>
                  </a:lnTo>
                  <a:lnTo>
                    <a:pt x="441" y="146"/>
                  </a:lnTo>
                  <a:lnTo>
                    <a:pt x="417" y="122"/>
                  </a:lnTo>
                  <a:cubicBezTo>
                    <a:pt x="375" y="47"/>
                    <a:pt x="298" y="1"/>
                    <a:pt x="21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4" name="Google Shape;4074;p28"/>
            <p:cNvSpPr/>
            <p:nvPr/>
          </p:nvSpPr>
          <p:spPr>
            <a:xfrm>
              <a:off x="6967825" y="2063475"/>
              <a:ext cx="68475" cy="40500"/>
            </a:xfrm>
            <a:custGeom>
              <a:rect b="b" l="l" r="r" t="t"/>
              <a:pathLst>
                <a:path extrusionOk="0" h="1620" w="2739">
                  <a:moveTo>
                    <a:pt x="2739" y="1"/>
                  </a:moveTo>
                  <a:lnTo>
                    <a:pt x="0" y="1167"/>
                  </a:lnTo>
                  <a:cubicBezTo>
                    <a:pt x="72" y="1263"/>
                    <a:pt x="131" y="1370"/>
                    <a:pt x="119" y="1501"/>
                  </a:cubicBezTo>
                  <a:cubicBezTo>
                    <a:pt x="119" y="1548"/>
                    <a:pt x="108" y="1572"/>
                    <a:pt x="84" y="1620"/>
                  </a:cubicBezTo>
                  <a:lnTo>
                    <a:pt x="2739" y="489"/>
                  </a:lnTo>
                  <a:lnTo>
                    <a:pt x="27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5" name="Google Shape;4075;p28"/>
            <p:cNvSpPr/>
            <p:nvPr/>
          </p:nvSpPr>
          <p:spPr>
            <a:xfrm>
              <a:off x="6558850" y="2100100"/>
              <a:ext cx="396200" cy="178025"/>
            </a:xfrm>
            <a:custGeom>
              <a:rect b="b" l="l" r="r" t="t"/>
              <a:pathLst>
                <a:path extrusionOk="0" h="7121" w="15848">
                  <a:moveTo>
                    <a:pt x="15657" y="0"/>
                  </a:moveTo>
                  <a:lnTo>
                    <a:pt x="0" y="6703"/>
                  </a:lnTo>
                  <a:cubicBezTo>
                    <a:pt x="95" y="6822"/>
                    <a:pt x="155" y="6965"/>
                    <a:pt x="167" y="7120"/>
                  </a:cubicBezTo>
                  <a:lnTo>
                    <a:pt x="15824" y="417"/>
                  </a:lnTo>
                  <a:cubicBezTo>
                    <a:pt x="15836" y="393"/>
                    <a:pt x="15836" y="357"/>
                    <a:pt x="15847" y="345"/>
                  </a:cubicBezTo>
                  <a:cubicBezTo>
                    <a:pt x="15728" y="274"/>
                    <a:pt x="15657" y="155"/>
                    <a:pt x="1565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6" name="Google Shape;4076;p28"/>
            <p:cNvSpPr/>
            <p:nvPr/>
          </p:nvSpPr>
          <p:spPr>
            <a:xfrm>
              <a:off x="6954425" y="2108725"/>
              <a:ext cx="81875" cy="207200"/>
            </a:xfrm>
            <a:custGeom>
              <a:rect b="b" l="l" r="r" t="t"/>
              <a:pathLst>
                <a:path extrusionOk="0" h="8288" w="3275">
                  <a:moveTo>
                    <a:pt x="24" y="0"/>
                  </a:moveTo>
                  <a:cubicBezTo>
                    <a:pt x="13" y="36"/>
                    <a:pt x="1" y="48"/>
                    <a:pt x="1" y="60"/>
                  </a:cubicBezTo>
                  <a:cubicBezTo>
                    <a:pt x="1" y="108"/>
                    <a:pt x="1" y="155"/>
                    <a:pt x="13" y="191"/>
                  </a:cubicBezTo>
                  <a:lnTo>
                    <a:pt x="3275" y="8287"/>
                  </a:lnTo>
                  <a:lnTo>
                    <a:pt x="3275" y="7097"/>
                  </a:lnTo>
                  <a:lnTo>
                    <a:pt x="429" y="36"/>
                  </a:lnTo>
                  <a:cubicBezTo>
                    <a:pt x="417" y="36"/>
                    <a:pt x="417" y="12"/>
                    <a:pt x="417" y="12"/>
                  </a:cubicBezTo>
                  <a:cubicBezTo>
                    <a:pt x="358" y="48"/>
                    <a:pt x="286" y="60"/>
                    <a:pt x="203" y="60"/>
                  </a:cubicBezTo>
                  <a:cubicBezTo>
                    <a:pt x="132" y="48"/>
                    <a:pt x="72" y="36"/>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7" name="Google Shape;4077;p28"/>
            <p:cNvSpPr/>
            <p:nvPr/>
          </p:nvSpPr>
          <p:spPr>
            <a:xfrm>
              <a:off x="6559150" y="2280175"/>
              <a:ext cx="477150" cy="150350"/>
            </a:xfrm>
            <a:custGeom>
              <a:rect b="b" l="l" r="r" t="t"/>
              <a:pathLst>
                <a:path extrusionOk="0" h="6014" w="19086">
                  <a:moveTo>
                    <a:pt x="167" y="0"/>
                  </a:moveTo>
                  <a:cubicBezTo>
                    <a:pt x="155" y="167"/>
                    <a:pt x="95" y="298"/>
                    <a:pt x="0" y="405"/>
                  </a:cubicBezTo>
                  <a:lnTo>
                    <a:pt x="19086" y="6013"/>
                  </a:lnTo>
                  <a:lnTo>
                    <a:pt x="19086" y="5561"/>
                  </a:lnTo>
                  <a:lnTo>
                    <a:pt x="16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8" name="Google Shape;4078;p28"/>
            <p:cNvSpPr/>
            <p:nvPr/>
          </p:nvSpPr>
          <p:spPr>
            <a:xfrm>
              <a:off x="6941625" y="2825775"/>
              <a:ext cx="95275" cy="19700"/>
            </a:xfrm>
            <a:custGeom>
              <a:rect b="b" l="l" r="r" t="t"/>
              <a:pathLst>
                <a:path extrusionOk="0" h="788" w="3811">
                  <a:moveTo>
                    <a:pt x="3811" y="0"/>
                  </a:moveTo>
                  <a:lnTo>
                    <a:pt x="227" y="334"/>
                  </a:lnTo>
                  <a:lnTo>
                    <a:pt x="155" y="334"/>
                  </a:lnTo>
                  <a:cubicBezTo>
                    <a:pt x="132" y="334"/>
                    <a:pt x="132" y="358"/>
                    <a:pt x="120" y="358"/>
                  </a:cubicBezTo>
                  <a:cubicBezTo>
                    <a:pt x="120" y="370"/>
                    <a:pt x="108" y="370"/>
                    <a:pt x="108" y="370"/>
                  </a:cubicBezTo>
                  <a:cubicBezTo>
                    <a:pt x="108" y="381"/>
                    <a:pt x="96" y="381"/>
                    <a:pt x="96" y="381"/>
                  </a:cubicBezTo>
                  <a:lnTo>
                    <a:pt x="84" y="405"/>
                  </a:lnTo>
                  <a:lnTo>
                    <a:pt x="60" y="417"/>
                  </a:lnTo>
                  <a:cubicBezTo>
                    <a:pt x="48" y="417"/>
                    <a:pt x="48" y="429"/>
                    <a:pt x="36" y="441"/>
                  </a:cubicBezTo>
                  <a:cubicBezTo>
                    <a:pt x="1" y="489"/>
                    <a:pt x="1" y="536"/>
                    <a:pt x="1" y="584"/>
                  </a:cubicBezTo>
                  <a:cubicBezTo>
                    <a:pt x="1" y="707"/>
                    <a:pt x="105" y="787"/>
                    <a:pt x="216" y="787"/>
                  </a:cubicBezTo>
                  <a:cubicBezTo>
                    <a:pt x="224" y="787"/>
                    <a:pt x="231" y="787"/>
                    <a:pt x="239" y="786"/>
                  </a:cubicBezTo>
                  <a:lnTo>
                    <a:pt x="358" y="774"/>
                  </a:lnTo>
                  <a:lnTo>
                    <a:pt x="501" y="762"/>
                  </a:lnTo>
                  <a:lnTo>
                    <a:pt x="3811" y="441"/>
                  </a:lnTo>
                  <a:lnTo>
                    <a:pt x="381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9" name="Google Shape;4079;p28"/>
            <p:cNvSpPr/>
            <p:nvPr/>
          </p:nvSpPr>
          <p:spPr>
            <a:xfrm>
              <a:off x="6649325" y="2926075"/>
              <a:ext cx="386100" cy="71175"/>
            </a:xfrm>
            <a:custGeom>
              <a:rect b="b" l="l" r="r" t="t"/>
              <a:pathLst>
                <a:path extrusionOk="0" h="2847" w="15444">
                  <a:moveTo>
                    <a:pt x="1" y="1"/>
                  </a:moveTo>
                  <a:lnTo>
                    <a:pt x="1" y="25"/>
                  </a:lnTo>
                  <a:cubicBezTo>
                    <a:pt x="18" y="20"/>
                    <a:pt x="36" y="17"/>
                    <a:pt x="52" y="17"/>
                  </a:cubicBezTo>
                  <a:cubicBezTo>
                    <a:pt x="117" y="17"/>
                    <a:pt x="175" y="52"/>
                    <a:pt x="203" y="108"/>
                  </a:cubicBezTo>
                  <a:lnTo>
                    <a:pt x="489" y="525"/>
                  </a:lnTo>
                  <a:lnTo>
                    <a:pt x="9097" y="1846"/>
                  </a:lnTo>
                  <a:lnTo>
                    <a:pt x="9550" y="1918"/>
                  </a:lnTo>
                  <a:lnTo>
                    <a:pt x="13169" y="2489"/>
                  </a:lnTo>
                  <a:lnTo>
                    <a:pt x="13645" y="2561"/>
                  </a:lnTo>
                  <a:lnTo>
                    <a:pt x="15443" y="2846"/>
                  </a:lnTo>
                  <a:lnTo>
                    <a:pt x="15443" y="2406"/>
                  </a:lnTo>
                  <a:lnTo>
                    <a:pt x="13526" y="2108"/>
                  </a:lnTo>
                  <a:lnTo>
                    <a:pt x="13050" y="2025"/>
                  </a:lnTo>
                  <a:lnTo>
                    <a:pt x="9752" y="1525"/>
                  </a:lnTo>
                  <a:lnTo>
                    <a:pt x="9288" y="1453"/>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0" name="Google Shape;4080;p28"/>
            <p:cNvSpPr/>
            <p:nvPr/>
          </p:nvSpPr>
          <p:spPr>
            <a:xfrm>
              <a:off x="6909175" y="3226725"/>
              <a:ext cx="125350" cy="88725"/>
            </a:xfrm>
            <a:custGeom>
              <a:rect b="b" l="l" r="r" t="t"/>
              <a:pathLst>
                <a:path extrusionOk="0" h="3549" w="5014">
                  <a:moveTo>
                    <a:pt x="4740" y="0"/>
                  </a:moveTo>
                  <a:lnTo>
                    <a:pt x="1" y="3179"/>
                  </a:lnTo>
                  <a:lnTo>
                    <a:pt x="263" y="3548"/>
                  </a:lnTo>
                  <a:lnTo>
                    <a:pt x="5013" y="357"/>
                  </a:lnTo>
                  <a:cubicBezTo>
                    <a:pt x="4871" y="274"/>
                    <a:pt x="4787" y="155"/>
                    <a:pt x="474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1" name="Google Shape;4081;p28"/>
            <p:cNvSpPr/>
            <p:nvPr/>
          </p:nvSpPr>
          <p:spPr>
            <a:xfrm>
              <a:off x="6638625" y="3316900"/>
              <a:ext cx="267900" cy="180400"/>
            </a:xfrm>
            <a:custGeom>
              <a:rect b="b" l="l" r="r" t="t"/>
              <a:pathLst>
                <a:path extrusionOk="0" h="7216" w="10716">
                  <a:moveTo>
                    <a:pt x="10573" y="1"/>
                  </a:moveTo>
                  <a:cubicBezTo>
                    <a:pt x="10550" y="196"/>
                    <a:pt x="10372" y="347"/>
                    <a:pt x="10157" y="347"/>
                  </a:cubicBezTo>
                  <a:cubicBezTo>
                    <a:pt x="10149" y="347"/>
                    <a:pt x="10141" y="346"/>
                    <a:pt x="10132" y="346"/>
                  </a:cubicBezTo>
                  <a:cubicBezTo>
                    <a:pt x="10025" y="322"/>
                    <a:pt x="9918" y="287"/>
                    <a:pt x="9858" y="203"/>
                  </a:cubicBezTo>
                  <a:lnTo>
                    <a:pt x="83" y="6775"/>
                  </a:lnTo>
                  <a:lnTo>
                    <a:pt x="0" y="6835"/>
                  </a:lnTo>
                  <a:cubicBezTo>
                    <a:pt x="119" y="6930"/>
                    <a:pt x="203" y="7049"/>
                    <a:pt x="250" y="7216"/>
                  </a:cubicBezTo>
                  <a:lnTo>
                    <a:pt x="10716" y="191"/>
                  </a:lnTo>
                  <a:lnTo>
                    <a:pt x="105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2" name="Google Shape;4082;p28"/>
            <p:cNvSpPr/>
            <p:nvPr/>
          </p:nvSpPr>
          <p:spPr>
            <a:xfrm>
              <a:off x="6965450" y="3661000"/>
              <a:ext cx="70850" cy="74725"/>
            </a:xfrm>
            <a:custGeom>
              <a:rect b="b" l="l" r="r" t="t"/>
              <a:pathLst>
                <a:path extrusionOk="0" h="2989" w="2834">
                  <a:moveTo>
                    <a:pt x="2834" y="0"/>
                  </a:moveTo>
                  <a:lnTo>
                    <a:pt x="0" y="2739"/>
                  </a:lnTo>
                  <a:lnTo>
                    <a:pt x="393" y="2989"/>
                  </a:lnTo>
                  <a:lnTo>
                    <a:pt x="2834" y="631"/>
                  </a:lnTo>
                  <a:lnTo>
                    <a:pt x="28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3" name="Google Shape;4083;p28"/>
            <p:cNvSpPr/>
            <p:nvPr/>
          </p:nvSpPr>
          <p:spPr>
            <a:xfrm>
              <a:off x="6647850" y="3864600"/>
              <a:ext cx="184850" cy="181875"/>
            </a:xfrm>
            <a:custGeom>
              <a:rect b="b" l="l" r="r" t="t"/>
              <a:pathLst>
                <a:path extrusionOk="0" h="7275" w="7394">
                  <a:moveTo>
                    <a:pt x="7156" y="0"/>
                  </a:moveTo>
                  <a:lnTo>
                    <a:pt x="0" y="6953"/>
                  </a:lnTo>
                  <a:cubicBezTo>
                    <a:pt x="119" y="7025"/>
                    <a:pt x="226" y="7144"/>
                    <a:pt x="310" y="7275"/>
                  </a:cubicBezTo>
                  <a:lnTo>
                    <a:pt x="7394" y="405"/>
                  </a:lnTo>
                  <a:lnTo>
                    <a:pt x="7346" y="322"/>
                  </a:lnTo>
                  <a:cubicBezTo>
                    <a:pt x="7311" y="286"/>
                    <a:pt x="7275" y="238"/>
                    <a:pt x="7263" y="179"/>
                  </a:cubicBezTo>
                  <a:lnTo>
                    <a:pt x="715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4" name="Google Shape;4084;p28"/>
            <p:cNvSpPr/>
            <p:nvPr/>
          </p:nvSpPr>
          <p:spPr>
            <a:xfrm>
              <a:off x="6835375" y="3737800"/>
              <a:ext cx="131575" cy="122050"/>
            </a:xfrm>
            <a:custGeom>
              <a:rect b="b" l="l" r="r" t="t"/>
              <a:pathLst>
                <a:path extrusionOk="0" h="4882" w="5263">
                  <a:moveTo>
                    <a:pt x="4882" y="0"/>
                  </a:moveTo>
                  <a:lnTo>
                    <a:pt x="0" y="4727"/>
                  </a:lnTo>
                  <a:cubicBezTo>
                    <a:pt x="60" y="4703"/>
                    <a:pt x="119" y="4703"/>
                    <a:pt x="191" y="4703"/>
                  </a:cubicBezTo>
                  <a:cubicBezTo>
                    <a:pt x="310" y="4715"/>
                    <a:pt x="429" y="4775"/>
                    <a:pt x="488" y="4882"/>
                  </a:cubicBezTo>
                  <a:lnTo>
                    <a:pt x="5263" y="250"/>
                  </a:lnTo>
                  <a:lnTo>
                    <a:pt x="488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5" name="Google Shape;4085;p28"/>
            <p:cNvSpPr/>
            <p:nvPr/>
          </p:nvSpPr>
          <p:spPr>
            <a:xfrm>
              <a:off x="6647550" y="2926675"/>
              <a:ext cx="388750" cy="587000"/>
            </a:xfrm>
            <a:custGeom>
              <a:rect b="b" l="l" r="r" t="t"/>
              <a:pathLst>
                <a:path extrusionOk="0" h="23480" w="15550">
                  <a:moveTo>
                    <a:pt x="96" y="1"/>
                  </a:moveTo>
                  <a:lnTo>
                    <a:pt x="96" y="132"/>
                  </a:lnTo>
                  <a:cubicBezTo>
                    <a:pt x="84" y="251"/>
                    <a:pt x="60" y="358"/>
                    <a:pt x="0" y="441"/>
                  </a:cubicBezTo>
                  <a:lnTo>
                    <a:pt x="5739" y="8954"/>
                  </a:lnTo>
                  <a:lnTo>
                    <a:pt x="6025" y="9383"/>
                  </a:lnTo>
                  <a:lnTo>
                    <a:pt x="6561" y="10181"/>
                  </a:lnTo>
                  <a:lnTo>
                    <a:pt x="6608" y="10181"/>
                  </a:lnTo>
                  <a:cubicBezTo>
                    <a:pt x="6823" y="10192"/>
                    <a:pt x="7001" y="10395"/>
                    <a:pt x="6977" y="10621"/>
                  </a:cubicBezTo>
                  <a:cubicBezTo>
                    <a:pt x="6977" y="10669"/>
                    <a:pt x="6965" y="10692"/>
                    <a:pt x="6942" y="10740"/>
                  </a:cubicBezTo>
                  <a:lnTo>
                    <a:pt x="9918" y="15145"/>
                  </a:lnTo>
                  <a:cubicBezTo>
                    <a:pt x="10121" y="15193"/>
                    <a:pt x="10263" y="15372"/>
                    <a:pt x="10240" y="15574"/>
                  </a:cubicBezTo>
                  <a:lnTo>
                    <a:pt x="10240" y="15610"/>
                  </a:lnTo>
                  <a:lnTo>
                    <a:pt x="10371" y="15800"/>
                  </a:lnTo>
                  <a:lnTo>
                    <a:pt x="15550" y="23480"/>
                  </a:lnTo>
                  <a:lnTo>
                    <a:pt x="15550" y="22682"/>
                  </a:lnTo>
                  <a:lnTo>
                    <a:pt x="10728" y="15550"/>
                  </a:lnTo>
                  <a:lnTo>
                    <a:pt x="10478" y="15181"/>
                  </a:lnTo>
                  <a:lnTo>
                    <a:pt x="6263" y="8907"/>
                  </a:lnTo>
                  <a:lnTo>
                    <a:pt x="5977" y="8478"/>
                  </a:lnTo>
                  <a:lnTo>
                    <a:pt x="596" y="501"/>
                  </a:lnTo>
                  <a:lnTo>
                    <a:pt x="310" y="84"/>
                  </a:lnTo>
                  <a:cubicBezTo>
                    <a:pt x="262" y="25"/>
                    <a:pt x="179" y="1"/>
                    <a:pt x="9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6" name="Google Shape;4086;p28"/>
            <p:cNvSpPr/>
            <p:nvPr/>
          </p:nvSpPr>
          <p:spPr>
            <a:xfrm>
              <a:off x="6603800" y="3495625"/>
              <a:ext cx="7450" cy="13000"/>
            </a:xfrm>
            <a:custGeom>
              <a:rect b="b" l="l" r="r" t="t"/>
              <a:pathLst>
                <a:path extrusionOk="0" h="520" w="298">
                  <a:moveTo>
                    <a:pt x="237" y="0"/>
                  </a:moveTo>
                  <a:cubicBezTo>
                    <a:pt x="172" y="0"/>
                    <a:pt x="97" y="34"/>
                    <a:pt x="60" y="91"/>
                  </a:cubicBezTo>
                  <a:lnTo>
                    <a:pt x="60" y="115"/>
                  </a:lnTo>
                  <a:cubicBezTo>
                    <a:pt x="0" y="222"/>
                    <a:pt x="36" y="353"/>
                    <a:pt x="143" y="412"/>
                  </a:cubicBezTo>
                  <a:lnTo>
                    <a:pt x="298" y="519"/>
                  </a:lnTo>
                  <a:cubicBezTo>
                    <a:pt x="262" y="412"/>
                    <a:pt x="238" y="305"/>
                    <a:pt x="238" y="198"/>
                  </a:cubicBezTo>
                  <a:cubicBezTo>
                    <a:pt x="238" y="138"/>
                    <a:pt x="262" y="67"/>
                    <a:pt x="286" y="7"/>
                  </a:cubicBezTo>
                  <a:cubicBezTo>
                    <a:pt x="271" y="2"/>
                    <a:pt x="254" y="0"/>
                    <a:pt x="23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7" name="Google Shape;4087;p28"/>
            <p:cNvSpPr/>
            <p:nvPr/>
          </p:nvSpPr>
          <p:spPr>
            <a:xfrm>
              <a:off x="6640400" y="3514550"/>
              <a:ext cx="395900" cy="275350"/>
            </a:xfrm>
            <a:custGeom>
              <a:rect b="b" l="l" r="r" t="t"/>
              <a:pathLst>
                <a:path extrusionOk="0" h="11014" w="15836">
                  <a:moveTo>
                    <a:pt x="12" y="0"/>
                  </a:moveTo>
                  <a:lnTo>
                    <a:pt x="1" y="12"/>
                  </a:lnTo>
                  <a:lnTo>
                    <a:pt x="477" y="846"/>
                  </a:lnTo>
                  <a:lnTo>
                    <a:pt x="12681" y="8930"/>
                  </a:lnTo>
                  <a:lnTo>
                    <a:pt x="13062" y="9180"/>
                  </a:lnTo>
                  <a:lnTo>
                    <a:pt x="15836" y="11014"/>
                  </a:lnTo>
                  <a:lnTo>
                    <a:pt x="15836" y="10478"/>
                  </a:lnTo>
                  <a:lnTo>
                    <a:pt x="13395" y="8847"/>
                  </a:lnTo>
                  <a:lnTo>
                    <a:pt x="13002" y="8597"/>
                  </a:ln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8" name="Google Shape;4088;p28"/>
            <p:cNvSpPr/>
            <p:nvPr/>
          </p:nvSpPr>
          <p:spPr>
            <a:xfrm>
              <a:off x="6841925" y="4224750"/>
              <a:ext cx="194375" cy="153025"/>
            </a:xfrm>
            <a:custGeom>
              <a:rect b="b" l="l" r="r" t="t"/>
              <a:pathLst>
                <a:path extrusionOk="0" h="6121" w="7775">
                  <a:moveTo>
                    <a:pt x="560" y="1"/>
                  </a:moveTo>
                  <a:lnTo>
                    <a:pt x="0" y="120"/>
                  </a:lnTo>
                  <a:lnTo>
                    <a:pt x="7775" y="6121"/>
                  </a:lnTo>
                  <a:lnTo>
                    <a:pt x="7775" y="5549"/>
                  </a:lnTo>
                  <a:lnTo>
                    <a:pt x="5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9" name="Google Shape;4089;p28"/>
            <p:cNvSpPr/>
            <p:nvPr/>
          </p:nvSpPr>
          <p:spPr>
            <a:xfrm>
              <a:off x="6649325" y="4070575"/>
              <a:ext cx="195300" cy="148550"/>
            </a:xfrm>
            <a:custGeom>
              <a:rect b="b" l="l" r="r" t="t"/>
              <a:pathLst>
                <a:path extrusionOk="0" h="5942" w="7812">
                  <a:moveTo>
                    <a:pt x="263" y="0"/>
                  </a:moveTo>
                  <a:cubicBezTo>
                    <a:pt x="203" y="119"/>
                    <a:pt x="120" y="227"/>
                    <a:pt x="1" y="334"/>
                  </a:cubicBezTo>
                  <a:lnTo>
                    <a:pt x="48" y="405"/>
                  </a:lnTo>
                  <a:lnTo>
                    <a:pt x="7252" y="5942"/>
                  </a:lnTo>
                  <a:lnTo>
                    <a:pt x="7811" y="5811"/>
                  </a:lnTo>
                  <a:lnTo>
                    <a:pt x="26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0" name="Google Shape;4090;p28"/>
            <p:cNvSpPr/>
            <p:nvPr/>
          </p:nvSpPr>
          <p:spPr>
            <a:xfrm>
              <a:off x="6831200" y="3872325"/>
              <a:ext cx="180400" cy="298875"/>
            </a:xfrm>
            <a:custGeom>
              <a:rect b="b" l="l" r="r" t="t"/>
              <a:pathLst>
                <a:path extrusionOk="0" h="11955" w="7216">
                  <a:moveTo>
                    <a:pt x="0" y="1"/>
                  </a:moveTo>
                  <a:lnTo>
                    <a:pt x="48" y="72"/>
                  </a:lnTo>
                  <a:lnTo>
                    <a:pt x="6823" y="11955"/>
                  </a:lnTo>
                  <a:cubicBezTo>
                    <a:pt x="6918" y="11847"/>
                    <a:pt x="7073" y="11776"/>
                    <a:pt x="7216" y="11764"/>
                  </a:cubicBezTo>
                  <a:lnTo>
                    <a:pt x="4525" y="7025"/>
                  </a:lnTo>
                  <a:cubicBezTo>
                    <a:pt x="4465" y="7061"/>
                    <a:pt x="4394" y="7061"/>
                    <a:pt x="4334" y="7061"/>
                  </a:cubicBezTo>
                  <a:cubicBezTo>
                    <a:pt x="4108" y="7037"/>
                    <a:pt x="3941" y="6847"/>
                    <a:pt x="3965" y="6609"/>
                  </a:cubicBezTo>
                  <a:cubicBezTo>
                    <a:pt x="3977" y="6490"/>
                    <a:pt x="4037" y="6383"/>
                    <a:pt x="4120" y="6323"/>
                  </a:cubicBezTo>
                  <a:lnTo>
                    <a:pt x="548" y="60"/>
                  </a:lnTo>
                  <a:cubicBezTo>
                    <a:pt x="483" y="107"/>
                    <a:pt x="410" y="139"/>
                    <a:pt x="335" y="139"/>
                  </a:cubicBezTo>
                  <a:cubicBezTo>
                    <a:pt x="315" y="139"/>
                    <a:pt x="295" y="137"/>
                    <a:pt x="274" y="132"/>
                  </a:cubicBezTo>
                  <a:cubicBezTo>
                    <a:pt x="167" y="120"/>
                    <a:pt x="60" y="72"/>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1" name="Google Shape;4091;p28"/>
            <p:cNvSpPr/>
            <p:nvPr/>
          </p:nvSpPr>
          <p:spPr>
            <a:xfrm>
              <a:off x="6632950" y="3514850"/>
              <a:ext cx="202450" cy="354225"/>
            </a:xfrm>
            <a:custGeom>
              <a:rect b="b" l="l" r="r" t="t"/>
              <a:pathLst>
                <a:path extrusionOk="0" h="14169" w="8098">
                  <a:moveTo>
                    <a:pt x="310" y="0"/>
                  </a:moveTo>
                  <a:cubicBezTo>
                    <a:pt x="227" y="84"/>
                    <a:pt x="120" y="143"/>
                    <a:pt x="1" y="179"/>
                  </a:cubicBezTo>
                  <a:lnTo>
                    <a:pt x="1" y="358"/>
                  </a:lnTo>
                  <a:lnTo>
                    <a:pt x="7764" y="13990"/>
                  </a:lnTo>
                  <a:lnTo>
                    <a:pt x="7871" y="14169"/>
                  </a:lnTo>
                  <a:cubicBezTo>
                    <a:pt x="7859" y="14121"/>
                    <a:pt x="7859" y="14062"/>
                    <a:pt x="7859" y="14002"/>
                  </a:cubicBezTo>
                  <a:cubicBezTo>
                    <a:pt x="7859" y="13835"/>
                    <a:pt x="7954" y="13716"/>
                    <a:pt x="8097" y="13657"/>
                  </a:cubicBezTo>
                  <a:lnTo>
                    <a:pt x="787" y="834"/>
                  </a:lnTo>
                  <a:lnTo>
                    <a:pt x="31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2" name="Google Shape;4092;p28"/>
            <p:cNvSpPr/>
            <p:nvPr/>
          </p:nvSpPr>
          <p:spPr>
            <a:xfrm>
              <a:off x="6621650" y="3519025"/>
              <a:ext cx="17000" cy="515550"/>
            </a:xfrm>
            <a:custGeom>
              <a:rect b="b" l="l" r="r" t="t"/>
              <a:pathLst>
                <a:path extrusionOk="0" h="20622" w="680">
                  <a:moveTo>
                    <a:pt x="0" y="0"/>
                  </a:moveTo>
                  <a:lnTo>
                    <a:pt x="227" y="20622"/>
                  </a:lnTo>
                  <a:cubicBezTo>
                    <a:pt x="311" y="20605"/>
                    <a:pt x="389" y="20588"/>
                    <a:pt x="470" y="20588"/>
                  </a:cubicBezTo>
                  <a:cubicBezTo>
                    <a:pt x="503" y="20588"/>
                    <a:pt x="537" y="20591"/>
                    <a:pt x="572" y="20598"/>
                  </a:cubicBezTo>
                  <a:cubicBezTo>
                    <a:pt x="596" y="20598"/>
                    <a:pt x="643" y="20610"/>
                    <a:pt x="679" y="20610"/>
                  </a:cubicBezTo>
                  <a:lnTo>
                    <a:pt x="453" y="202"/>
                  </a:lnTo>
                  <a:lnTo>
                    <a:pt x="453" y="24"/>
                  </a:lnTo>
                  <a:cubicBezTo>
                    <a:pt x="387" y="32"/>
                    <a:pt x="333" y="46"/>
                    <a:pt x="278" y="46"/>
                  </a:cubicBezTo>
                  <a:cubicBezTo>
                    <a:pt x="253" y="46"/>
                    <a:pt x="229" y="43"/>
                    <a:pt x="203" y="36"/>
                  </a:cubicBezTo>
                  <a:cubicBezTo>
                    <a:pt x="143" y="36"/>
                    <a:pt x="60"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3" name="Google Shape;4093;p28"/>
            <p:cNvSpPr/>
            <p:nvPr/>
          </p:nvSpPr>
          <p:spPr>
            <a:xfrm>
              <a:off x="5767375" y="3510375"/>
              <a:ext cx="852500" cy="922475"/>
            </a:xfrm>
            <a:custGeom>
              <a:rect b="b" l="l" r="r" t="t"/>
              <a:pathLst>
                <a:path extrusionOk="0" h="36899" w="34100">
                  <a:moveTo>
                    <a:pt x="33779" y="1"/>
                  </a:moveTo>
                  <a:lnTo>
                    <a:pt x="1" y="36577"/>
                  </a:lnTo>
                  <a:cubicBezTo>
                    <a:pt x="143" y="36672"/>
                    <a:pt x="239" y="36779"/>
                    <a:pt x="334" y="36898"/>
                  </a:cubicBezTo>
                  <a:lnTo>
                    <a:pt x="34100" y="310"/>
                  </a:lnTo>
                  <a:cubicBezTo>
                    <a:pt x="33969" y="239"/>
                    <a:pt x="33862" y="132"/>
                    <a:pt x="3377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4" name="Google Shape;4094;p28"/>
            <p:cNvSpPr/>
            <p:nvPr/>
          </p:nvSpPr>
          <p:spPr>
            <a:xfrm>
              <a:off x="6299575" y="4069975"/>
              <a:ext cx="318525" cy="244400"/>
            </a:xfrm>
            <a:custGeom>
              <a:rect b="b" l="l" r="r" t="t"/>
              <a:pathLst>
                <a:path extrusionOk="0" h="9776" w="12741">
                  <a:moveTo>
                    <a:pt x="12455" y="1"/>
                  </a:moveTo>
                  <a:lnTo>
                    <a:pt x="1" y="9418"/>
                  </a:lnTo>
                  <a:cubicBezTo>
                    <a:pt x="108" y="9525"/>
                    <a:pt x="191" y="9645"/>
                    <a:pt x="263" y="9776"/>
                  </a:cubicBezTo>
                  <a:lnTo>
                    <a:pt x="12741" y="358"/>
                  </a:lnTo>
                  <a:cubicBezTo>
                    <a:pt x="12622" y="251"/>
                    <a:pt x="12514" y="131"/>
                    <a:pt x="1245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5" name="Google Shape;4095;p28"/>
            <p:cNvSpPr/>
            <p:nvPr/>
          </p:nvSpPr>
          <p:spPr>
            <a:xfrm>
              <a:off x="6312675" y="4246175"/>
              <a:ext cx="406325" cy="101975"/>
            </a:xfrm>
            <a:custGeom>
              <a:rect b="b" l="l" r="r" t="t"/>
              <a:pathLst>
                <a:path extrusionOk="0" h="4079" w="16253">
                  <a:moveTo>
                    <a:pt x="15931" y="1"/>
                  </a:moveTo>
                  <a:lnTo>
                    <a:pt x="13" y="3620"/>
                  </a:lnTo>
                  <a:cubicBezTo>
                    <a:pt x="25" y="3716"/>
                    <a:pt x="25" y="3799"/>
                    <a:pt x="13" y="3918"/>
                  </a:cubicBezTo>
                  <a:cubicBezTo>
                    <a:pt x="13" y="3966"/>
                    <a:pt x="13" y="4025"/>
                    <a:pt x="1" y="4073"/>
                  </a:cubicBezTo>
                  <a:cubicBezTo>
                    <a:pt x="17" y="4073"/>
                    <a:pt x="38" y="4078"/>
                    <a:pt x="61" y="4078"/>
                  </a:cubicBezTo>
                  <a:cubicBezTo>
                    <a:pt x="72" y="4078"/>
                    <a:pt x="84" y="4077"/>
                    <a:pt x="96" y="4073"/>
                  </a:cubicBezTo>
                  <a:lnTo>
                    <a:pt x="16253" y="394"/>
                  </a:lnTo>
                  <a:cubicBezTo>
                    <a:pt x="16074" y="346"/>
                    <a:pt x="15931" y="203"/>
                    <a:pt x="1593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6" name="Google Shape;4096;p28"/>
            <p:cNvSpPr/>
            <p:nvPr/>
          </p:nvSpPr>
          <p:spPr>
            <a:xfrm>
              <a:off x="6728200" y="4251550"/>
              <a:ext cx="2725" cy="2100"/>
            </a:xfrm>
            <a:custGeom>
              <a:rect b="b" l="l" r="r" t="t"/>
              <a:pathLst>
                <a:path extrusionOk="0" h="84" w="109">
                  <a:moveTo>
                    <a:pt x="72" y="0"/>
                  </a:moveTo>
                  <a:cubicBezTo>
                    <a:pt x="60" y="24"/>
                    <a:pt x="25" y="60"/>
                    <a:pt x="1" y="84"/>
                  </a:cubicBezTo>
                  <a:lnTo>
                    <a:pt x="108" y="60"/>
                  </a:ln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7" name="Google Shape;4097;p28"/>
            <p:cNvSpPr/>
            <p:nvPr/>
          </p:nvSpPr>
          <p:spPr>
            <a:xfrm>
              <a:off x="6736250" y="4181300"/>
              <a:ext cx="261950" cy="69375"/>
            </a:xfrm>
            <a:custGeom>
              <a:rect b="b" l="l" r="r" t="t"/>
              <a:pathLst>
                <a:path extrusionOk="0" h="2775" w="10478">
                  <a:moveTo>
                    <a:pt x="10442" y="0"/>
                  </a:moveTo>
                  <a:lnTo>
                    <a:pt x="4334" y="1382"/>
                  </a:lnTo>
                  <a:lnTo>
                    <a:pt x="3775" y="1513"/>
                  </a:lnTo>
                  <a:lnTo>
                    <a:pt x="0" y="2382"/>
                  </a:lnTo>
                  <a:lnTo>
                    <a:pt x="227" y="2775"/>
                  </a:lnTo>
                  <a:lnTo>
                    <a:pt x="4215" y="1870"/>
                  </a:lnTo>
                  <a:lnTo>
                    <a:pt x="4787" y="1739"/>
                  </a:lnTo>
                  <a:lnTo>
                    <a:pt x="10478" y="441"/>
                  </a:lnTo>
                  <a:cubicBezTo>
                    <a:pt x="10442" y="322"/>
                    <a:pt x="10406" y="203"/>
                    <a:pt x="10418" y="72"/>
                  </a:cubicBezTo>
                  <a:cubicBezTo>
                    <a:pt x="10418" y="36"/>
                    <a:pt x="10442" y="24"/>
                    <a:pt x="1044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8" name="Google Shape;4098;p28"/>
            <p:cNvSpPr/>
            <p:nvPr/>
          </p:nvSpPr>
          <p:spPr>
            <a:xfrm>
              <a:off x="6640400" y="4078600"/>
              <a:ext cx="213150" cy="382525"/>
            </a:xfrm>
            <a:custGeom>
              <a:rect b="b" l="l" r="r" t="t"/>
              <a:pathLst>
                <a:path extrusionOk="0" h="15301" w="8526">
                  <a:moveTo>
                    <a:pt x="405" y="1"/>
                  </a:moveTo>
                  <a:cubicBezTo>
                    <a:pt x="286" y="84"/>
                    <a:pt x="143" y="156"/>
                    <a:pt x="1" y="191"/>
                  </a:cubicBezTo>
                  <a:lnTo>
                    <a:pt x="3275" y="6275"/>
                  </a:lnTo>
                  <a:lnTo>
                    <a:pt x="3322" y="6275"/>
                  </a:lnTo>
                  <a:cubicBezTo>
                    <a:pt x="3537" y="6311"/>
                    <a:pt x="3703" y="6502"/>
                    <a:pt x="3691" y="6728"/>
                  </a:cubicBezTo>
                  <a:cubicBezTo>
                    <a:pt x="3680" y="6799"/>
                    <a:pt x="3644" y="6859"/>
                    <a:pt x="3620" y="6918"/>
                  </a:cubicBezTo>
                  <a:lnTo>
                    <a:pt x="3644" y="6978"/>
                  </a:lnTo>
                  <a:lnTo>
                    <a:pt x="8121" y="15300"/>
                  </a:lnTo>
                  <a:lnTo>
                    <a:pt x="8180" y="15193"/>
                  </a:lnTo>
                  <a:cubicBezTo>
                    <a:pt x="8204" y="15193"/>
                    <a:pt x="8204" y="15181"/>
                    <a:pt x="8216" y="15157"/>
                  </a:cubicBezTo>
                  <a:lnTo>
                    <a:pt x="8228" y="15146"/>
                  </a:lnTo>
                  <a:lnTo>
                    <a:pt x="8240" y="15134"/>
                  </a:lnTo>
                  <a:cubicBezTo>
                    <a:pt x="8240" y="15122"/>
                    <a:pt x="8263" y="15122"/>
                    <a:pt x="8263" y="15122"/>
                  </a:cubicBezTo>
                  <a:cubicBezTo>
                    <a:pt x="8263" y="15122"/>
                    <a:pt x="8263" y="15098"/>
                    <a:pt x="8275" y="15098"/>
                  </a:cubicBezTo>
                  <a:lnTo>
                    <a:pt x="8287" y="15098"/>
                  </a:lnTo>
                  <a:cubicBezTo>
                    <a:pt x="8287" y="15086"/>
                    <a:pt x="8299" y="15086"/>
                    <a:pt x="8299" y="15086"/>
                  </a:cubicBezTo>
                  <a:lnTo>
                    <a:pt x="8525" y="15026"/>
                  </a:lnTo>
                  <a:lnTo>
                    <a:pt x="4120" y="6871"/>
                  </a:lnTo>
                  <a:lnTo>
                    <a:pt x="3894" y="6466"/>
                  </a:lnTo>
                  <a:lnTo>
                    <a:pt x="441" y="72"/>
                  </a:lnTo>
                  <a:lnTo>
                    <a:pt x="40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9" name="Google Shape;4099;p28"/>
            <p:cNvSpPr/>
            <p:nvPr/>
          </p:nvSpPr>
          <p:spPr>
            <a:xfrm>
              <a:off x="6851450" y="4463175"/>
              <a:ext cx="184850" cy="115525"/>
            </a:xfrm>
            <a:custGeom>
              <a:rect b="b" l="l" r="r" t="t"/>
              <a:pathLst>
                <a:path extrusionOk="0" h="4621" w="7394">
                  <a:moveTo>
                    <a:pt x="488" y="1"/>
                  </a:moveTo>
                  <a:lnTo>
                    <a:pt x="60" y="108"/>
                  </a:lnTo>
                  <a:lnTo>
                    <a:pt x="0" y="227"/>
                  </a:lnTo>
                  <a:lnTo>
                    <a:pt x="7394" y="4620"/>
                  </a:lnTo>
                  <a:lnTo>
                    <a:pt x="7394" y="4096"/>
                  </a:lnTo>
                  <a:lnTo>
                    <a:pt x="48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0" name="Google Shape;4100;p28"/>
            <p:cNvSpPr/>
            <p:nvPr/>
          </p:nvSpPr>
          <p:spPr>
            <a:xfrm>
              <a:off x="6847575" y="4406025"/>
              <a:ext cx="188425" cy="60450"/>
            </a:xfrm>
            <a:custGeom>
              <a:rect b="b" l="l" r="r" t="t"/>
              <a:pathLst>
                <a:path extrusionOk="0" h="2418" w="7537">
                  <a:moveTo>
                    <a:pt x="17" y="1997"/>
                  </a:moveTo>
                  <a:cubicBezTo>
                    <a:pt x="11" y="1998"/>
                    <a:pt x="6" y="2000"/>
                    <a:pt x="0" y="2001"/>
                  </a:cubicBezTo>
                  <a:lnTo>
                    <a:pt x="17" y="1997"/>
                  </a:lnTo>
                  <a:close/>
                  <a:moveTo>
                    <a:pt x="7537" y="1"/>
                  </a:moveTo>
                  <a:lnTo>
                    <a:pt x="167" y="1965"/>
                  </a:lnTo>
                  <a:lnTo>
                    <a:pt x="17" y="1997"/>
                  </a:lnTo>
                  <a:lnTo>
                    <a:pt x="17" y="1997"/>
                  </a:lnTo>
                  <a:cubicBezTo>
                    <a:pt x="29" y="1995"/>
                    <a:pt x="43" y="1994"/>
                    <a:pt x="57" y="1994"/>
                  </a:cubicBezTo>
                  <a:cubicBezTo>
                    <a:pt x="92" y="1994"/>
                    <a:pt x="129" y="2002"/>
                    <a:pt x="167" y="2025"/>
                  </a:cubicBezTo>
                  <a:cubicBezTo>
                    <a:pt x="286" y="2084"/>
                    <a:pt x="310" y="2215"/>
                    <a:pt x="250" y="2322"/>
                  </a:cubicBezTo>
                  <a:lnTo>
                    <a:pt x="215" y="2418"/>
                  </a:lnTo>
                  <a:lnTo>
                    <a:pt x="631" y="2299"/>
                  </a:lnTo>
                  <a:lnTo>
                    <a:pt x="7537" y="453"/>
                  </a:lnTo>
                  <a:lnTo>
                    <a:pt x="753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1" name="Google Shape;4101;p28"/>
            <p:cNvSpPr/>
            <p:nvPr/>
          </p:nvSpPr>
          <p:spPr>
            <a:xfrm>
              <a:off x="6725825" y="4654575"/>
              <a:ext cx="17300" cy="9550"/>
            </a:xfrm>
            <a:custGeom>
              <a:rect b="b" l="l" r="r" t="t"/>
              <a:pathLst>
                <a:path extrusionOk="0" h="382" w="692">
                  <a:moveTo>
                    <a:pt x="227" y="0"/>
                  </a:moveTo>
                  <a:lnTo>
                    <a:pt x="1" y="381"/>
                  </a:lnTo>
                  <a:lnTo>
                    <a:pt x="525" y="381"/>
                  </a:lnTo>
                  <a:lnTo>
                    <a:pt x="691" y="84"/>
                  </a:ln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2" name="Google Shape;4102;p28"/>
            <p:cNvSpPr/>
            <p:nvPr/>
          </p:nvSpPr>
          <p:spPr>
            <a:xfrm>
              <a:off x="6737150" y="4455550"/>
              <a:ext cx="117875" cy="190425"/>
            </a:xfrm>
            <a:custGeom>
              <a:rect b="b" l="l" r="r" t="t"/>
              <a:pathLst>
                <a:path extrusionOk="0" h="7617" w="4715">
                  <a:moveTo>
                    <a:pt x="4478" y="0"/>
                  </a:moveTo>
                  <a:cubicBezTo>
                    <a:pt x="4455" y="0"/>
                    <a:pt x="4430" y="3"/>
                    <a:pt x="4405" y="8"/>
                  </a:cubicBezTo>
                  <a:cubicBezTo>
                    <a:pt x="4405" y="20"/>
                    <a:pt x="4382" y="20"/>
                    <a:pt x="4382" y="20"/>
                  </a:cubicBezTo>
                  <a:lnTo>
                    <a:pt x="4370" y="20"/>
                  </a:lnTo>
                  <a:lnTo>
                    <a:pt x="4358" y="32"/>
                  </a:lnTo>
                  <a:cubicBezTo>
                    <a:pt x="4358" y="56"/>
                    <a:pt x="4346" y="56"/>
                    <a:pt x="4346" y="56"/>
                  </a:cubicBezTo>
                  <a:lnTo>
                    <a:pt x="4334" y="68"/>
                  </a:lnTo>
                  <a:lnTo>
                    <a:pt x="4310" y="79"/>
                  </a:lnTo>
                  <a:cubicBezTo>
                    <a:pt x="4298" y="79"/>
                    <a:pt x="4298" y="91"/>
                    <a:pt x="4286" y="115"/>
                  </a:cubicBezTo>
                  <a:lnTo>
                    <a:pt x="4227" y="222"/>
                  </a:lnTo>
                  <a:lnTo>
                    <a:pt x="0" y="7521"/>
                  </a:lnTo>
                  <a:lnTo>
                    <a:pt x="453" y="7616"/>
                  </a:lnTo>
                  <a:lnTo>
                    <a:pt x="4548" y="508"/>
                  </a:lnTo>
                  <a:lnTo>
                    <a:pt x="4608" y="389"/>
                  </a:lnTo>
                  <a:lnTo>
                    <a:pt x="4655" y="318"/>
                  </a:lnTo>
                  <a:cubicBezTo>
                    <a:pt x="4715" y="210"/>
                    <a:pt x="4667" y="79"/>
                    <a:pt x="4560" y="20"/>
                  </a:cubicBezTo>
                  <a:cubicBezTo>
                    <a:pt x="4539" y="6"/>
                    <a:pt x="4510" y="0"/>
                    <a:pt x="447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3" name="Google Shape;4103;p28"/>
            <p:cNvSpPr/>
            <p:nvPr/>
          </p:nvSpPr>
          <p:spPr>
            <a:xfrm>
              <a:off x="6337975" y="4576300"/>
              <a:ext cx="3900" cy="5375"/>
            </a:xfrm>
            <a:custGeom>
              <a:rect b="b" l="l" r="r" t="t"/>
              <a:pathLst>
                <a:path extrusionOk="0" h="215" w="156">
                  <a:moveTo>
                    <a:pt x="1" y="0"/>
                  </a:moveTo>
                  <a:lnTo>
                    <a:pt x="1" y="0"/>
                  </a:lnTo>
                  <a:cubicBezTo>
                    <a:pt x="13" y="95"/>
                    <a:pt x="72" y="179"/>
                    <a:pt x="156" y="214"/>
                  </a:cubicBezTo>
                  <a:lnTo>
                    <a:pt x="156" y="48"/>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4" name="Google Shape;4104;p28"/>
            <p:cNvSpPr/>
            <p:nvPr/>
          </p:nvSpPr>
          <p:spPr>
            <a:xfrm>
              <a:off x="6410025" y="4583425"/>
              <a:ext cx="434000" cy="80700"/>
            </a:xfrm>
            <a:custGeom>
              <a:rect b="b" l="l" r="r" t="t"/>
              <a:pathLst>
                <a:path extrusionOk="0" h="3228" w="17360">
                  <a:moveTo>
                    <a:pt x="107" y="1"/>
                  </a:moveTo>
                  <a:cubicBezTo>
                    <a:pt x="95" y="144"/>
                    <a:pt x="60" y="298"/>
                    <a:pt x="0" y="429"/>
                  </a:cubicBezTo>
                  <a:lnTo>
                    <a:pt x="12859" y="2846"/>
                  </a:lnTo>
                  <a:lnTo>
                    <a:pt x="13323" y="2930"/>
                  </a:lnTo>
                  <a:lnTo>
                    <a:pt x="14931" y="3227"/>
                  </a:lnTo>
                  <a:lnTo>
                    <a:pt x="17359" y="3227"/>
                  </a:lnTo>
                  <a:lnTo>
                    <a:pt x="13561" y="2513"/>
                  </a:lnTo>
                  <a:lnTo>
                    <a:pt x="13097" y="2418"/>
                  </a:lnTo>
                  <a:lnTo>
                    <a:pt x="10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5" name="Google Shape;4105;p28"/>
            <p:cNvSpPr/>
            <p:nvPr/>
          </p:nvSpPr>
          <p:spPr>
            <a:xfrm>
              <a:off x="5778675" y="4344125"/>
              <a:ext cx="436700" cy="105675"/>
            </a:xfrm>
            <a:custGeom>
              <a:rect b="b" l="l" r="r" t="t"/>
              <a:pathLst>
                <a:path extrusionOk="0" h="4227" w="17468">
                  <a:moveTo>
                    <a:pt x="17384" y="0"/>
                  </a:moveTo>
                  <a:lnTo>
                    <a:pt x="1" y="3786"/>
                  </a:lnTo>
                  <a:cubicBezTo>
                    <a:pt x="25" y="3905"/>
                    <a:pt x="60" y="4048"/>
                    <a:pt x="49" y="4179"/>
                  </a:cubicBezTo>
                  <a:lnTo>
                    <a:pt x="49" y="4227"/>
                  </a:lnTo>
                  <a:lnTo>
                    <a:pt x="17467" y="429"/>
                  </a:lnTo>
                  <a:cubicBezTo>
                    <a:pt x="17432" y="286"/>
                    <a:pt x="17396" y="155"/>
                    <a:pt x="1738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6" name="Google Shape;4106;p28"/>
            <p:cNvSpPr/>
            <p:nvPr/>
          </p:nvSpPr>
          <p:spPr>
            <a:xfrm>
              <a:off x="5778975" y="4449775"/>
              <a:ext cx="566475" cy="127425"/>
            </a:xfrm>
            <a:custGeom>
              <a:rect b="b" l="l" r="r" t="t"/>
              <a:pathLst>
                <a:path extrusionOk="0" h="5097" w="22659">
                  <a:moveTo>
                    <a:pt x="48" y="1"/>
                  </a:moveTo>
                  <a:cubicBezTo>
                    <a:pt x="37" y="72"/>
                    <a:pt x="13" y="132"/>
                    <a:pt x="1" y="191"/>
                  </a:cubicBezTo>
                  <a:lnTo>
                    <a:pt x="691" y="596"/>
                  </a:lnTo>
                  <a:lnTo>
                    <a:pt x="22373" y="5061"/>
                  </a:lnTo>
                  <a:lnTo>
                    <a:pt x="22539" y="5097"/>
                  </a:lnTo>
                  <a:cubicBezTo>
                    <a:pt x="22551" y="4942"/>
                    <a:pt x="22575" y="4799"/>
                    <a:pt x="22658" y="4656"/>
                  </a:cubicBez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7" name="Google Shape;4107;p28"/>
            <p:cNvSpPr/>
            <p:nvPr/>
          </p:nvSpPr>
          <p:spPr>
            <a:xfrm>
              <a:off x="6395425" y="4603375"/>
              <a:ext cx="42600" cy="60750"/>
            </a:xfrm>
            <a:custGeom>
              <a:rect b="b" l="l" r="r" t="t"/>
              <a:pathLst>
                <a:path extrusionOk="0" h="2430" w="1704">
                  <a:moveTo>
                    <a:pt x="346" y="0"/>
                  </a:moveTo>
                  <a:cubicBezTo>
                    <a:pt x="239" y="120"/>
                    <a:pt x="144" y="215"/>
                    <a:pt x="1" y="286"/>
                  </a:cubicBezTo>
                  <a:lnTo>
                    <a:pt x="1191" y="2429"/>
                  </a:lnTo>
                  <a:lnTo>
                    <a:pt x="1703" y="2429"/>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8" name="Google Shape;4108;p28"/>
            <p:cNvSpPr/>
            <p:nvPr/>
          </p:nvSpPr>
          <p:spPr>
            <a:xfrm>
              <a:off x="6271300" y="4385800"/>
              <a:ext cx="100350" cy="163725"/>
            </a:xfrm>
            <a:custGeom>
              <a:rect b="b" l="l" r="r" t="t"/>
              <a:pathLst>
                <a:path extrusionOk="0" h="6549" w="4014">
                  <a:moveTo>
                    <a:pt x="429" y="0"/>
                  </a:moveTo>
                  <a:cubicBezTo>
                    <a:pt x="298" y="60"/>
                    <a:pt x="144" y="107"/>
                    <a:pt x="1" y="131"/>
                  </a:cubicBezTo>
                  <a:lnTo>
                    <a:pt x="3585" y="6548"/>
                  </a:lnTo>
                  <a:cubicBezTo>
                    <a:pt x="3716" y="6477"/>
                    <a:pt x="3870" y="6429"/>
                    <a:pt x="4013" y="6406"/>
                  </a:cubicBezTo>
                  <a:lnTo>
                    <a:pt x="42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9" name="Google Shape;4109;p28"/>
            <p:cNvSpPr/>
            <p:nvPr/>
          </p:nvSpPr>
          <p:spPr>
            <a:xfrm>
              <a:off x="5772725" y="4454250"/>
              <a:ext cx="364950" cy="209875"/>
            </a:xfrm>
            <a:custGeom>
              <a:rect b="b" l="l" r="r" t="t"/>
              <a:pathLst>
                <a:path extrusionOk="0" h="8395" w="14598">
                  <a:moveTo>
                    <a:pt x="239" y="0"/>
                  </a:moveTo>
                  <a:cubicBezTo>
                    <a:pt x="179" y="155"/>
                    <a:pt x="108" y="286"/>
                    <a:pt x="1" y="393"/>
                  </a:cubicBezTo>
                  <a:lnTo>
                    <a:pt x="13705" y="8394"/>
                  </a:lnTo>
                  <a:lnTo>
                    <a:pt x="14598" y="8394"/>
                  </a:lnTo>
                  <a:lnTo>
                    <a:pt x="918" y="417"/>
                  </a:ln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0" name="Google Shape;4110;p28"/>
            <p:cNvSpPr/>
            <p:nvPr/>
          </p:nvSpPr>
          <p:spPr>
            <a:xfrm>
              <a:off x="6341850" y="4544475"/>
              <a:ext cx="72350" cy="71050"/>
            </a:xfrm>
            <a:custGeom>
              <a:rect b="b" l="l" r="r" t="t"/>
              <a:pathLst>
                <a:path extrusionOk="0" h="2842" w="2894">
                  <a:moveTo>
                    <a:pt x="1417" y="1"/>
                  </a:moveTo>
                  <a:cubicBezTo>
                    <a:pt x="1338" y="1"/>
                    <a:pt x="1261" y="15"/>
                    <a:pt x="1179" y="23"/>
                  </a:cubicBezTo>
                  <a:cubicBezTo>
                    <a:pt x="1036" y="59"/>
                    <a:pt x="882" y="94"/>
                    <a:pt x="751" y="166"/>
                  </a:cubicBezTo>
                  <a:cubicBezTo>
                    <a:pt x="465" y="321"/>
                    <a:pt x="239" y="559"/>
                    <a:pt x="108" y="856"/>
                  </a:cubicBezTo>
                  <a:cubicBezTo>
                    <a:pt x="60" y="987"/>
                    <a:pt x="24" y="1142"/>
                    <a:pt x="1" y="1285"/>
                  </a:cubicBezTo>
                  <a:lnTo>
                    <a:pt x="1" y="1297"/>
                  </a:lnTo>
                  <a:lnTo>
                    <a:pt x="1" y="1464"/>
                  </a:lnTo>
                  <a:cubicBezTo>
                    <a:pt x="36" y="2178"/>
                    <a:pt x="584" y="2773"/>
                    <a:pt x="1298" y="2833"/>
                  </a:cubicBezTo>
                  <a:cubicBezTo>
                    <a:pt x="1351" y="2839"/>
                    <a:pt x="1403" y="2842"/>
                    <a:pt x="1455" y="2842"/>
                  </a:cubicBezTo>
                  <a:cubicBezTo>
                    <a:pt x="1707" y="2842"/>
                    <a:pt x="1946" y="2771"/>
                    <a:pt x="2144" y="2642"/>
                  </a:cubicBezTo>
                  <a:cubicBezTo>
                    <a:pt x="2287" y="2571"/>
                    <a:pt x="2382" y="2476"/>
                    <a:pt x="2489" y="2345"/>
                  </a:cubicBezTo>
                  <a:cubicBezTo>
                    <a:pt x="2584" y="2225"/>
                    <a:pt x="2656" y="2106"/>
                    <a:pt x="2715" y="1975"/>
                  </a:cubicBezTo>
                  <a:cubicBezTo>
                    <a:pt x="2775" y="1833"/>
                    <a:pt x="2799" y="1690"/>
                    <a:pt x="2822" y="1535"/>
                  </a:cubicBezTo>
                  <a:cubicBezTo>
                    <a:pt x="2894" y="761"/>
                    <a:pt x="2310" y="82"/>
                    <a:pt x="1525" y="11"/>
                  </a:cubicBezTo>
                  <a:cubicBezTo>
                    <a:pt x="1488" y="4"/>
                    <a:pt x="1452" y="1"/>
                    <a:pt x="141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1" name="Google Shape;4111;p28"/>
            <p:cNvSpPr/>
            <p:nvPr/>
          </p:nvSpPr>
          <p:spPr>
            <a:xfrm>
              <a:off x="6212375" y="4289200"/>
              <a:ext cx="100625" cy="100600"/>
            </a:xfrm>
            <a:custGeom>
              <a:rect b="b" l="l" r="r" t="t"/>
              <a:pathLst>
                <a:path extrusionOk="0" h="4024" w="4025">
                  <a:moveTo>
                    <a:pt x="2038" y="1"/>
                  </a:moveTo>
                  <a:cubicBezTo>
                    <a:pt x="1006" y="1"/>
                    <a:pt x="115" y="796"/>
                    <a:pt x="24" y="1840"/>
                  </a:cubicBezTo>
                  <a:cubicBezTo>
                    <a:pt x="0" y="1959"/>
                    <a:pt x="0" y="2078"/>
                    <a:pt x="24" y="2197"/>
                  </a:cubicBezTo>
                  <a:cubicBezTo>
                    <a:pt x="36" y="2352"/>
                    <a:pt x="60" y="2495"/>
                    <a:pt x="108" y="2626"/>
                  </a:cubicBezTo>
                  <a:cubicBezTo>
                    <a:pt x="358" y="3376"/>
                    <a:pt x="1036" y="3935"/>
                    <a:pt x="1846" y="4019"/>
                  </a:cubicBezTo>
                  <a:cubicBezTo>
                    <a:pt x="1890" y="4022"/>
                    <a:pt x="1934" y="4023"/>
                    <a:pt x="1978" y="4023"/>
                  </a:cubicBezTo>
                  <a:cubicBezTo>
                    <a:pt x="2107" y="4023"/>
                    <a:pt x="2230" y="4010"/>
                    <a:pt x="2346" y="3983"/>
                  </a:cubicBezTo>
                  <a:cubicBezTo>
                    <a:pt x="2501" y="3971"/>
                    <a:pt x="2655" y="3924"/>
                    <a:pt x="2786" y="3864"/>
                  </a:cubicBezTo>
                  <a:cubicBezTo>
                    <a:pt x="3417" y="3602"/>
                    <a:pt x="3894" y="3031"/>
                    <a:pt x="4013" y="2328"/>
                  </a:cubicBezTo>
                  <a:cubicBezTo>
                    <a:pt x="4013" y="2292"/>
                    <a:pt x="4025" y="2233"/>
                    <a:pt x="4025" y="2185"/>
                  </a:cubicBezTo>
                  <a:lnTo>
                    <a:pt x="4025" y="1899"/>
                  </a:lnTo>
                  <a:cubicBezTo>
                    <a:pt x="3989" y="1578"/>
                    <a:pt x="3906" y="1257"/>
                    <a:pt x="3739" y="995"/>
                  </a:cubicBezTo>
                  <a:cubicBezTo>
                    <a:pt x="3667" y="864"/>
                    <a:pt x="3572" y="745"/>
                    <a:pt x="3465" y="637"/>
                  </a:cubicBezTo>
                  <a:cubicBezTo>
                    <a:pt x="3144" y="292"/>
                    <a:pt x="2703" y="54"/>
                    <a:pt x="2191" y="6"/>
                  </a:cubicBezTo>
                  <a:cubicBezTo>
                    <a:pt x="2140" y="2"/>
                    <a:pt x="2089" y="1"/>
                    <a:pt x="20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2" name="Google Shape;4112;p28"/>
            <p:cNvSpPr/>
            <p:nvPr/>
          </p:nvSpPr>
          <p:spPr>
            <a:xfrm>
              <a:off x="6886575" y="1575550"/>
              <a:ext cx="19050" cy="17950"/>
            </a:xfrm>
            <a:custGeom>
              <a:rect b="b" l="l" r="r" t="t"/>
              <a:pathLst>
                <a:path extrusionOk="0" h="718" w="762">
                  <a:moveTo>
                    <a:pt x="367" y="0"/>
                  </a:moveTo>
                  <a:cubicBezTo>
                    <a:pt x="308" y="0"/>
                    <a:pt x="251" y="22"/>
                    <a:pt x="202" y="51"/>
                  </a:cubicBezTo>
                  <a:cubicBezTo>
                    <a:pt x="95" y="111"/>
                    <a:pt x="36" y="206"/>
                    <a:pt x="24" y="325"/>
                  </a:cubicBezTo>
                  <a:cubicBezTo>
                    <a:pt x="0" y="539"/>
                    <a:pt x="155" y="706"/>
                    <a:pt x="345" y="718"/>
                  </a:cubicBezTo>
                  <a:cubicBezTo>
                    <a:pt x="405" y="718"/>
                    <a:pt x="464" y="706"/>
                    <a:pt x="512" y="682"/>
                  </a:cubicBezTo>
                  <a:cubicBezTo>
                    <a:pt x="631" y="646"/>
                    <a:pt x="714" y="539"/>
                    <a:pt x="738" y="384"/>
                  </a:cubicBezTo>
                  <a:cubicBezTo>
                    <a:pt x="762" y="194"/>
                    <a:pt x="595" y="15"/>
                    <a:pt x="405" y="3"/>
                  </a:cubicBezTo>
                  <a:cubicBezTo>
                    <a:pt x="392" y="1"/>
                    <a:pt x="380" y="0"/>
                    <a:pt x="3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3" name="Google Shape;4113;p28"/>
            <p:cNvSpPr/>
            <p:nvPr/>
          </p:nvSpPr>
          <p:spPr>
            <a:xfrm>
              <a:off x="6612725" y="2909675"/>
              <a:ext cx="36925" cy="36225"/>
            </a:xfrm>
            <a:custGeom>
              <a:rect b="b" l="l" r="r" t="t"/>
              <a:pathLst>
                <a:path extrusionOk="0" h="1449" w="1477">
                  <a:moveTo>
                    <a:pt x="765" y="1"/>
                  </a:moveTo>
                  <a:cubicBezTo>
                    <a:pt x="380" y="1"/>
                    <a:pt x="59" y="291"/>
                    <a:pt x="36" y="669"/>
                  </a:cubicBezTo>
                  <a:cubicBezTo>
                    <a:pt x="0" y="1074"/>
                    <a:pt x="298" y="1419"/>
                    <a:pt x="703" y="1443"/>
                  </a:cubicBezTo>
                  <a:cubicBezTo>
                    <a:pt x="732" y="1446"/>
                    <a:pt x="761" y="1448"/>
                    <a:pt x="790" y="1448"/>
                  </a:cubicBezTo>
                  <a:cubicBezTo>
                    <a:pt x="1039" y="1448"/>
                    <a:pt x="1252" y="1312"/>
                    <a:pt x="1369" y="1109"/>
                  </a:cubicBezTo>
                  <a:cubicBezTo>
                    <a:pt x="1429" y="1014"/>
                    <a:pt x="1465" y="907"/>
                    <a:pt x="1477" y="788"/>
                  </a:cubicBezTo>
                  <a:cubicBezTo>
                    <a:pt x="1477" y="752"/>
                    <a:pt x="1477" y="705"/>
                    <a:pt x="1465" y="657"/>
                  </a:cubicBezTo>
                  <a:lnTo>
                    <a:pt x="1465" y="645"/>
                  </a:lnTo>
                  <a:cubicBezTo>
                    <a:pt x="1417" y="312"/>
                    <a:pt x="1167" y="38"/>
                    <a:pt x="810" y="2"/>
                  </a:cubicBezTo>
                  <a:cubicBezTo>
                    <a:pt x="795" y="1"/>
                    <a:pt x="780" y="1"/>
                    <a:pt x="7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4" name="Google Shape;4114;p28"/>
            <p:cNvSpPr/>
            <p:nvPr/>
          </p:nvSpPr>
          <p:spPr>
            <a:xfrm>
              <a:off x="6607950" y="4033250"/>
              <a:ext cx="50925" cy="50550"/>
            </a:xfrm>
            <a:custGeom>
              <a:rect b="b" l="l" r="r" t="t"/>
              <a:pathLst>
                <a:path extrusionOk="0" h="2022" w="2037">
                  <a:moveTo>
                    <a:pt x="1019" y="1"/>
                  </a:moveTo>
                  <a:cubicBezTo>
                    <a:pt x="930" y="1"/>
                    <a:pt x="843" y="14"/>
                    <a:pt x="763" y="41"/>
                  </a:cubicBezTo>
                  <a:cubicBezTo>
                    <a:pt x="358" y="148"/>
                    <a:pt x="48" y="505"/>
                    <a:pt x="13" y="934"/>
                  </a:cubicBezTo>
                  <a:cubicBezTo>
                    <a:pt x="1" y="1124"/>
                    <a:pt x="25" y="1291"/>
                    <a:pt x="108" y="1458"/>
                  </a:cubicBezTo>
                  <a:cubicBezTo>
                    <a:pt x="179" y="1600"/>
                    <a:pt x="275" y="1720"/>
                    <a:pt x="394" y="1815"/>
                  </a:cubicBezTo>
                  <a:cubicBezTo>
                    <a:pt x="537" y="1934"/>
                    <a:pt x="727" y="2005"/>
                    <a:pt x="941" y="2017"/>
                  </a:cubicBezTo>
                  <a:cubicBezTo>
                    <a:pt x="969" y="2020"/>
                    <a:pt x="997" y="2021"/>
                    <a:pt x="1024" y="2021"/>
                  </a:cubicBezTo>
                  <a:cubicBezTo>
                    <a:pt x="1110" y="2021"/>
                    <a:pt x="1187" y="2006"/>
                    <a:pt x="1251" y="1970"/>
                  </a:cubicBezTo>
                  <a:cubicBezTo>
                    <a:pt x="1406" y="1946"/>
                    <a:pt x="1537" y="1874"/>
                    <a:pt x="1656" y="1779"/>
                  </a:cubicBezTo>
                  <a:cubicBezTo>
                    <a:pt x="1775" y="1696"/>
                    <a:pt x="1858" y="1589"/>
                    <a:pt x="1918" y="1470"/>
                  </a:cubicBezTo>
                  <a:cubicBezTo>
                    <a:pt x="1977" y="1350"/>
                    <a:pt x="2013" y="1219"/>
                    <a:pt x="2025" y="1077"/>
                  </a:cubicBezTo>
                  <a:cubicBezTo>
                    <a:pt x="2037" y="874"/>
                    <a:pt x="2001" y="660"/>
                    <a:pt x="1894" y="505"/>
                  </a:cubicBezTo>
                  <a:cubicBezTo>
                    <a:pt x="1799" y="362"/>
                    <a:pt x="1703" y="267"/>
                    <a:pt x="1584" y="172"/>
                  </a:cubicBezTo>
                  <a:cubicBezTo>
                    <a:pt x="1465" y="100"/>
                    <a:pt x="1346" y="53"/>
                    <a:pt x="1203" y="29"/>
                  </a:cubicBezTo>
                  <a:cubicBezTo>
                    <a:pt x="1179" y="29"/>
                    <a:pt x="1132" y="5"/>
                    <a:pt x="1108" y="5"/>
                  </a:cubicBezTo>
                  <a:cubicBezTo>
                    <a:pt x="1078" y="2"/>
                    <a:pt x="1049" y="1"/>
                    <a:pt x="101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5" name="Google Shape;4115;p28"/>
            <p:cNvSpPr/>
            <p:nvPr/>
          </p:nvSpPr>
          <p:spPr>
            <a:xfrm>
              <a:off x="6996400" y="4166875"/>
              <a:ext cx="36325" cy="36000"/>
            </a:xfrm>
            <a:custGeom>
              <a:rect b="b" l="l" r="r" t="t"/>
              <a:pathLst>
                <a:path extrusionOk="0" h="1440" w="1453">
                  <a:moveTo>
                    <a:pt x="733" y="1"/>
                  </a:moveTo>
                  <a:cubicBezTo>
                    <a:pt x="700" y="1"/>
                    <a:pt x="671" y="6"/>
                    <a:pt x="631" y="6"/>
                  </a:cubicBezTo>
                  <a:cubicBezTo>
                    <a:pt x="465" y="18"/>
                    <a:pt x="334" y="101"/>
                    <a:pt x="227" y="196"/>
                  </a:cubicBezTo>
                  <a:cubicBezTo>
                    <a:pt x="119" y="304"/>
                    <a:pt x="60" y="423"/>
                    <a:pt x="36" y="577"/>
                  </a:cubicBezTo>
                  <a:cubicBezTo>
                    <a:pt x="36" y="601"/>
                    <a:pt x="12" y="613"/>
                    <a:pt x="12" y="649"/>
                  </a:cubicBezTo>
                  <a:cubicBezTo>
                    <a:pt x="0" y="780"/>
                    <a:pt x="36" y="899"/>
                    <a:pt x="84" y="1030"/>
                  </a:cubicBezTo>
                  <a:cubicBezTo>
                    <a:pt x="191" y="1256"/>
                    <a:pt x="405" y="1423"/>
                    <a:pt x="667" y="1435"/>
                  </a:cubicBezTo>
                  <a:cubicBezTo>
                    <a:pt x="696" y="1438"/>
                    <a:pt x="724" y="1440"/>
                    <a:pt x="752" y="1440"/>
                  </a:cubicBezTo>
                  <a:cubicBezTo>
                    <a:pt x="1119" y="1440"/>
                    <a:pt x="1419" y="1156"/>
                    <a:pt x="1441" y="780"/>
                  </a:cubicBezTo>
                  <a:cubicBezTo>
                    <a:pt x="1453" y="399"/>
                    <a:pt x="1155" y="42"/>
                    <a:pt x="786" y="6"/>
                  </a:cubicBezTo>
                  <a:cubicBezTo>
                    <a:pt x="766" y="2"/>
                    <a:pt x="749" y="1"/>
                    <a:pt x="73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6" name="Google Shape;4116;p28"/>
            <p:cNvSpPr/>
            <p:nvPr/>
          </p:nvSpPr>
          <p:spPr>
            <a:xfrm>
              <a:off x="6710350" y="4394000"/>
              <a:ext cx="37225" cy="35950"/>
            </a:xfrm>
            <a:custGeom>
              <a:rect b="b" l="l" r="r" t="t"/>
              <a:pathLst>
                <a:path extrusionOk="0" h="1438" w="1489">
                  <a:moveTo>
                    <a:pt x="737" y="0"/>
                  </a:moveTo>
                  <a:cubicBezTo>
                    <a:pt x="370" y="0"/>
                    <a:pt x="70" y="284"/>
                    <a:pt x="48" y="660"/>
                  </a:cubicBezTo>
                  <a:cubicBezTo>
                    <a:pt x="1" y="1053"/>
                    <a:pt x="298" y="1398"/>
                    <a:pt x="703" y="1434"/>
                  </a:cubicBezTo>
                  <a:cubicBezTo>
                    <a:pt x="724" y="1436"/>
                    <a:pt x="746" y="1437"/>
                    <a:pt x="767" y="1437"/>
                  </a:cubicBezTo>
                  <a:cubicBezTo>
                    <a:pt x="1133" y="1437"/>
                    <a:pt x="1443" y="1151"/>
                    <a:pt x="1477" y="779"/>
                  </a:cubicBezTo>
                  <a:cubicBezTo>
                    <a:pt x="1489" y="386"/>
                    <a:pt x="1203" y="41"/>
                    <a:pt x="822" y="5"/>
                  </a:cubicBezTo>
                  <a:cubicBezTo>
                    <a:pt x="793" y="2"/>
                    <a:pt x="765" y="0"/>
                    <a:pt x="73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7" name="Google Shape;4117;p28"/>
            <p:cNvSpPr/>
            <p:nvPr/>
          </p:nvSpPr>
          <p:spPr>
            <a:xfrm>
              <a:off x="6609750" y="3484075"/>
              <a:ext cx="35725" cy="35675"/>
            </a:xfrm>
            <a:custGeom>
              <a:rect b="b" l="l" r="r" t="t"/>
              <a:pathLst>
                <a:path extrusionOk="0" h="1427" w="1429">
                  <a:moveTo>
                    <a:pt x="700" y="1"/>
                  </a:moveTo>
                  <a:cubicBezTo>
                    <a:pt x="418" y="1"/>
                    <a:pt x="158" y="184"/>
                    <a:pt x="60" y="458"/>
                  </a:cubicBezTo>
                  <a:cubicBezTo>
                    <a:pt x="48" y="517"/>
                    <a:pt x="24" y="577"/>
                    <a:pt x="24" y="648"/>
                  </a:cubicBezTo>
                  <a:cubicBezTo>
                    <a:pt x="0" y="755"/>
                    <a:pt x="36" y="850"/>
                    <a:pt x="60" y="958"/>
                  </a:cubicBezTo>
                  <a:cubicBezTo>
                    <a:pt x="84" y="993"/>
                    <a:pt x="84" y="1005"/>
                    <a:pt x="95" y="1041"/>
                  </a:cubicBezTo>
                  <a:cubicBezTo>
                    <a:pt x="155" y="1172"/>
                    <a:pt x="274" y="1279"/>
                    <a:pt x="405" y="1350"/>
                  </a:cubicBezTo>
                  <a:cubicBezTo>
                    <a:pt x="417" y="1362"/>
                    <a:pt x="453" y="1362"/>
                    <a:pt x="465" y="1374"/>
                  </a:cubicBezTo>
                  <a:cubicBezTo>
                    <a:pt x="524" y="1398"/>
                    <a:pt x="584" y="1422"/>
                    <a:pt x="655" y="1422"/>
                  </a:cubicBezTo>
                  <a:cubicBezTo>
                    <a:pt x="683" y="1425"/>
                    <a:pt x="710" y="1427"/>
                    <a:pt x="736" y="1427"/>
                  </a:cubicBezTo>
                  <a:cubicBezTo>
                    <a:pt x="799" y="1427"/>
                    <a:pt x="858" y="1418"/>
                    <a:pt x="917" y="1410"/>
                  </a:cubicBezTo>
                  <a:cubicBezTo>
                    <a:pt x="1036" y="1374"/>
                    <a:pt x="1155" y="1315"/>
                    <a:pt x="1227" y="1243"/>
                  </a:cubicBezTo>
                  <a:lnTo>
                    <a:pt x="1238" y="1231"/>
                  </a:lnTo>
                  <a:cubicBezTo>
                    <a:pt x="1346" y="1112"/>
                    <a:pt x="1417" y="958"/>
                    <a:pt x="1429" y="779"/>
                  </a:cubicBezTo>
                  <a:cubicBezTo>
                    <a:pt x="1429" y="684"/>
                    <a:pt x="1429" y="600"/>
                    <a:pt x="1405" y="517"/>
                  </a:cubicBezTo>
                  <a:cubicBezTo>
                    <a:pt x="1358" y="362"/>
                    <a:pt x="1262" y="231"/>
                    <a:pt x="1143" y="148"/>
                  </a:cubicBezTo>
                  <a:cubicBezTo>
                    <a:pt x="1048" y="65"/>
                    <a:pt x="917" y="29"/>
                    <a:pt x="774" y="5"/>
                  </a:cubicBezTo>
                  <a:cubicBezTo>
                    <a:pt x="749" y="2"/>
                    <a:pt x="724" y="1"/>
                    <a:pt x="70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8" name="Google Shape;4118;p28"/>
            <p:cNvSpPr/>
            <p:nvPr/>
          </p:nvSpPr>
          <p:spPr>
            <a:xfrm>
              <a:off x="7027050" y="3205875"/>
              <a:ext cx="8950" cy="31275"/>
            </a:xfrm>
            <a:custGeom>
              <a:rect b="b" l="l" r="r" t="t"/>
              <a:pathLst>
                <a:path extrusionOk="0" h="1251" w="358">
                  <a:moveTo>
                    <a:pt x="358" y="1"/>
                  </a:moveTo>
                  <a:cubicBezTo>
                    <a:pt x="334" y="25"/>
                    <a:pt x="310" y="36"/>
                    <a:pt x="298" y="48"/>
                  </a:cubicBezTo>
                  <a:cubicBezTo>
                    <a:pt x="132" y="167"/>
                    <a:pt x="13" y="346"/>
                    <a:pt x="1" y="572"/>
                  </a:cubicBezTo>
                  <a:cubicBezTo>
                    <a:pt x="1" y="656"/>
                    <a:pt x="1" y="751"/>
                    <a:pt x="25" y="834"/>
                  </a:cubicBezTo>
                  <a:cubicBezTo>
                    <a:pt x="72" y="989"/>
                    <a:pt x="179" y="1108"/>
                    <a:pt x="275" y="1215"/>
                  </a:cubicBezTo>
                  <a:cubicBezTo>
                    <a:pt x="310" y="1227"/>
                    <a:pt x="322" y="1239"/>
                    <a:pt x="358" y="1251"/>
                  </a:cubicBezTo>
                  <a:lnTo>
                    <a:pt x="358" y="1"/>
                  </a:ln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9" name="Google Shape;4119;p28"/>
            <p:cNvSpPr/>
            <p:nvPr/>
          </p:nvSpPr>
          <p:spPr>
            <a:xfrm>
              <a:off x="6923175" y="1659900"/>
              <a:ext cx="35750" cy="35150"/>
            </a:xfrm>
            <a:custGeom>
              <a:rect b="b" l="l" r="r" t="t"/>
              <a:pathLst>
                <a:path extrusionOk="0" h="1406" w="1430">
                  <a:moveTo>
                    <a:pt x="681" y="1"/>
                  </a:moveTo>
                  <a:cubicBezTo>
                    <a:pt x="607" y="1"/>
                    <a:pt x="536" y="18"/>
                    <a:pt x="477" y="35"/>
                  </a:cubicBezTo>
                  <a:cubicBezTo>
                    <a:pt x="227" y="130"/>
                    <a:pt x="24" y="344"/>
                    <a:pt x="12" y="642"/>
                  </a:cubicBezTo>
                  <a:cubicBezTo>
                    <a:pt x="0" y="844"/>
                    <a:pt x="60" y="1035"/>
                    <a:pt x="179" y="1166"/>
                  </a:cubicBezTo>
                  <a:cubicBezTo>
                    <a:pt x="262" y="1285"/>
                    <a:pt x="405" y="1356"/>
                    <a:pt x="548" y="1392"/>
                  </a:cubicBezTo>
                  <a:cubicBezTo>
                    <a:pt x="584" y="1392"/>
                    <a:pt x="608" y="1404"/>
                    <a:pt x="655" y="1404"/>
                  </a:cubicBezTo>
                  <a:cubicBezTo>
                    <a:pt x="677" y="1405"/>
                    <a:pt x="698" y="1406"/>
                    <a:pt x="720" y="1406"/>
                  </a:cubicBezTo>
                  <a:cubicBezTo>
                    <a:pt x="874" y="1406"/>
                    <a:pt x="1016" y="1367"/>
                    <a:pt x="1132" y="1273"/>
                  </a:cubicBezTo>
                  <a:cubicBezTo>
                    <a:pt x="1263" y="1178"/>
                    <a:pt x="1370" y="1023"/>
                    <a:pt x="1394" y="844"/>
                  </a:cubicBezTo>
                  <a:cubicBezTo>
                    <a:pt x="1394" y="820"/>
                    <a:pt x="1417" y="797"/>
                    <a:pt x="1417" y="761"/>
                  </a:cubicBezTo>
                  <a:cubicBezTo>
                    <a:pt x="1429" y="546"/>
                    <a:pt x="1334" y="332"/>
                    <a:pt x="1191" y="189"/>
                  </a:cubicBezTo>
                  <a:cubicBezTo>
                    <a:pt x="1132" y="130"/>
                    <a:pt x="1060" y="82"/>
                    <a:pt x="977" y="46"/>
                  </a:cubicBezTo>
                  <a:cubicBezTo>
                    <a:pt x="917" y="35"/>
                    <a:pt x="846" y="11"/>
                    <a:pt x="774" y="11"/>
                  </a:cubicBezTo>
                  <a:cubicBezTo>
                    <a:pt x="743" y="4"/>
                    <a:pt x="712" y="1"/>
                    <a:pt x="6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0" name="Google Shape;4120;p28"/>
            <p:cNvSpPr/>
            <p:nvPr/>
          </p:nvSpPr>
          <p:spPr>
            <a:xfrm>
              <a:off x="6526400" y="2260750"/>
              <a:ext cx="36625" cy="35900"/>
            </a:xfrm>
            <a:custGeom>
              <a:rect b="b" l="l" r="r" t="t"/>
              <a:pathLst>
                <a:path extrusionOk="0" h="1436" w="1465">
                  <a:moveTo>
                    <a:pt x="756" y="1"/>
                  </a:moveTo>
                  <a:cubicBezTo>
                    <a:pt x="382" y="1"/>
                    <a:pt x="82" y="287"/>
                    <a:pt x="48" y="658"/>
                  </a:cubicBezTo>
                  <a:cubicBezTo>
                    <a:pt x="0" y="1063"/>
                    <a:pt x="298" y="1408"/>
                    <a:pt x="703" y="1432"/>
                  </a:cubicBezTo>
                  <a:cubicBezTo>
                    <a:pt x="727" y="1435"/>
                    <a:pt x="751" y="1436"/>
                    <a:pt x="775" y="1436"/>
                  </a:cubicBezTo>
                  <a:cubicBezTo>
                    <a:pt x="986" y="1436"/>
                    <a:pt x="1182" y="1343"/>
                    <a:pt x="1310" y="1182"/>
                  </a:cubicBezTo>
                  <a:cubicBezTo>
                    <a:pt x="1405" y="1075"/>
                    <a:pt x="1465" y="944"/>
                    <a:pt x="1465" y="765"/>
                  </a:cubicBezTo>
                  <a:lnTo>
                    <a:pt x="1465" y="754"/>
                  </a:lnTo>
                  <a:lnTo>
                    <a:pt x="1465" y="682"/>
                  </a:lnTo>
                  <a:cubicBezTo>
                    <a:pt x="1453" y="515"/>
                    <a:pt x="1393" y="384"/>
                    <a:pt x="1298" y="265"/>
                  </a:cubicBezTo>
                  <a:cubicBezTo>
                    <a:pt x="1179" y="123"/>
                    <a:pt x="1012" y="27"/>
                    <a:pt x="822" y="3"/>
                  </a:cubicBezTo>
                  <a:cubicBezTo>
                    <a:pt x="800" y="2"/>
                    <a:pt x="778" y="1"/>
                    <a:pt x="75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1" name="Google Shape;4121;p28"/>
            <p:cNvSpPr/>
            <p:nvPr/>
          </p:nvSpPr>
          <p:spPr>
            <a:xfrm>
              <a:off x="5728375" y="4421425"/>
              <a:ext cx="51825" cy="50475"/>
            </a:xfrm>
            <a:custGeom>
              <a:rect b="b" l="l" r="r" t="t"/>
              <a:pathLst>
                <a:path extrusionOk="0" h="2019" w="2073">
                  <a:moveTo>
                    <a:pt x="1045" y="0"/>
                  </a:moveTo>
                  <a:cubicBezTo>
                    <a:pt x="521" y="0"/>
                    <a:pt x="71" y="402"/>
                    <a:pt x="48" y="932"/>
                  </a:cubicBezTo>
                  <a:cubicBezTo>
                    <a:pt x="1" y="1492"/>
                    <a:pt x="418" y="1980"/>
                    <a:pt x="965" y="2016"/>
                  </a:cubicBezTo>
                  <a:cubicBezTo>
                    <a:pt x="992" y="2018"/>
                    <a:pt x="1019" y="2019"/>
                    <a:pt x="1046" y="2019"/>
                  </a:cubicBezTo>
                  <a:cubicBezTo>
                    <a:pt x="1333" y="2019"/>
                    <a:pt x="1579" y="1903"/>
                    <a:pt x="1775" y="1718"/>
                  </a:cubicBezTo>
                  <a:cubicBezTo>
                    <a:pt x="1870" y="1611"/>
                    <a:pt x="1965" y="1480"/>
                    <a:pt x="2013" y="1325"/>
                  </a:cubicBezTo>
                  <a:cubicBezTo>
                    <a:pt x="2037" y="1266"/>
                    <a:pt x="2037" y="1194"/>
                    <a:pt x="2061" y="1135"/>
                  </a:cubicBezTo>
                  <a:lnTo>
                    <a:pt x="2061" y="1123"/>
                  </a:lnTo>
                  <a:lnTo>
                    <a:pt x="2061" y="1075"/>
                  </a:lnTo>
                  <a:cubicBezTo>
                    <a:pt x="2072" y="944"/>
                    <a:pt x="2061" y="813"/>
                    <a:pt x="2013" y="671"/>
                  </a:cubicBezTo>
                  <a:cubicBezTo>
                    <a:pt x="1977" y="599"/>
                    <a:pt x="1942" y="528"/>
                    <a:pt x="1894" y="456"/>
                  </a:cubicBezTo>
                  <a:cubicBezTo>
                    <a:pt x="1822" y="337"/>
                    <a:pt x="1703" y="218"/>
                    <a:pt x="1561" y="135"/>
                  </a:cubicBezTo>
                  <a:cubicBezTo>
                    <a:pt x="1430" y="63"/>
                    <a:pt x="1275" y="16"/>
                    <a:pt x="1132" y="4"/>
                  </a:cubicBezTo>
                  <a:cubicBezTo>
                    <a:pt x="1103" y="1"/>
                    <a:pt x="1074" y="0"/>
                    <a:pt x="104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2" name="Google Shape;4122;p28"/>
            <p:cNvSpPr/>
            <p:nvPr/>
          </p:nvSpPr>
          <p:spPr>
            <a:xfrm>
              <a:off x="6710950" y="4235475"/>
              <a:ext cx="20850" cy="20600"/>
            </a:xfrm>
            <a:custGeom>
              <a:rect b="b" l="l" r="r" t="t"/>
              <a:pathLst>
                <a:path extrusionOk="0" h="824" w="834">
                  <a:moveTo>
                    <a:pt x="405" y="0"/>
                  </a:moveTo>
                  <a:cubicBezTo>
                    <a:pt x="203" y="0"/>
                    <a:pt x="24" y="155"/>
                    <a:pt x="0" y="369"/>
                  </a:cubicBezTo>
                  <a:lnTo>
                    <a:pt x="0" y="417"/>
                  </a:lnTo>
                  <a:cubicBezTo>
                    <a:pt x="24" y="608"/>
                    <a:pt x="143" y="762"/>
                    <a:pt x="322" y="810"/>
                  </a:cubicBezTo>
                  <a:cubicBezTo>
                    <a:pt x="334" y="822"/>
                    <a:pt x="358" y="822"/>
                    <a:pt x="381" y="822"/>
                  </a:cubicBezTo>
                  <a:cubicBezTo>
                    <a:pt x="394" y="823"/>
                    <a:pt x="406" y="824"/>
                    <a:pt x="418" y="824"/>
                  </a:cubicBezTo>
                  <a:cubicBezTo>
                    <a:pt x="520" y="824"/>
                    <a:pt x="604" y="780"/>
                    <a:pt x="679" y="727"/>
                  </a:cubicBezTo>
                  <a:cubicBezTo>
                    <a:pt x="703" y="703"/>
                    <a:pt x="739" y="667"/>
                    <a:pt x="750" y="643"/>
                  </a:cubicBezTo>
                  <a:cubicBezTo>
                    <a:pt x="798" y="584"/>
                    <a:pt x="822" y="524"/>
                    <a:pt x="822" y="453"/>
                  </a:cubicBezTo>
                  <a:cubicBezTo>
                    <a:pt x="834" y="227"/>
                    <a:pt x="679" y="36"/>
                    <a:pt x="4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3" name="Google Shape;4123;p28"/>
            <p:cNvSpPr/>
            <p:nvPr/>
          </p:nvSpPr>
          <p:spPr>
            <a:xfrm>
              <a:off x="6828225" y="3855375"/>
              <a:ext cx="21150" cy="20450"/>
            </a:xfrm>
            <a:custGeom>
              <a:rect b="b" l="l" r="r" t="t"/>
              <a:pathLst>
                <a:path extrusionOk="0" h="818" w="846">
                  <a:moveTo>
                    <a:pt x="465" y="0"/>
                  </a:moveTo>
                  <a:cubicBezTo>
                    <a:pt x="393" y="0"/>
                    <a:pt x="334" y="12"/>
                    <a:pt x="274" y="24"/>
                  </a:cubicBezTo>
                  <a:lnTo>
                    <a:pt x="250" y="24"/>
                  </a:lnTo>
                  <a:cubicBezTo>
                    <a:pt x="119" y="83"/>
                    <a:pt x="36" y="203"/>
                    <a:pt x="12" y="369"/>
                  </a:cubicBezTo>
                  <a:cubicBezTo>
                    <a:pt x="0" y="429"/>
                    <a:pt x="12" y="488"/>
                    <a:pt x="36" y="536"/>
                  </a:cubicBezTo>
                  <a:cubicBezTo>
                    <a:pt x="60" y="595"/>
                    <a:pt x="96" y="631"/>
                    <a:pt x="119" y="679"/>
                  </a:cubicBezTo>
                  <a:cubicBezTo>
                    <a:pt x="191" y="774"/>
                    <a:pt x="286" y="810"/>
                    <a:pt x="369" y="810"/>
                  </a:cubicBezTo>
                  <a:cubicBezTo>
                    <a:pt x="392" y="815"/>
                    <a:pt x="415" y="817"/>
                    <a:pt x="438" y="817"/>
                  </a:cubicBezTo>
                  <a:cubicBezTo>
                    <a:pt x="521" y="817"/>
                    <a:pt x="599" y="785"/>
                    <a:pt x="655" y="738"/>
                  </a:cubicBezTo>
                  <a:cubicBezTo>
                    <a:pt x="762" y="679"/>
                    <a:pt x="822" y="572"/>
                    <a:pt x="834" y="441"/>
                  </a:cubicBezTo>
                  <a:cubicBezTo>
                    <a:pt x="846" y="357"/>
                    <a:pt x="822" y="250"/>
                    <a:pt x="762" y="179"/>
                  </a:cubicBezTo>
                  <a:cubicBezTo>
                    <a:pt x="703" y="72"/>
                    <a:pt x="596" y="12"/>
                    <a:pt x="46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4" name="Google Shape;4124;p28"/>
            <p:cNvSpPr/>
            <p:nvPr/>
          </p:nvSpPr>
          <p:spPr>
            <a:xfrm>
              <a:off x="6930325" y="4028600"/>
              <a:ext cx="21450" cy="20575"/>
            </a:xfrm>
            <a:custGeom>
              <a:rect b="b" l="l" r="r" t="t"/>
              <a:pathLst>
                <a:path extrusionOk="0" h="823" w="858">
                  <a:moveTo>
                    <a:pt x="476" y="1"/>
                  </a:moveTo>
                  <a:cubicBezTo>
                    <a:pt x="357" y="1"/>
                    <a:pt x="250" y="36"/>
                    <a:pt x="179" y="96"/>
                  </a:cubicBezTo>
                  <a:cubicBezTo>
                    <a:pt x="84" y="155"/>
                    <a:pt x="24" y="251"/>
                    <a:pt x="12" y="370"/>
                  </a:cubicBezTo>
                  <a:cubicBezTo>
                    <a:pt x="0" y="608"/>
                    <a:pt x="143" y="810"/>
                    <a:pt x="381" y="822"/>
                  </a:cubicBezTo>
                  <a:cubicBezTo>
                    <a:pt x="453" y="822"/>
                    <a:pt x="512" y="810"/>
                    <a:pt x="572" y="786"/>
                  </a:cubicBezTo>
                  <a:cubicBezTo>
                    <a:pt x="727" y="751"/>
                    <a:pt x="834" y="608"/>
                    <a:pt x="846" y="453"/>
                  </a:cubicBezTo>
                  <a:cubicBezTo>
                    <a:pt x="857" y="215"/>
                    <a:pt x="679" y="12"/>
                    <a:pt x="4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5" name="Google Shape;4125;p28"/>
            <p:cNvSpPr/>
            <p:nvPr/>
          </p:nvSpPr>
          <p:spPr>
            <a:xfrm>
              <a:off x="6984800" y="3178775"/>
              <a:ext cx="21450" cy="20600"/>
            </a:xfrm>
            <a:custGeom>
              <a:rect b="b" l="l" r="r" t="t"/>
              <a:pathLst>
                <a:path extrusionOk="0" h="824" w="858">
                  <a:moveTo>
                    <a:pt x="440" y="1"/>
                  </a:moveTo>
                  <a:cubicBezTo>
                    <a:pt x="225" y="1"/>
                    <a:pt x="47" y="152"/>
                    <a:pt x="24" y="370"/>
                  </a:cubicBezTo>
                  <a:cubicBezTo>
                    <a:pt x="0" y="608"/>
                    <a:pt x="155" y="799"/>
                    <a:pt x="393" y="823"/>
                  </a:cubicBezTo>
                  <a:cubicBezTo>
                    <a:pt x="402" y="823"/>
                    <a:pt x="411" y="823"/>
                    <a:pt x="420" y="823"/>
                  </a:cubicBezTo>
                  <a:cubicBezTo>
                    <a:pt x="646" y="823"/>
                    <a:pt x="822" y="682"/>
                    <a:pt x="834" y="442"/>
                  </a:cubicBezTo>
                  <a:cubicBezTo>
                    <a:pt x="857" y="204"/>
                    <a:pt x="703" y="13"/>
                    <a:pt x="464" y="1"/>
                  </a:cubicBezTo>
                  <a:cubicBezTo>
                    <a:pt x="456" y="1"/>
                    <a:pt x="448" y="1"/>
                    <a:pt x="4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6" name="Google Shape;4126;p28"/>
            <p:cNvSpPr/>
            <p:nvPr/>
          </p:nvSpPr>
          <p:spPr>
            <a:xfrm>
              <a:off x="6950250" y="2089625"/>
              <a:ext cx="20875" cy="20600"/>
            </a:xfrm>
            <a:custGeom>
              <a:rect b="b" l="l" r="r" t="t"/>
              <a:pathLst>
                <a:path extrusionOk="0" h="824" w="835">
                  <a:moveTo>
                    <a:pt x="410" y="1"/>
                  </a:moveTo>
                  <a:cubicBezTo>
                    <a:pt x="287" y="1"/>
                    <a:pt x="183" y="47"/>
                    <a:pt x="108" y="121"/>
                  </a:cubicBezTo>
                  <a:cubicBezTo>
                    <a:pt x="49" y="205"/>
                    <a:pt x="1" y="276"/>
                    <a:pt x="1" y="383"/>
                  </a:cubicBezTo>
                  <a:lnTo>
                    <a:pt x="1" y="419"/>
                  </a:lnTo>
                  <a:cubicBezTo>
                    <a:pt x="1" y="574"/>
                    <a:pt x="72" y="693"/>
                    <a:pt x="191" y="764"/>
                  </a:cubicBezTo>
                  <a:cubicBezTo>
                    <a:pt x="239" y="800"/>
                    <a:pt x="299" y="824"/>
                    <a:pt x="370" y="824"/>
                  </a:cubicBezTo>
                  <a:cubicBezTo>
                    <a:pt x="441" y="824"/>
                    <a:pt x="525" y="812"/>
                    <a:pt x="584" y="776"/>
                  </a:cubicBezTo>
                  <a:cubicBezTo>
                    <a:pt x="692" y="741"/>
                    <a:pt x="751" y="657"/>
                    <a:pt x="787" y="574"/>
                  </a:cubicBezTo>
                  <a:cubicBezTo>
                    <a:pt x="811" y="538"/>
                    <a:pt x="822" y="502"/>
                    <a:pt x="822" y="455"/>
                  </a:cubicBezTo>
                  <a:cubicBezTo>
                    <a:pt x="834" y="324"/>
                    <a:pt x="787" y="217"/>
                    <a:pt x="703" y="121"/>
                  </a:cubicBezTo>
                  <a:cubicBezTo>
                    <a:pt x="656" y="98"/>
                    <a:pt x="608" y="50"/>
                    <a:pt x="549" y="38"/>
                  </a:cubicBezTo>
                  <a:cubicBezTo>
                    <a:pt x="525" y="26"/>
                    <a:pt x="489" y="2"/>
                    <a:pt x="453" y="2"/>
                  </a:cubicBezTo>
                  <a:cubicBezTo>
                    <a:pt x="439" y="1"/>
                    <a:pt x="424" y="1"/>
                    <a:pt x="4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7" name="Google Shape;4127;p28"/>
            <p:cNvSpPr/>
            <p:nvPr/>
          </p:nvSpPr>
          <p:spPr>
            <a:xfrm>
              <a:off x="6882700" y="3304975"/>
              <a:ext cx="21450" cy="20600"/>
            </a:xfrm>
            <a:custGeom>
              <a:rect b="b" l="l" r="r" t="t"/>
              <a:pathLst>
                <a:path extrusionOk="0" h="824" w="858">
                  <a:moveTo>
                    <a:pt x="425" y="1"/>
                  </a:moveTo>
                  <a:cubicBezTo>
                    <a:pt x="200" y="1"/>
                    <a:pt x="24" y="142"/>
                    <a:pt x="12" y="371"/>
                  </a:cubicBezTo>
                  <a:cubicBezTo>
                    <a:pt x="0" y="490"/>
                    <a:pt x="36" y="597"/>
                    <a:pt x="119" y="680"/>
                  </a:cubicBezTo>
                  <a:cubicBezTo>
                    <a:pt x="179" y="764"/>
                    <a:pt x="274" y="799"/>
                    <a:pt x="381" y="823"/>
                  </a:cubicBezTo>
                  <a:cubicBezTo>
                    <a:pt x="391" y="824"/>
                    <a:pt x="400" y="824"/>
                    <a:pt x="410" y="824"/>
                  </a:cubicBezTo>
                  <a:cubicBezTo>
                    <a:pt x="623" y="824"/>
                    <a:pt x="799" y="694"/>
                    <a:pt x="834" y="478"/>
                  </a:cubicBezTo>
                  <a:lnTo>
                    <a:pt x="834" y="442"/>
                  </a:lnTo>
                  <a:cubicBezTo>
                    <a:pt x="857" y="252"/>
                    <a:pt x="727" y="61"/>
                    <a:pt x="512" y="13"/>
                  </a:cubicBezTo>
                  <a:cubicBezTo>
                    <a:pt x="500" y="2"/>
                    <a:pt x="476" y="2"/>
                    <a:pt x="453" y="2"/>
                  </a:cubicBezTo>
                  <a:cubicBezTo>
                    <a:pt x="443" y="1"/>
                    <a:pt x="434" y="1"/>
                    <a:pt x="4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8" name="Google Shape;4128;p28"/>
            <p:cNvSpPr/>
            <p:nvPr/>
          </p:nvSpPr>
          <p:spPr>
            <a:xfrm>
              <a:off x="6801125" y="3180575"/>
              <a:ext cx="21475" cy="20600"/>
            </a:xfrm>
            <a:custGeom>
              <a:rect b="b" l="l" r="r" t="t"/>
              <a:pathLst>
                <a:path extrusionOk="0" h="824" w="859">
                  <a:moveTo>
                    <a:pt x="418" y="1"/>
                  </a:moveTo>
                  <a:cubicBezTo>
                    <a:pt x="203" y="1"/>
                    <a:pt x="25" y="155"/>
                    <a:pt x="13" y="370"/>
                  </a:cubicBezTo>
                  <a:cubicBezTo>
                    <a:pt x="1" y="620"/>
                    <a:pt x="144" y="810"/>
                    <a:pt x="382" y="822"/>
                  </a:cubicBezTo>
                  <a:cubicBezTo>
                    <a:pt x="392" y="823"/>
                    <a:pt x="402" y="823"/>
                    <a:pt x="412" y="823"/>
                  </a:cubicBezTo>
                  <a:cubicBezTo>
                    <a:pt x="579" y="823"/>
                    <a:pt x="731" y="730"/>
                    <a:pt x="799" y="572"/>
                  </a:cubicBezTo>
                  <a:cubicBezTo>
                    <a:pt x="822" y="536"/>
                    <a:pt x="834" y="489"/>
                    <a:pt x="834" y="453"/>
                  </a:cubicBezTo>
                  <a:cubicBezTo>
                    <a:pt x="858" y="227"/>
                    <a:pt x="703" y="25"/>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29" name="Google Shape;4129;p28"/>
          <p:cNvGrpSpPr/>
          <p:nvPr/>
        </p:nvGrpSpPr>
        <p:grpSpPr>
          <a:xfrm rot="10800000">
            <a:off x="266" y="153"/>
            <a:ext cx="1978228" cy="4794296"/>
            <a:chOff x="5728375" y="1492875"/>
            <a:chExt cx="1308525" cy="3171250"/>
          </a:xfrm>
        </p:grpSpPr>
        <p:sp>
          <p:nvSpPr>
            <p:cNvPr id="4130" name="Google Shape;4130;p28"/>
            <p:cNvSpPr/>
            <p:nvPr/>
          </p:nvSpPr>
          <p:spPr>
            <a:xfrm>
              <a:off x="6942225" y="2835900"/>
              <a:ext cx="625" cy="925"/>
            </a:xfrm>
            <a:custGeom>
              <a:rect b="b" l="l" r="r" t="t"/>
              <a:pathLst>
                <a:path extrusionOk="0" h="37" w="25">
                  <a:moveTo>
                    <a:pt x="24" y="0"/>
                  </a:moveTo>
                  <a:lnTo>
                    <a:pt x="24" y="0"/>
                  </a:lnTo>
                  <a:cubicBezTo>
                    <a:pt x="12" y="12"/>
                    <a:pt x="12" y="24"/>
                    <a:pt x="0" y="36"/>
                  </a:cubicBezTo>
                  <a:cubicBezTo>
                    <a:pt x="12" y="36"/>
                    <a:pt x="12" y="24"/>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1" name="Google Shape;4131;p28"/>
            <p:cNvSpPr/>
            <p:nvPr/>
          </p:nvSpPr>
          <p:spPr>
            <a:xfrm>
              <a:off x="6942225" y="2836800"/>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2" name="Google Shape;4132;p28"/>
            <p:cNvSpPr/>
            <p:nvPr/>
          </p:nvSpPr>
          <p:spPr>
            <a:xfrm>
              <a:off x="6945500" y="2844825"/>
              <a:ext cx="42300" cy="133375"/>
            </a:xfrm>
            <a:custGeom>
              <a:rect b="b" l="l" r="r" t="t"/>
              <a:pathLst>
                <a:path extrusionOk="0" h="5335" w="1692">
                  <a:moveTo>
                    <a:pt x="346" y="0"/>
                  </a:moveTo>
                  <a:lnTo>
                    <a:pt x="203" y="12"/>
                  </a:lnTo>
                  <a:lnTo>
                    <a:pt x="0" y="453"/>
                  </a:lnTo>
                  <a:lnTo>
                    <a:pt x="1215" y="5263"/>
                  </a:lnTo>
                  <a:lnTo>
                    <a:pt x="1691" y="5334"/>
                  </a:lnTo>
                  <a:lnTo>
                    <a:pt x="1691" y="5334"/>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3" name="Google Shape;4133;p28"/>
            <p:cNvSpPr/>
            <p:nvPr/>
          </p:nvSpPr>
          <p:spPr>
            <a:xfrm>
              <a:off x="6943725" y="2835300"/>
              <a:ext cx="300" cy="25"/>
            </a:xfrm>
            <a:custGeom>
              <a:rect b="b" l="l" r="r" t="t"/>
              <a:pathLst>
                <a:path extrusionOk="0" h="1" w="12">
                  <a:moveTo>
                    <a:pt x="0" y="0"/>
                  </a:moveTo>
                  <a:lnTo>
                    <a:pt x="0" y="0"/>
                  </a:lnTo>
                  <a:cubicBezTo>
                    <a:pt x="12" y="0"/>
                    <a:pt x="0" y="0"/>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4" name="Google Shape;4134;p28"/>
            <p:cNvSpPr/>
            <p:nvPr/>
          </p:nvSpPr>
          <p:spPr>
            <a:xfrm>
              <a:off x="6945500" y="2834575"/>
              <a:ext cx="625" cy="150"/>
            </a:xfrm>
            <a:custGeom>
              <a:rect b="b" l="l" r="r" t="t"/>
              <a:pathLst>
                <a:path extrusionOk="0" h="6" w="25">
                  <a:moveTo>
                    <a:pt x="15" y="0"/>
                  </a:moveTo>
                  <a:cubicBezTo>
                    <a:pt x="11" y="0"/>
                    <a:pt x="8" y="6"/>
                    <a:pt x="0" y="6"/>
                  </a:cubicBezTo>
                  <a:lnTo>
                    <a:pt x="24" y="6"/>
                  </a:lnTo>
                  <a:cubicBezTo>
                    <a:pt x="20" y="2"/>
                    <a:pt x="18" y="0"/>
                    <a:pt x="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5" name="Google Shape;4135;p28"/>
            <p:cNvSpPr/>
            <p:nvPr/>
          </p:nvSpPr>
          <p:spPr>
            <a:xfrm>
              <a:off x="6943125" y="2835625"/>
              <a:ext cx="550" cy="300"/>
            </a:xfrm>
            <a:custGeom>
              <a:rect b="b" l="l" r="r" t="t"/>
              <a:pathLst>
                <a:path extrusionOk="0" h="12" w="22">
                  <a:moveTo>
                    <a:pt x="16" y="1"/>
                  </a:moveTo>
                  <a:cubicBezTo>
                    <a:pt x="13" y="1"/>
                    <a:pt x="8" y="3"/>
                    <a:pt x="0" y="11"/>
                  </a:cubicBezTo>
                  <a:cubicBezTo>
                    <a:pt x="16" y="11"/>
                    <a:pt x="21" y="1"/>
                    <a:pt x="1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6" name="Google Shape;4136;p28"/>
            <p:cNvSpPr/>
            <p:nvPr/>
          </p:nvSpPr>
          <p:spPr>
            <a:xfrm>
              <a:off x="6978825" y="2988300"/>
              <a:ext cx="57175" cy="218500"/>
            </a:xfrm>
            <a:custGeom>
              <a:rect b="b" l="l" r="r" t="t"/>
              <a:pathLst>
                <a:path extrusionOk="0" h="8740" w="2287">
                  <a:moveTo>
                    <a:pt x="1" y="0"/>
                  </a:moveTo>
                  <a:lnTo>
                    <a:pt x="2227" y="8739"/>
                  </a:lnTo>
                  <a:cubicBezTo>
                    <a:pt x="2239" y="8728"/>
                    <a:pt x="2251" y="8704"/>
                    <a:pt x="2287" y="8692"/>
                  </a:cubicBezTo>
                  <a:lnTo>
                    <a:pt x="2287" y="7180"/>
                  </a:lnTo>
                  <a:lnTo>
                    <a:pt x="477" y="72"/>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7" name="Google Shape;4137;p28"/>
            <p:cNvSpPr/>
            <p:nvPr/>
          </p:nvSpPr>
          <p:spPr>
            <a:xfrm>
              <a:off x="6796675" y="2972825"/>
              <a:ext cx="91400" cy="176525"/>
            </a:xfrm>
            <a:custGeom>
              <a:rect b="b" l="l" r="r" t="t"/>
              <a:pathLst>
                <a:path extrusionOk="0" h="7061" w="3656">
                  <a:moveTo>
                    <a:pt x="3203" y="0"/>
                  </a:moveTo>
                  <a:lnTo>
                    <a:pt x="0" y="6632"/>
                  </a:lnTo>
                  <a:lnTo>
                    <a:pt x="286" y="7061"/>
                  </a:lnTo>
                  <a:lnTo>
                    <a:pt x="3656" y="48"/>
                  </a:lnTo>
                  <a:lnTo>
                    <a:pt x="3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8" name="Google Shape;4138;p28"/>
            <p:cNvSpPr/>
            <p:nvPr/>
          </p:nvSpPr>
          <p:spPr>
            <a:xfrm>
              <a:off x="6629100" y="3150225"/>
              <a:ext cx="168775" cy="337550"/>
            </a:xfrm>
            <a:custGeom>
              <a:rect b="b" l="l" r="r" t="t"/>
              <a:pathLst>
                <a:path extrusionOk="0" h="13502" w="6751">
                  <a:moveTo>
                    <a:pt x="6465" y="0"/>
                  </a:moveTo>
                  <a:lnTo>
                    <a:pt x="0" y="13359"/>
                  </a:lnTo>
                  <a:cubicBezTo>
                    <a:pt x="155" y="13359"/>
                    <a:pt x="274" y="13419"/>
                    <a:pt x="381" y="13502"/>
                  </a:cubicBezTo>
                  <a:lnTo>
                    <a:pt x="464" y="13442"/>
                  </a:lnTo>
                  <a:lnTo>
                    <a:pt x="6751" y="429"/>
                  </a:lnTo>
                  <a:lnTo>
                    <a:pt x="646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9" name="Google Shape;4139;p28"/>
            <p:cNvSpPr/>
            <p:nvPr/>
          </p:nvSpPr>
          <p:spPr>
            <a:xfrm>
              <a:off x="6945500" y="283470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0" name="Google Shape;4140;p28"/>
            <p:cNvSpPr/>
            <p:nvPr/>
          </p:nvSpPr>
          <p:spPr>
            <a:xfrm>
              <a:off x="6943725" y="2835300"/>
              <a:ext cx="0" cy="625"/>
            </a:xfrm>
            <a:custGeom>
              <a:rect b="b" l="l" r="r" t="t"/>
              <a:pathLst>
                <a:path extrusionOk="0" h="25" w="120000">
                  <a:moveTo>
                    <a:pt x="0" y="24"/>
                  </a:moveTo>
                  <a:cubicBezTo>
                    <a:pt x="0" y="24"/>
                    <a:pt x="0" y="0"/>
                    <a:pt x="0" y="24"/>
                  </a:cubicBezTo>
                  <a:cubicBezTo>
                    <a:pt x="0" y="0"/>
                    <a:pt x="0" y="0"/>
                    <a:pt x="0" y="24"/>
                  </a:cubicBezTo>
                  <a:cubicBezTo>
                    <a:pt x="0" y="0"/>
                    <a:pt x="0" y="0"/>
                    <a:pt x="0" y="24"/>
                  </a:cubicBezTo>
                  <a:cubicBezTo>
                    <a:pt x="0" y="0"/>
                    <a:pt x="0" y="24"/>
                    <a:pt x="0"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1" name="Google Shape;4141;p28"/>
            <p:cNvSpPr/>
            <p:nvPr/>
          </p:nvSpPr>
          <p:spPr>
            <a:xfrm>
              <a:off x="6942225" y="2836800"/>
              <a:ext cx="25" cy="25"/>
            </a:xfrm>
            <a:custGeom>
              <a:rect b="b" l="l" r="r" t="t"/>
              <a:pathLst>
                <a:path extrusionOk="0" h="1" w="1">
                  <a:moveTo>
                    <a:pt x="0" y="0"/>
                  </a:moveTo>
                  <a:lnTo>
                    <a:pt x="0" y="0"/>
                  </a:ln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2" name="Google Shape;4142;p28"/>
            <p:cNvSpPr/>
            <p:nvPr/>
          </p:nvSpPr>
          <p:spPr>
            <a:xfrm>
              <a:off x="6881800" y="2836500"/>
              <a:ext cx="68775" cy="126825"/>
            </a:xfrm>
            <a:custGeom>
              <a:rect b="b" l="l" r="r" t="t"/>
              <a:pathLst>
                <a:path extrusionOk="0" h="5073" w="2751">
                  <a:moveTo>
                    <a:pt x="2429" y="0"/>
                  </a:moveTo>
                  <a:cubicBezTo>
                    <a:pt x="2417" y="0"/>
                    <a:pt x="2417" y="12"/>
                    <a:pt x="2417" y="12"/>
                  </a:cubicBezTo>
                  <a:lnTo>
                    <a:pt x="1" y="5001"/>
                  </a:lnTo>
                  <a:lnTo>
                    <a:pt x="465" y="5072"/>
                  </a:lnTo>
                  <a:lnTo>
                    <a:pt x="2548" y="774"/>
                  </a:lnTo>
                  <a:lnTo>
                    <a:pt x="2751" y="345"/>
                  </a:lnTo>
                  <a:lnTo>
                    <a:pt x="2632" y="357"/>
                  </a:lnTo>
                  <a:cubicBezTo>
                    <a:pt x="2624" y="358"/>
                    <a:pt x="2615" y="358"/>
                    <a:pt x="2607" y="358"/>
                  </a:cubicBezTo>
                  <a:cubicBezTo>
                    <a:pt x="2488" y="358"/>
                    <a:pt x="2394" y="276"/>
                    <a:pt x="2394" y="131"/>
                  </a:cubicBezTo>
                  <a:cubicBezTo>
                    <a:pt x="2394" y="95"/>
                    <a:pt x="2394" y="48"/>
                    <a:pt x="2429"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3" name="Google Shape;4143;p28"/>
            <p:cNvSpPr/>
            <p:nvPr/>
          </p:nvSpPr>
          <p:spPr>
            <a:xfrm>
              <a:off x="6902350" y="1492875"/>
              <a:ext cx="133950" cy="92000"/>
            </a:xfrm>
            <a:custGeom>
              <a:rect b="b" l="l" r="r" t="t"/>
              <a:pathLst>
                <a:path extrusionOk="0" h="3680" w="5358">
                  <a:moveTo>
                    <a:pt x="5358" y="0"/>
                  </a:moveTo>
                  <a:lnTo>
                    <a:pt x="0" y="3275"/>
                  </a:lnTo>
                  <a:lnTo>
                    <a:pt x="202" y="3679"/>
                  </a:lnTo>
                  <a:lnTo>
                    <a:pt x="5358" y="524"/>
                  </a:lnTo>
                  <a:lnTo>
                    <a:pt x="535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4" name="Google Shape;4144;p28"/>
            <p:cNvSpPr/>
            <p:nvPr/>
          </p:nvSpPr>
          <p:spPr>
            <a:xfrm>
              <a:off x="6839525" y="1837250"/>
              <a:ext cx="325" cy="925"/>
            </a:xfrm>
            <a:custGeom>
              <a:rect b="b" l="l" r="r" t="t"/>
              <a:pathLst>
                <a:path extrusionOk="0" h="37" w="13">
                  <a:moveTo>
                    <a:pt x="13" y="1"/>
                  </a:moveTo>
                  <a:cubicBezTo>
                    <a:pt x="1" y="1"/>
                    <a:pt x="1" y="25"/>
                    <a:pt x="1" y="37"/>
                  </a:cubicBezTo>
                  <a:cubicBezTo>
                    <a:pt x="1" y="25"/>
                    <a:pt x="1" y="13"/>
                    <a:pt x="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5" name="Google Shape;4145;p28"/>
            <p:cNvSpPr/>
            <p:nvPr/>
          </p:nvSpPr>
          <p:spPr>
            <a:xfrm>
              <a:off x="6839525" y="1689025"/>
              <a:ext cx="97375" cy="151525"/>
            </a:xfrm>
            <a:custGeom>
              <a:rect b="b" l="l" r="r" t="t"/>
              <a:pathLst>
                <a:path extrusionOk="0" h="6061" w="3895">
                  <a:moveTo>
                    <a:pt x="20" y="5898"/>
                  </a:moveTo>
                  <a:cubicBezTo>
                    <a:pt x="13" y="5908"/>
                    <a:pt x="6" y="5919"/>
                    <a:pt x="1" y="5930"/>
                  </a:cubicBezTo>
                  <a:lnTo>
                    <a:pt x="20" y="5898"/>
                  </a:lnTo>
                  <a:close/>
                  <a:moveTo>
                    <a:pt x="3513" y="1"/>
                  </a:moveTo>
                  <a:lnTo>
                    <a:pt x="20" y="5898"/>
                  </a:lnTo>
                  <a:lnTo>
                    <a:pt x="20" y="5898"/>
                  </a:lnTo>
                  <a:cubicBezTo>
                    <a:pt x="42" y="5867"/>
                    <a:pt x="69" y="5844"/>
                    <a:pt x="96" y="5835"/>
                  </a:cubicBezTo>
                  <a:cubicBezTo>
                    <a:pt x="130" y="5818"/>
                    <a:pt x="166" y="5809"/>
                    <a:pt x="201" y="5809"/>
                  </a:cubicBezTo>
                  <a:cubicBezTo>
                    <a:pt x="288" y="5809"/>
                    <a:pt x="368" y="5860"/>
                    <a:pt x="394" y="5954"/>
                  </a:cubicBezTo>
                  <a:lnTo>
                    <a:pt x="441" y="6061"/>
                  </a:lnTo>
                  <a:lnTo>
                    <a:pt x="3894" y="239"/>
                  </a:lnTo>
                  <a:cubicBezTo>
                    <a:pt x="3727" y="191"/>
                    <a:pt x="3597" y="120"/>
                    <a:pt x="3513"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6" name="Google Shape;4146;p28"/>
            <p:cNvSpPr/>
            <p:nvPr/>
          </p:nvSpPr>
          <p:spPr>
            <a:xfrm>
              <a:off x="6838950" y="1834425"/>
              <a:ext cx="124725" cy="258250"/>
            </a:xfrm>
            <a:custGeom>
              <a:rect b="b" l="l" r="r" t="t"/>
              <a:pathLst>
                <a:path extrusionOk="0" h="10330" w="4989">
                  <a:moveTo>
                    <a:pt x="212" y="0"/>
                  </a:moveTo>
                  <a:cubicBezTo>
                    <a:pt x="182" y="0"/>
                    <a:pt x="150" y="6"/>
                    <a:pt x="119" y="19"/>
                  </a:cubicBezTo>
                  <a:cubicBezTo>
                    <a:pt x="83" y="31"/>
                    <a:pt x="48" y="66"/>
                    <a:pt x="24" y="102"/>
                  </a:cubicBezTo>
                  <a:cubicBezTo>
                    <a:pt x="24" y="126"/>
                    <a:pt x="0" y="138"/>
                    <a:pt x="0" y="150"/>
                  </a:cubicBezTo>
                  <a:lnTo>
                    <a:pt x="0" y="162"/>
                  </a:lnTo>
                  <a:lnTo>
                    <a:pt x="0" y="197"/>
                  </a:lnTo>
                  <a:lnTo>
                    <a:pt x="0" y="209"/>
                  </a:lnTo>
                  <a:lnTo>
                    <a:pt x="0" y="245"/>
                  </a:lnTo>
                  <a:lnTo>
                    <a:pt x="0" y="257"/>
                  </a:lnTo>
                  <a:cubicBezTo>
                    <a:pt x="0" y="269"/>
                    <a:pt x="24" y="281"/>
                    <a:pt x="24" y="304"/>
                  </a:cubicBezTo>
                  <a:lnTo>
                    <a:pt x="4560" y="10329"/>
                  </a:lnTo>
                  <a:cubicBezTo>
                    <a:pt x="4624" y="10255"/>
                    <a:pt x="4736" y="10209"/>
                    <a:pt x="4845" y="10209"/>
                  </a:cubicBezTo>
                  <a:cubicBezTo>
                    <a:pt x="4857" y="10209"/>
                    <a:pt x="4869" y="10209"/>
                    <a:pt x="4882" y="10210"/>
                  </a:cubicBezTo>
                  <a:cubicBezTo>
                    <a:pt x="4917" y="10210"/>
                    <a:pt x="4965" y="10222"/>
                    <a:pt x="4989" y="10246"/>
                  </a:cubicBezTo>
                  <a:lnTo>
                    <a:pt x="464" y="221"/>
                  </a:lnTo>
                  <a:lnTo>
                    <a:pt x="417" y="126"/>
                  </a:lnTo>
                  <a:cubicBezTo>
                    <a:pt x="373" y="47"/>
                    <a:pt x="297" y="0"/>
                    <a:pt x="21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7" name="Google Shape;4147;p28"/>
            <p:cNvSpPr/>
            <p:nvPr/>
          </p:nvSpPr>
          <p:spPr>
            <a:xfrm>
              <a:off x="6945800" y="1529475"/>
              <a:ext cx="90500" cy="135175"/>
            </a:xfrm>
            <a:custGeom>
              <a:rect b="b" l="l" r="r" t="t"/>
              <a:pathLst>
                <a:path extrusionOk="0" h="5407" w="3620">
                  <a:moveTo>
                    <a:pt x="3620" y="1"/>
                  </a:moveTo>
                  <a:lnTo>
                    <a:pt x="0" y="5073"/>
                  </a:lnTo>
                  <a:lnTo>
                    <a:pt x="108" y="5263"/>
                  </a:lnTo>
                  <a:cubicBezTo>
                    <a:pt x="179" y="5299"/>
                    <a:pt x="250" y="5335"/>
                    <a:pt x="310" y="5406"/>
                  </a:cubicBezTo>
                  <a:lnTo>
                    <a:pt x="3620" y="775"/>
                  </a:lnTo>
                  <a:lnTo>
                    <a:pt x="362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8" name="Google Shape;4148;p28"/>
            <p:cNvSpPr/>
            <p:nvPr/>
          </p:nvSpPr>
          <p:spPr>
            <a:xfrm>
              <a:off x="6951750" y="1681000"/>
              <a:ext cx="84550" cy="169075"/>
            </a:xfrm>
            <a:custGeom>
              <a:rect b="b" l="l" r="r" t="t"/>
              <a:pathLst>
                <a:path extrusionOk="0" h="6763" w="3382">
                  <a:moveTo>
                    <a:pt x="286" y="0"/>
                  </a:moveTo>
                  <a:cubicBezTo>
                    <a:pt x="239" y="179"/>
                    <a:pt x="155" y="334"/>
                    <a:pt x="0" y="429"/>
                  </a:cubicBezTo>
                  <a:lnTo>
                    <a:pt x="3382" y="6763"/>
                  </a:lnTo>
                  <a:lnTo>
                    <a:pt x="3382" y="5810"/>
                  </a:lnTo>
                  <a:lnTo>
                    <a:pt x="28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9" name="Google Shape;4149;p28"/>
            <p:cNvSpPr/>
            <p:nvPr/>
          </p:nvSpPr>
          <p:spPr>
            <a:xfrm>
              <a:off x="6891325" y="1570800"/>
              <a:ext cx="56875" cy="90275"/>
            </a:xfrm>
            <a:custGeom>
              <a:rect b="b" l="l" r="r" t="t"/>
              <a:pathLst>
                <a:path extrusionOk="0" h="3611" w="2275">
                  <a:moveTo>
                    <a:pt x="219" y="1"/>
                  </a:moveTo>
                  <a:cubicBezTo>
                    <a:pt x="185" y="1"/>
                    <a:pt x="151" y="9"/>
                    <a:pt x="120" y="27"/>
                  </a:cubicBezTo>
                  <a:cubicBezTo>
                    <a:pt x="84" y="62"/>
                    <a:pt x="48" y="86"/>
                    <a:pt x="36" y="122"/>
                  </a:cubicBezTo>
                  <a:cubicBezTo>
                    <a:pt x="24" y="146"/>
                    <a:pt x="1" y="193"/>
                    <a:pt x="1" y="241"/>
                  </a:cubicBezTo>
                  <a:cubicBezTo>
                    <a:pt x="72" y="205"/>
                    <a:pt x="143" y="193"/>
                    <a:pt x="215" y="193"/>
                  </a:cubicBezTo>
                  <a:cubicBezTo>
                    <a:pt x="405" y="205"/>
                    <a:pt x="572" y="384"/>
                    <a:pt x="548" y="574"/>
                  </a:cubicBezTo>
                  <a:cubicBezTo>
                    <a:pt x="524" y="717"/>
                    <a:pt x="441" y="836"/>
                    <a:pt x="322" y="872"/>
                  </a:cubicBezTo>
                  <a:lnTo>
                    <a:pt x="1763" y="3587"/>
                  </a:lnTo>
                  <a:cubicBezTo>
                    <a:pt x="1834" y="3560"/>
                    <a:pt x="1906" y="3546"/>
                    <a:pt x="1982" y="3546"/>
                  </a:cubicBezTo>
                  <a:cubicBezTo>
                    <a:pt x="2007" y="3546"/>
                    <a:pt x="2034" y="3548"/>
                    <a:pt x="2060" y="3551"/>
                  </a:cubicBezTo>
                  <a:cubicBezTo>
                    <a:pt x="2132" y="3575"/>
                    <a:pt x="2215" y="3587"/>
                    <a:pt x="2275" y="3610"/>
                  </a:cubicBezTo>
                  <a:lnTo>
                    <a:pt x="2167" y="3420"/>
                  </a:lnTo>
                  <a:lnTo>
                    <a:pt x="643" y="551"/>
                  </a:lnTo>
                  <a:lnTo>
                    <a:pt x="441" y="146"/>
                  </a:lnTo>
                  <a:lnTo>
                    <a:pt x="417" y="122"/>
                  </a:lnTo>
                  <a:cubicBezTo>
                    <a:pt x="375" y="47"/>
                    <a:pt x="298" y="1"/>
                    <a:pt x="21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0" name="Google Shape;4150;p28"/>
            <p:cNvSpPr/>
            <p:nvPr/>
          </p:nvSpPr>
          <p:spPr>
            <a:xfrm>
              <a:off x="6967825" y="2063475"/>
              <a:ext cx="68475" cy="40500"/>
            </a:xfrm>
            <a:custGeom>
              <a:rect b="b" l="l" r="r" t="t"/>
              <a:pathLst>
                <a:path extrusionOk="0" h="1620" w="2739">
                  <a:moveTo>
                    <a:pt x="2739" y="1"/>
                  </a:moveTo>
                  <a:lnTo>
                    <a:pt x="0" y="1167"/>
                  </a:lnTo>
                  <a:cubicBezTo>
                    <a:pt x="72" y="1263"/>
                    <a:pt x="131" y="1370"/>
                    <a:pt x="119" y="1501"/>
                  </a:cubicBezTo>
                  <a:cubicBezTo>
                    <a:pt x="119" y="1548"/>
                    <a:pt x="108" y="1572"/>
                    <a:pt x="84" y="1620"/>
                  </a:cubicBezTo>
                  <a:lnTo>
                    <a:pt x="2739" y="489"/>
                  </a:lnTo>
                  <a:lnTo>
                    <a:pt x="273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1" name="Google Shape;4151;p28"/>
            <p:cNvSpPr/>
            <p:nvPr/>
          </p:nvSpPr>
          <p:spPr>
            <a:xfrm>
              <a:off x="6558850" y="2100100"/>
              <a:ext cx="396200" cy="178025"/>
            </a:xfrm>
            <a:custGeom>
              <a:rect b="b" l="l" r="r" t="t"/>
              <a:pathLst>
                <a:path extrusionOk="0" h="7121" w="15848">
                  <a:moveTo>
                    <a:pt x="15657" y="0"/>
                  </a:moveTo>
                  <a:lnTo>
                    <a:pt x="0" y="6703"/>
                  </a:lnTo>
                  <a:cubicBezTo>
                    <a:pt x="95" y="6822"/>
                    <a:pt x="155" y="6965"/>
                    <a:pt x="167" y="7120"/>
                  </a:cubicBezTo>
                  <a:lnTo>
                    <a:pt x="15824" y="417"/>
                  </a:lnTo>
                  <a:cubicBezTo>
                    <a:pt x="15836" y="393"/>
                    <a:pt x="15836" y="357"/>
                    <a:pt x="15847" y="345"/>
                  </a:cubicBezTo>
                  <a:cubicBezTo>
                    <a:pt x="15728" y="274"/>
                    <a:pt x="15657" y="155"/>
                    <a:pt x="1565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2" name="Google Shape;4152;p28"/>
            <p:cNvSpPr/>
            <p:nvPr/>
          </p:nvSpPr>
          <p:spPr>
            <a:xfrm>
              <a:off x="6954425" y="2108725"/>
              <a:ext cx="81875" cy="207200"/>
            </a:xfrm>
            <a:custGeom>
              <a:rect b="b" l="l" r="r" t="t"/>
              <a:pathLst>
                <a:path extrusionOk="0" h="8288" w="3275">
                  <a:moveTo>
                    <a:pt x="24" y="0"/>
                  </a:moveTo>
                  <a:cubicBezTo>
                    <a:pt x="13" y="36"/>
                    <a:pt x="1" y="48"/>
                    <a:pt x="1" y="60"/>
                  </a:cubicBezTo>
                  <a:cubicBezTo>
                    <a:pt x="1" y="108"/>
                    <a:pt x="1" y="155"/>
                    <a:pt x="13" y="191"/>
                  </a:cubicBezTo>
                  <a:lnTo>
                    <a:pt x="3275" y="8287"/>
                  </a:lnTo>
                  <a:lnTo>
                    <a:pt x="3275" y="7097"/>
                  </a:lnTo>
                  <a:lnTo>
                    <a:pt x="429" y="36"/>
                  </a:lnTo>
                  <a:cubicBezTo>
                    <a:pt x="417" y="36"/>
                    <a:pt x="417" y="12"/>
                    <a:pt x="417" y="12"/>
                  </a:cubicBezTo>
                  <a:cubicBezTo>
                    <a:pt x="358" y="48"/>
                    <a:pt x="286" y="60"/>
                    <a:pt x="203" y="60"/>
                  </a:cubicBezTo>
                  <a:cubicBezTo>
                    <a:pt x="132" y="48"/>
                    <a:pt x="72" y="36"/>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3" name="Google Shape;4153;p28"/>
            <p:cNvSpPr/>
            <p:nvPr/>
          </p:nvSpPr>
          <p:spPr>
            <a:xfrm>
              <a:off x="6559150" y="2280175"/>
              <a:ext cx="477150" cy="150350"/>
            </a:xfrm>
            <a:custGeom>
              <a:rect b="b" l="l" r="r" t="t"/>
              <a:pathLst>
                <a:path extrusionOk="0" h="6014" w="19086">
                  <a:moveTo>
                    <a:pt x="167" y="0"/>
                  </a:moveTo>
                  <a:cubicBezTo>
                    <a:pt x="155" y="167"/>
                    <a:pt x="95" y="298"/>
                    <a:pt x="0" y="405"/>
                  </a:cubicBezTo>
                  <a:lnTo>
                    <a:pt x="19086" y="6013"/>
                  </a:lnTo>
                  <a:lnTo>
                    <a:pt x="19086" y="5561"/>
                  </a:lnTo>
                  <a:lnTo>
                    <a:pt x="16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4" name="Google Shape;4154;p28"/>
            <p:cNvSpPr/>
            <p:nvPr/>
          </p:nvSpPr>
          <p:spPr>
            <a:xfrm>
              <a:off x="6941625" y="2825775"/>
              <a:ext cx="95275" cy="19700"/>
            </a:xfrm>
            <a:custGeom>
              <a:rect b="b" l="l" r="r" t="t"/>
              <a:pathLst>
                <a:path extrusionOk="0" h="788" w="3811">
                  <a:moveTo>
                    <a:pt x="3811" y="0"/>
                  </a:moveTo>
                  <a:lnTo>
                    <a:pt x="227" y="334"/>
                  </a:lnTo>
                  <a:lnTo>
                    <a:pt x="155" y="334"/>
                  </a:lnTo>
                  <a:cubicBezTo>
                    <a:pt x="132" y="334"/>
                    <a:pt x="132" y="358"/>
                    <a:pt x="120" y="358"/>
                  </a:cubicBezTo>
                  <a:cubicBezTo>
                    <a:pt x="120" y="370"/>
                    <a:pt x="108" y="370"/>
                    <a:pt x="108" y="370"/>
                  </a:cubicBezTo>
                  <a:cubicBezTo>
                    <a:pt x="108" y="381"/>
                    <a:pt x="96" y="381"/>
                    <a:pt x="96" y="381"/>
                  </a:cubicBezTo>
                  <a:lnTo>
                    <a:pt x="84" y="405"/>
                  </a:lnTo>
                  <a:lnTo>
                    <a:pt x="60" y="417"/>
                  </a:lnTo>
                  <a:cubicBezTo>
                    <a:pt x="48" y="417"/>
                    <a:pt x="48" y="429"/>
                    <a:pt x="36" y="441"/>
                  </a:cubicBezTo>
                  <a:cubicBezTo>
                    <a:pt x="1" y="489"/>
                    <a:pt x="1" y="536"/>
                    <a:pt x="1" y="584"/>
                  </a:cubicBezTo>
                  <a:cubicBezTo>
                    <a:pt x="1" y="707"/>
                    <a:pt x="105" y="787"/>
                    <a:pt x="216" y="787"/>
                  </a:cubicBezTo>
                  <a:cubicBezTo>
                    <a:pt x="224" y="787"/>
                    <a:pt x="231" y="787"/>
                    <a:pt x="239" y="786"/>
                  </a:cubicBezTo>
                  <a:lnTo>
                    <a:pt x="358" y="774"/>
                  </a:lnTo>
                  <a:lnTo>
                    <a:pt x="501" y="762"/>
                  </a:lnTo>
                  <a:lnTo>
                    <a:pt x="3811" y="441"/>
                  </a:lnTo>
                  <a:lnTo>
                    <a:pt x="381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5" name="Google Shape;4155;p28"/>
            <p:cNvSpPr/>
            <p:nvPr/>
          </p:nvSpPr>
          <p:spPr>
            <a:xfrm>
              <a:off x="6649325" y="2926075"/>
              <a:ext cx="386100" cy="71175"/>
            </a:xfrm>
            <a:custGeom>
              <a:rect b="b" l="l" r="r" t="t"/>
              <a:pathLst>
                <a:path extrusionOk="0" h="2847" w="15444">
                  <a:moveTo>
                    <a:pt x="1" y="1"/>
                  </a:moveTo>
                  <a:lnTo>
                    <a:pt x="1" y="25"/>
                  </a:lnTo>
                  <a:cubicBezTo>
                    <a:pt x="18" y="20"/>
                    <a:pt x="36" y="17"/>
                    <a:pt x="52" y="17"/>
                  </a:cubicBezTo>
                  <a:cubicBezTo>
                    <a:pt x="117" y="17"/>
                    <a:pt x="175" y="52"/>
                    <a:pt x="203" y="108"/>
                  </a:cubicBezTo>
                  <a:lnTo>
                    <a:pt x="489" y="525"/>
                  </a:lnTo>
                  <a:lnTo>
                    <a:pt x="9097" y="1846"/>
                  </a:lnTo>
                  <a:lnTo>
                    <a:pt x="9550" y="1918"/>
                  </a:lnTo>
                  <a:lnTo>
                    <a:pt x="13169" y="2489"/>
                  </a:lnTo>
                  <a:lnTo>
                    <a:pt x="13645" y="2561"/>
                  </a:lnTo>
                  <a:lnTo>
                    <a:pt x="15443" y="2846"/>
                  </a:lnTo>
                  <a:lnTo>
                    <a:pt x="15443" y="2406"/>
                  </a:lnTo>
                  <a:lnTo>
                    <a:pt x="13526" y="2108"/>
                  </a:lnTo>
                  <a:lnTo>
                    <a:pt x="13050" y="2025"/>
                  </a:lnTo>
                  <a:lnTo>
                    <a:pt x="9752" y="1525"/>
                  </a:lnTo>
                  <a:lnTo>
                    <a:pt x="9288" y="1453"/>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6" name="Google Shape;4156;p28"/>
            <p:cNvSpPr/>
            <p:nvPr/>
          </p:nvSpPr>
          <p:spPr>
            <a:xfrm>
              <a:off x="6909175" y="3226725"/>
              <a:ext cx="125350" cy="88725"/>
            </a:xfrm>
            <a:custGeom>
              <a:rect b="b" l="l" r="r" t="t"/>
              <a:pathLst>
                <a:path extrusionOk="0" h="3549" w="5014">
                  <a:moveTo>
                    <a:pt x="4740" y="0"/>
                  </a:moveTo>
                  <a:lnTo>
                    <a:pt x="1" y="3179"/>
                  </a:lnTo>
                  <a:lnTo>
                    <a:pt x="263" y="3548"/>
                  </a:lnTo>
                  <a:lnTo>
                    <a:pt x="5013" y="357"/>
                  </a:lnTo>
                  <a:cubicBezTo>
                    <a:pt x="4871" y="274"/>
                    <a:pt x="4787" y="155"/>
                    <a:pt x="474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7" name="Google Shape;4157;p28"/>
            <p:cNvSpPr/>
            <p:nvPr/>
          </p:nvSpPr>
          <p:spPr>
            <a:xfrm>
              <a:off x="6638625" y="3316900"/>
              <a:ext cx="267900" cy="180400"/>
            </a:xfrm>
            <a:custGeom>
              <a:rect b="b" l="l" r="r" t="t"/>
              <a:pathLst>
                <a:path extrusionOk="0" h="7216" w="10716">
                  <a:moveTo>
                    <a:pt x="10573" y="1"/>
                  </a:moveTo>
                  <a:cubicBezTo>
                    <a:pt x="10550" y="196"/>
                    <a:pt x="10372" y="347"/>
                    <a:pt x="10157" y="347"/>
                  </a:cubicBezTo>
                  <a:cubicBezTo>
                    <a:pt x="10149" y="347"/>
                    <a:pt x="10141" y="346"/>
                    <a:pt x="10132" y="346"/>
                  </a:cubicBezTo>
                  <a:cubicBezTo>
                    <a:pt x="10025" y="322"/>
                    <a:pt x="9918" y="287"/>
                    <a:pt x="9858" y="203"/>
                  </a:cubicBezTo>
                  <a:lnTo>
                    <a:pt x="83" y="6775"/>
                  </a:lnTo>
                  <a:lnTo>
                    <a:pt x="0" y="6835"/>
                  </a:lnTo>
                  <a:cubicBezTo>
                    <a:pt x="119" y="6930"/>
                    <a:pt x="203" y="7049"/>
                    <a:pt x="250" y="7216"/>
                  </a:cubicBezTo>
                  <a:lnTo>
                    <a:pt x="10716" y="191"/>
                  </a:lnTo>
                  <a:lnTo>
                    <a:pt x="1057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8" name="Google Shape;4158;p28"/>
            <p:cNvSpPr/>
            <p:nvPr/>
          </p:nvSpPr>
          <p:spPr>
            <a:xfrm>
              <a:off x="6965450" y="3661000"/>
              <a:ext cx="70850" cy="74725"/>
            </a:xfrm>
            <a:custGeom>
              <a:rect b="b" l="l" r="r" t="t"/>
              <a:pathLst>
                <a:path extrusionOk="0" h="2989" w="2834">
                  <a:moveTo>
                    <a:pt x="2834" y="0"/>
                  </a:moveTo>
                  <a:lnTo>
                    <a:pt x="0" y="2739"/>
                  </a:lnTo>
                  <a:lnTo>
                    <a:pt x="393" y="2989"/>
                  </a:lnTo>
                  <a:lnTo>
                    <a:pt x="2834" y="631"/>
                  </a:lnTo>
                  <a:lnTo>
                    <a:pt x="2834"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9" name="Google Shape;4159;p28"/>
            <p:cNvSpPr/>
            <p:nvPr/>
          </p:nvSpPr>
          <p:spPr>
            <a:xfrm>
              <a:off x="6647850" y="3864600"/>
              <a:ext cx="184850" cy="181875"/>
            </a:xfrm>
            <a:custGeom>
              <a:rect b="b" l="l" r="r" t="t"/>
              <a:pathLst>
                <a:path extrusionOk="0" h="7275" w="7394">
                  <a:moveTo>
                    <a:pt x="7156" y="0"/>
                  </a:moveTo>
                  <a:lnTo>
                    <a:pt x="0" y="6953"/>
                  </a:lnTo>
                  <a:cubicBezTo>
                    <a:pt x="119" y="7025"/>
                    <a:pt x="226" y="7144"/>
                    <a:pt x="310" y="7275"/>
                  </a:cubicBezTo>
                  <a:lnTo>
                    <a:pt x="7394" y="405"/>
                  </a:lnTo>
                  <a:lnTo>
                    <a:pt x="7346" y="322"/>
                  </a:lnTo>
                  <a:cubicBezTo>
                    <a:pt x="7311" y="286"/>
                    <a:pt x="7275" y="238"/>
                    <a:pt x="7263" y="179"/>
                  </a:cubicBezTo>
                  <a:lnTo>
                    <a:pt x="715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0" name="Google Shape;4160;p28"/>
            <p:cNvSpPr/>
            <p:nvPr/>
          </p:nvSpPr>
          <p:spPr>
            <a:xfrm>
              <a:off x="6835375" y="3737800"/>
              <a:ext cx="131575" cy="122050"/>
            </a:xfrm>
            <a:custGeom>
              <a:rect b="b" l="l" r="r" t="t"/>
              <a:pathLst>
                <a:path extrusionOk="0" h="4882" w="5263">
                  <a:moveTo>
                    <a:pt x="4882" y="0"/>
                  </a:moveTo>
                  <a:lnTo>
                    <a:pt x="0" y="4727"/>
                  </a:lnTo>
                  <a:cubicBezTo>
                    <a:pt x="60" y="4703"/>
                    <a:pt x="119" y="4703"/>
                    <a:pt x="191" y="4703"/>
                  </a:cubicBezTo>
                  <a:cubicBezTo>
                    <a:pt x="310" y="4715"/>
                    <a:pt x="429" y="4775"/>
                    <a:pt x="488" y="4882"/>
                  </a:cubicBezTo>
                  <a:lnTo>
                    <a:pt x="5263" y="250"/>
                  </a:lnTo>
                  <a:lnTo>
                    <a:pt x="488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1" name="Google Shape;4161;p28"/>
            <p:cNvSpPr/>
            <p:nvPr/>
          </p:nvSpPr>
          <p:spPr>
            <a:xfrm>
              <a:off x="6647550" y="2926675"/>
              <a:ext cx="388750" cy="587000"/>
            </a:xfrm>
            <a:custGeom>
              <a:rect b="b" l="l" r="r" t="t"/>
              <a:pathLst>
                <a:path extrusionOk="0" h="23480" w="15550">
                  <a:moveTo>
                    <a:pt x="96" y="1"/>
                  </a:moveTo>
                  <a:lnTo>
                    <a:pt x="96" y="132"/>
                  </a:lnTo>
                  <a:cubicBezTo>
                    <a:pt x="84" y="251"/>
                    <a:pt x="60" y="358"/>
                    <a:pt x="0" y="441"/>
                  </a:cubicBezTo>
                  <a:lnTo>
                    <a:pt x="5739" y="8954"/>
                  </a:lnTo>
                  <a:lnTo>
                    <a:pt x="6025" y="9383"/>
                  </a:lnTo>
                  <a:lnTo>
                    <a:pt x="6561" y="10181"/>
                  </a:lnTo>
                  <a:lnTo>
                    <a:pt x="6608" y="10181"/>
                  </a:lnTo>
                  <a:cubicBezTo>
                    <a:pt x="6823" y="10192"/>
                    <a:pt x="7001" y="10395"/>
                    <a:pt x="6977" y="10621"/>
                  </a:cubicBezTo>
                  <a:cubicBezTo>
                    <a:pt x="6977" y="10669"/>
                    <a:pt x="6965" y="10692"/>
                    <a:pt x="6942" y="10740"/>
                  </a:cubicBezTo>
                  <a:lnTo>
                    <a:pt x="9918" y="15145"/>
                  </a:lnTo>
                  <a:cubicBezTo>
                    <a:pt x="10121" y="15193"/>
                    <a:pt x="10263" y="15372"/>
                    <a:pt x="10240" y="15574"/>
                  </a:cubicBezTo>
                  <a:lnTo>
                    <a:pt x="10240" y="15610"/>
                  </a:lnTo>
                  <a:lnTo>
                    <a:pt x="10371" y="15800"/>
                  </a:lnTo>
                  <a:lnTo>
                    <a:pt x="15550" y="23480"/>
                  </a:lnTo>
                  <a:lnTo>
                    <a:pt x="15550" y="22682"/>
                  </a:lnTo>
                  <a:lnTo>
                    <a:pt x="10728" y="15550"/>
                  </a:lnTo>
                  <a:lnTo>
                    <a:pt x="10478" y="15181"/>
                  </a:lnTo>
                  <a:lnTo>
                    <a:pt x="6263" y="8907"/>
                  </a:lnTo>
                  <a:lnTo>
                    <a:pt x="5977" y="8478"/>
                  </a:lnTo>
                  <a:lnTo>
                    <a:pt x="596" y="501"/>
                  </a:lnTo>
                  <a:lnTo>
                    <a:pt x="310" y="84"/>
                  </a:lnTo>
                  <a:cubicBezTo>
                    <a:pt x="262" y="25"/>
                    <a:pt x="179" y="1"/>
                    <a:pt x="96"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2" name="Google Shape;4162;p28"/>
            <p:cNvSpPr/>
            <p:nvPr/>
          </p:nvSpPr>
          <p:spPr>
            <a:xfrm>
              <a:off x="6603800" y="3495625"/>
              <a:ext cx="7450" cy="13000"/>
            </a:xfrm>
            <a:custGeom>
              <a:rect b="b" l="l" r="r" t="t"/>
              <a:pathLst>
                <a:path extrusionOk="0" h="520" w="298">
                  <a:moveTo>
                    <a:pt x="237" y="0"/>
                  </a:moveTo>
                  <a:cubicBezTo>
                    <a:pt x="172" y="0"/>
                    <a:pt x="97" y="34"/>
                    <a:pt x="60" y="91"/>
                  </a:cubicBezTo>
                  <a:lnTo>
                    <a:pt x="60" y="115"/>
                  </a:lnTo>
                  <a:cubicBezTo>
                    <a:pt x="0" y="222"/>
                    <a:pt x="36" y="353"/>
                    <a:pt x="143" y="412"/>
                  </a:cubicBezTo>
                  <a:lnTo>
                    <a:pt x="298" y="519"/>
                  </a:lnTo>
                  <a:cubicBezTo>
                    <a:pt x="262" y="412"/>
                    <a:pt x="238" y="305"/>
                    <a:pt x="238" y="198"/>
                  </a:cubicBezTo>
                  <a:cubicBezTo>
                    <a:pt x="238" y="138"/>
                    <a:pt x="262" y="67"/>
                    <a:pt x="286" y="7"/>
                  </a:cubicBezTo>
                  <a:cubicBezTo>
                    <a:pt x="271" y="2"/>
                    <a:pt x="254" y="0"/>
                    <a:pt x="237"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3" name="Google Shape;4163;p28"/>
            <p:cNvSpPr/>
            <p:nvPr/>
          </p:nvSpPr>
          <p:spPr>
            <a:xfrm>
              <a:off x="6640400" y="3514550"/>
              <a:ext cx="395900" cy="275350"/>
            </a:xfrm>
            <a:custGeom>
              <a:rect b="b" l="l" r="r" t="t"/>
              <a:pathLst>
                <a:path extrusionOk="0" h="11014" w="15836">
                  <a:moveTo>
                    <a:pt x="12" y="0"/>
                  </a:moveTo>
                  <a:lnTo>
                    <a:pt x="1" y="12"/>
                  </a:lnTo>
                  <a:lnTo>
                    <a:pt x="477" y="846"/>
                  </a:lnTo>
                  <a:lnTo>
                    <a:pt x="12681" y="8930"/>
                  </a:lnTo>
                  <a:lnTo>
                    <a:pt x="13062" y="9180"/>
                  </a:lnTo>
                  <a:lnTo>
                    <a:pt x="15836" y="11014"/>
                  </a:lnTo>
                  <a:lnTo>
                    <a:pt x="15836" y="10478"/>
                  </a:lnTo>
                  <a:lnTo>
                    <a:pt x="13395" y="8847"/>
                  </a:lnTo>
                  <a:lnTo>
                    <a:pt x="13002" y="8597"/>
                  </a:ln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4" name="Google Shape;4164;p28"/>
            <p:cNvSpPr/>
            <p:nvPr/>
          </p:nvSpPr>
          <p:spPr>
            <a:xfrm>
              <a:off x="6841925" y="4224750"/>
              <a:ext cx="194375" cy="153025"/>
            </a:xfrm>
            <a:custGeom>
              <a:rect b="b" l="l" r="r" t="t"/>
              <a:pathLst>
                <a:path extrusionOk="0" h="6121" w="7775">
                  <a:moveTo>
                    <a:pt x="560" y="1"/>
                  </a:moveTo>
                  <a:lnTo>
                    <a:pt x="0" y="120"/>
                  </a:lnTo>
                  <a:lnTo>
                    <a:pt x="7775" y="6121"/>
                  </a:lnTo>
                  <a:lnTo>
                    <a:pt x="7775" y="5549"/>
                  </a:lnTo>
                  <a:lnTo>
                    <a:pt x="56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5" name="Google Shape;4165;p28"/>
            <p:cNvSpPr/>
            <p:nvPr/>
          </p:nvSpPr>
          <p:spPr>
            <a:xfrm>
              <a:off x="6649325" y="4070575"/>
              <a:ext cx="195300" cy="148550"/>
            </a:xfrm>
            <a:custGeom>
              <a:rect b="b" l="l" r="r" t="t"/>
              <a:pathLst>
                <a:path extrusionOk="0" h="5942" w="7812">
                  <a:moveTo>
                    <a:pt x="263" y="0"/>
                  </a:moveTo>
                  <a:cubicBezTo>
                    <a:pt x="203" y="119"/>
                    <a:pt x="120" y="227"/>
                    <a:pt x="1" y="334"/>
                  </a:cubicBezTo>
                  <a:lnTo>
                    <a:pt x="48" y="405"/>
                  </a:lnTo>
                  <a:lnTo>
                    <a:pt x="7252" y="5942"/>
                  </a:lnTo>
                  <a:lnTo>
                    <a:pt x="7811" y="5811"/>
                  </a:lnTo>
                  <a:lnTo>
                    <a:pt x="26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6" name="Google Shape;4166;p28"/>
            <p:cNvSpPr/>
            <p:nvPr/>
          </p:nvSpPr>
          <p:spPr>
            <a:xfrm>
              <a:off x="6831200" y="3872325"/>
              <a:ext cx="180400" cy="298875"/>
            </a:xfrm>
            <a:custGeom>
              <a:rect b="b" l="l" r="r" t="t"/>
              <a:pathLst>
                <a:path extrusionOk="0" h="11955" w="7216">
                  <a:moveTo>
                    <a:pt x="0" y="1"/>
                  </a:moveTo>
                  <a:lnTo>
                    <a:pt x="48" y="72"/>
                  </a:lnTo>
                  <a:lnTo>
                    <a:pt x="6823" y="11955"/>
                  </a:lnTo>
                  <a:cubicBezTo>
                    <a:pt x="6918" y="11847"/>
                    <a:pt x="7073" y="11776"/>
                    <a:pt x="7216" y="11764"/>
                  </a:cubicBezTo>
                  <a:lnTo>
                    <a:pt x="4525" y="7025"/>
                  </a:lnTo>
                  <a:cubicBezTo>
                    <a:pt x="4465" y="7061"/>
                    <a:pt x="4394" y="7061"/>
                    <a:pt x="4334" y="7061"/>
                  </a:cubicBezTo>
                  <a:cubicBezTo>
                    <a:pt x="4108" y="7037"/>
                    <a:pt x="3941" y="6847"/>
                    <a:pt x="3965" y="6609"/>
                  </a:cubicBezTo>
                  <a:cubicBezTo>
                    <a:pt x="3977" y="6490"/>
                    <a:pt x="4037" y="6383"/>
                    <a:pt x="4120" y="6323"/>
                  </a:cubicBezTo>
                  <a:lnTo>
                    <a:pt x="548" y="60"/>
                  </a:lnTo>
                  <a:cubicBezTo>
                    <a:pt x="483" y="107"/>
                    <a:pt x="410" y="139"/>
                    <a:pt x="335" y="139"/>
                  </a:cubicBezTo>
                  <a:cubicBezTo>
                    <a:pt x="315" y="139"/>
                    <a:pt x="295" y="137"/>
                    <a:pt x="274" y="132"/>
                  </a:cubicBezTo>
                  <a:cubicBezTo>
                    <a:pt x="167" y="120"/>
                    <a:pt x="60" y="72"/>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7" name="Google Shape;4167;p28"/>
            <p:cNvSpPr/>
            <p:nvPr/>
          </p:nvSpPr>
          <p:spPr>
            <a:xfrm>
              <a:off x="6632950" y="3514850"/>
              <a:ext cx="202450" cy="354225"/>
            </a:xfrm>
            <a:custGeom>
              <a:rect b="b" l="l" r="r" t="t"/>
              <a:pathLst>
                <a:path extrusionOk="0" h="14169" w="8098">
                  <a:moveTo>
                    <a:pt x="310" y="0"/>
                  </a:moveTo>
                  <a:cubicBezTo>
                    <a:pt x="227" y="84"/>
                    <a:pt x="120" y="143"/>
                    <a:pt x="1" y="179"/>
                  </a:cubicBezTo>
                  <a:lnTo>
                    <a:pt x="1" y="358"/>
                  </a:lnTo>
                  <a:lnTo>
                    <a:pt x="7764" y="13990"/>
                  </a:lnTo>
                  <a:lnTo>
                    <a:pt x="7871" y="14169"/>
                  </a:lnTo>
                  <a:cubicBezTo>
                    <a:pt x="7859" y="14121"/>
                    <a:pt x="7859" y="14062"/>
                    <a:pt x="7859" y="14002"/>
                  </a:cubicBezTo>
                  <a:cubicBezTo>
                    <a:pt x="7859" y="13835"/>
                    <a:pt x="7954" y="13716"/>
                    <a:pt x="8097" y="13657"/>
                  </a:cubicBezTo>
                  <a:lnTo>
                    <a:pt x="787" y="834"/>
                  </a:lnTo>
                  <a:lnTo>
                    <a:pt x="31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8" name="Google Shape;4168;p28"/>
            <p:cNvSpPr/>
            <p:nvPr/>
          </p:nvSpPr>
          <p:spPr>
            <a:xfrm>
              <a:off x="6621650" y="3519025"/>
              <a:ext cx="17000" cy="515550"/>
            </a:xfrm>
            <a:custGeom>
              <a:rect b="b" l="l" r="r" t="t"/>
              <a:pathLst>
                <a:path extrusionOk="0" h="20622" w="680">
                  <a:moveTo>
                    <a:pt x="0" y="0"/>
                  </a:moveTo>
                  <a:lnTo>
                    <a:pt x="227" y="20622"/>
                  </a:lnTo>
                  <a:cubicBezTo>
                    <a:pt x="311" y="20605"/>
                    <a:pt x="389" y="20588"/>
                    <a:pt x="470" y="20588"/>
                  </a:cubicBezTo>
                  <a:cubicBezTo>
                    <a:pt x="503" y="20588"/>
                    <a:pt x="537" y="20591"/>
                    <a:pt x="572" y="20598"/>
                  </a:cubicBezTo>
                  <a:cubicBezTo>
                    <a:pt x="596" y="20598"/>
                    <a:pt x="643" y="20610"/>
                    <a:pt x="679" y="20610"/>
                  </a:cubicBezTo>
                  <a:lnTo>
                    <a:pt x="453" y="202"/>
                  </a:lnTo>
                  <a:lnTo>
                    <a:pt x="453" y="24"/>
                  </a:lnTo>
                  <a:cubicBezTo>
                    <a:pt x="387" y="32"/>
                    <a:pt x="333" y="46"/>
                    <a:pt x="278" y="46"/>
                  </a:cubicBezTo>
                  <a:cubicBezTo>
                    <a:pt x="253" y="46"/>
                    <a:pt x="229" y="43"/>
                    <a:pt x="203" y="36"/>
                  </a:cubicBezTo>
                  <a:cubicBezTo>
                    <a:pt x="143" y="36"/>
                    <a:pt x="60" y="24"/>
                    <a:pt x="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9" name="Google Shape;4169;p28"/>
            <p:cNvSpPr/>
            <p:nvPr/>
          </p:nvSpPr>
          <p:spPr>
            <a:xfrm>
              <a:off x="5767375" y="3510375"/>
              <a:ext cx="852500" cy="922475"/>
            </a:xfrm>
            <a:custGeom>
              <a:rect b="b" l="l" r="r" t="t"/>
              <a:pathLst>
                <a:path extrusionOk="0" h="36899" w="34100">
                  <a:moveTo>
                    <a:pt x="33779" y="1"/>
                  </a:moveTo>
                  <a:lnTo>
                    <a:pt x="1" y="36577"/>
                  </a:lnTo>
                  <a:cubicBezTo>
                    <a:pt x="143" y="36672"/>
                    <a:pt x="239" y="36779"/>
                    <a:pt x="334" y="36898"/>
                  </a:cubicBezTo>
                  <a:lnTo>
                    <a:pt x="34100" y="310"/>
                  </a:lnTo>
                  <a:cubicBezTo>
                    <a:pt x="33969" y="239"/>
                    <a:pt x="33862" y="132"/>
                    <a:pt x="33779"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0" name="Google Shape;4170;p28"/>
            <p:cNvSpPr/>
            <p:nvPr/>
          </p:nvSpPr>
          <p:spPr>
            <a:xfrm>
              <a:off x="6299575" y="4069975"/>
              <a:ext cx="318525" cy="244400"/>
            </a:xfrm>
            <a:custGeom>
              <a:rect b="b" l="l" r="r" t="t"/>
              <a:pathLst>
                <a:path extrusionOk="0" h="9776" w="12741">
                  <a:moveTo>
                    <a:pt x="12455" y="1"/>
                  </a:moveTo>
                  <a:lnTo>
                    <a:pt x="1" y="9418"/>
                  </a:lnTo>
                  <a:cubicBezTo>
                    <a:pt x="108" y="9525"/>
                    <a:pt x="191" y="9645"/>
                    <a:pt x="263" y="9776"/>
                  </a:cubicBezTo>
                  <a:lnTo>
                    <a:pt x="12741" y="358"/>
                  </a:lnTo>
                  <a:cubicBezTo>
                    <a:pt x="12622" y="251"/>
                    <a:pt x="12514" y="131"/>
                    <a:pt x="1245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1" name="Google Shape;4171;p28"/>
            <p:cNvSpPr/>
            <p:nvPr/>
          </p:nvSpPr>
          <p:spPr>
            <a:xfrm>
              <a:off x="6312675" y="4246175"/>
              <a:ext cx="406325" cy="101975"/>
            </a:xfrm>
            <a:custGeom>
              <a:rect b="b" l="l" r="r" t="t"/>
              <a:pathLst>
                <a:path extrusionOk="0" h="4079" w="16253">
                  <a:moveTo>
                    <a:pt x="15931" y="1"/>
                  </a:moveTo>
                  <a:lnTo>
                    <a:pt x="13" y="3620"/>
                  </a:lnTo>
                  <a:cubicBezTo>
                    <a:pt x="25" y="3716"/>
                    <a:pt x="25" y="3799"/>
                    <a:pt x="13" y="3918"/>
                  </a:cubicBezTo>
                  <a:cubicBezTo>
                    <a:pt x="13" y="3966"/>
                    <a:pt x="13" y="4025"/>
                    <a:pt x="1" y="4073"/>
                  </a:cubicBezTo>
                  <a:cubicBezTo>
                    <a:pt x="17" y="4073"/>
                    <a:pt x="38" y="4078"/>
                    <a:pt x="61" y="4078"/>
                  </a:cubicBezTo>
                  <a:cubicBezTo>
                    <a:pt x="72" y="4078"/>
                    <a:pt x="84" y="4077"/>
                    <a:pt x="96" y="4073"/>
                  </a:cubicBezTo>
                  <a:lnTo>
                    <a:pt x="16253" y="394"/>
                  </a:lnTo>
                  <a:cubicBezTo>
                    <a:pt x="16074" y="346"/>
                    <a:pt x="15931" y="203"/>
                    <a:pt x="1593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2" name="Google Shape;4172;p28"/>
            <p:cNvSpPr/>
            <p:nvPr/>
          </p:nvSpPr>
          <p:spPr>
            <a:xfrm>
              <a:off x="6728200" y="4251550"/>
              <a:ext cx="2725" cy="2100"/>
            </a:xfrm>
            <a:custGeom>
              <a:rect b="b" l="l" r="r" t="t"/>
              <a:pathLst>
                <a:path extrusionOk="0" h="84" w="109">
                  <a:moveTo>
                    <a:pt x="72" y="0"/>
                  </a:moveTo>
                  <a:cubicBezTo>
                    <a:pt x="60" y="24"/>
                    <a:pt x="25" y="60"/>
                    <a:pt x="1" y="84"/>
                  </a:cubicBezTo>
                  <a:lnTo>
                    <a:pt x="108" y="60"/>
                  </a:lnTo>
                  <a:lnTo>
                    <a:pt x="7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3" name="Google Shape;4173;p28"/>
            <p:cNvSpPr/>
            <p:nvPr/>
          </p:nvSpPr>
          <p:spPr>
            <a:xfrm>
              <a:off x="6736250" y="4181300"/>
              <a:ext cx="261950" cy="69375"/>
            </a:xfrm>
            <a:custGeom>
              <a:rect b="b" l="l" r="r" t="t"/>
              <a:pathLst>
                <a:path extrusionOk="0" h="2775" w="10478">
                  <a:moveTo>
                    <a:pt x="10442" y="0"/>
                  </a:moveTo>
                  <a:lnTo>
                    <a:pt x="4334" y="1382"/>
                  </a:lnTo>
                  <a:lnTo>
                    <a:pt x="3775" y="1513"/>
                  </a:lnTo>
                  <a:lnTo>
                    <a:pt x="0" y="2382"/>
                  </a:lnTo>
                  <a:lnTo>
                    <a:pt x="227" y="2775"/>
                  </a:lnTo>
                  <a:lnTo>
                    <a:pt x="4215" y="1870"/>
                  </a:lnTo>
                  <a:lnTo>
                    <a:pt x="4787" y="1739"/>
                  </a:lnTo>
                  <a:lnTo>
                    <a:pt x="10478" y="441"/>
                  </a:lnTo>
                  <a:cubicBezTo>
                    <a:pt x="10442" y="322"/>
                    <a:pt x="10406" y="203"/>
                    <a:pt x="10418" y="72"/>
                  </a:cubicBezTo>
                  <a:cubicBezTo>
                    <a:pt x="10418" y="36"/>
                    <a:pt x="10442" y="24"/>
                    <a:pt x="10442"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4" name="Google Shape;4174;p28"/>
            <p:cNvSpPr/>
            <p:nvPr/>
          </p:nvSpPr>
          <p:spPr>
            <a:xfrm>
              <a:off x="6640400" y="4078600"/>
              <a:ext cx="213150" cy="382525"/>
            </a:xfrm>
            <a:custGeom>
              <a:rect b="b" l="l" r="r" t="t"/>
              <a:pathLst>
                <a:path extrusionOk="0" h="15301" w="8526">
                  <a:moveTo>
                    <a:pt x="405" y="1"/>
                  </a:moveTo>
                  <a:cubicBezTo>
                    <a:pt x="286" y="84"/>
                    <a:pt x="143" y="156"/>
                    <a:pt x="1" y="191"/>
                  </a:cubicBezTo>
                  <a:lnTo>
                    <a:pt x="3275" y="6275"/>
                  </a:lnTo>
                  <a:lnTo>
                    <a:pt x="3322" y="6275"/>
                  </a:lnTo>
                  <a:cubicBezTo>
                    <a:pt x="3537" y="6311"/>
                    <a:pt x="3703" y="6502"/>
                    <a:pt x="3691" y="6728"/>
                  </a:cubicBezTo>
                  <a:cubicBezTo>
                    <a:pt x="3680" y="6799"/>
                    <a:pt x="3644" y="6859"/>
                    <a:pt x="3620" y="6918"/>
                  </a:cubicBezTo>
                  <a:lnTo>
                    <a:pt x="3644" y="6978"/>
                  </a:lnTo>
                  <a:lnTo>
                    <a:pt x="8121" y="15300"/>
                  </a:lnTo>
                  <a:lnTo>
                    <a:pt x="8180" y="15193"/>
                  </a:lnTo>
                  <a:cubicBezTo>
                    <a:pt x="8204" y="15193"/>
                    <a:pt x="8204" y="15181"/>
                    <a:pt x="8216" y="15157"/>
                  </a:cubicBezTo>
                  <a:lnTo>
                    <a:pt x="8228" y="15146"/>
                  </a:lnTo>
                  <a:lnTo>
                    <a:pt x="8240" y="15134"/>
                  </a:lnTo>
                  <a:cubicBezTo>
                    <a:pt x="8240" y="15122"/>
                    <a:pt x="8263" y="15122"/>
                    <a:pt x="8263" y="15122"/>
                  </a:cubicBezTo>
                  <a:cubicBezTo>
                    <a:pt x="8263" y="15122"/>
                    <a:pt x="8263" y="15098"/>
                    <a:pt x="8275" y="15098"/>
                  </a:cubicBezTo>
                  <a:lnTo>
                    <a:pt x="8287" y="15098"/>
                  </a:lnTo>
                  <a:cubicBezTo>
                    <a:pt x="8287" y="15086"/>
                    <a:pt x="8299" y="15086"/>
                    <a:pt x="8299" y="15086"/>
                  </a:cubicBezTo>
                  <a:lnTo>
                    <a:pt x="8525" y="15026"/>
                  </a:lnTo>
                  <a:lnTo>
                    <a:pt x="4120" y="6871"/>
                  </a:lnTo>
                  <a:lnTo>
                    <a:pt x="3894" y="6466"/>
                  </a:lnTo>
                  <a:lnTo>
                    <a:pt x="441" y="72"/>
                  </a:lnTo>
                  <a:lnTo>
                    <a:pt x="405"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5" name="Google Shape;4175;p28"/>
            <p:cNvSpPr/>
            <p:nvPr/>
          </p:nvSpPr>
          <p:spPr>
            <a:xfrm>
              <a:off x="6851450" y="4463175"/>
              <a:ext cx="184850" cy="115525"/>
            </a:xfrm>
            <a:custGeom>
              <a:rect b="b" l="l" r="r" t="t"/>
              <a:pathLst>
                <a:path extrusionOk="0" h="4621" w="7394">
                  <a:moveTo>
                    <a:pt x="488" y="1"/>
                  </a:moveTo>
                  <a:lnTo>
                    <a:pt x="60" y="108"/>
                  </a:lnTo>
                  <a:lnTo>
                    <a:pt x="0" y="227"/>
                  </a:lnTo>
                  <a:lnTo>
                    <a:pt x="7394" y="4620"/>
                  </a:lnTo>
                  <a:lnTo>
                    <a:pt x="7394" y="4096"/>
                  </a:lnTo>
                  <a:lnTo>
                    <a:pt x="48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6" name="Google Shape;4176;p28"/>
            <p:cNvSpPr/>
            <p:nvPr/>
          </p:nvSpPr>
          <p:spPr>
            <a:xfrm>
              <a:off x="6847575" y="4406025"/>
              <a:ext cx="188425" cy="60450"/>
            </a:xfrm>
            <a:custGeom>
              <a:rect b="b" l="l" r="r" t="t"/>
              <a:pathLst>
                <a:path extrusionOk="0" h="2418" w="7537">
                  <a:moveTo>
                    <a:pt x="17" y="1997"/>
                  </a:moveTo>
                  <a:cubicBezTo>
                    <a:pt x="11" y="1998"/>
                    <a:pt x="6" y="2000"/>
                    <a:pt x="0" y="2001"/>
                  </a:cubicBezTo>
                  <a:lnTo>
                    <a:pt x="17" y="1997"/>
                  </a:lnTo>
                  <a:close/>
                  <a:moveTo>
                    <a:pt x="7537" y="1"/>
                  </a:moveTo>
                  <a:lnTo>
                    <a:pt x="167" y="1965"/>
                  </a:lnTo>
                  <a:lnTo>
                    <a:pt x="17" y="1997"/>
                  </a:lnTo>
                  <a:lnTo>
                    <a:pt x="17" y="1997"/>
                  </a:lnTo>
                  <a:cubicBezTo>
                    <a:pt x="29" y="1995"/>
                    <a:pt x="43" y="1994"/>
                    <a:pt x="57" y="1994"/>
                  </a:cubicBezTo>
                  <a:cubicBezTo>
                    <a:pt x="92" y="1994"/>
                    <a:pt x="129" y="2002"/>
                    <a:pt x="167" y="2025"/>
                  </a:cubicBezTo>
                  <a:cubicBezTo>
                    <a:pt x="286" y="2084"/>
                    <a:pt x="310" y="2215"/>
                    <a:pt x="250" y="2322"/>
                  </a:cubicBezTo>
                  <a:lnTo>
                    <a:pt x="215" y="2418"/>
                  </a:lnTo>
                  <a:lnTo>
                    <a:pt x="631" y="2299"/>
                  </a:lnTo>
                  <a:lnTo>
                    <a:pt x="7537" y="453"/>
                  </a:lnTo>
                  <a:lnTo>
                    <a:pt x="753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7" name="Google Shape;4177;p28"/>
            <p:cNvSpPr/>
            <p:nvPr/>
          </p:nvSpPr>
          <p:spPr>
            <a:xfrm>
              <a:off x="6725825" y="4654575"/>
              <a:ext cx="17300" cy="9550"/>
            </a:xfrm>
            <a:custGeom>
              <a:rect b="b" l="l" r="r" t="t"/>
              <a:pathLst>
                <a:path extrusionOk="0" h="382" w="692">
                  <a:moveTo>
                    <a:pt x="227" y="0"/>
                  </a:moveTo>
                  <a:lnTo>
                    <a:pt x="1" y="381"/>
                  </a:lnTo>
                  <a:lnTo>
                    <a:pt x="525" y="381"/>
                  </a:lnTo>
                  <a:lnTo>
                    <a:pt x="691" y="84"/>
                  </a:lnTo>
                  <a:lnTo>
                    <a:pt x="227"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8" name="Google Shape;4178;p28"/>
            <p:cNvSpPr/>
            <p:nvPr/>
          </p:nvSpPr>
          <p:spPr>
            <a:xfrm>
              <a:off x="6737150" y="4455550"/>
              <a:ext cx="117875" cy="190425"/>
            </a:xfrm>
            <a:custGeom>
              <a:rect b="b" l="l" r="r" t="t"/>
              <a:pathLst>
                <a:path extrusionOk="0" h="7617" w="4715">
                  <a:moveTo>
                    <a:pt x="4478" y="0"/>
                  </a:moveTo>
                  <a:cubicBezTo>
                    <a:pt x="4455" y="0"/>
                    <a:pt x="4430" y="3"/>
                    <a:pt x="4405" y="8"/>
                  </a:cubicBezTo>
                  <a:cubicBezTo>
                    <a:pt x="4405" y="20"/>
                    <a:pt x="4382" y="20"/>
                    <a:pt x="4382" y="20"/>
                  </a:cubicBezTo>
                  <a:lnTo>
                    <a:pt x="4370" y="20"/>
                  </a:lnTo>
                  <a:lnTo>
                    <a:pt x="4358" y="32"/>
                  </a:lnTo>
                  <a:cubicBezTo>
                    <a:pt x="4358" y="56"/>
                    <a:pt x="4346" y="56"/>
                    <a:pt x="4346" y="56"/>
                  </a:cubicBezTo>
                  <a:lnTo>
                    <a:pt x="4334" y="68"/>
                  </a:lnTo>
                  <a:lnTo>
                    <a:pt x="4310" y="79"/>
                  </a:lnTo>
                  <a:cubicBezTo>
                    <a:pt x="4298" y="79"/>
                    <a:pt x="4298" y="91"/>
                    <a:pt x="4286" y="115"/>
                  </a:cubicBezTo>
                  <a:lnTo>
                    <a:pt x="4227" y="222"/>
                  </a:lnTo>
                  <a:lnTo>
                    <a:pt x="0" y="7521"/>
                  </a:lnTo>
                  <a:lnTo>
                    <a:pt x="453" y="7616"/>
                  </a:lnTo>
                  <a:lnTo>
                    <a:pt x="4548" y="508"/>
                  </a:lnTo>
                  <a:lnTo>
                    <a:pt x="4608" y="389"/>
                  </a:lnTo>
                  <a:lnTo>
                    <a:pt x="4655" y="318"/>
                  </a:lnTo>
                  <a:cubicBezTo>
                    <a:pt x="4715" y="210"/>
                    <a:pt x="4667" y="79"/>
                    <a:pt x="4560" y="20"/>
                  </a:cubicBezTo>
                  <a:cubicBezTo>
                    <a:pt x="4539" y="6"/>
                    <a:pt x="4510" y="0"/>
                    <a:pt x="4478"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9" name="Google Shape;4179;p28"/>
            <p:cNvSpPr/>
            <p:nvPr/>
          </p:nvSpPr>
          <p:spPr>
            <a:xfrm>
              <a:off x="6337975" y="4576300"/>
              <a:ext cx="3900" cy="5375"/>
            </a:xfrm>
            <a:custGeom>
              <a:rect b="b" l="l" r="r" t="t"/>
              <a:pathLst>
                <a:path extrusionOk="0" h="215" w="156">
                  <a:moveTo>
                    <a:pt x="1" y="0"/>
                  </a:moveTo>
                  <a:lnTo>
                    <a:pt x="1" y="0"/>
                  </a:lnTo>
                  <a:cubicBezTo>
                    <a:pt x="13" y="95"/>
                    <a:pt x="72" y="179"/>
                    <a:pt x="156" y="214"/>
                  </a:cubicBezTo>
                  <a:lnTo>
                    <a:pt x="156" y="48"/>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0" name="Google Shape;4180;p28"/>
            <p:cNvSpPr/>
            <p:nvPr/>
          </p:nvSpPr>
          <p:spPr>
            <a:xfrm>
              <a:off x="6410025" y="4583425"/>
              <a:ext cx="434000" cy="80700"/>
            </a:xfrm>
            <a:custGeom>
              <a:rect b="b" l="l" r="r" t="t"/>
              <a:pathLst>
                <a:path extrusionOk="0" h="3228" w="17360">
                  <a:moveTo>
                    <a:pt x="107" y="1"/>
                  </a:moveTo>
                  <a:cubicBezTo>
                    <a:pt x="95" y="144"/>
                    <a:pt x="60" y="298"/>
                    <a:pt x="0" y="429"/>
                  </a:cubicBezTo>
                  <a:lnTo>
                    <a:pt x="12859" y="2846"/>
                  </a:lnTo>
                  <a:lnTo>
                    <a:pt x="13323" y="2930"/>
                  </a:lnTo>
                  <a:lnTo>
                    <a:pt x="14931" y="3227"/>
                  </a:lnTo>
                  <a:lnTo>
                    <a:pt x="17359" y="3227"/>
                  </a:lnTo>
                  <a:lnTo>
                    <a:pt x="13561" y="2513"/>
                  </a:lnTo>
                  <a:lnTo>
                    <a:pt x="13097" y="2418"/>
                  </a:lnTo>
                  <a:lnTo>
                    <a:pt x="107"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1" name="Google Shape;4181;p28"/>
            <p:cNvSpPr/>
            <p:nvPr/>
          </p:nvSpPr>
          <p:spPr>
            <a:xfrm>
              <a:off x="5778675" y="4344125"/>
              <a:ext cx="436700" cy="105675"/>
            </a:xfrm>
            <a:custGeom>
              <a:rect b="b" l="l" r="r" t="t"/>
              <a:pathLst>
                <a:path extrusionOk="0" h="4227" w="17468">
                  <a:moveTo>
                    <a:pt x="17384" y="0"/>
                  </a:moveTo>
                  <a:lnTo>
                    <a:pt x="1" y="3786"/>
                  </a:lnTo>
                  <a:cubicBezTo>
                    <a:pt x="25" y="3905"/>
                    <a:pt x="60" y="4048"/>
                    <a:pt x="49" y="4179"/>
                  </a:cubicBezTo>
                  <a:lnTo>
                    <a:pt x="49" y="4227"/>
                  </a:lnTo>
                  <a:lnTo>
                    <a:pt x="17467" y="429"/>
                  </a:lnTo>
                  <a:cubicBezTo>
                    <a:pt x="17432" y="286"/>
                    <a:pt x="17396" y="155"/>
                    <a:pt x="1738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2" name="Google Shape;4182;p28"/>
            <p:cNvSpPr/>
            <p:nvPr/>
          </p:nvSpPr>
          <p:spPr>
            <a:xfrm>
              <a:off x="5778975" y="4449775"/>
              <a:ext cx="566475" cy="127425"/>
            </a:xfrm>
            <a:custGeom>
              <a:rect b="b" l="l" r="r" t="t"/>
              <a:pathLst>
                <a:path extrusionOk="0" h="5097" w="22659">
                  <a:moveTo>
                    <a:pt x="48" y="1"/>
                  </a:moveTo>
                  <a:cubicBezTo>
                    <a:pt x="37" y="72"/>
                    <a:pt x="13" y="132"/>
                    <a:pt x="1" y="191"/>
                  </a:cubicBezTo>
                  <a:lnTo>
                    <a:pt x="691" y="596"/>
                  </a:lnTo>
                  <a:lnTo>
                    <a:pt x="22373" y="5061"/>
                  </a:lnTo>
                  <a:lnTo>
                    <a:pt x="22539" y="5097"/>
                  </a:lnTo>
                  <a:cubicBezTo>
                    <a:pt x="22551" y="4942"/>
                    <a:pt x="22575" y="4799"/>
                    <a:pt x="22658" y="4656"/>
                  </a:cubicBezTo>
                  <a:lnTo>
                    <a:pt x="4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3" name="Google Shape;4183;p28"/>
            <p:cNvSpPr/>
            <p:nvPr/>
          </p:nvSpPr>
          <p:spPr>
            <a:xfrm>
              <a:off x="6395425" y="4603375"/>
              <a:ext cx="42600" cy="60750"/>
            </a:xfrm>
            <a:custGeom>
              <a:rect b="b" l="l" r="r" t="t"/>
              <a:pathLst>
                <a:path extrusionOk="0" h="2430" w="1704">
                  <a:moveTo>
                    <a:pt x="346" y="0"/>
                  </a:moveTo>
                  <a:cubicBezTo>
                    <a:pt x="239" y="120"/>
                    <a:pt x="144" y="215"/>
                    <a:pt x="1" y="286"/>
                  </a:cubicBezTo>
                  <a:lnTo>
                    <a:pt x="1191" y="2429"/>
                  </a:lnTo>
                  <a:lnTo>
                    <a:pt x="1703" y="2429"/>
                  </a:lnTo>
                  <a:lnTo>
                    <a:pt x="34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4" name="Google Shape;4184;p28"/>
            <p:cNvSpPr/>
            <p:nvPr/>
          </p:nvSpPr>
          <p:spPr>
            <a:xfrm>
              <a:off x="6271300" y="4385800"/>
              <a:ext cx="100350" cy="163725"/>
            </a:xfrm>
            <a:custGeom>
              <a:rect b="b" l="l" r="r" t="t"/>
              <a:pathLst>
                <a:path extrusionOk="0" h="6549" w="4014">
                  <a:moveTo>
                    <a:pt x="429" y="0"/>
                  </a:moveTo>
                  <a:cubicBezTo>
                    <a:pt x="298" y="60"/>
                    <a:pt x="144" y="107"/>
                    <a:pt x="1" y="131"/>
                  </a:cubicBezTo>
                  <a:lnTo>
                    <a:pt x="3585" y="6548"/>
                  </a:lnTo>
                  <a:cubicBezTo>
                    <a:pt x="3716" y="6477"/>
                    <a:pt x="3870" y="6429"/>
                    <a:pt x="4013" y="6406"/>
                  </a:cubicBezTo>
                  <a:lnTo>
                    <a:pt x="42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5" name="Google Shape;4185;p28"/>
            <p:cNvSpPr/>
            <p:nvPr/>
          </p:nvSpPr>
          <p:spPr>
            <a:xfrm>
              <a:off x="5772725" y="4454250"/>
              <a:ext cx="364950" cy="209875"/>
            </a:xfrm>
            <a:custGeom>
              <a:rect b="b" l="l" r="r" t="t"/>
              <a:pathLst>
                <a:path extrusionOk="0" h="8395" w="14598">
                  <a:moveTo>
                    <a:pt x="239" y="0"/>
                  </a:moveTo>
                  <a:cubicBezTo>
                    <a:pt x="179" y="155"/>
                    <a:pt x="108" y="286"/>
                    <a:pt x="1" y="393"/>
                  </a:cubicBezTo>
                  <a:lnTo>
                    <a:pt x="13705" y="8394"/>
                  </a:lnTo>
                  <a:lnTo>
                    <a:pt x="14598" y="8394"/>
                  </a:lnTo>
                  <a:lnTo>
                    <a:pt x="918" y="417"/>
                  </a:lnTo>
                  <a:lnTo>
                    <a:pt x="239"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6" name="Google Shape;4186;p28"/>
            <p:cNvSpPr/>
            <p:nvPr/>
          </p:nvSpPr>
          <p:spPr>
            <a:xfrm>
              <a:off x="6341850" y="4544475"/>
              <a:ext cx="72350" cy="71050"/>
            </a:xfrm>
            <a:custGeom>
              <a:rect b="b" l="l" r="r" t="t"/>
              <a:pathLst>
                <a:path extrusionOk="0" h="2842" w="2894">
                  <a:moveTo>
                    <a:pt x="1417" y="1"/>
                  </a:moveTo>
                  <a:cubicBezTo>
                    <a:pt x="1338" y="1"/>
                    <a:pt x="1261" y="15"/>
                    <a:pt x="1179" y="23"/>
                  </a:cubicBezTo>
                  <a:cubicBezTo>
                    <a:pt x="1036" y="59"/>
                    <a:pt x="882" y="94"/>
                    <a:pt x="751" y="166"/>
                  </a:cubicBezTo>
                  <a:cubicBezTo>
                    <a:pt x="465" y="321"/>
                    <a:pt x="239" y="559"/>
                    <a:pt x="108" y="856"/>
                  </a:cubicBezTo>
                  <a:cubicBezTo>
                    <a:pt x="60" y="987"/>
                    <a:pt x="24" y="1142"/>
                    <a:pt x="1" y="1285"/>
                  </a:cubicBezTo>
                  <a:lnTo>
                    <a:pt x="1" y="1297"/>
                  </a:lnTo>
                  <a:lnTo>
                    <a:pt x="1" y="1464"/>
                  </a:lnTo>
                  <a:cubicBezTo>
                    <a:pt x="36" y="2178"/>
                    <a:pt x="584" y="2773"/>
                    <a:pt x="1298" y="2833"/>
                  </a:cubicBezTo>
                  <a:cubicBezTo>
                    <a:pt x="1351" y="2839"/>
                    <a:pt x="1403" y="2842"/>
                    <a:pt x="1455" y="2842"/>
                  </a:cubicBezTo>
                  <a:cubicBezTo>
                    <a:pt x="1707" y="2842"/>
                    <a:pt x="1946" y="2771"/>
                    <a:pt x="2144" y="2642"/>
                  </a:cubicBezTo>
                  <a:cubicBezTo>
                    <a:pt x="2287" y="2571"/>
                    <a:pt x="2382" y="2476"/>
                    <a:pt x="2489" y="2345"/>
                  </a:cubicBezTo>
                  <a:cubicBezTo>
                    <a:pt x="2584" y="2225"/>
                    <a:pt x="2656" y="2106"/>
                    <a:pt x="2715" y="1975"/>
                  </a:cubicBezTo>
                  <a:cubicBezTo>
                    <a:pt x="2775" y="1833"/>
                    <a:pt x="2799" y="1690"/>
                    <a:pt x="2822" y="1535"/>
                  </a:cubicBezTo>
                  <a:cubicBezTo>
                    <a:pt x="2894" y="761"/>
                    <a:pt x="2310" y="82"/>
                    <a:pt x="1525" y="11"/>
                  </a:cubicBezTo>
                  <a:cubicBezTo>
                    <a:pt x="1488" y="4"/>
                    <a:pt x="1452" y="1"/>
                    <a:pt x="141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7" name="Google Shape;4187;p28"/>
            <p:cNvSpPr/>
            <p:nvPr/>
          </p:nvSpPr>
          <p:spPr>
            <a:xfrm>
              <a:off x="6212375" y="4289200"/>
              <a:ext cx="100625" cy="100600"/>
            </a:xfrm>
            <a:custGeom>
              <a:rect b="b" l="l" r="r" t="t"/>
              <a:pathLst>
                <a:path extrusionOk="0" h="4024" w="4025">
                  <a:moveTo>
                    <a:pt x="2038" y="1"/>
                  </a:moveTo>
                  <a:cubicBezTo>
                    <a:pt x="1006" y="1"/>
                    <a:pt x="115" y="796"/>
                    <a:pt x="24" y="1840"/>
                  </a:cubicBezTo>
                  <a:cubicBezTo>
                    <a:pt x="0" y="1959"/>
                    <a:pt x="0" y="2078"/>
                    <a:pt x="24" y="2197"/>
                  </a:cubicBezTo>
                  <a:cubicBezTo>
                    <a:pt x="36" y="2352"/>
                    <a:pt x="60" y="2495"/>
                    <a:pt x="108" y="2626"/>
                  </a:cubicBezTo>
                  <a:cubicBezTo>
                    <a:pt x="358" y="3376"/>
                    <a:pt x="1036" y="3935"/>
                    <a:pt x="1846" y="4019"/>
                  </a:cubicBezTo>
                  <a:cubicBezTo>
                    <a:pt x="1890" y="4022"/>
                    <a:pt x="1934" y="4023"/>
                    <a:pt x="1978" y="4023"/>
                  </a:cubicBezTo>
                  <a:cubicBezTo>
                    <a:pt x="2107" y="4023"/>
                    <a:pt x="2230" y="4010"/>
                    <a:pt x="2346" y="3983"/>
                  </a:cubicBezTo>
                  <a:cubicBezTo>
                    <a:pt x="2501" y="3971"/>
                    <a:pt x="2655" y="3924"/>
                    <a:pt x="2786" y="3864"/>
                  </a:cubicBezTo>
                  <a:cubicBezTo>
                    <a:pt x="3417" y="3602"/>
                    <a:pt x="3894" y="3031"/>
                    <a:pt x="4013" y="2328"/>
                  </a:cubicBezTo>
                  <a:cubicBezTo>
                    <a:pt x="4013" y="2292"/>
                    <a:pt x="4025" y="2233"/>
                    <a:pt x="4025" y="2185"/>
                  </a:cubicBezTo>
                  <a:lnTo>
                    <a:pt x="4025" y="1899"/>
                  </a:lnTo>
                  <a:cubicBezTo>
                    <a:pt x="3989" y="1578"/>
                    <a:pt x="3906" y="1257"/>
                    <a:pt x="3739" y="995"/>
                  </a:cubicBezTo>
                  <a:cubicBezTo>
                    <a:pt x="3667" y="864"/>
                    <a:pt x="3572" y="745"/>
                    <a:pt x="3465" y="637"/>
                  </a:cubicBezTo>
                  <a:cubicBezTo>
                    <a:pt x="3144" y="292"/>
                    <a:pt x="2703" y="54"/>
                    <a:pt x="2191" y="6"/>
                  </a:cubicBezTo>
                  <a:cubicBezTo>
                    <a:pt x="2140" y="2"/>
                    <a:pt x="2089" y="1"/>
                    <a:pt x="2038"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8" name="Google Shape;4188;p28"/>
            <p:cNvSpPr/>
            <p:nvPr/>
          </p:nvSpPr>
          <p:spPr>
            <a:xfrm>
              <a:off x="6886575" y="1575550"/>
              <a:ext cx="19050" cy="17950"/>
            </a:xfrm>
            <a:custGeom>
              <a:rect b="b" l="l" r="r" t="t"/>
              <a:pathLst>
                <a:path extrusionOk="0" h="718" w="762">
                  <a:moveTo>
                    <a:pt x="367" y="0"/>
                  </a:moveTo>
                  <a:cubicBezTo>
                    <a:pt x="308" y="0"/>
                    <a:pt x="251" y="22"/>
                    <a:pt x="202" y="51"/>
                  </a:cubicBezTo>
                  <a:cubicBezTo>
                    <a:pt x="95" y="111"/>
                    <a:pt x="36" y="206"/>
                    <a:pt x="24" y="325"/>
                  </a:cubicBezTo>
                  <a:cubicBezTo>
                    <a:pt x="0" y="539"/>
                    <a:pt x="155" y="706"/>
                    <a:pt x="345" y="718"/>
                  </a:cubicBezTo>
                  <a:cubicBezTo>
                    <a:pt x="405" y="718"/>
                    <a:pt x="464" y="706"/>
                    <a:pt x="512" y="682"/>
                  </a:cubicBezTo>
                  <a:cubicBezTo>
                    <a:pt x="631" y="646"/>
                    <a:pt x="714" y="539"/>
                    <a:pt x="738" y="384"/>
                  </a:cubicBezTo>
                  <a:cubicBezTo>
                    <a:pt x="762" y="194"/>
                    <a:pt x="595" y="15"/>
                    <a:pt x="405" y="3"/>
                  </a:cubicBezTo>
                  <a:cubicBezTo>
                    <a:pt x="392" y="1"/>
                    <a:pt x="380" y="0"/>
                    <a:pt x="36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9" name="Google Shape;4189;p28"/>
            <p:cNvSpPr/>
            <p:nvPr/>
          </p:nvSpPr>
          <p:spPr>
            <a:xfrm>
              <a:off x="6612725" y="2909675"/>
              <a:ext cx="36925" cy="36225"/>
            </a:xfrm>
            <a:custGeom>
              <a:rect b="b" l="l" r="r" t="t"/>
              <a:pathLst>
                <a:path extrusionOk="0" h="1449" w="1477">
                  <a:moveTo>
                    <a:pt x="765" y="1"/>
                  </a:moveTo>
                  <a:cubicBezTo>
                    <a:pt x="380" y="1"/>
                    <a:pt x="59" y="291"/>
                    <a:pt x="36" y="669"/>
                  </a:cubicBezTo>
                  <a:cubicBezTo>
                    <a:pt x="0" y="1074"/>
                    <a:pt x="298" y="1419"/>
                    <a:pt x="703" y="1443"/>
                  </a:cubicBezTo>
                  <a:cubicBezTo>
                    <a:pt x="732" y="1446"/>
                    <a:pt x="761" y="1448"/>
                    <a:pt x="790" y="1448"/>
                  </a:cubicBezTo>
                  <a:cubicBezTo>
                    <a:pt x="1039" y="1448"/>
                    <a:pt x="1252" y="1312"/>
                    <a:pt x="1369" y="1109"/>
                  </a:cubicBezTo>
                  <a:cubicBezTo>
                    <a:pt x="1429" y="1014"/>
                    <a:pt x="1465" y="907"/>
                    <a:pt x="1477" y="788"/>
                  </a:cubicBezTo>
                  <a:cubicBezTo>
                    <a:pt x="1477" y="752"/>
                    <a:pt x="1477" y="705"/>
                    <a:pt x="1465" y="657"/>
                  </a:cubicBezTo>
                  <a:lnTo>
                    <a:pt x="1465" y="645"/>
                  </a:lnTo>
                  <a:cubicBezTo>
                    <a:pt x="1417" y="312"/>
                    <a:pt x="1167" y="38"/>
                    <a:pt x="810" y="2"/>
                  </a:cubicBezTo>
                  <a:cubicBezTo>
                    <a:pt x="795" y="1"/>
                    <a:pt x="780" y="1"/>
                    <a:pt x="7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0" name="Google Shape;4190;p28"/>
            <p:cNvSpPr/>
            <p:nvPr/>
          </p:nvSpPr>
          <p:spPr>
            <a:xfrm>
              <a:off x="6607950" y="4033250"/>
              <a:ext cx="50925" cy="50550"/>
            </a:xfrm>
            <a:custGeom>
              <a:rect b="b" l="l" r="r" t="t"/>
              <a:pathLst>
                <a:path extrusionOk="0" h="2022" w="2037">
                  <a:moveTo>
                    <a:pt x="1019" y="1"/>
                  </a:moveTo>
                  <a:cubicBezTo>
                    <a:pt x="930" y="1"/>
                    <a:pt x="843" y="14"/>
                    <a:pt x="763" y="41"/>
                  </a:cubicBezTo>
                  <a:cubicBezTo>
                    <a:pt x="358" y="148"/>
                    <a:pt x="48" y="505"/>
                    <a:pt x="13" y="934"/>
                  </a:cubicBezTo>
                  <a:cubicBezTo>
                    <a:pt x="1" y="1124"/>
                    <a:pt x="25" y="1291"/>
                    <a:pt x="108" y="1458"/>
                  </a:cubicBezTo>
                  <a:cubicBezTo>
                    <a:pt x="179" y="1600"/>
                    <a:pt x="275" y="1720"/>
                    <a:pt x="394" y="1815"/>
                  </a:cubicBezTo>
                  <a:cubicBezTo>
                    <a:pt x="537" y="1934"/>
                    <a:pt x="727" y="2005"/>
                    <a:pt x="941" y="2017"/>
                  </a:cubicBezTo>
                  <a:cubicBezTo>
                    <a:pt x="969" y="2020"/>
                    <a:pt x="997" y="2021"/>
                    <a:pt x="1024" y="2021"/>
                  </a:cubicBezTo>
                  <a:cubicBezTo>
                    <a:pt x="1110" y="2021"/>
                    <a:pt x="1187" y="2006"/>
                    <a:pt x="1251" y="1970"/>
                  </a:cubicBezTo>
                  <a:cubicBezTo>
                    <a:pt x="1406" y="1946"/>
                    <a:pt x="1537" y="1874"/>
                    <a:pt x="1656" y="1779"/>
                  </a:cubicBezTo>
                  <a:cubicBezTo>
                    <a:pt x="1775" y="1696"/>
                    <a:pt x="1858" y="1589"/>
                    <a:pt x="1918" y="1470"/>
                  </a:cubicBezTo>
                  <a:cubicBezTo>
                    <a:pt x="1977" y="1350"/>
                    <a:pt x="2013" y="1219"/>
                    <a:pt x="2025" y="1077"/>
                  </a:cubicBezTo>
                  <a:cubicBezTo>
                    <a:pt x="2037" y="874"/>
                    <a:pt x="2001" y="660"/>
                    <a:pt x="1894" y="505"/>
                  </a:cubicBezTo>
                  <a:cubicBezTo>
                    <a:pt x="1799" y="362"/>
                    <a:pt x="1703" y="267"/>
                    <a:pt x="1584" y="172"/>
                  </a:cubicBezTo>
                  <a:cubicBezTo>
                    <a:pt x="1465" y="100"/>
                    <a:pt x="1346" y="53"/>
                    <a:pt x="1203" y="29"/>
                  </a:cubicBezTo>
                  <a:cubicBezTo>
                    <a:pt x="1179" y="29"/>
                    <a:pt x="1132" y="5"/>
                    <a:pt x="1108" y="5"/>
                  </a:cubicBezTo>
                  <a:cubicBezTo>
                    <a:pt x="1078" y="2"/>
                    <a:pt x="1049" y="1"/>
                    <a:pt x="1019"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1" name="Google Shape;4191;p28"/>
            <p:cNvSpPr/>
            <p:nvPr/>
          </p:nvSpPr>
          <p:spPr>
            <a:xfrm>
              <a:off x="6996400" y="4166875"/>
              <a:ext cx="36325" cy="36000"/>
            </a:xfrm>
            <a:custGeom>
              <a:rect b="b" l="l" r="r" t="t"/>
              <a:pathLst>
                <a:path extrusionOk="0" h="1440" w="1453">
                  <a:moveTo>
                    <a:pt x="733" y="1"/>
                  </a:moveTo>
                  <a:cubicBezTo>
                    <a:pt x="700" y="1"/>
                    <a:pt x="671" y="6"/>
                    <a:pt x="631" y="6"/>
                  </a:cubicBezTo>
                  <a:cubicBezTo>
                    <a:pt x="465" y="18"/>
                    <a:pt x="334" y="101"/>
                    <a:pt x="227" y="196"/>
                  </a:cubicBezTo>
                  <a:cubicBezTo>
                    <a:pt x="119" y="304"/>
                    <a:pt x="60" y="423"/>
                    <a:pt x="36" y="577"/>
                  </a:cubicBezTo>
                  <a:cubicBezTo>
                    <a:pt x="36" y="601"/>
                    <a:pt x="12" y="613"/>
                    <a:pt x="12" y="649"/>
                  </a:cubicBezTo>
                  <a:cubicBezTo>
                    <a:pt x="0" y="780"/>
                    <a:pt x="36" y="899"/>
                    <a:pt x="84" y="1030"/>
                  </a:cubicBezTo>
                  <a:cubicBezTo>
                    <a:pt x="191" y="1256"/>
                    <a:pt x="405" y="1423"/>
                    <a:pt x="667" y="1435"/>
                  </a:cubicBezTo>
                  <a:cubicBezTo>
                    <a:pt x="696" y="1438"/>
                    <a:pt x="724" y="1440"/>
                    <a:pt x="752" y="1440"/>
                  </a:cubicBezTo>
                  <a:cubicBezTo>
                    <a:pt x="1119" y="1440"/>
                    <a:pt x="1419" y="1156"/>
                    <a:pt x="1441" y="780"/>
                  </a:cubicBezTo>
                  <a:cubicBezTo>
                    <a:pt x="1453" y="399"/>
                    <a:pt x="1155" y="42"/>
                    <a:pt x="786" y="6"/>
                  </a:cubicBezTo>
                  <a:cubicBezTo>
                    <a:pt x="766" y="2"/>
                    <a:pt x="749" y="1"/>
                    <a:pt x="73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2" name="Google Shape;4192;p28"/>
            <p:cNvSpPr/>
            <p:nvPr/>
          </p:nvSpPr>
          <p:spPr>
            <a:xfrm>
              <a:off x="6710350" y="4394000"/>
              <a:ext cx="37225" cy="35950"/>
            </a:xfrm>
            <a:custGeom>
              <a:rect b="b" l="l" r="r" t="t"/>
              <a:pathLst>
                <a:path extrusionOk="0" h="1438" w="1489">
                  <a:moveTo>
                    <a:pt x="737" y="0"/>
                  </a:moveTo>
                  <a:cubicBezTo>
                    <a:pt x="370" y="0"/>
                    <a:pt x="70" y="284"/>
                    <a:pt x="48" y="660"/>
                  </a:cubicBezTo>
                  <a:cubicBezTo>
                    <a:pt x="1" y="1053"/>
                    <a:pt x="298" y="1398"/>
                    <a:pt x="703" y="1434"/>
                  </a:cubicBezTo>
                  <a:cubicBezTo>
                    <a:pt x="724" y="1436"/>
                    <a:pt x="746" y="1437"/>
                    <a:pt x="767" y="1437"/>
                  </a:cubicBezTo>
                  <a:cubicBezTo>
                    <a:pt x="1133" y="1437"/>
                    <a:pt x="1443" y="1151"/>
                    <a:pt x="1477" y="779"/>
                  </a:cubicBezTo>
                  <a:cubicBezTo>
                    <a:pt x="1489" y="386"/>
                    <a:pt x="1203" y="41"/>
                    <a:pt x="822" y="5"/>
                  </a:cubicBezTo>
                  <a:cubicBezTo>
                    <a:pt x="793" y="2"/>
                    <a:pt x="765" y="0"/>
                    <a:pt x="73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3" name="Google Shape;4193;p28"/>
            <p:cNvSpPr/>
            <p:nvPr/>
          </p:nvSpPr>
          <p:spPr>
            <a:xfrm>
              <a:off x="6609750" y="3484075"/>
              <a:ext cx="35725" cy="35675"/>
            </a:xfrm>
            <a:custGeom>
              <a:rect b="b" l="l" r="r" t="t"/>
              <a:pathLst>
                <a:path extrusionOk="0" h="1427" w="1429">
                  <a:moveTo>
                    <a:pt x="700" y="1"/>
                  </a:moveTo>
                  <a:cubicBezTo>
                    <a:pt x="418" y="1"/>
                    <a:pt x="158" y="184"/>
                    <a:pt x="60" y="458"/>
                  </a:cubicBezTo>
                  <a:cubicBezTo>
                    <a:pt x="48" y="517"/>
                    <a:pt x="24" y="577"/>
                    <a:pt x="24" y="648"/>
                  </a:cubicBezTo>
                  <a:cubicBezTo>
                    <a:pt x="0" y="755"/>
                    <a:pt x="36" y="850"/>
                    <a:pt x="60" y="958"/>
                  </a:cubicBezTo>
                  <a:cubicBezTo>
                    <a:pt x="84" y="993"/>
                    <a:pt x="84" y="1005"/>
                    <a:pt x="95" y="1041"/>
                  </a:cubicBezTo>
                  <a:cubicBezTo>
                    <a:pt x="155" y="1172"/>
                    <a:pt x="274" y="1279"/>
                    <a:pt x="405" y="1350"/>
                  </a:cubicBezTo>
                  <a:cubicBezTo>
                    <a:pt x="417" y="1362"/>
                    <a:pt x="453" y="1362"/>
                    <a:pt x="465" y="1374"/>
                  </a:cubicBezTo>
                  <a:cubicBezTo>
                    <a:pt x="524" y="1398"/>
                    <a:pt x="584" y="1422"/>
                    <a:pt x="655" y="1422"/>
                  </a:cubicBezTo>
                  <a:cubicBezTo>
                    <a:pt x="683" y="1425"/>
                    <a:pt x="710" y="1427"/>
                    <a:pt x="736" y="1427"/>
                  </a:cubicBezTo>
                  <a:cubicBezTo>
                    <a:pt x="799" y="1427"/>
                    <a:pt x="858" y="1418"/>
                    <a:pt x="917" y="1410"/>
                  </a:cubicBezTo>
                  <a:cubicBezTo>
                    <a:pt x="1036" y="1374"/>
                    <a:pt x="1155" y="1315"/>
                    <a:pt x="1227" y="1243"/>
                  </a:cubicBezTo>
                  <a:lnTo>
                    <a:pt x="1238" y="1231"/>
                  </a:lnTo>
                  <a:cubicBezTo>
                    <a:pt x="1346" y="1112"/>
                    <a:pt x="1417" y="958"/>
                    <a:pt x="1429" y="779"/>
                  </a:cubicBezTo>
                  <a:cubicBezTo>
                    <a:pt x="1429" y="684"/>
                    <a:pt x="1429" y="600"/>
                    <a:pt x="1405" y="517"/>
                  </a:cubicBezTo>
                  <a:cubicBezTo>
                    <a:pt x="1358" y="362"/>
                    <a:pt x="1262" y="231"/>
                    <a:pt x="1143" y="148"/>
                  </a:cubicBezTo>
                  <a:cubicBezTo>
                    <a:pt x="1048" y="65"/>
                    <a:pt x="917" y="29"/>
                    <a:pt x="774" y="5"/>
                  </a:cubicBezTo>
                  <a:cubicBezTo>
                    <a:pt x="749" y="2"/>
                    <a:pt x="724" y="1"/>
                    <a:pt x="70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4" name="Google Shape;4194;p28"/>
            <p:cNvSpPr/>
            <p:nvPr/>
          </p:nvSpPr>
          <p:spPr>
            <a:xfrm>
              <a:off x="7027050" y="3205875"/>
              <a:ext cx="8950" cy="31275"/>
            </a:xfrm>
            <a:custGeom>
              <a:rect b="b" l="l" r="r" t="t"/>
              <a:pathLst>
                <a:path extrusionOk="0" h="1251" w="358">
                  <a:moveTo>
                    <a:pt x="358" y="1"/>
                  </a:moveTo>
                  <a:cubicBezTo>
                    <a:pt x="334" y="25"/>
                    <a:pt x="310" y="36"/>
                    <a:pt x="298" y="48"/>
                  </a:cubicBezTo>
                  <a:cubicBezTo>
                    <a:pt x="132" y="167"/>
                    <a:pt x="13" y="346"/>
                    <a:pt x="1" y="572"/>
                  </a:cubicBezTo>
                  <a:cubicBezTo>
                    <a:pt x="1" y="656"/>
                    <a:pt x="1" y="751"/>
                    <a:pt x="25" y="834"/>
                  </a:cubicBezTo>
                  <a:cubicBezTo>
                    <a:pt x="72" y="989"/>
                    <a:pt x="179" y="1108"/>
                    <a:pt x="275" y="1215"/>
                  </a:cubicBezTo>
                  <a:cubicBezTo>
                    <a:pt x="310" y="1227"/>
                    <a:pt x="322" y="1239"/>
                    <a:pt x="358" y="1251"/>
                  </a:cubicBezTo>
                  <a:lnTo>
                    <a:pt x="358" y="1"/>
                  </a:ln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5" name="Google Shape;4195;p28"/>
            <p:cNvSpPr/>
            <p:nvPr/>
          </p:nvSpPr>
          <p:spPr>
            <a:xfrm>
              <a:off x="6923175" y="1659900"/>
              <a:ext cx="35750" cy="35150"/>
            </a:xfrm>
            <a:custGeom>
              <a:rect b="b" l="l" r="r" t="t"/>
              <a:pathLst>
                <a:path extrusionOk="0" h="1406" w="1430">
                  <a:moveTo>
                    <a:pt x="681" y="1"/>
                  </a:moveTo>
                  <a:cubicBezTo>
                    <a:pt x="607" y="1"/>
                    <a:pt x="536" y="18"/>
                    <a:pt x="477" y="35"/>
                  </a:cubicBezTo>
                  <a:cubicBezTo>
                    <a:pt x="227" y="130"/>
                    <a:pt x="24" y="344"/>
                    <a:pt x="12" y="642"/>
                  </a:cubicBezTo>
                  <a:cubicBezTo>
                    <a:pt x="0" y="844"/>
                    <a:pt x="60" y="1035"/>
                    <a:pt x="179" y="1166"/>
                  </a:cubicBezTo>
                  <a:cubicBezTo>
                    <a:pt x="262" y="1285"/>
                    <a:pt x="405" y="1356"/>
                    <a:pt x="548" y="1392"/>
                  </a:cubicBezTo>
                  <a:cubicBezTo>
                    <a:pt x="584" y="1392"/>
                    <a:pt x="608" y="1404"/>
                    <a:pt x="655" y="1404"/>
                  </a:cubicBezTo>
                  <a:cubicBezTo>
                    <a:pt x="677" y="1405"/>
                    <a:pt x="698" y="1406"/>
                    <a:pt x="720" y="1406"/>
                  </a:cubicBezTo>
                  <a:cubicBezTo>
                    <a:pt x="874" y="1406"/>
                    <a:pt x="1016" y="1367"/>
                    <a:pt x="1132" y="1273"/>
                  </a:cubicBezTo>
                  <a:cubicBezTo>
                    <a:pt x="1263" y="1178"/>
                    <a:pt x="1370" y="1023"/>
                    <a:pt x="1394" y="844"/>
                  </a:cubicBezTo>
                  <a:cubicBezTo>
                    <a:pt x="1394" y="820"/>
                    <a:pt x="1417" y="797"/>
                    <a:pt x="1417" y="761"/>
                  </a:cubicBezTo>
                  <a:cubicBezTo>
                    <a:pt x="1429" y="546"/>
                    <a:pt x="1334" y="332"/>
                    <a:pt x="1191" y="189"/>
                  </a:cubicBezTo>
                  <a:cubicBezTo>
                    <a:pt x="1132" y="130"/>
                    <a:pt x="1060" y="82"/>
                    <a:pt x="977" y="46"/>
                  </a:cubicBezTo>
                  <a:cubicBezTo>
                    <a:pt x="917" y="35"/>
                    <a:pt x="846" y="11"/>
                    <a:pt x="774" y="11"/>
                  </a:cubicBezTo>
                  <a:cubicBezTo>
                    <a:pt x="743" y="4"/>
                    <a:pt x="712" y="1"/>
                    <a:pt x="6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6" name="Google Shape;4196;p28"/>
            <p:cNvSpPr/>
            <p:nvPr/>
          </p:nvSpPr>
          <p:spPr>
            <a:xfrm>
              <a:off x="6526400" y="2260750"/>
              <a:ext cx="36625" cy="35900"/>
            </a:xfrm>
            <a:custGeom>
              <a:rect b="b" l="l" r="r" t="t"/>
              <a:pathLst>
                <a:path extrusionOk="0" h="1436" w="1465">
                  <a:moveTo>
                    <a:pt x="756" y="1"/>
                  </a:moveTo>
                  <a:cubicBezTo>
                    <a:pt x="382" y="1"/>
                    <a:pt x="82" y="287"/>
                    <a:pt x="48" y="658"/>
                  </a:cubicBezTo>
                  <a:cubicBezTo>
                    <a:pt x="0" y="1063"/>
                    <a:pt x="298" y="1408"/>
                    <a:pt x="703" y="1432"/>
                  </a:cubicBezTo>
                  <a:cubicBezTo>
                    <a:pt x="727" y="1435"/>
                    <a:pt x="751" y="1436"/>
                    <a:pt x="775" y="1436"/>
                  </a:cubicBezTo>
                  <a:cubicBezTo>
                    <a:pt x="986" y="1436"/>
                    <a:pt x="1182" y="1343"/>
                    <a:pt x="1310" y="1182"/>
                  </a:cubicBezTo>
                  <a:cubicBezTo>
                    <a:pt x="1405" y="1075"/>
                    <a:pt x="1465" y="944"/>
                    <a:pt x="1465" y="765"/>
                  </a:cubicBezTo>
                  <a:lnTo>
                    <a:pt x="1465" y="754"/>
                  </a:lnTo>
                  <a:lnTo>
                    <a:pt x="1465" y="682"/>
                  </a:lnTo>
                  <a:cubicBezTo>
                    <a:pt x="1453" y="515"/>
                    <a:pt x="1393" y="384"/>
                    <a:pt x="1298" y="265"/>
                  </a:cubicBezTo>
                  <a:cubicBezTo>
                    <a:pt x="1179" y="123"/>
                    <a:pt x="1012" y="27"/>
                    <a:pt x="822" y="3"/>
                  </a:cubicBezTo>
                  <a:cubicBezTo>
                    <a:pt x="800" y="2"/>
                    <a:pt x="778" y="1"/>
                    <a:pt x="75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7" name="Google Shape;4197;p28"/>
            <p:cNvSpPr/>
            <p:nvPr/>
          </p:nvSpPr>
          <p:spPr>
            <a:xfrm>
              <a:off x="5728375" y="4421425"/>
              <a:ext cx="51825" cy="50475"/>
            </a:xfrm>
            <a:custGeom>
              <a:rect b="b" l="l" r="r" t="t"/>
              <a:pathLst>
                <a:path extrusionOk="0" h="2019" w="2073">
                  <a:moveTo>
                    <a:pt x="1045" y="0"/>
                  </a:moveTo>
                  <a:cubicBezTo>
                    <a:pt x="521" y="0"/>
                    <a:pt x="71" y="402"/>
                    <a:pt x="48" y="932"/>
                  </a:cubicBezTo>
                  <a:cubicBezTo>
                    <a:pt x="1" y="1492"/>
                    <a:pt x="418" y="1980"/>
                    <a:pt x="965" y="2016"/>
                  </a:cubicBezTo>
                  <a:cubicBezTo>
                    <a:pt x="992" y="2018"/>
                    <a:pt x="1019" y="2019"/>
                    <a:pt x="1046" y="2019"/>
                  </a:cubicBezTo>
                  <a:cubicBezTo>
                    <a:pt x="1333" y="2019"/>
                    <a:pt x="1579" y="1903"/>
                    <a:pt x="1775" y="1718"/>
                  </a:cubicBezTo>
                  <a:cubicBezTo>
                    <a:pt x="1870" y="1611"/>
                    <a:pt x="1965" y="1480"/>
                    <a:pt x="2013" y="1325"/>
                  </a:cubicBezTo>
                  <a:cubicBezTo>
                    <a:pt x="2037" y="1266"/>
                    <a:pt x="2037" y="1194"/>
                    <a:pt x="2061" y="1135"/>
                  </a:cubicBezTo>
                  <a:lnTo>
                    <a:pt x="2061" y="1123"/>
                  </a:lnTo>
                  <a:lnTo>
                    <a:pt x="2061" y="1075"/>
                  </a:lnTo>
                  <a:cubicBezTo>
                    <a:pt x="2072" y="944"/>
                    <a:pt x="2061" y="813"/>
                    <a:pt x="2013" y="671"/>
                  </a:cubicBezTo>
                  <a:cubicBezTo>
                    <a:pt x="1977" y="599"/>
                    <a:pt x="1942" y="528"/>
                    <a:pt x="1894" y="456"/>
                  </a:cubicBezTo>
                  <a:cubicBezTo>
                    <a:pt x="1822" y="337"/>
                    <a:pt x="1703" y="218"/>
                    <a:pt x="1561" y="135"/>
                  </a:cubicBezTo>
                  <a:cubicBezTo>
                    <a:pt x="1430" y="63"/>
                    <a:pt x="1275" y="16"/>
                    <a:pt x="1132" y="4"/>
                  </a:cubicBezTo>
                  <a:cubicBezTo>
                    <a:pt x="1103" y="1"/>
                    <a:pt x="1074" y="0"/>
                    <a:pt x="104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8" name="Google Shape;4198;p28"/>
            <p:cNvSpPr/>
            <p:nvPr/>
          </p:nvSpPr>
          <p:spPr>
            <a:xfrm>
              <a:off x="6710950" y="4235475"/>
              <a:ext cx="20850" cy="20600"/>
            </a:xfrm>
            <a:custGeom>
              <a:rect b="b" l="l" r="r" t="t"/>
              <a:pathLst>
                <a:path extrusionOk="0" h="824" w="834">
                  <a:moveTo>
                    <a:pt x="405" y="0"/>
                  </a:moveTo>
                  <a:cubicBezTo>
                    <a:pt x="203" y="0"/>
                    <a:pt x="24" y="155"/>
                    <a:pt x="0" y="369"/>
                  </a:cubicBezTo>
                  <a:lnTo>
                    <a:pt x="0" y="417"/>
                  </a:lnTo>
                  <a:cubicBezTo>
                    <a:pt x="24" y="608"/>
                    <a:pt x="143" y="762"/>
                    <a:pt x="322" y="810"/>
                  </a:cubicBezTo>
                  <a:cubicBezTo>
                    <a:pt x="334" y="822"/>
                    <a:pt x="358" y="822"/>
                    <a:pt x="381" y="822"/>
                  </a:cubicBezTo>
                  <a:cubicBezTo>
                    <a:pt x="394" y="823"/>
                    <a:pt x="406" y="824"/>
                    <a:pt x="418" y="824"/>
                  </a:cubicBezTo>
                  <a:cubicBezTo>
                    <a:pt x="520" y="824"/>
                    <a:pt x="604" y="780"/>
                    <a:pt x="679" y="727"/>
                  </a:cubicBezTo>
                  <a:cubicBezTo>
                    <a:pt x="703" y="703"/>
                    <a:pt x="739" y="667"/>
                    <a:pt x="750" y="643"/>
                  </a:cubicBezTo>
                  <a:cubicBezTo>
                    <a:pt x="798" y="584"/>
                    <a:pt x="822" y="524"/>
                    <a:pt x="822" y="453"/>
                  </a:cubicBezTo>
                  <a:cubicBezTo>
                    <a:pt x="834" y="227"/>
                    <a:pt x="679" y="36"/>
                    <a:pt x="45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9" name="Google Shape;4199;p28"/>
            <p:cNvSpPr/>
            <p:nvPr/>
          </p:nvSpPr>
          <p:spPr>
            <a:xfrm>
              <a:off x="6828225" y="3855375"/>
              <a:ext cx="21150" cy="20450"/>
            </a:xfrm>
            <a:custGeom>
              <a:rect b="b" l="l" r="r" t="t"/>
              <a:pathLst>
                <a:path extrusionOk="0" h="818" w="846">
                  <a:moveTo>
                    <a:pt x="465" y="0"/>
                  </a:moveTo>
                  <a:cubicBezTo>
                    <a:pt x="393" y="0"/>
                    <a:pt x="334" y="12"/>
                    <a:pt x="274" y="24"/>
                  </a:cubicBezTo>
                  <a:lnTo>
                    <a:pt x="250" y="24"/>
                  </a:lnTo>
                  <a:cubicBezTo>
                    <a:pt x="119" y="83"/>
                    <a:pt x="36" y="203"/>
                    <a:pt x="12" y="369"/>
                  </a:cubicBezTo>
                  <a:cubicBezTo>
                    <a:pt x="0" y="429"/>
                    <a:pt x="12" y="488"/>
                    <a:pt x="36" y="536"/>
                  </a:cubicBezTo>
                  <a:cubicBezTo>
                    <a:pt x="60" y="595"/>
                    <a:pt x="96" y="631"/>
                    <a:pt x="119" y="679"/>
                  </a:cubicBezTo>
                  <a:cubicBezTo>
                    <a:pt x="191" y="774"/>
                    <a:pt x="286" y="810"/>
                    <a:pt x="369" y="810"/>
                  </a:cubicBezTo>
                  <a:cubicBezTo>
                    <a:pt x="392" y="815"/>
                    <a:pt x="415" y="817"/>
                    <a:pt x="438" y="817"/>
                  </a:cubicBezTo>
                  <a:cubicBezTo>
                    <a:pt x="521" y="817"/>
                    <a:pt x="599" y="785"/>
                    <a:pt x="655" y="738"/>
                  </a:cubicBezTo>
                  <a:cubicBezTo>
                    <a:pt x="762" y="679"/>
                    <a:pt x="822" y="572"/>
                    <a:pt x="834" y="441"/>
                  </a:cubicBezTo>
                  <a:cubicBezTo>
                    <a:pt x="846" y="357"/>
                    <a:pt x="822" y="250"/>
                    <a:pt x="762" y="179"/>
                  </a:cubicBezTo>
                  <a:cubicBezTo>
                    <a:pt x="703" y="72"/>
                    <a:pt x="596" y="12"/>
                    <a:pt x="465"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0" name="Google Shape;4200;p28"/>
            <p:cNvSpPr/>
            <p:nvPr/>
          </p:nvSpPr>
          <p:spPr>
            <a:xfrm>
              <a:off x="6930325" y="4028600"/>
              <a:ext cx="21450" cy="20575"/>
            </a:xfrm>
            <a:custGeom>
              <a:rect b="b" l="l" r="r" t="t"/>
              <a:pathLst>
                <a:path extrusionOk="0" h="823" w="858">
                  <a:moveTo>
                    <a:pt x="476" y="1"/>
                  </a:moveTo>
                  <a:cubicBezTo>
                    <a:pt x="357" y="1"/>
                    <a:pt x="250" y="36"/>
                    <a:pt x="179" y="96"/>
                  </a:cubicBezTo>
                  <a:cubicBezTo>
                    <a:pt x="84" y="155"/>
                    <a:pt x="24" y="251"/>
                    <a:pt x="12" y="370"/>
                  </a:cubicBezTo>
                  <a:cubicBezTo>
                    <a:pt x="0" y="608"/>
                    <a:pt x="143" y="810"/>
                    <a:pt x="381" y="822"/>
                  </a:cubicBezTo>
                  <a:cubicBezTo>
                    <a:pt x="453" y="822"/>
                    <a:pt x="512" y="810"/>
                    <a:pt x="572" y="786"/>
                  </a:cubicBezTo>
                  <a:cubicBezTo>
                    <a:pt x="727" y="751"/>
                    <a:pt x="834" y="608"/>
                    <a:pt x="846" y="453"/>
                  </a:cubicBezTo>
                  <a:cubicBezTo>
                    <a:pt x="857" y="215"/>
                    <a:pt x="679" y="12"/>
                    <a:pt x="476"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1" name="Google Shape;4201;p28"/>
            <p:cNvSpPr/>
            <p:nvPr/>
          </p:nvSpPr>
          <p:spPr>
            <a:xfrm>
              <a:off x="6984800" y="3178775"/>
              <a:ext cx="21450" cy="20600"/>
            </a:xfrm>
            <a:custGeom>
              <a:rect b="b" l="l" r="r" t="t"/>
              <a:pathLst>
                <a:path extrusionOk="0" h="824" w="858">
                  <a:moveTo>
                    <a:pt x="440" y="1"/>
                  </a:moveTo>
                  <a:cubicBezTo>
                    <a:pt x="225" y="1"/>
                    <a:pt x="47" y="152"/>
                    <a:pt x="24" y="370"/>
                  </a:cubicBezTo>
                  <a:cubicBezTo>
                    <a:pt x="0" y="608"/>
                    <a:pt x="155" y="799"/>
                    <a:pt x="393" y="823"/>
                  </a:cubicBezTo>
                  <a:cubicBezTo>
                    <a:pt x="402" y="823"/>
                    <a:pt x="411" y="823"/>
                    <a:pt x="420" y="823"/>
                  </a:cubicBezTo>
                  <a:cubicBezTo>
                    <a:pt x="646" y="823"/>
                    <a:pt x="822" y="682"/>
                    <a:pt x="834" y="442"/>
                  </a:cubicBezTo>
                  <a:cubicBezTo>
                    <a:pt x="857" y="204"/>
                    <a:pt x="703" y="13"/>
                    <a:pt x="464" y="1"/>
                  </a:cubicBezTo>
                  <a:cubicBezTo>
                    <a:pt x="456" y="1"/>
                    <a:pt x="448" y="1"/>
                    <a:pt x="44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2" name="Google Shape;4202;p28"/>
            <p:cNvSpPr/>
            <p:nvPr/>
          </p:nvSpPr>
          <p:spPr>
            <a:xfrm>
              <a:off x="6950250" y="2089625"/>
              <a:ext cx="20875" cy="20600"/>
            </a:xfrm>
            <a:custGeom>
              <a:rect b="b" l="l" r="r" t="t"/>
              <a:pathLst>
                <a:path extrusionOk="0" h="824" w="835">
                  <a:moveTo>
                    <a:pt x="410" y="1"/>
                  </a:moveTo>
                  <a:cubicBezTo>
                    <a:pt x="287" y="1"/>
                    <a:pt x="183" y="47"/>
                    <a:pt x="108" y="121"/>
                  </a:cubicBezTo>
                  <a:cubicBezTo>
                    <a:pt x="49" y="205"/>
                    <a:pt x="1" y="276"/>
                    <a:pt x="1" y="383"/>
                  </a:cubicBezTo>
                  <a:lnTo>
                    <a:pt x="1" y="419"/>
                  </a:lnTo>
                  <a:cubicBezTo>
                    <a:pt x="1" y="574"/>
                    <a:pt x="72" y="693"/>
                    <a:pt x="191" y="764"/>
                  </a:cubicBezTo>
                  <a:cubicBezTo>
                    <a:pt x="239" y="800"/>
                    <a:pt x="299" y="824"/>
                    <a:pt x="370" y="824"/>
                  </a:cubicBezTo>
                  <a:cubicBezTo>
                    <a:pt x="441" y="824"/>
                    <a:pt x="525" y="812"/>
                    <a:pt x="584" y="776"/>
                  </a:cubicBezTo>
                  <a:cubicBezTo>
                    <a:pt x="692" y="741"/>
                    <a:pt x="751" y="657"/>
                    <a:pt x="787" y="574"/>
                  </a:cubicBezTo>
                  <a:cubicBezTo>
                    <a:pt x="811" y="538"/>
                    <a:pt x="822" y="502"/>
                    <a:pt x="822" y="455"/>
                  </a:cubicBezTo>
                  <a:cubicBezTo>
                    <a:pt x="834" y="324"/>
                    <a:pt x="787" y="217"/>
                    <a:pt x="703" y="121"/>
                  </a:cubicBezTo>
                  <a:cubicBezTo>
                    <a:pt x="656" y="98"/>
                    <a:pt x="608" y="50"/>
                    <a:pt x="549" y="38"/>
                  </a:cubicBezTo>
                  <a:cubicBezTo>
                    <a:pt x="525" y="26"/>
                    <a:pt x="489" y="2"/>
                    <a:pt x="453" y="2"/>
                  </a:cubicBezTo>
                  <a:cubicBezTo>
                    <a:pt x="439" y="1"/>
                    <a:pt x="424" y="1"/>
                    <a:pt x="410"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3" name="Google Shape;4203;p28"/>
            <p:cNvSpPr/>
            <p:nvPr/>
          </p:nvSpPr>
          <p:spPr>
            <a:xfrm>
              <a:off x="6882700" y="3304975"/>
              <a:ext cx="21450" cy="20600"/>
            </a:xfrm>
            <a:custGeom>
              <a:rect b="b" l="l" r="r" t="t"/>
              <a:pathLst>
                <a:path extrusionOk="0" h="824" w="858">
                  <a:moveTo>
                    <a:pt x="425" y="1"/>
                  </a:moveTo>
                  <a:cubicBezTo>
                    <a:pt x="200" y="1"/>
                    <a:pt x="24" y="142"/>
                    <a:pt x="12" y="371"/>
                  </a:cubicBezTo>
                  <a:cubicBezTo>
                    <a:pt x="0" y="490"/>
                    <a:pt x="36" y="597"/>
                    <a:pt x="119" y="680"/>
                  </a:cubicBezTo>
                  <a:cubicBezTo>
                    <a:pt x="179" y="764"/>
                    <a:pt x="274" y="799"/>
                    <a:pt x="381" y="823"/>
                  </a:cubicBezTo>
                  <a:cubicBezTo>
                    <a:pt x="391" y="824"/>
                    <a:pt x="400" y="824"/>
                    <a:pt x="410" y="824"/>
                  </a:cubicBezTo>
                  <a:cubicBezTo>
                    <a:pt x="623" y="824"/>
                    <a:pt x="799" y="694"/>
                    <a:pt x="834" y="478"/>
                  </a:cubicBezTo>
                  <a:lnTo>
                    <a:pt x="834" y="442"/>
                  </a:lnTo>
                  <a:cubicBezTo>
                    <a:pt x="857" y="252"/>
                    <a:pt x="727" y="61"/>
                    <a:pt x="512" y="13"/>
                  </a:cubicBezTo>
                  <a:cubicBezTo>
                    <a:pt x="500" y="2"/>
                    <a:pt x="476" y="2"/>
                    <a:pt x="453" y="2"/>
                  </a:cubicBezTo>
                  <a:cubicBezTo>
                    <a:pt x="443" y="1"/>
                    <a:pt x="434" y="1"/>
                    <a:pt x="42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4" name="Google Shape;4204;p28"/>
            <p:cNvSpPr/>
            <p:nvPr/>
          </p:nvSpPr>
          <p:spPr>
            <a:xfrm>
              <a:off x="6801125" y="3180575"/>
              <a:ext cx="21475" cy="20600"/>
            </a:xfrm>
            <a:custGeom>
              <a:rect b="b" l="l" r="r" t="t"/>
              <a:pathLst>
                <a:path extrusionOk="0" h="824" w="859">
                  <a:moveTo>
                    <a:pt x="418" y="1"/>
                  </a:moveTo>
                  <a:cubicBezTo>
                    <a:pt x="203" y="1"/>
                    <a:pt x="25" y="155"/>
                    <a:pt x="13" y="370"/>
                  </a:cubicBezTo>
                  <a:cubicBezTo>
                    <a:pt x="1" y="620"/>
                    <a:pt x="144" y="810"/>
                    <a:pt x="382" y="822"/>
                  </a:cubicBezTo>
                  <a:cubicBezTo>
                    <a:pt x="392" y="823"/>
                    <a:pt x="402" y="823"/>
                    <a:pt x="412" y="823"/>
                  </a:cubicBezTo>
                  <a:cubicBezTo>
                    <a:pt x="579" y="823"/>
                    <a:pt x="731" y="730"/>
                    <a:pt x="799" y="572"/>
                  </a:cubicBezTo>
                  <a:cubicBezTo>
                    <a:pt x="822" y="536"/>
                    <a:pt x="834" y="489"/>
                    <a:pt x="834" y="453"/>
                  </a:cubicBezTo>
                  <a:cubicBezTo>
                    <a:pt x="858" y="227"/>
                    <a:pt x="703" y="25"/>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05" name="Google Shape;4205;p28"/>
          <p:cNvSpPr/>
          <p:nvPr/>
        </p:nvSpPr>
        <p:spPr>
          <a:xfrm>
            <a:off x="0" y="4845825"/>
            <a:ext cx="9144000" cy="297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6" name="Google Shape;4206;p28"/>
          <p:cNvSpPr txBox="1"/>
          <p:nvPr>
            <p:ph idx="1" type="subTitle"/>
          </p:nvPr>
        </p:nvSpPr>
        <p:spPr>
          <a:xfrm>
            <a:off x="2854650" y="1133425"/>
            <a:ext cx="3434700" cy="1426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1600"/>
              <a:buNone/>
              <a:defRPr sz="1600">
                <a:solidFill>
                  <a:schemeClr val="dk1"/>
                </a:solidFill>
              </a:defRPr>
            </a:lvl1pPr>
            <a:lvl2pPr lvl="1" algn="ctr">
              <a:lnSpc>
                <a:spcPct val="100000"/>
              </a:lnSpc>
              <a:spcBef>
                <a:spcPts val="0"/>
              </a:spcBef>
              <a:spcAft>
                <a:spcPts val="0"/>
              </a:spcAft>
              <a:buClr>
                <a:schemeClr val="dk1"/>
              </a:buClr>
              <a:buSzPts val="1600"/>
              <a:buNone/>
              <a:defRPr>
                <a:solidFill>
                  <a:schemeClr val="dk1"/>
                </a:solidFill>
              </a:defRPr>
            </a:lvl2pPr>
            <a:lvl3pPr lvl="2" algn="ctr">
              <a:lnSpc>
                <a:spcPct val="100000"/>
              </a:lnSpc>
              <a:spcBef>
                <a:spcPts val="1600"/>
              </a:spcBef>
              <a:spcAft>
                <a:spcPts val="0"/>
              </a:spcAft>
              <a:buClr>
                <a:schemeClr val="dk1"/>
              </a:buClr>
              <a:buSzPts val="1600"/>
              <a:buNone/>
              <a:defRPr>
                <a:solidFill>
                  <a:schemeClr val="dk1"/>
                </a:solidFill>
              </a:defRPr>
            </a:lvl3pPr>
            <a:lvl4pPr lvl="3" algn="ctr">
              <a:lnSpc>
                <a:spcPct val="100000"/>
              </a:lnSpc>
              <a:spcBef>
                <a:spcPts val="1600"/>
              </a:spcBef>
              <a:spcAft>
                <a:spcPts val="0"/>
              </a:spcAft>
              <a:buClr>
                <a:schemeClr val="dk1"/>
              </a:buClr>
              <a:buSzPts val="1600"/>
              <a:buNone/>
              <a:defRPr>
                <a:solidFill>
                  <a:schemeClr val="dk1"/>
                </a:solidFill>
              </a:defRPr>
            </a:lvl4pPr>
            <a:lvl5pPr lvl="4" algn="ctr">
              <a:lnSpc>
                <a:spcPct val="100000"/>
              </a:lnSpc>
              <a:spcBef>
                <a:spcPts val="1600"/>
              </a:spcBef>
              <a:spcAft>
                <a:spcPts val="0"/>
              </a:spcAft>
              <a:buClr>
                <a:schemeClr val="dk1"/>
              </a:buClr>
              <a:buSzPts val="1600"/>
              <a:buNone/>
              <a:defRPr>
                <a:solidFill>
                  <a:schemeClr val="dk1"/>
                </a:solidFill>
              </a:defRPr>
            </a:lvl5pPr>
            <a:lvl6pPr lvl="5" algn="ctr">
              <a:lnSpc>
                <a:spcPct val="100000"/>
              </a:lnSpc>
              <a:spcBef>
                <a:spcPts val="1600"/>
              </a:spcBef>
              <a:spcAft>
                <a:spcPts val="0"/>
              </a:spcAft>
              <a:buClr>
                <a:schemeClr val="dk1"/>
              </a:buClr>
              <a:buSzPts val="1600"/>
              <a:buNone/>
              <a:defRPr>
                <a:solidFill>
                  <a:schemeClr val="dk1"/>
                </a:solidFill>
              </a:defRPr>
            </a:lvl6pPr>
            <a:lvl7pPr lvl="6" algn="ctr">
              <a:lnSpc>
                <a:spcPct val="100000"/>
              </a:lnSpc>
              <a:spcBef>
                <a:spcPts val="1600"/>
              </a:spcBef>
              <a:spcAft>
                <a:spcPts val="0"/>
              </a:spcAft>
              <a:buClr>
                <a:schemeClr val="dk1"/>
              </a:buClr>
              <a:buSzPts val="1600"/>
              <a:buNone/>
              <a:defRPr>
                <a:solidFill>
                  <a:schemeClr val="dk1"/>
                </a:solidFill>
              </a:defRPr>
            </a:lvl7pPr>
            <a:lvl8pPr lvl="7" algn="ctr">
              <a:lnSpc>
                <a:spcPct val="100000"/>
              </a:lnSpc>
              <a:spcBef>
                <a:spcPts val="1600"/>
              </a:spcBef>
              <a:spcAft>
                <a:spcPts val="0"/>
              </a:spcAft>
              <a:buClr>
                <a:schemeClr val="dk1"/>
              </a:buClr>
              <a:buSzPts val="1600"/>
              <a:buNone/>
              <a:defRPr>
                <a:solidFill>
                  <a:schemeClr val="dk1"/>
                </a:solidFill>
              </a:defRPr>
            </a:lvl8pPr>
            <a:lvl9pPr lvl="8" algn="ctr">
              <a:lnSpc>
                <a:spcPct val="100000"/>
              </a:lnSpc>
              <a:spcBef>
                <a:spcPts val="1600"/>
              </a:spcBef>
              <a:spcAft>
                <a:spcPts val="1600"/>
              </a:spcAft>
              <a:buClr>
                <a:schemeClr val="dk1"/>
              </a:buClr>
              <a:buSzPts val="1600"/>
              <a:buNone/>
              <a:defRPr>
                <a:solidFill>
                  <a:schemeClr val="dk1"/>
                </a:solidFill>
              </a:defRPr>
            </a:lvl9pPr>
          </a:lstStyle>
          <a:p/>
        </p:txBody>
      </p:sp>
      <p:sp>
        <p:nvSpPr>
          <p:cNvPr id="4207" name="Google Shape;4207;p28"/>
          <p:cNvSpPr txBox="1"/>
          <p:nvPr/>
        </p:nvSpPr>
        <p:spPr>
          <a:xfrm>
            <a:off x="2212650" y="3299450"/>
            <a:ext cx="4718700" cy="615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200"/>
              <a:buFont typeface="Arial"/>
              <a:buNone/>
            </a:pPr>
            <a:r>
              <a:rPr b="0" i="0" lang="en" sz="1200" u="none" cap="none" strike="noStrike">
                <a:solidFill>
                  <a:schemeClr val="dk1"/>
                </a:solidFill>
                <a:latin typeface="ABeeZee"/>
                <a:ea typeface="ABeeZee"/>
                <a:cs typeface="ABeeZee"/>
                <a:sym typeface="ABeeZee"/>
              </a:rPr>
              <a:t>CREDITS: This presentation template was created by </a:t>
            </a:r>
            <a:r>
              <a:rPr b="0" i="0" lang="en" sz="1200" u="none" cap="none" strike="noStrike">
                <a:solidFill>
                  <a:schemeClr val="hlink"/>
                </a:solidFill>
                <a:uFill>
                  <a:noFill/>
                </a:uFill>
                <a:latin typeface="ABeeZee"/>
                <a:ea typeface="ABeeZee"/>
                <a:cs typeface="ABeeZee"/>
                <a:sym typeface="ABeeZee"/>
                <a:hlinkClick r:id="rId2"/>
              </a:rPr>
              <a:t>Slidesgo</a:t>
            </a:r>
            <a:r>
              <a:rPr b="0" i="0" lang="en" sz="1200" u="none" cap="none" strike="noStrike">
                <a:solidFill>
                  <a:schemeClr val="dk1"/>
                </a:solidFill>
                <a:latin typeface="ABeeZee"/>
                <a:ea typeface="ABeeZee"/>
                <a:cs typeface="ABeeZee"/>
                <a:sym typeface="ABeeZee"/>
              </a:rPr>
              <a:t>, including icons by </a:t>
            </a:r>
            <a:r>
              <a:rPr b="1" i="0" lang="en" sz="1200" u="none" cap="none" strike="noStrike">
                <a:solidFill>
                  <a:schemeClr val="hlink"/>
                </a:solidFill>
                <a:uFill>
                  <a:noFill/>
                </a:uFill>
                <a:latin typeface="ABeeZee"/>
                <a:ea typeface="ABeeZee"/>
                <a:cs typeface="ABeeZee"/>
                <a:sym typeface="ABeeZee"/>
                <a:hlinkClick r:id="rId3"/>
              </a:rPr>
              <a:t>Flaticon</a:t>
            </a:r>
            <a:r>
              <a:rPr b="0" i="0" lang="en" sz="1200" u="none" cap="none" strike="noStrike">
                <a:solidFill>
                  <a:schemeClr val="dk1"/>
                </a:solidFill>
                <a:latin typeface="ABeeZee"/>
                <a:ea typeface="ABeeZee"/>
                <a:cs typeface="ABeeZee"/>
                <a:sym typeface="ABeeZee"/>
              </a:rPr>
              <a:t>, infographics &amp; images by </a:t>
            </a:r>
            <a:r>
              <a:rPr b="1" i="0" lang="en" sz="1200" u="none" cap="none" strike="noStrike">
                <a:solidFill>
                  <a:schemeClr val="hlink"/>
                </a:solidFill>
                <a:uFill>
                  <a:noFill/>
                </a:uFill>
                <a:latin typeface="ABeeZee"/>
                <a:ea typeface="ABeeZee"/>
                <a:cs typeface="ABeeZee"/>
                <a:sym typeface="ABeeZee"/>
                <a:hlinkClick r:id="rId4"/>
              </a:rPr>
              <a:t>Freepik</a:t>
            </a:r>
            <a:endParaRPr b="1" i="0" sz="1200" u="none" cap="none" strike="noStrike">
              <a:solidFill>
                <a:schemeClr val="dk1"/>
              </a:solidFill>
              <a:latin typeface="ABeeZee"/>
              <a:ea typeface="ABeeZee"/>
              <a:cs typeface="ABeeZee"/>
              <a:sym typeface="ABeeZee"/>
            </a:endParaRPr>
          </a:p>
        </p:txBody>
      </p:sp>
      <p:sp>
        <p:nvSpPr>
          <p:cNvPr id="4208" name="Google Shape;4208;p28"/>
          <p:cNvSpPr txBox="1"/>
          <p:nvPr>
            <p:ph type="title"/>
          </p:nvPr>
        </p:nvSpPr>
        <p:spPr>
          <a:xfrm>
            <a:off x="720000" y="445025"/>
            <a:ext cx="7704000" cy="837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209" name="Shape 4209"/>
        <p:cNvGrpSpPr/>
        <p:nvPr/>
      </p:nvGrpSpPr>
      <p:grpSpPr>
        <a:xfrm>
          <a:off x="0" y="0"/>
          <a:ext cx="0" cy="0"/>
          <a:chOff x="0" y="0"/>
          <a:chExt cx="0" cy="0"/>
        </a:xfrm>
      </p:grpSpPr>
      <p:grpSp>
        <p:nvGrpSpPr>
          <p:cNvPr id="4210" name="Google Shape;4210;p29"/>
          <p:cNvGrpSpPr/>
          <p:nvPr/>
        </p:nvGrpSpPr>
        <p:grpSpPr>
          <a:xfrm>
            <a:off x="-4" y="-2"/>
            <a:ext cx="1262493" cy="697985"/>
            <a:chOff x="3729625" y="3808325"/>
            <a:chExt cx="470325" cy="260025"/>
          </a:xfrm>
        </p:grpSpPr>
        <p:sp>
          <p:nvSpPr>
            <p:cNvPr id="4211" name="Google Shape;4211;p29"/>
            <p:cNvSpPr/>
            <p:nvPr/>
          </p:nvSpPr>
          <p:spPr>
            <a:xfrm>
              <a:off x="4184725" y="3808325"/>
              <a:ext cx="15225" cy="20575"/>
            </a:xfrm>
            <a:custGeom>
              <a:rect b="b" l="l" r="r" t="t"/>
              <a:pathLst>
                <a:path extrusionOk="0" h="823" w="609">
                  <a:moveTo>
                    <a:pt x="346" y="1"/>
                  </a:moveTo>
                  <a:lnTo>
                    <a:pt x="1" y="727"/>
                  </a:lnTo>
                  <a:lnTo>
                    <a:pt x="227" y="822"/>
                  </a:lnTo>
                  <a:lnTo>
                    <a:pt x="60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2" name="Google Shape;4212;p29"/>
            <p:cNvSpPr/>
            <p:nvPr/>
          </p:nvSpPr>
          <p:spPr>
            <a:xfrm>
              <a:off x="4053475" y="3877975"/>
              <a:ext cx="325" cy="25"/>
            </a:xfrm>
            <a:custGeom>
              <a:rect b="b" l="l" r="r" t="t"/>
              <a:pathLst>
                <a:path extrusionOk="0" h="1" w="13">
                  <a:moveTo>
                    <a:pt x="12"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3" name="Google Shape;4213;p29"/>
            <p:cNvSpPr/>
            <p:nvPr/>
          </p:nvSpPr>
          <p:spPr>
            <a:xfrm>
              <a:off x="4054075" y="3877975"/>
              <a:ext cx="325" cy="25"/>
            </a:xfrm>
            <a:custGeom>
              <a:rect b="b" l="l" r="r" t="t"/>
              <a:pathLst>
                <a:path extrusionOk="0" h="1" w="13">
                  <a:moveTo>
                    <a:pt x="12"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4" name="Google Shape;4214;p29"/>
            <p:cNvSpPr/>
            <p:nvPr/>
          </p:nvSpPr>
          <p:spPr>
            <a:xfrm>
              <a:off x="4052575" y="3877975"/>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5" name="Google Shape;4215;p29"/>
            <p:cNvSpPr/>
            <p:nvPr/>
          </p:nvSpPr>
          <p:spPr>
            <a:xfrm>
              <a:off x="4052575" y="3877975"/>
              <a:ext cx="925" cy="25"/>
            </a:xfrm>
            <a:custGeom>
              <a:rect b="b" l="l" r="r" t="t"/>
              <a:pathLst>
                <a:path extrusionOk="0" h="1" w="37">
                  <a:moveTo>
                    <a:pt x="36"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6" name="Google Shape;4216;p29"/>
            <p:cNvSpPr/>
            <p:nvPr/>
          </p:nvSpPr>
          <p:spPr>
            <a:xfrm>
              <a:off x="4052875" y="3817575"/>
              <a:ext cx="75325" cy="60150"/>
            </a:xfrm>
            <a:custGeom>
              <a:rect b="b" l="l" r="r" t="t"/>
              <a:pathLst>
                <a:path extrusionOk="0" h="2406" w="3013">
                  <a:moveTo>
                    <a:pt x="2870" y="0"/>
                  </a:moveTo>
                  <a:lnTo>
                    <a:pt x="1" y="2179"/>
                  </a:lnTo>
                  <a:lnTo>
                    <a:pt x="60" y="2191"/>
                  </a:lnTo>
                  <a:cubicBezTo>
                    <a:pt x="120" y="2203"/>
                    <a:pt x="155" y="2286"/>
                    <a:pt x="143" y="2346"/>
                  </a:cubicBezTo>
                  <a:cubicBezTo>
                    <a:pt x="120" y="2369"/>
                    <a:pt x="108" y="2381"/>
                    <a:pt x="96" y="2405"/>
                  </a:cubicBezTo>
                  <a:lnTo>
                    <a:pt x="3013" y="202"/>
                  </a:lnTo>
                  <a:cubicBezTo>
                    <a:pt x="2953" y="143"/>
                    <a:pt x="2906" y="83"/>
                    <a:pt x="28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7" name="Google Shape;4217;p29"/>
            <p:cNvSpPr/>
            <p:nvPr/>
          </p:nvSpPr>
          <p:spPr>
            <a:xfrm>
              <a:off x="4054375" y="3877700"/>
              <a:ext cx="900" cy="300"/>
            </a:xfrm>
            <a:custGeom>
              <a:rect b="b" l="l" r="r" t="t"/>
              <a:pathLst>
                <a:path extrusionOk="0" h="12" w="36">
                  <a:moveTo>
                    <a:pt x="36" y="0"/>
                  </a:moveTo>
                  <a:cubicBezTo>
                    <a:pt x="36" y="0"/>
                    <a:pt x="24" y="0"/>
                    <a:pt x="0" y="12"/>
                  </a:cubicBezTo>
                  <a:cubicBezTo>
                    <a:pt x="24" y="12"/>
                    <a:pt x="36" y="0"/>
                    <a:pt x="3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8" name="Google Shape;4218;p29"/>
            <p:cNvSpPr/>
            <p:nvPr/>
          </p:nvSpPr>
          <p:spPr>
            <a:xfrm>
              <a:off x="3913575" y="3827100"/>
              <a:ext cx="143200" cy="50900"/>
            </a:xfrm>
            <a:custGeom>
              <a:rect b="b" l="l" r="r" t="t"/>
              <a:pathLst>
                <a:path extrusionOk="0" h="2036" w="5728">
                  <a:moveTo>
                    <a:pt x="12" y="0"/>
                  </a:moveTo>
                  <a:lnTo>
                    <a:pt x="12" y="0"/>
                  </a:lnTo>
                  <a:cubicBezTo>
                    <a:pt x="24" y="12"/>
                    <a:pt x="24" y="24"/>
                    <a:pt x="36" y="60"/>
                  </a:cubicBezTo>
                  <a:cubicBezTo>
                    <a:pt x="60" y="131"/>
                    <a:pt x="36" y="191"/>
                    <a:pt x="0" y="238"/>
                  </a:cubicBezTo>
                  <a:lnTo>
                    <a:pt x="5561" y="2036"/>
                  </a:lnTo>
                  <a:lnTo>
                    <a:pt x="5644" y="2036"/>
                  </a:lnTo>
                  <a:cubicBezTo>
                    <a:pt x="5668" y="2036"/>
                    <a:pt x="5668" y="2024"/>
                    <a:pt x="5680" y="2024"/>
                  </a:cubicBezTo>
                  <a:cubicBezTo>
                    <a:pt x="5692" y="2000"/>
                    <a:pt x="5703" y="1988"/>
                    <a:pt x="5727" y="1965"/>
                  </a:cubicBezTo>
                  <a:cubicBezTo>
                    <a:pt x="5727" y="1905"/>
                    <a:pt x="5692" y="1822"/>
                    <a:pt x="5632" y="1810"/>
                  </a:cubicBezTo>
                  <a:lnTo>
                    <a:pt x="5573" y="1798"/>
                  </a:ln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9" name="Google Shape;4219;p29"/>
            <p:cNvSpPr/>
            <p:nvPr/>
          </p:nvSpPr>
          <p:spPr>
            <a:xfrm>
              <a:off x="4141275" y="3808325"/>
              <a:ext cx="5975" cy="2725"/>
            </a:xfrm>
            <a:custGeom>
              <a:rect b="b" l="l" r="r" t="t"/>
              <a:pathLst>
                <a:path extrusionOk="0" h="109" w="239">
                  <a:moveTo>
                    <a:pt x="1" y="1"/>
                  </a:moveTo>
                  <a:lnTo>
                    <a:pt x="1" y="13"/>
                  </a:lnTo>
                  <a:lnTo>
                    <a:pt x="10" y="13"/>
                  </a:lnTo>
                  <a:cubicBezTo>
                    <a:pt x="7" y="8"/>
                    <a:pt x="4" y="4"/>
                    <a:pt x="1" y="1"/>
                  </a:cubicBezTo>
                  <a:close/>
                  <a:moveTo>
                    <a:pt x="10" y="13"/>
                  </a:moveTo>
                  <a:lnTo>
                    <a:pt x="10" y="13"/>
                  </a:lnTo>
                  <a:cubicBezTo>
                    <a:pt x="18" y="26"/>
                    <a:pt x="24" y="43"/>
                    <a:pt x="24" y="60"/>
                  </a:cubicBezTo>
                  <a:lnTo>
                    <a:pt x="132" y="108"/>
                  </a:lnTo>
                  <a:lnTo>
                    <a:pt x="239" y="1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0" name="Google Shape;4220;p29"/>
            <p:cNvSpPr/>
            <p:nvPr/>
          </p:nvSpPr>
          <p:spPr>
            <a:xfrm>
              <a:off x="4141875" y="3809525"/>
              <a:ext cx="51525" cy="25325"/>
            </a:xfrm>
            <a:custGeom>
              <a:rect b="b" l="l" r="r" t="t"/>
              <a:pathLst>
                <a:path extrusionOk="0" h="1013" w="2061">
                  <a:moveTo>
                    <a:pt x="0" y="1"/>
                  </a:moveTo>
                  <a:lnTo>
                    <a:pt x="0" y="1"/>
                  </a:lnTo>
                  <a:cubicBezTo>
                    <a:pt x="12" y="24"/>
                    <a:pt x="36" y="72"/>
                    <a:pt x="48" y="108"/>
                  </a:cubicBezTo>
                  <a:cubicBezTo>
                    <a:pt x="60" y="167"/>
                    <a:pt x="60" y="203"/>
                    <a:pt x="48" y="263"/>
                  </a:cubicBezTo>
                  <a:lnTo>
                    <a:pt x="1560" y="882"/>
                  </a:lnTo>
                  <a:cubicBezTo>
                    <a:pt x="1584" y="798"/>
                    <a:pt x="1644" y="763"/>
                    <a:pt x="1715" y="739"/>
                  </a:cubicBezTo>
                  <a:cubicBezTo>
                    <a:pt x="1729" y="736"/>
                    <a:pt x="1743" y="734"/>
                    <a:pt x="1756" y="734"/>
                  </a:cubicBezTo>
                  <a:cubicBezTo>
                    <a:pt x="1846" y="734"/>
                    <a:pt x="1920" y="800"/>
                    <a:pt x="1941" y="894"/>
                  </a:cubicBezTo>
                  <a:cubicBezTo>
                    <a:pt x="1953" y="941"/>
                    <a:pt x="1941" y="965"/>
                    <a:pt x="1917" y="1013"/>
                  </a:cubicBezTo>
                  <a:cubicBezTo>
                    <a:pt x="1953" y="1013"/>
                    <a:pt x="1965" y="1001"/>
                    <a:pt x="1977" y="977"/>
                  </a:cubicBezTo>
                  <a:lnTo>
                    <a:pt x="2025" y="941"/>
                  </a:lnTo>
                  <a:cubicBezTo>
                    <a:pt x="2060" y="882"/>
                    <a:pt x="2025" y="798"/>
                    <a:pt x="1965" y="786"/>
                  </a:cubicBezTo>
                  <a:lnTo>
                    <a:pt x="1953" y="786"/>
                  </a:lnTo>
                  <a:lnTo>
                    <a:pt x="1727" y="703"/>
                  </a:lnTo>
                  <a:lnTo>
                    <a:pt x="108" y="48"/>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1" name="Google Shape;4221;p29"/>
            <p:cNvSpPr/>
            <p:nvPr/>
          </p:nvSpPr>
          <p:spPr>
            <a:xfrm>
              <a:off x="4122525" y="3808325"/>
              <a:ext cx="3900" cy="1225"/>
            </a:xfrm>
            <a:custGeom>
              <a:rect b="b" l="l" r="r" t="t"/>
              <a:pathLst>
                <a:path extrusionOk="0" h="49" w="156">
                  <a:moveTo>
                    <a:pt x="1" y="1"/>
                  </a:moveTo>
                  <a:lnTo>
                    <a:pt x="120" y="49"/>
                  </a:lnTo>
                  <a:cubicBezTo>
                    <a:pt x="132" y="37"/>
                    <a:pt x="132" y="13"/>
                    <a:pt x="15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2" name="Google Shape;4222;p29"/>
            <p:cNvSpPr/>
            <p:nvPr/>
          </p:nvSpPr>
          <p:spPr>
            <a:xfrm>
              <a:off x="3906425" y="3808325"/>
              <a:ext cx="10750" cy="16400"/>
            </a:xfrm>
            <a:custGeom>
              <a:rect b="b" l="l" r="r" t="t"/>
              <a:pathLst>
                <a:path extrusionOk="0" h="656" w="430">
                  <a:moveTo>
                    <a:pt x="191" y="1"/>
                  </a:moveTo>
                  <a:lnTo>
                    <a:pt x="1" y="644"/>
                  </a:lnTo>
                  <a:cubicBezTo>
                    <a:pt x="13" y="632"/>
                    <a:pt x="48" y="632"/>
                    <a:pt x="60" y="608"/>
                  </a:cubicBezTo>
                  <a:cubicBezTo>
                    <a:pt x="74" y="605"/>
                    <a:pt x="89" y="604"/>
                    <a:pt x="104" y="604"/>
                  </a:cubicBezTo>
                  <a:cubicBezTo>
                    <a:pt x="152" y="604"/>
                    <a:pt x="202" y="619"/>
                    <a:pt x="239" y="656"/>
                  </a:cubicBezTo>
                  <a:lnTo>
                    <a:pt x="4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3" name="Google Shape;4223;p29"/>
            <p:cNvSpPr/>
            <p:nvPr/>
          </p:nvSpPr>
          <p:spPr>
            <a:xfrm>
              <a:off x="3838275" y="3832450"/>
              <a:ext cx="71150" cy="218800"/>
            </a:xfrm>
            <a:custGeom>
              <a:rect b="b" l="l" r="r" t="t"/>
              <a:pathLst>
                <a:path extrusionOk="0" h="8752" w="2846">
                  <a:moveTo>
                    <a:pt x="2655" y="0"/>
                  </a:moveTo>
                  <a:cubicBezTo>
                    <a:pt x="2631" y="24"/>
                    <a:pt x="2619" y="24"/>
                    <a:pt x="2619" y="24"/>
                  </a:cubicBezTo>
                  <a:lnTo>
                    <a:pt x="0" y="8692"/>
                  </a:lnTo>
                  <a:cubicBezTo>
                    <a:pt x="95" y="8692"/>
                    <a:pt x="167" y="8716"/>
                    <a:pt x="226" y="8751"/>
                  </a:cubicBezTo>
                  <a:lnTo>
                    <a:pt x="2846" y="84"/>
                  </a:lnTo>
                  <a:lnTo>
                    <a:pt x="2846" y="84"/>
                  </a:lnTo>
                  <a:cubicBezTo>
                    <a:pt x="2836" y="85"/>
                    <a:pt x="2827" y="86"/>
                    <a:pt x="2818" y="86"/>
                  </a:cubicBezTo>
                  <a:cubicBezTo>
                    <a:pt x="2754" y="86"/>
                    <a:pt x="2686" y="52"/>
                    <a:pt x="265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4" name="Google Shape;4224;p29"/>
            <p:cNvSpPr/>
            <p:nvPr/>
          </p:nvSpPr>
          <p:spPr>
            <a:xfrm>
              <a:off x="3813250" y="3808325"/>
              <a:ext cx="91425" cy="24750"/>
            </a:xfrm>
            <a:custGeom>
              <a:rect b="b" l="l" r="r" t="t"/>
              <a:pathLst>
                <a:path extrusionOk="0" h="990" w="3657">
                  <a:moveTo>
                    <a:pt x="1" y="1"/>
                  </a:moveTo>
                  <a:lnTo>
                    <a:pt x="3549" y="989"/>
                  </a:lnTo>
                  <a:lnTo>
                    <a:pt x="3620" y="989"/>
                  </a:lnTo>
                  <a:cubicBezTo>
                    <a:pt x="3632" y="989"/>
                    <a:pt x="3656" y="965"/>
                    <a:pt x="3656" y="965"/>
                  </a:cubicBezTo>
                  <a:lnTo>
                    <a:pt x="3609" y="882"/>
                  </a:lnTo>
                  <a:cubicBezTo>
                    <a:pt x="3597" y="834"/>
                    <a:pt x="3609" y="811"/>
                    <a:pt x="3620" y="763"/>
                  </a:cubicBezTo>
                  <a:lnTo>
                    <a:pt x="3609" y="763"/>
                  </a:lnTo>
                  <a:lnTo>
                    <a:pt x="8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5" name="Google Shape;4225;p29"/>
            <p:cNvSpPr/>
            <p:nvPr/>
          </p:nvSpPr>
          <p:spPr>
            <a:xfrm>
              <a:off x="3729625" y="3808325"/>
              <a:ext cx="107475" cy="244125"/>
            </a:xfrm>
            <a:custGeom>
              <a:rect b="b" l="l" r="r" t="t"/>
              <a:pathLst>
                <a:path extrusionOk="0" h="9765" w="4299">
                  <a:moveTo>
                    <a:pt x="0" y="1"/>
                  </a:moveTo>
                  <a:lnTo>
                    <a:pt x="4108" y="9764"/>
                  </a:lnTo>
                  <a:cubicBezTo>
                    <a:pt x="4156" y="9716"/>
                    <a:pt x="4215" y="9681"/>
                    <a:pt x="4298" y="965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6" name="Google Shape;4226;p29"/>
            <p:cNvSpPr/>
            <p:nvPr/>
          </p:nvSpPr>
          <p:spPr>
            <a:xfrm>
              <a:off x="4180275" y="3827875"/>
              <a:ext cx="10150" cy="9700"/>
            </a:xfrm>
            <a:custGeom>
              <a:rect b="b" l="l" r="r" t="t"/>
              <a:pathLst>
                <a:path extrusionOk="0" h="388" w="406">
                  <a:moveTo>
                    <a:pt x="197" y="0"/>
                  </a:moveTo>
                  <a:cubicBezTo>
                    <a:pt x="183" y="0"/>
                    <a:pt x="169" y="2"/>
                    <a:pt x="155" y="5"/>
                  </a:cubicBezTo>
                  <a:cubicBezTo>
                    <a:pt x="84" y="29"/>
                    <a:pt x="24" y="88"/>
                    <a:pt x="12" y="148"/>
                  </a:cubicBezTo>
                  <a:cubicBezTo>
                    <a:pt x="12" y="171"/>
                    <a:pt x="0" y="195"/>
                    <a:pt x="12" y="231"/>
                  </a:cubicBezTo>
                  <a:cubicBezTo>
                    <a:pt x="23" y="329"/>
                    <a:pt x="114" y="387"/>
                    <a:pt x="211" y="387"/>
                  </a:cubicBezTo>
                  <a:cubicBezTo>
                    <a:pt x="220" y="387"/>
                    <a:pt x="229" y="387"/>
                    <a:pt x="239" y="386"/>
                  </a:cubicBezTo>
                  <a:cubicBezTo>
                    <a:pt x="298" y="362"/>
                    <a:pt x="358" y="326"/>
                    <a:pt x="369" y="279"/>
                  </a:cubicBezTo>
                  <a:cubicBezTo>
                    <a:pt x="405" y="243"/>
                    <a:pt x="405" y="207"/>
                    <a:pt x="381" y="160"/>
                  </a:cubicBezTo>
                  <a:cubicBezTo>
                    <a:pt x="371" y="66"/>
                    <a:pt x="289" y="0"/>
                    <a:pt x="19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7" name="Google Shape;4227;p29"/>
            <p:cNvSpPr/>
            <p:nvPr/>
          </p:nvSpPr>
          <p:spPr>
            <a:xfrm>
              <a:off x="4124025" y="3808325"/>
              <a:ext cx="19075" cy="15750"/>
            </a:xfrm>
            <a:custGeom>
              <a:rect b="b" l="l" r="r" t="t"/>
              <a:pathLst>
                <a:path extrusionOk="0" h="630" w="763">
                  <a:moveTo>
                    <a:pt x="95" y="1"/>
                  </a:moveTo>
                  <a:cubicBezTo>
                    <a:pt x="72" y="13"/>
                    <a:pt x="60" y="37"/>
                    <a:pt x="60" y="49"/>
                  </a:cubicBezTo>
                  <a:cubicBezTo>
                    <a:pt x="12" y="120"/>
                    <a:pt x="0" y="215"/>
                    <a:pt x="12" y="311"/>
                  </a:cubicBezTo>
                  <a:cubicBezTo>
                    <a:pt x="12" y="334"/>
                    <a:pt x="24" y="358"/>
                    <a:pt x="24" y="370"/>
                  </a:cubicBezTo>
                  <a:cubicBezTo>
                    <a:pt x="60" y="441"/>
                    <a:pt x="107" y="525"/>
                    <a:pt x="179" y="561"/>
                  </a:cubicBezTo>
                  <a:cubicBezTo>
                    <a:pt x="232" y="605"/>
                    <a:pt x="304" y="629"/>
                    <a:pt x="382" y="629"/>
                  </a:cubicBezTo>
                  <a:cubicBezTo>
                    <a:pt x="409" y="629"/>
                    <a:pt x="437" y="626"/>
                    <a:pt x="464" y="620"/>
                  </a:cubicBezTo>
                  <a:cubicBezTo>
                    <a:pt x="607" y="596"/>
                    <a:pt x="726" y="477"/>
                    <a:pt x="762" y="346"/>
                  </a:cubicBezTo>
                  <a:lnTo>
                    <a:pt x="762" y="168"/>
                  </a:lnTo>
                  <a:cubicBezTo>
                    <a:pt x="762" y="120"/>
                    <a:pt x="750" y="96"/>
                    <a:pt x="714" y="60"/>
                  </a:cubicBezTo>
                  <a:cubicBezTo>
                    <a:pt x="703" y="49"/>
                    <a:pt x="691" y="37"/>
                    <a:pt x="69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8" name="Google Shape;4228;p29"/>
            <p:cNvSpPr/>
            <p:nvPr/>
          </p:nvSpPr>
          <p:spPr>
            <a:xfrm>
              <a:off x="3828750" y="4049725"/>
              <a:ext cx="20250" cy="18625"/>
            </a:xfrm>
            <a:custGeom>
              <a:rect b="b" l="l" r="r" t="t"/>
              <a:pathLst>
                <a:path extrusionOk="0" h="745" w="810">
                  <a:moveTo>
                    <a:pt x="322" y="1"/>
                  </a:moveTo>
                  <a:cubicBezTo>
                    <a:pt x="250" y="25"/>
                    <a:pt x="179" y="60"/>
                    <a:pt x="119" y="108"/>
                  </a:cubicBezTo>
                  <a:cubicBezTo>
                    <a:pt x="24" y="203"/>
                    <a:pt x="0" y="322"/>
                    <a:pt x="24" y="441"/>
                  </a:cubicBezTo>
                  <a:cubicBezTo>
                    <a:pt x="66" y="621"/>
                    <a:pt x="222" y="745"/>
                    <a:pt x="406" y="745"/>
                  </a:cubicBezTo>
                  <a:cubicBezTo>
                    <a:pt x="429" y="745"/>
                    <a:pt x="453" y="743"/>
                    <a:pt x="476" y="739"/>
                  </a:cubicBezTo>
                  <a:cubicBezTo>
                    <a:pt x="679" y="691"/>
                    <a:pt x="810" y="501"/>
                    <a:pt x="774" y="287"/>
                  </a:cubicBezTo>
                  <a:cubicBezTo>
                    <a:pt x="750" y="179"/>
                    <a:pt x="679" y="108"/>
                    <a:pt x="607" y="49"/>
                  </a:cubicBezTo>
                  <a:cubicBezTo>
                    <a:pt x="548" y="25"/>
                    <a:pt x="476" y="1"/>
                    <a:pt x="3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9" name="Google Shape;4229;p29"/>
            <p:cNvSpPr/>
            <p:nvPr/>
          </p:nvSpPr>
          <p:spPr>
            <a:xfrm>
              <a:off x="3903450" y="3823400"/>
              <a:ext cx="11625" cy="11450"/>
            </a:xfrm>
            <a:custGeom>
              <a:rect b="b" l="l" r="r" t="t"/>
              <a:pathLst>
                <a:path extrusionOk="0" h="458" w="465">
                  <a:moveTo>
                    <a:pt x="223" y="1"/>
                  </a:moveTo>
                  <a:cubicBezTo>
                    <a:pt x="208" y="1"/>
                    <a:pt x="193" y="2"/>
                    <a:pt x="179" y="5"/>
                  </a:cubicBezTo>
                  <a:cubicBezTo>
                    <a:pt x="143" y="5"/>
                    <a:pt x="132" y="29"/>
                    <a:pt x="120" y="41"/>
                  </a:cubicBezTo>
                  <a:cubicBezTo>
                    <a:pt x="72" y="65"/>
                    <a:pt x="24" y="112"/>
                    <a:pt x="12" y="160"/>
                  </a:cubicBezTo>
                  <a:cubicBezTo>
                    <a:pt x="1" y="184"/>
                    <a:pt x="1" y="231"/>
                    <a:pt x="1" y="279"/>
                  </a:cubicBezTo>
                  <a:cubicBezTo>
                    <a:pt x="1" y="303"/>
                    <a:pt x="12" y="339"/>
                    <a:pt x="36" y="362"/>
                  </a:cubicBezTo>
                  <a:cubicBezTo>
                    <a:pt x="84" y="422"/>
                    <a:pt x="155" y="458"/>
                    <a:pt x="239" y="458"/>
                  </a:cubicBezTo>
                  <a:lnTo>
                    <a:pt x="263" y="458"/>
                  </a:lnTo>
                  <a:cubicBezTo>
                    <a:pt x="310" y="446"/>
                    <a:pt x="358" y="422"/>
                    <a:pt x="382" y="386"/>
                  </a:cubicBezTo>
                  <a:cubicBezTo>
                    <a:pt x="429" y="327"/>
                    <a:pt x="465" y="267"/>
                    <a:pt x="441" y="184"/>
                  </a:cubicBezTo>
                  <a:cubicBezTo>
                    <a:pt x="441" y="172"/>
                    <a:pt x="429" y="148"/>
                    <a:pt x="417" y="124"/>
                  </a:cubicBezTo>
                  <a:cubicBezTo>
                    <a:pt x="405" y="100"/>
                    <a:pt x="382" y="89"/>
                    <a:pt x="358" y="53"/>
                  </a:cubicBezTo>
                  <a:cubicBezTo>
                    <a:pt x="321" y="16"/>
                    <a:pt x="271" y="1"/>
                    <a:pt x="22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30" name="Google Shape;4230;p29"/>
          <p:cNvGrpSpPr/>
          <p:nvPr/>
        </p:nvGrpSpPr>
        <p:grpSpPr>
          <a:xfrm flipH="1">
            <a:off x="7881496" y="-2"/>
            <a:ext cx="1262493" cy="697985"/>
            <a:chOff x="3729625" y="3808325"/>
            <a:chExt cx="470325" cy="260025"/>
          </a:xfrm>
        </p:grpSpPr>
        <p:sp>
          <p:nvSpPr>
            <p:cNvPr id="4231" name="Google Shape;4231;p29"/>
            <p:cNvSpPr/>
            <p:nvPr/>
          </p:nvSpPr>
          <p:spPr>
            <a:xfrm>
              <a:off x="4184725" y="3808325"/>
              <a:ext cx="15225" cy="20575"/>
            </a:xfrm>
            <a:custGeom>
              <a:rect b="b" l="l" r="r" t="t"/>
              <a:pathLst>
                <a:path extrusionOk="0" h="823" w="609">
                  <a:moveTo>
                    <a:pt x="346" y="1"/>
                  </a:moveTo>
                  <a:lnTo>
                    <a:pt x="1" y="727"/>
                  </a:lnTo>
                  <a:lnTo>
                    <a:pt x="227" y="822"/>
                  </a:lnTo>
                  <a:lnTo>
                    <a:pt x="608"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2" name="Google Shape;4232;p29"/>
            <p:cNvSpPr/>
            <p:nvPr/>
          </p:nvSpPr>
          <p:spPr>
            <a:xfrm>
              <a:off x="4053475" y="3877975"/>
              <a:ext cx="325" cy="25"/>
            </a:xfrm>
            <a:custGeom>
              <a:rect b="b" l="l" r="r" t="t"/>
              <a:pathLst>
                <a:path extrusionOk="0" h="1" w="13">
                  <a:moveTo>
                    <a:pt x="12"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3" name="Google Shape;4233;p29"/>
            <p:cNvSpPr/>
            <p:nvPr/>
          </p:nvSpPr>
          <p:spPr>
            <a:xfrm>
              <a:off x="4054075" y="3877975"/>
              <a:ext cx="325" cy="25"/>
            </a:xfrm>
            <a:custGeom>
              <a:rect b="b" l="l" r="r" t="t"/>
              <a:pathLst>
                <a:path extrusionOk="0" h="1" w="13">
                  <a:moveTo>
                    <a:pt x="12" y="1"/>
                  </a:move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4" name="Google Shape;4234;p29"/>
            <p:cNvSpPr/>
            <p:nvPr/>
          </p:nvSpPr>
          <p:spPr>
            <a:xfrm>
              <a:off x="4052575" y="3877975"/>
              <a:ext cx="25" cy="25"/>
            </a:xfrm>
            <a:custGeom>
              <a:rect b="b" l="l" r="r" t="t"/>
              <a:pathLst>
                <a:path extrusionOk="0" h="1" w="1">
                  <a:moveTo>
                    <a:pt x="1"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5" name="Google Shape;4235;p29"/>
            <p:cNvSpPr/>
            <p:nvPr/>
          </p:nvSpPr>
          <p:spPr>
            <a:xfrm>
              <a:off x="4052575" y="3877975"/>
              <a:ext cx="925" cy="25"/>
            </a:xfrm>
            <a:custGeom>
              <a:rect b="b" l="l" r="r" t="t"/>
              <a:pathLst>
                <a:path extrusionOk="0" h="1" w="37">
                  <a:moveTo>
                    <a:pt x="36" y="1"/>
                  </a:move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6" name="Google Shape;4236;p29"/>
            <p:cNvSpPr/>
            <p:nvPr/>
          </p:nvSpPr>
          <p:spPr>
            <a:xfrm>
              <a:off x="4052875" y="3817575"/>
              <a:ext cx="75325" cy="60150"/>
            </a:xfrm>
            <a:custGeom>
              <a:rect b="b" l="l" r="r" t="t"/>
              <a:pathLst>
                <a:path extrusionOk="0" h="2406" w="3013">
                  <a:moveTo>
                    <a:pt x="2870" y="0"/>
                  </a:moveTo>
                  <a:lnTo>
                    <a:pt x="1" y="2179"/>
                  </a:lnTo>
                  <a:lnTo>
                    <a:pt x="60" y="2191"/>
                  </a:lnTo>
                  <a:cubicBezTo>
                    <a:pt x="120" y="2203"/>
                    <a:pt x="155" y="2286"/>
                    <a:pt x="143" y="2346"/>
                  </a:cubicBezTo>
                  <a:cubicBezTo>
                    <a:pt x="120" y="2369"/>
                    <a:pt x="108" y="2381"/>
                    <a:pt x="96" y="2405"/>
                  </a:cubicBezTo>
                  <a:lnTo>
                    <a:pt x="3013" y="202"/>
                  </a:lnTo>
                  <a:cubicBezTo>
                    <a:pt x="2953" y="143"/>
                    <a:pt x="2906" y="83"/>
                    <a:pt x="2870"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7" name="Google Shape;4237;p29"/>
            <p:cNvSpPr/>
            <p:nvPr/>
          </p:nvSpPr>
          <p:spPr>
            <a:xfrm>
              <a:off x="4054375" y="3877700"/>
              <a:ext cx="900" cy="300"/>
            </a:xfrm>
            <a:custGeom>
              <a:rect b="b" l="l" r="r" t="t"/>
              <a:pathLst>
                <a:path extrusionOk="0" h="12" w="36">
                  <a:moveTo>
                    <a:pt x="36" y="0"/>
                  </a:moveTo>
                  <a:cubicBezTo>
                    <a:pt x="36" y="0"/>
                    <a:pt x="24" y="0"/>
                    <a:pt x="0" y="12"/>
                  </a:cubicBezTo>
                  <a:cubicBezTo>
                    <a:pt x="24" y="12"/>
                    <a:pt x="36" y="0"/>
                    <a:pt x="36"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8" name="Google Shape;4238;p29"/>
            <p:cNvSpPr/>
            <p:nvPr/>
          </p:nvSpPr>
          <p:spPr>
            <a:xfrm>
              <a:off x="3913575" y="3827100"/>
              <a:ext cx="143200" cy="50900"/>
            </a:xfrm>
            <a:custGeom>
              <a:rect b="b" l="l" r="r" t="t"/>
              <a:pathLst>
                <a:path extrusionOk="0" h="2036" w="5728">
                  <a:moveTo>
                    <a:pt x="12" y="0"/>
                  </a:moveTo>
                  <a:lnTo>
                    <a:pt x="12" y="0"/>
                  </a:lnTo>
                  <a:cubicBezTo>
                    <a:pt x="24" y="12"/>
                    <a:pt x="24" y="24"/>
                    <a:pt x="36" y="60"/>
                  </a:cubicBezTo>
                  <a:cubicBezTo>
                    <a:pt x="60" y="131"/>
                    <a:pt x="36" y="191"/>
                    <a:pt x="0" y="238"/>
                  </a:cubicBezTo>
                  <a:lnTo>
                    <a:pt x="5561" y="2036"/>
                  </a:lnTo>
                  <a:lnTo>
                    <a:pt x="5644" y="2036"/>
                  </a:lnTo>
                  <a:cubicBezTo>
                    <a:pt x="5668" y="2036"/>
                    <a:pt x="5668" y="2024"/>
                    <a:pt x="5680" y="2024"/>
                  </a:cubicBezTo>
                  <a:cubicBezTo>
                    <a:pt x="5692" y="2000"/>
                    <a:pt x="5703" y="1988"/>
                    <a:pt x="5727" y="1965"/>
                  </a:cubicBezTo>
                  <a:cubicBezTo>
                    <a:pt x="5727" y="1905"/>
                    <a:pt x="5692" y="1822"/>
                    <a:pt x="5632" y="1810"/>
                  </a:cubicBezTo>
                  <a:lnTo>
                    <a:pt x="5573" y="1798"/>
                  </a:ln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9" name="Google Shape;4239;p29"/>
            <p:cNvSpPr/>
            <p:nvPr/>
          </p:nvSpPr>
          <p:spPr>
            <a:xfrm>
              <a:off x="4141275" y="3808325"/>
              <a:ext cx="5975" cy="2725"/>
            </a:xfrm>
            <a:custGeom>
              <a:rect b="b" l="l" r="r" t="t"/>
              <a:pathLst>
                <a:path extrusionOk="0" h="109" w="239">
                  <a:moveTo>
                    <a:pt x="1" y="1"/>
                  </a:moveTo>
                  <a:lnTo>
                    <a:pt x="1" y="13"/>
                  </a:lnTo>
                  <a:lnTo>
                    <a:pt x="10" y="13"/>
                  </a:lnTo>
                  <a:cubicBezTo>
                    <a:pt x="7" y="8"/>
                    <a:pt x="4" y="4"/>
                    <a:pt x="1" y="1"/>
                  </a:cubicBezTo>
                  <a:close/>
                  <a:moveTo>
                    <a:pt x="10" y="13"/>
                  </a:moveTo>
                  <a:lnTo>
                    <a:pt x="10" y="13"/>
                  </a:lnTo>
                  <a:cubicBezTo>
                    <a:pt x="18" y="26"/>
                    <a:pt x="24" y="43"/>
                    <a:pt x="24" y="60"/>
                  </a:cubicBezTo>
                  <a:lnTo>
                    <a:pt x="132" y="108"/>
                  </a:lnTo>
                  <a:lnTo>
                    <a:pt x="239" y="13"/>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0" name="Google Shape;4240;p29"/>
            <p:cNvSpPr/>
            <p:nvPr/>
          </p:nvSpPr>
          <p:spPr>
            <a:xfrm>
              <a:off x="4141875" y="3809525"/>
              <a:ext cx="51525" cy="25325"/>
            </a:xfrm>
            <a:custGeom>
              <a:rect b="b" l="l" r="r" t="t"/>
              <a:pathLst>
                <a:path extrusionOk="0" h="1013" w="2061">
                  <a:moveTo>
                    <a:pt x="0" y="1"/>
                  </a:moveTo>
                  <a:lnTo>
                    <a:pt x="0" y="1"/>
                  </a:lnTo>
                  <a:cubicBezTo>
                    <a:pt x="12" y="24"/>
                    <a:pt x="36" y="72"/>
                    <a:pt x="48" y="108"/>
                  </a:cubicBezTo>
                  <a:cubicBezTo>
                    <a:pt x="60" y="167"/>
                    <a:pt x="60" y="203"/>
                    <a:pt x="48" y="263"/>
                  </a:cubicBezTo>
                  <a:lnTo>
                    <a:pt x="1560" y="882"/>
                  </a:lnTo>
                  <a:cubicBezTo>
                    <a:pt x="1584" y="798"/>
                    <a:pt x="1644" y="763"/>
                    <a:pt x="1715" y="739"/>
                  </a:cubicBezTo>
                  <a:cubicBezTo>
                    <a:pt x="1729" y="736"/>
                    <a:pt x="1743" y="734"/>
                    <a:pt x="1756" y="734"/>
                  </a:cubicBezTo>
                  <a:cubicBezTo>
                    <a:pt x="1846" y="734"/>
                    <a:pt x="1920" y="800"/>
                    <a:pt x="1941" y="894"/>
                  </a:cubicBezTo>
                  <a:cubicBezTo>
                    <a:pt x="1953" y="941"/>
                    <a:pt x="1941" y="965"/>
                    <a:pt x="1917" y="1013"/>
                  </a:cubicBezTo>
                  <a:cubicBezTo>
                    <a:pt x="1953" y="1013"/>
                    <a:pt x="1965" y="1001"/>
                    <a:pt x="1977" y="977"/>
                  </a:cubicBezTo>
                  <a:lnTo>
                    <a:pt x="2025" y="941"/>
                  </a:lnTo>
                  <a:cubicBezTo>
                    <a:pt x="2060" y="882"/>
                    <a:pt x="2025" y="798"/>
                    <a:pt x="1965" y="786"/>
                  </a:cubicBezTo>
                  <a:lnTo>
                    <a:pt x="1953" y="786"/>
                  </a:lnTo>
                  <a:lnTo>
                    <a:pt x="1727" y="703"/>
                  </a:lnTo>
                  <a:lnTo>
                    <a:pt x="108" y="48"/>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1" name="Google Shape;4241;p29"/>
            <p:cNvSpPr/>
            <p:nvPr/>
          </p:nvSpPr>
          <p:spPr>
            <a:xfrm>
              <a:off x="4122525" y="3808325"/>
              <a:ext cx="3900" cy="1225"/>
            </a:xfrm>
            <a:custGeom>
              <a:rect b="b" l="l" r="r" t="t"/>
              <a:pathLst>
                <a:path extrusionOk="0" h="49" w="156">
                  <a:moveTo>
                    <a:pt x="1" y="1"/>
                  </a:moveTo>
                  <a:lnTo>
                    <a:pt x="120" y="49"/>
                  </a:lnTo>
                  <a:cubicBezTo>
                    <a:pt x="132" y="37"/>
                    <a:pt x="132" y="13"/>
                    <a:pt x="155"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2" name="Google Shape;4242;p29"/>
            <p:cNvSpPr/>
            <p:nvPr/>
          </p:nvSpPr>
          <p:spPr>
            <a:xfrm>
              <a:off x="3906425" y="3808325"/>
              <a:ext cx="10750" cy="16400"/>
            </a:xfrm>
            <a:custGeom>
              <a:rect b="b" l="l" r="r" t="t"/>
              <a:pathLst>
                <a:path extrusionOk="0" h="656" w="430">
                  <a:moveTo>
                    <a:pt x="191" y="1"/>
                  </a:moveTo>
                  <a:lnTo>
                    <a:pt x="1" y="644"/>
                  </a:lnTo>
                  <a:cubicBezTo>
                    <a:pt x="13" y="632"/>
                    <a:pt x="48" y="632"/>
                    <a:pt x="60" y="608"/>
                  </a:cubicBezTo>
                  <a:cubicBezTo>
                    <a:pt x="74" y="605"/>
                    <a:pt x="89" y="604"/>
                    <a:pt x="104" y="604"/>
                  </a:cubicBezTo>
                  <a:cubicBezTo>
                    <a:pt x="152" y="604"/>
                    <a:pt x="202" y="619"/>
                    <a:pt x="239" y="656"/>
                  </a:cubicBezTo>
                  <a:lnTo>
                    <a:pt x="429"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3" name="Google Shape;4243;p29"/>
            <p:cNvSpPr/>
            <p:nvPr/>
          </p:nvSpPr>
          <p:spPr>
            <a:xfrm>
              <a:off x="3838275" y="3832450"/>
              <a:ext cx="71150" cy="218800"/>
            </a:xfrm>
            <a:custGeom>
              <a:rect b="b" l="l" r="r" t="t"/>
              <a:pathLst>
                <a:path extrusionOk="0" h="8752" w="2846">
                  <a:moveTo>
                    <a:pt x="2655" y="0"/>
                  </a:moveTo>
                  <a:cubicBezTo>
                    <a:pt x="2631" y="24"/>
                    <a:pt x="2619" y="24"/>
                    <a:pt x="2619" y="24"/>
                  </a:cubicBezTo>
                  <a:lnTo>
                    <a:pt x="0" y="8692"/>
                  </a:lnTo>
                  <a:cubicBezTo>
                    <a:pt x="95" y="8692"/>
                    <a:pt x="167" y="8716"/>
                    <a:pt x="226" y="8751"/>
                  </a:cubicBezTo>
                  <a:lnTo>
                    <a:pt x="2846" y="84"/>
                  </a:lnTo>
                  <a:lnTo>
                    <a:pt x="2846" y="84"/>
                  </a:lnTo>
                  <a:cubicBezTo>
                    <a:pt x="2836" y="85"/>
                    <a:pt x="2827" y="86"/>
                    <a:pt x="2818" y="86"/>
                  </a:cubicBezTo>
                  <a:cubicBezTo>
                    <a:pt x="2754" y="86"/>
                    <a:pt x="2686" y="52"/>
                    <a:pt x="265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4" name="Google Shape;4244;p29"/>
            <p:cNvSpPr/>
            <p:nvPr/>
          </p:nvSpPr>
          <p:spPr>
            <a:xfrm>
              <a:off x="3813250" y="3808325"/>
              <a:ext cx="91425" cy="24750"/>
            </a:xfrm>
            <a:custGeom>
              <a:rect b="b" l="l" r="r" t="t"/>
              <a:pathLst>
                <a:path extrusionOk="0" h="990" w="3657">
                  <a:moveTo>
                    <a:pt x="1" y="1"/>
                  </a:moveTo>
                  <a:lnTo>
                    <a:pt x="3549" y="989"/>
                  </a:lnTo>
                  <a:lnTo>
                    <a:pt x="3620" y="989"/>
                  </a:lnTo>
                  <a:cubicBezTo>
                    <a:pt x="3632" y="989"/>
                    <a:pt x="3656" y="965"/>
                    <a:pt x="3656" y="965"/>
                  </a:cubicBezTo>
                  <a:lnTo>
                    <a:pt x="3609" y="882"/>
                  </a:lnTo>
                  <a:cubicBezTo>
                    <a:pt x="3597" y="834"/>
                    <a:pt x="3609" y="811"/>
                    <a:pt x="3620" y="763"/>
                  </a:cubicBezTo>
                  <a:lnTo>
                    <a:pt x="3609" y="763"/>
                  </a:lnTo>
                  <a:lnTo>
                    <a:pt x="894"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5" name="Google Shape;4245;p29"/>
            <p:cNvSpPr/>
            <p:nvPr/>
          </p:nvSpPr>
          <p:spPr>
            <a:xfrm>
              <a:off x="3729625" y="3808325"/>
              <a:ext cx="107475" cy="244125"/>
            </a:xfrm>
            <a:custGeom>
              <a:rect b="b" l="l" r="r" t="t"/>
              <a:pathLst>
                <a:path extrusionOk="0" h="9765" w="4299">
                  <a:moveTo>
                    <a:pt x="0" y="1"/>
                  </a:moveTo>
                  <a:lnTo>
                    <a:pt x="4108" y="9764"/>
                  </a:lnTo>
                  <a:cubicBezTo>
                    <a:pt x="4156" y="9716"/>
                    <a:pt x="4215" y="9681"/>
                    <a:pt x="4298" y="965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6" name="Google Shape;4246;p29"/>
            <p:cNvSpPr/>
            <p:nvPr/>
          </p:nvSpPr>
          <p:spPr>
            <a:xfrm>
              <a:off x="4180275" y="3827875"/>
              <a:ext cx="10150" cy="9700"/>
            </a:xfrm>
            <a:custGeom>
              <a:rect b="b" l="l" r="r" t="t"/>
              <a:pathLst>
                <a:path extrusionOk="0" h="388" w="406">
                  <a:moveTo>
                    <a:pt x="197" y="0"/>
                  </a:moveTo>
                  <a:cubicBezTo>
                    <a:pt x="183" y="0"/>
                    <a:pt x="169" y="2"/>
                    <a:pt x="155" y="5"/>
                  </a:cubicBezTo>
                  <a:cubicBezTo>
                    <a:pt x="84" y="29"/>
                    <a:pt x="24" y="88"/>
                    <a:pt x="12" y="148"/>
                  </a:cubicBezTo>
                  <a:cubicBezTo>
                    <a:pt x="12" y="171"/>
                    <a:pt x="0" y="195"/>
                    <a:pt x="12" y="231"/>
                  </a:cubicBezTo>
                  <a:cubicBezTo>
                    <a:pt x="23" y="329"/>
                    <a:pt x="114" y="387"/>
                    <a:pt x="211" y="387"/>
                  </a:cubicBezTo>
                  <a:cubicBezTo>
                    <a:pt x="220" y="387"/>
                    <a:pt x="229" y="387"/>
                    <a:pt x="239" y="386"/>
                  </a:cubicBezTo>
                  <a:cubicBezTo>
                    <a:pt x="298" y="362"/>
                    <a:pt x="358" y="326"/>
                    <a:pt x="369" y="279"/>
                  </a:cubicBezTo>
                  <a:cubicBezTo>
                    <a:pt x="405" y="243"/>
                    <a:pt x="405" y="207"/>
                    <a:pt x="381" y="160"/>
                  </a:cubicBezTo>
                  <a:cubicBezTo>
                    <a:pt x="371" y="66"/>
                    <a:pt x="289" y="0"/>
                    <a:pt x="197"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7" name="Google Shape;4247;p29"/>
            <p:cNvSpPr/>
            <p:nvPr/>
          </p:nvSpPr>
          <p:spPr>
            <a:xfrm>
              <a:off x="4124025" y="3808325"/>
              <a:ext cx="19075" cy="15750"/>
            </a:xfrm>
            <a:custGeom>
              <a:rect b="b" l="l" r="r" t="t"/>
              <a:pathLst>
                <a:path extrusionOk="0" h="630" w="763">
                  <a:moveTo>
                    <a:pt x="95" y="1"/>
                  </a:moveTo>
                  <a:cubicBezTo>
                    <a:pt x="72" y="13"/>
                    <a:pt x="60" y="37"/>
                    <a:pt x="60" y="49"/>
                  </a:cubicBezTo>
                  <a:cubicBezTo>
                    <a:pt x="12" y="120"/>
                    <a:pt x="0" y="215"/>
                    <a:pt x="12" y="311"/>
                  </a:cubicBezTo>
                  <a:cubicBezTo>
                    <a:pt x="12" y="334"/>
                    <a:pt x="24" y="358"/>
                    <a:pt x="24" y="370"/>
                  </a:cubicBezTo>
                  <a:cubicBezTo>
                    <a:pt x="60" y="441"/>
                    <a:pt x="107" y="525"/>
                    <a:pt x="179" y="561"/>
                  </a:cubicBezTo>
                  <a:cubicBezTo>
                    <a:pt x="232" y="605"/>
                    <a:pt x="304" y="629"/>
                    <a:pt x="382" y="629"/>
                  </a:cubicBezTo>
                  <a:cubicBezTo>
                    <a:pt x="409" y="629"/>
                    <a:pt x="437" y="626"/>
                    <a:pt x="464" y="620"/>
                  </a:cubicBezTo>
                  <a:cubicBezTo>
                    <a:pt x="607" y="596"/>
                    <a:pt x="726" y="477"/>
                    <a:pt x="762" y="346"/>
                  </a:cubicBezTo>
                  <a:lnTo>
                    <a:pt x="762" y="168"/>
                  </a:lnTo>
                  <a:cubicBezTo>
                    <a:pt x="762" y="120"/>
                    <a:pt x="750" y="96"/>
                    <a:pt x="714" y="60"/>
                  </a:cubicBezTo>
                  <a:cubicBezTo>
                    <a:pt x="703" y="49"/>
                    <a:pt x="691" y="37"/>
                    <a:pt x="69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8" name="Google Shape;4248;p29"/>
            <p:cNvSpPr/>
            <p:nvPr/>
          </p:nvSpPr>
          <p:spPr>
            <a:xfrm>
              <a:off x="3828750" y="4049725"/>
              <a:ext cx="20250" cy="18625"/>
            </a:xfrm>
            <a:custGeom>
              <a:rect b="b" l="l" r="r" t="t"/>
              <a:pathLst>
                <a:path extrusionOk="0" h="745" w="810">
                  <a:moveTo>
                    <a:pt x="322" y="1"/>
                  </a:moveTo>
                  <a:cubicBezTo>
                    <a:pt x="250" y="25"/>
                    <a:pt x="179" y="60"/>
                    <a:pt x="119" y="108"/>
                  </a:cubicBezTo>
                  <a:cubicBezTo>
                    <a:pt x="24" y="203"/>
                    <a:pt x="0" y="322"/>
                    <a:pt x="24" y="441"/>
                  </a:cubicBezTo>
                  <a:cubicBezTo>
                    <a:pt x="66" y="621"/>
                    <a:pt x="222" y="745"/>
                    <a:pt x="406" y="745"/>
                  </a:cubicBezTo>
                  <a:cubicBezTo>
                    <a:pt x="429" y="745"/>
                    <a:pt x="453" y="743"/>
                    <a:pt x="476" y="739"/>
                  </a:cubicBezTo>
                  <a:cubicBezTo>
                    <a:pt x="679" y="691"/>
                    <a:pt x="810" y="501"/>
                    <a:pt x="774" y="287"/>
                  </a:cubicBezTo>
                  <a:cubicBezTo>
                    <a:pt x="750" y="179"/>
                    <a:pt x="679" y="108"/>
                    <a:pt x="607" y="49"/>
                  </a:cubicBezTo>
                  <a:cubicBezTo>
                    <a:pt x="548" y="25"/>
                    <a:pt x="476" y="1"/>
                    <a:pt x="381"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9" name="Google Shape;4249;p29"/>
            <p:cNvSpPr/>
            <p:nvPr/>
          </p:nvSpPr>
          <p:spPr>
            <a:xfrm>
              <a:off x="3903450" y="3823400"/>
              <a:ext cx="11625" cy="11450"/>
            </a:xfrm>
            <a:custGeom>
              <a:rect b="b" l="l" r="r" t="t"/>
              <a:pathLst>
                <a:path extrusionOk="0" h="458" w="465">
                  <a:moveTo>
                    <a:pt x="223" y="1"/>
                  </a:moveTo>
                  <a:cubicBezTo>
                    <a:pt x="208" y="1"/>
                    <a:pt x="193" y="2"/>
                    <a:pt x="179" y="5"/>
                  </a:cubicBezTo>
                  <a:cubicBezTo>
                    <a:pt x="143" y="5"/>
                    <a:pt x="132" y="29"/>
                    <a:pt x="120" y="41"/>
                  </a:cubicBezTo>
                  <a:cubicBezTo>
                    <a:pt x="72" y="65"/>
                    <a:pt x="24" y="112"/>
                    <a:pt x="12" y="160"/>
                  </a:cubicBezTo>
                  <a:cubicBezTo>
                    <a:pt x="1" y="184"/>
                    <a:pt x="1" y="231"/>
                    <a:pt x="1" y="279"/>
                  </a:cubicBezTo>
                  <a:cubicBezTo>
                    <a:pt x="1" y="303"/>
                    <a:pt x="12" y="339"/>
                    <a:pt x="36" y="362"/>
                  </a:cubicBezTo>
                  <a:cubicBezTo>
                    <a:pt x="84" y="422"/>
                    <a:pt x="155" y="458"/>
                    <a:pt x="239" y="458"/>
                  </a:cubicBezTo>
                  <a:lnTo>
                    <a:pt x="263" y="458"/>
                  </a:lnTo>
                  <a:cubicBezTo>
                    <a:pt x="310" y="446"/>
                    <a:pt x="358" y="422"/>
                    <a:pt x="382" y="386"/>
                  </a:cubicBezTo>
                  <a:cubicBezTo>
                    <a:pt x="429" y="327"/>
                    <a:pt x="465" y="267"/>
                    <a:pt x="441" y="184"/>
                  </a:cubicBezTo>
                  <a:cubicBezTo>
                    <a:pt x="441" y="172"/>
                    <a:pt x="429" y="148"/>
                    <a:pt x="417" y="124"/>
                  </a:cubicBezTo>
                  <a:cubicBezTo>
                    <a:pt x="405" y="100"/>
                    <a:pt x="382" y="89"/>
                    <a:pt x="358" y="53"/>
                  </a:cubicBezTo>
                  <a:cubicBezTo>
                    <a:pt x="321" y="16"/>
                    <a:pt x="271" y="1"/>
                    <a:pt x="223"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50" name="Google Shape;4250;p29"/>
          <p:cNvGrpSpPr/>
          <p:nvPr/>
        </p:nvGrpSpPr>
        <p:grpSpPr>
          <a:xfrm flipH="1" rot="10800000">
            <a:off x="-5825" y="2616294"/>
            <a:ext cx="1451646" cy="2527204"/>
            <a:chOff x="1083450" y="1318750"/>
            <a:chExt cx="624525" cy="1087250"/>
          </a:xfrm>
        </p:grpSpPr>
        <p:sp>
          <p:nvSpPr>
            <p:cNvPr id="4251" name="Google Shape;4251;p29"/>
            <p:cNvSpPr/>
            <p:nvPr/>
          </p:nvSpPr>
          <p:spPr>
            <a:xfrm>
              <a:off x="1083450" y="2340600"/>
              <a:ext cx="215525" cy="50325"/>
            </a:xfrm>
            <a:custGeom>
              <a:rect b="b" l="l" r="r" t="t"/>
              <a:pathLst>
                <a:path extrusionOk="0" h="2013" w="8621">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2" name="Google Shape;4252;p29"/>
            <p:cNvSpPr/>
            <p:nvPr/>
          </p:nvSpPr>
          <p:spPr>
            <a:xfrm>
              <a:off x="1083450" y="21304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3" name="Google Shape;4253;p29"/>
            <p:cNvSpPr/>
            <p:nvPr/>
          </p:nvSpPr>
          <p:spPr>
            <a:xfrm>
              <a:off x="1083450" y="1806900"/>
              <a:ext cx="20275" cy="7475"/>
            </a:xfrm>
            <a:custGeom>
              <a:rect b="b" l="l" r="r" t="t"/>
              <a:pathLst>
                <a:path extrusionOk="0" h="299" w="811">
                  <a:moveTo>
                    <a:pt x="703" y="0"/>
                  </a:moveTo>
                  <a:lnTo>
                    <a:pt x="1" y="24"/>
                  </a:lnTo>
                  <a:lnTo>
                    <a:pt x="1" y="298"/>
                  </a:lnTo>
                  <a:lnTo>
                    <a:pt x="810" y="274"/>
                  </a:lnTo>
                  <a:lnTo>
                    <a:pt x="7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4" name="Google Shape;4254;p29"/>
            <p:cNvSpPr/>
            <p:nvPr/>
          </p:nvSpPr>
          <p:spPr>
            <a:xfrm>
              <a:off x="1108150" y="1802425"/>
              <a:ext cx="180125" cy="11350"/>
            </a:xfrm>
            <a:custGeom>
              <a:rect b="b" l="l" r="r" t="t"/>
              <a:pathLst>
                <a:path extrusionOk="0" h="454" w="7205">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5" name="Google Shape;4255;p29"/>
            <p:cNvSpPr/>
            <p:nvPr/>
          </p:nvSpPr>
          <p:spPr>
            <a:xfrm>
              <a:off x="1194475" y="2040550"/>
              <a:ext cx="2425" cy="3600"/>
            </a:xfrm>
            <a:custGeom>
              <a:rect b="b" l="l" r="r" t="t"/>
              <a:pathLst>
                <a:path extrusionOk="0" h="144" w="97">
                  <a:moveTo>
                    <a:pt x="84" y="1"/>
                  </a:moveTo>
                  <a:lnTo>
                    <a:pt x="1" y="48"/>
                  </a:lnTo>
                  <a:lnTo>
                    <a:pt x="25" y="144"/>
                  </a:lnTo>
                  <a:cubicBezTo>
                    <a:pt x="72" y="108"/>
                    <a:pt x="96" y="48"/>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6" name="Google Shape;4256;p29"/>
            <p:cNvSpPr/>
            <p:nvPr/>
          </p:nvSpPr>
          <p:spPr>
            <a:xfrm>
              <a:off x="1083450" y="1741425"/>
              <a:ext cx="98250" cy="261650"/>
            </a:xfrm>
            <a:custGeom>
              <a:rect b="b" l="l" r="r" t="t"/>
              <a:pathLst>
                <a:path extrusionOk="0" h="10466" w="393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7" name="Google Shape;4257;p29"/>
            <p:cNvSpPr/>
            <p:nvPr/>
          </p:nvSpPr>
          <p:spPr>
            <a:xfrm>
              <a:off x="1113525" y="2178975"/>
              <a:ext cx="193200" cy="201825"/>
            </a:xfrm>
            <a:custGeom>
              <a:rect b="b" l="l" r="r" t="t"/>
              <a:pathLst>
                <a:path extrusionOk="0" h="8073" w="7728">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8" name="Google Shape;4258;p29"/>
            <p:cNvSpPr/>
            <p:nvPr/>
          </p:nvSpPr>
          <p:spPr>
            <a:xfrm>
              <a:off x="1187625" y="2041750"/>
              <a:ext cx="121175" cy="334600"/>
            </a:xfrm>
            <a:custGeom>
              <a:rect b="b" l="l" r="r" t="t"/>
              <a:pathLst>
                <a:path extrusionOk="0" h="13384" w="4847">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9" name="Google Shape;4259;p29"/>
            <p:cNvSpPr/>
            <p:nvPr/>
          </p:nvSpPr>
          <p:spPr>
            <a:xfrm>
              <a:off x="1188525" y="1816725"/>
              <a:ext cx="109275" cy="186650"/>
            </a:xfrm>
            <a:custGeom>
              <a:rect b="b" l="l" r="r" t="t"/>
              <a:pathLst>
                <a:path extrusionOk="0" h="7466" w="4371">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0" name="Google Shape;4260;p29"/>
            <p:cNvSpPr/>
            <p:nvPr/>
          </p:nvSpPr>
          <p:spPr>
            <a:xfrm>
              <a:off x="1113225" y="2036700"/>
              <a:ext cx="60750" cy="102100"/>
            </a:xfrm>
            <a:custGeom>
              <a:rect b="b" l="l" r="r" t="t"/>
              <a:pathLst>
                <a:path extrusionOk="0" h="4084" w="243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1" name="Google Shape;4261;p29"/>
            <p:cNvSpPr/>
            <p:nvPr/>
          </p:nvSpPr>
          <p:spPr>
            <a:xfrm>
              <a:off x="1299250" y="1820900"/>
              <a:ext cx="16700" cy="554550"/>
            </a:xfrm>
            <a:custGeom>
              <a:rect b="b" l="l" r="r" t="t"/>
              <a:pathLst>
                <a:path extrusionOk="0" h="22182" w="668">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2" name="Google Shape;4262;p29"/>
            <p:cNvSpPr/>
            <p:nvPr/>
          </p:nvSpPr>
          <p:spPr>
            <a:xfrm>
              <a:off x="1293600" y="1501500"/>
              <a:ext cx="11925" cy="289650"/>
            </a:xfrm>
            <a:custGeom>
              <a:rect b="b" l="l" r="r" t="t"/>
              <a:pathLst>
                <a:path extrusionOk="0" h="11586" w="477">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3" name="Google Shape;4263;p29"/>
            <p:cNvSpPr/>
            <p:nvPr/>
          </p:nvSpPr>
          <p:spPr>
            <a:xfrm>
              <a:off x="1418325" y="1523825"/>
              <a:ext cx="47050" cy="166425"/>
            </a:xfrm>
            <a:custGeom>
              <a:rect b="b" l="l" r="r" t="t"/>
              <a:pathLst>
                <a:path extrusionOk="0" h="6657" w="1882">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4" name="Google Shape;4264;p29"/>
            <p:cNvSpPr/>
            <p:nvPr/>
          </p:nvSpPr>
          <p:spPr>
            <a:xfrm>
              <a:off x="1083450" y="1458350"/>
              <a:ext cx="203625" cy="33050"/>
            </a:xfrm>
            <a:custGeom>
              <a:rect b="b" l="l" r="r" t="t"/>
              <a:pathLst>
                <a:path extrusionOk="0" h="1322" w="8145">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5" name="Google Shape;4265;p29"/>
            <p:cNvSpPr/>
            <p:nvPr/>
          </p:nvSpPr>
          <p:spPr>
            <a:xfrm>
              <a:off x="1291825" y="1342550"/>
              <a:ext cx="8050" cy="136050"/>
            </a:xfrm>
            <a:custGeom>
              <a:rect b="b" l="l" r="r" t="t"/>
              <a:pathLst>
                <a:path extrusionOk="0" h="5442" w="322">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6" name="Google Shape;4266;p29"/>
            <p:cNvSpPr/>
            <p:nvPr/>
          </p:nvSpPr>
          <p:spPr>
            <a:xfrm>
              <a:off x="1688000" y="154467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7" name="Google Shape;4267;p29"/>
            <p:cNvSpPr/>
            <p:nvPr/>
          </p:nvSpPr>
          <p:spPr>
            <a:xfrm>
              <a:off x="1309675" y="1487525"/>
              <a:ext cx="94675" cy="19650"/>
            </a:xfrm>
            <a:custGeom>
              <a:rect b="b" l="l" r="r" t="t"/>
              <a:pathLst>
                <a:path extrusionOk="0" h="786" w="3787">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8" name="Google Shape;4268;p29"/>
            <p:cNvSpPr/>
            <p:nvPr/>
          </p:nvSpPr>
          <p:spPr>
            <a:xfrm>
              <a:off x="1687700" y="15458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9" name="Google Shape;4269;p29"/>
            <p:cNvSpPr/>
            <p:nvPr/>
          </p:nvSpPr>
          <p:spPr>
            <a:xfrm>
              <a:off x="1430825" y="1504475"/>
              <a:ext cx="247675" cy="41700"/>
            </a:xfrm>
            <a:custGeom>
              <a:rect b="b" l="l" r="r" t="t"/>
              <a:pathLst>
                <a:path extrusionOk="0" h="1668" w="9907">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0" name="Google Shape;4270;p29"/>
            <p:cNvSpPr/>
            <p:nvPr/>
          </p:nvSpPr>
          <p:spPr>
            <a:xfrm>
              <a:off x="1687100" y="1546450"/>
              <a:ext cx="25" cy="625"/>
            </a:xfrm>
            <a:custGeom>
              <a:rect b="b" l="l" r="r" t="t"/>
              <a:pathLst>
                <a:path extrusionOk="0" h="25" w="1">
                  <a:moveTo>
                    <a:pt x="1" y="24"/>
                  </a:moveTo>
                  <a:lnTo>
                    <a:pt x="1" y="24"/>
                  </a:lnTo>
                  <a:cubicBezTo>
                    <a:pt x="1" y="1"/>
                    <a:pt x="1" y="24"/>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1" name="Google Shape;4271;p29"/>
            <p:cNvSpPr/>
            <p:nvPr/>
          </p:nvSpPr>
          <p:spPr>
            <a:xfrm>
              <a:off x="1687700" y="15455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2" name="Google Shape;4272;p29"/>
            <p:cNvSpPr/>
            <p:nvPr/>
          </p:nvSpPr>
          <p:spPr>
            <a:xfrm>
              <a:off x="1476075" y="1544675"/>
              <a:ext cx="211050" cy="154800"/>
            </a:xfrm>
            <a:custGeom>
              <a:rect b="b" l="l" r="r" t="t"/>
              <a:pathLst>
                <a:path extrusionOk="0" h="6192" w="8442">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3" name="Google Shape;4273;p29"/>
            <p:cNvSpPr/>
            <p:nvPr/>
          </p:nvSpPr>
          <p:spPr>
            <a:xfrm>
              <a:off x="1688000" y="1544675"/>
              <a:ext cx="25" cy="325"/>
            </a:xfrm>
            <a:custGeom>
              <a:rect b="b" l="l" r="r" t="t"/>
              <a:pathLst>
                <a:path extrusionOk="0" h="13" w="1">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4" name="Google Shape;4274;p29"/>
            <p:cNvSpPr/>
            <p:nvPr/>
          </p:nvSpPr>
          <p:spPr>
            <a:xfrm>
              <a:off x="1681750" y="1319350"/>
              <a:ext cx="26225" cy="225050"/>
            </a:xfrm>
            <a:custGeom>
              <a:rect b="b" l="l" r="r" t="t"/>
              <a:pathLst>
                <a:path extrusionOk="0" h="9002" w="1049">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5" name="Google Shape;4275;p29"/>
            <p:cNvSpPr/>
            <p:nvPr/>
          </p:nvSpPr>
          <p:spPr>
            <a:xfrm>
              <a:off x="1687100" y="1546450"/>
              <a:ext cx="25" cy="625"/>
            </a:xfrm>
            <a:custGeom>
              <a:rect b="b" l="l" r="r" t="t"/>
              <a:pathLst>
                <a:path extrusionOk="0" h="25" w="1">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6" name="Google Shape;4276;p29"/>
            <p:cNvSpPr/>
            <p:nvPr/>
          </p:nvSpPr>
          <p:spPr>
            <a:xfrm>
              <a:off x="1684125" y="1547650"/>
              <a:ext cx="625" cy="25"/>
            </a:xfrm>
            <a:custGeom>
              <a:rect b="b" l="l" r="r" t="t"/>
              <a:pathLst>
                <a:path extrusionOk="0" h="1" w="25">
                  <a:moveTo>
                    <a:pt x="24" y="0"/>
                  </a:moveTo>
                  <a:lnTo>
                    <a:pt x="1" y="0"/>
                  </a:lnTo>
                  <a:lnTo>
                    <a:pt x="24" y="0"/>
                  </a:lnTo>
                  <a:cubicBezTo>
                    <a:pt x="12" y="0"/>
                    <a:pt x="24" y="0"/>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7" name="Google Shape;4277;p29"/>
            <p:cNvSpPr/>
            <p:nvPr/>
          </p:nvSpPr>
          <p:spPr>
            <a:xfrm>
              <a:off x="1687700" y="1545550"/>
              <a:ext cx="25" cy="325"/>
            </a:xfrm>
            <a:custGeom>
              <a:rect b="b" l="l" r="r" t="t"/>
              <a:pathLst>
                <a:path extrusionOk="0" h="13" w="1">
                  <a:moveTo>
                    <a:pt x="0" y="13"/>
                  </a:moveTo>
                  <a:lnTo>
                    <a:pt x="0" y="13"/>
                  </a:lnTo>
                  <a:lnTo>
                    <a:pt x="0" y="13"/>
                  </a:lnTo>
                  <a:cubicBezTo>
                    <a:pt x="0" y="1"/>
                    <a:pt x="0" y="1"/>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8" name="Google Shape;4278;p29"/>
            <p:cNvSpPr/>
            <p:nvPr/>
          </p:nvSpPr>
          <p:spPr>
            <a:xfrm>
              <a:off x="1684725" y="1547650"/>
              <a:ext cx="25" cy="25"/>
            </a:xfrm>
            <a:custGeom>
              <a:rect b="b" l="l" r="r" t="t"/>
              <a:pathLst>
                <a:path extrusionOk="0" h="1" w="1">
                  <a:moveTo>
                    <a:pt x="0"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9" name="Google Shape;4279;p29"/>
            <p:cNvSpPr/>
            <p:nvPr/>
          </p:nvSpPr>
          <p:spPr>
            <a:xfrm>
              <a:off x="1323375" y="1333625"/>
              <a:ext cx="364650" cy="214350"/>
            </a:xfrm>
            <a:custGeom>
              <a:rect b="b" l="l" r="r" t="t"/>
              <a:pathLst>
                <a:path extrusionOk="0" h="8574" w="14586">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0" name="Google Shape;4280;p29"/>
            <p:cNvSpPr/>
            <p:nvPr/>
          </p:nvSpPr>
          <p:spPr>
            <a:xfrm>
              <a:off x="1273950" y="1318750"/>
              <a:ext cx="60750" cy="26600"/>
            </a:xfrm>
            <a:custGeom>
              <a:rect b="b" l="l" r="r" t="t"/>
              <a:pathLst>
                <a:path extrusionOk="0" h="1064" w="243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1" name="Google Shape;4281;p29"/>
            <p:cNvSpPr/>
            <p:nvPr/>
          </p:nvSpPr>
          <p:spPr>
            <a:xfrm>
              <a:off x="1159350" y="2001350"/>
              <a:ext cx="50050" cy="42850"/>
            </a:xfrm>
            <a:custGeom>
              <a:rect b="b" l="l" r="r" t="t"/>
              <a:pathLst>
                <a:path extrusionOk="0" h="1714" w="2002">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2" name="Google Shape;4282;p29"/>
            <p:cNvSpPr/>
            <p:nvPr/>
          </p:nvSpPr>
          <p:spPr>
            <a:xfrm>
              <a:off x="1083450" y="2128475"/>
              <a:ext cx="44675" cy="61325"/>
            </a:xfrm>
            <a:custGeom>
              <a:rect b="b" l="l" r="r" t="t"/>
              <a:pathLst>
                <a:path extrusionOk="0" h="2453" w="1787">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3" name="Google Shape;4283;p29"/>
            <p:cNvSpPr/>
            <p:nvPr/>
          </p:nvSpPr>
          <p:spPr>
            <a:xfrm>
              <a:off x="1288250" y="1790575"/>
              <a:ext cx="32175" cy="31125"/>
            </a:xfrm>
            <a:custGeom>
              <a:rect b="b" l="l" r="r" t="t"/>
              <a:pathLst>
                <a:path extrusionOk="0" h="1245" w="1287">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4" name="Google Shape;4284;p29"/>
            <p:cNvSpPr/>
            <p:nvPr/>
          </p:nvSpPr>
          <p:spPr>
            <a:xfrm>
              <a:off x="1297475" y="2375200"/>
              <a:ext cx="32775" cy="30800"/>
            </a:xfrm>
            <a:custGeom>
              <a:rect b="b" l="l" r="r" t="t"/>
              <a:pathLst>
                <a:path extrusionOk="0" h="1232" w="1311">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5" name="Google Shape;4285;p29"/>
            <p:cNvSpPr/>
            <p:nvPr/>
          </p:nvSpPr>
          <p:spPr>
            <a:xfrm>
              <a:off x="1445100" y="1689025"/>
              <a:ext cx="39025" cy="34575"/>
            </a:xfrm>
            <a:custGeom>
              <a:rect b="b" l="l" r="r" t="t"/>
              <a:pathLst>
                <a:path extrusionOk="0" h="1383" w="1561">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6" name="Google Shape;4286;p29"/>
            <p:cNvSpPr/>
            <p:nvPr/>
          </p:nvSpPr>
          <p:spPr>
            <a:xfrm>
              <a:off x="1285875" y="1477700"/>
              <a:ext cx="24725" cy="24425"/>
            </a:xfrm>
            <a:custGeom>
              <a:rect b="b" l="l" r="r" t="t"/>
              <a:pathLst>
                <a:path extrusionOk="0" h="977" w="989">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7" name="Google Shape;4287;p29"/>
            <p:cNvSpPr/>
            <p:nvPr/>
          </p:nvSpPr>
          <p:spPr>
            <a:xfrm>
              <a:off x="1400175" y="1494100"/>
              <a:ext cx="32750" cy="31300"/>
            </a:xfrm>
            <a:custGeom>
              <a:rect b="b" l="l" r="r" t="t"/>
              <a:pathLst>
                <a:path extrusionOk="0" h="1252" w="131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88" name="Google Shape;4288;p29"/>
          <p:cNvGrpSpPr/>
          <p:nvPr/>
        </p:nvGrpSpPr>
        <p:grpSpPr>
          <a:xfrm rot="10800000">
            <a:off x="7698175" y="2616294"/>
            <a:ext cx="1451646" cy="2527204"/>
            <a:chOff x="1083450" y="1318750"/>
            <a:chExt cx="624525" cy="1087250"/>
          </a:xfrm>
        </p:grpSpPr>
        <p:sp>
          <p:nvSpPr>
            <p:cNvPr id="4289" name="Google Shape;4289;p29"/>
            <p:cNvSpPr/>
            <p:nvPr/>
          </p:nvSpPr>
          <p:spPr>
            <a:xfrm>
              <a:off x="1083450" y="2340600"/>
              <a:ext cx="215525" cy="50325"/>
            </a:xfrm>
            <a:custGeom>
              <a:rect b="b" l="l" r="r" t="t"/>
              <a:pathLst>
                <a:path extrusionOk="0" h="2013" w="8621">
                  <a:moveTo>
                    <a:pt x="1" y="0"/>
                  </a:moveTo>
                  <a:lnTo>
                    <a:pt x="1" y="286"/>
                  </a:lnTo>
                  <a:lnTo>
                    <a:pt x="8561" y="2012"/>
                  </a:lnTo>
                  <a:cubicBezTo>
                    <a:pt x="8561" y="1917"/>
                    <a:pt x="8573" y="1834"/>
                    <a:pt x="8621" y="1739"/>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0" name="Google Shape;4290;p29"/>
            <p:cNvSpPr/>
            <p:nvPr/>
          </p:nvSpPr>
          <p:spPr>
            <a:xfrm>
              <a:off x="1083450" y="2130450"/>
              <a:ext cx="25" cy="25"/>
            </a:xfrm>
            <a:custGeom>
              <a:rect b="b" l="l" r="r" t="t"/>
              <a:pathLst>
                <a:path extrusionOk="0" h="1" w="1">
                  <a:moveTo>
                    <a:pt x="1" y="1"/>
                  </a:moveTo>
                  <a:lnTo>
                    <a:pt x="1" y="1"/>
                  </a:lnTo>
                  <a:lnTo>
                    <a:pt x="1"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1" name="Google Shape;4291;p29"/>
            <p:cNvSpPr/>
            <p:nvPr/>
          </p:nvSpPr>
          <p:spPr>
            <a:xfrm>
              <a:off x="1083450" y="1806900"/>
              <a:ext cx="20275" cy="7475"/>
            </a:xfrm>
            <a:custGeom>
              <a:rect b="b" l="l" r="r" t="t"/>
              <a:pathLst>
                <a:path extrusionOk="0" h="299" w="811">
                  <a:moveTo>
                    <a:pt x="703" y="0"/>
                  </a:moveTo>
                  <a:lnTo>
                    <a:pt x="1" y="24"/>
                  </a:lnTo>
                  <a:lnTo>
                    <a:pt x="1" y="298"/>
                  </a:lnTo>
                  <a:lnTo>
                    <a:pt x="810" y="274"/>
                  </a:lnTo>
                  <a:lnTo>
                    <a:pt x="7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2" name="Google Shape;4292;p29"/>
            <p:cNvSpPr/>
            <p:nvPr/>
          </p:nvSpPr>
          <p:spPr>
            <a:xfrm>
              <a:off x="1108150" y="1802425"/>
              <a:ext cx="180125" cy="11350"/>
            </a:xfrm>
            <a:custGeom>
              <a:rect b="b" l="l" r="r" t="t"/>
              <a:pathLst>
                <a:path extrusionOk="0" h="454" w="7205">
                  <a:moveTo>
                    <a:pt x="7204" y="1"/>
                  </a:moveTo>
                  <a:lnTo>
                    <a:pt x="1" y="179"/>
                  </a:lnTo>
                  <a:lnTo>
                    <a:pt x="96" y="453"/>
                  </a:lnTo>
                  <a:lnTo>
                    <a:pt x="7204" y="275"/>
                  </a:lnTo>
                  <a:cubicBezTo>
                    <a:pt x="7180" y="179"/>
                    <a:pt x="7180" y="96"/>
                    <a:pt x="720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3" name="Google Shape;4293;p29"/>
            <p:cNvSpPr/>
            <p:nvPr/>
          </p:nvSpPr>
          <p:spPr>
            <a:xfrm>
              <a:off x="1194475" y="2040550"/>
              <a:ext cx="2425" cy="3600"/>
            </a:xfrm>
            <a:custGeom>
              <a:rect b="b" l="l" r="r" t="t"/>
              <a:pathLst>
                <a:path extrusionOk="0" h="144" w="97">
                  <a:moveTo>
                    <a:pt x="84" y="1"/>
                  </a:moveTo>
                  <a:lnTo>
                    <a:pt x="1" y="48"/>
                  </a:lnTo>
                  <a:lnTo>
                    <a:pt x="25" y="144"/>
                  </a:lnTo>
                  <a:cubicBezTo>
                    <a:pt x="72" y="108"/>
                    <a:pt x="96" y="48"/>
                    <a:pt x="84"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4" name="Google Shape;4294;p29"/>
            <p:cNvSpPr/>
            <p:nvPr/>
          </p:nvSpPr>
          <p:spPr>
            <a:xfrm>
              <a:off x="1083450" y="1741425"/>
              <a:ext cx="98250" cy="261650"/>
            </a:xfrm>
            <a:custGeom>
              <a:rect b="b" l="l" r="r" t="t"/>
              <a:pathLst>
                <a:path extrusionOk="0" h="10466" w="3930">
                  <a:moveTo>
                    <a:pt x="1" y="0"/>
                  </a:moveTo>
                  <a:lnTo>
                    <a:pt x="1" y="774"/>
                  </a:lnTo>
                  <a:lnTo>
                    <a:pt x="703" y="2619"/>
                  </a:lnTo>
                  <a:lnTo>
                    <a:pt x="810" y="2893"/>
                  </a:lnTo>
                  <a:lnTo>
                    <a:pt x="3668" y="10466"/>
                  </a:lnTo>
                  <a:cubicBezTo>
                    <a:pt x="3751" y="10418"/>
                    <a:pt x="3835" y="10394"/>
                    <a:pt x="3930" y="10394"/>
                  </a:cubicBezTo>
                  <a:lnTo>
                    <a:pt x="1084" y="2893"/>
                  </a:lnTo>
                  <a:lnTo>
                    <a:pt x="989" y="2619"/>
                  </a:ln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5" name="Google Shape;4295;p29"/>
            <p:cNvSpPr/>
            <p:nvPr/>
          </p:nvSpPr>
          <p:spPr>
            <a:xfrm>
              <a:off x="1113525" y="2178975"/>
              <a:ext cx="193200" cy="201825"/>
            </a:xfrm>
            <a:custGeom>
              <a:rect b="b" l="l" r="r" t="t"/>
              <a:pathLst>
                <a:path extrusionOk="0" h="8073" w="7728">
                  <a:moveTo>
                    <a:pt x="203" y="0"/>
                  </a:moveTo>
                  <a:cubicBezTo>
                    <a:pt x="143" y="84"/>
                    <a:pt x="84" y="131"/>
                    <a:pt x="0" y="179"/>
                  </a:cubicBezTo>
                  <a:lnTo>
                    <a:pt x="7501" y="8073"/>
                  </a:lnTo>
                  <a:cubicBezTo>
                    <a:pt x="7549" y="8013"/>
                    <a:pt x="7608" y="7954"/>
                    <a:pt x="7704" y="7918"/>
                  </a:cubicBezTo>
                  <a:cubicBezTo>
                    <a:pt x="7716" y="7918"/>
                    <a:pt x="7716" y="7918"/>
                    <a:pt x="7727" y="7906"/>
                  </a:cubicBezTo>
                  <a:lnTo>
                    <a:pt x="203"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6" name="Google Shape;4296;p29"/>
            <p:cNvSpPr/>
            <p:nvPr/>
          </p:nvSpPr>
          <p:spPr>
            <a:xfrm>
              <a:off x="1187625" y="2041750"/>
              <a:ext cx="121175" cy="334600"/>
            </a:xfrm>
            <a:custGeom>
              <a:rect b="b" l="l" r="r" t="t"/>
              <a:pathLst>
                <a:path extrusionOk="0" h="13384" w="4847">
                  <a:moveTo>
                    <a:pt x="275" y="0"/>
                  </a:moveTo>
                  <a:lnTo>
                    <a:pt x="275" y="0"/>
                  </a:lnTo>
                  <a:cubicBezTo>
                    <a:pt x="180" y="48"/>
                    <a:pt x="96" y="72"/>
                    <a:pt x="1" y="72"/>
                  </a:cubicBezTo>
                  <a:lnTo>
                    <a:pt x="4752" y="13383"/>
                  </a:lnTo>
                  <a:cubicBezTo>
                    <a:pt x="4775" y="13371"/>
                    <a:pt x="4823" y="13347"/>
                    <a:pt x="4847" y="13335"/>
                  </a:cubicBezTo>
                  <a:lnTo>
                    <a:pt x="4835" y="12847"/>
                  </a:lnTo>
                  <a:lnTo>
                    <a:pt x="263" y="72"/>
                  </a:lnTo>
                  <a:lnTo>
                    <a:pt x="275"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7" name="Google Shape;4297;p29"/>
            <p:cNvSpPr/>
            <p:nvPr/>
          </p:nvSpPr>
          <p:spPr>
            <a:xfrm>
              <a:off x="1188525" y="1816725"/>
              <a:ext cx="109275" cy="186650"/>
            </a:xfrm>
            <a:custGeom>
              <a:rect b="b" l="l" r="r" t="t"/>
              <a:pathLst>
                <a:path extrusionOk="0" h="7466" w="4371">
                  <a:moveTo>
                    <a:pt x="4144" y="0"/>
                  </a:moveTo>
                  <a:lnTo>
                    <a:pt x="1" y="7382"/>
                  </a:lnTo>
                  <a:cubicBezTo>
                    <a:pt x="84" y="7394"/>
                    <a:pt x="179" y="7430"/>
                    <a:pt x="251" y="7466"/>
                  </a:cubicBezTo>
                  <a:lnTo>
                    <a:pt x="4370" y="143"/>
                  </a:lnTo>
                  <a:cubicBezTo>
                    <a:pt x="4287" y="119"/>
                    <a:pt x="4204" y="72"/>
                    <a:pt x="414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8" name="Google Shape;4298;p29"/>
            <p:cNvSpPr/>
            <p:nvPr/>
          </p:nvSpPr>
          <p:spPr>
            <a:xfrm>
              <a:off x="1113225" y="2036700"/>
              <a:ext cx="60750" cy="102100"/>
            </a:xfrm>
            <a:custGeom>
              <a:rect b="b" l="l" r="r" t="t"/>
              <a:pathLst>
                <a:path extrusionOk="0" h="4084" w="2430">
                  <a:moveTo>
                    <a:pt x="2215" y="0"/>
                  </a:moveTo>
                  <a:lnTo>
                    <a:pt x="0" y="3893"/>
                  </a:lnTo>
                  <a:cubicBezTo>
                    <a:pt x="72" y="3953"/>
                    <a:pt x="155" y="4012"/>
                    <a:pt x="215" y="4084"/>
                  </a:cubicBezTo>
                  <a:lnTo>
                    <a:pt x="2429" y="179"/>
                  </a:lnTo>
                  <a:cubicBezTo>
                    <a:pt x="2358" y="131"/>
                    <a:pt x="2274" y="72"/>
                    <a:pt x="2215"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9" name="Google Shape;4299;p29"/>
            <p:cNvSpPr/>
            <p:nvPr/>
          </p:nvSpPr>
          <p:spPr>
            <a:xfrm>
              <a:off x="1299250" y="1820900"/>
              <a:ext cx="16700" cy="554550"/>
            </a:xfrm>
            <a:custGeom>
              <a:rect b="b" l="l" r="r" t="t"/>
              <a:pathLst>
                <a:path extrusionOk="0" h="22182" w="668">
                  <a:moveTo>
                    <a:pt x="1" y="0"/>
                  </a:moveTo>
                  <a:lnTo>
                    <a:pt x="394" y="21693"/>
                  </a:lnTo>
                  <a:lnTo>
                    <a:pt x="406" y="22181"/>
                  </a:lnTo>
                  <a:cubicBezTo>
                    <a:pt x="447" y="22175"/>
                    <a:pt x="492" y="22172"/>
                    <a:pt x="537" y="22172"/>
                  </a:cubicBezTo>
                  <a:cubicBezTo>
                    <a:pt x="581" y="22172"/>
                    <a:pt x="626" y="22175"/>
                    <a:pt x="668" y="22181"/>
                  </a:cubicBezTo>
                  <a:lnTo>
                    <a:pt x="275" y="12"/>
                  </a:lnTo>
                  <a:cubicBezTo>
                    <a:pt x="235" y="17"/>
                    <a:pt x="198" y="20"/>
                    <a:pt x="161" y="20"/>
                  </a:cubicBezTo>
                  <a:cubicBezTo>
                    <a:pt x="108" y="20"/>
                    <a:pt x="57" y="14"/>
                    <a:pt x="1"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0" name="Google Shape;4300;p29"/>
            <p:cNvSpPr/>
            <p:nvPr/>
          </p:nvSpPr>
          <p:spPr>
            <a:xfrm>
              <a:off x="1293600" y="1501500"/>
              <a:ext cx="11925" cy="289650"/>
            </a:xfrm>
            <a:custGeom>
              <a:rect b="b" l="l" r="r" t="t"/>
              <a:pathLst>
                <a:path extrusionOk="0" h="11586" w="477">
                  <a:moveTo>
                    <a:pt x="1" y="1"/>
                  </a:moveTo>
                  <a:lnTo>
                    <a:pt x="215" y="11585"/>
                  </a:lnTo>
                  <a:cubicBezTo>
                    <a:pt x="268" y="11563"/>
                    <a:pt x="325" y="11555"/>
                    <a:pt x="382" y="11555"/>
                  </a:cubicBezTo>
                  <a:cubicBezTo>
                    <a:pt x="414" y="11555"/>
                    <a:pt x="446" y="11557"/>
                    <a:pt x="477" y="11562"/>
                  </a:cubicBezTo>
                  <a:lnTo>
                    <a:pt x="274" y="36"/>
                  </a:lnTo>
                  <a:cubicBezTo>
                    <a:pt x="239" y="36"/>
                    <a:pt x="215" y="48"/>
                    <a:pt x="179" y="48"/>
                  </a:cubicBezTo>
                  <a:cubicBezTo>
                    <a:pt x="120" y="36"/>
                    <a:pt x="60" y="36"/>
                    <a:pt x="1"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1" name="Google Shape;4301;p29"/>
            <p:cNvSpPr/>
            <p:nvPr/>
          </p:nvSpPr>
          <p:spPr>
            <a:xfrm>
              <a:off x="1418325" y="1523825"/>
              <a:ext cx="47050" cy="166425"/>
            </a:xfrm>
            <a:custGeom>
              <a:rect b="b" l="l" r="r" t="t"/>
              <a:pathLst>
                <a:path extrusionOk="0" h="6657" w="1882">
                  <a:moveTo>
                    <a:pt x="250" y="1"/>
                  </a:moveTo>
                  <a:cubicBezTo>
                    <a:pt x="238" y="1"/>
                    <a:pt x="227" y="13"/>
                    <a:pt x="227" y="13"/>
                  </a:cubicBezTo>
                  <a:cubicBezTo>
                    <a:pt x="155" y="48"/>
                    <a:pt x="72" y="72"/>
                    <a:pt x="0" y="72"/>
                  </a:cubicBezTo>
                  <a:lnTo>
                    <a:pt x="1608" y="6656"/>
                  </a:lnTo>
                  <a:cubicBezTo>
                    <a:pt x="1703" y="6621"/>
                    <a:pt x="1786" y="6597"/>
                    <a:pt x="1881" y="6597"/>
                  </a:cubicBezTo>
                  <a:lnTo>
                    <a:pt x="25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2" name="Google Shape;4302;p29"/>
            <p:cNvSpPr/>
            <p:nvPr/>
          </p:nvSpPr>
          <p:spPr>
            <a:xfrm>
              <a:off x="1083450" y="1458350"/>
              <a:ext cx="203625" cy="33050"/>
            </a:xfrm>
            <a:custGeom>
              <a:rect b="b" l="l" r="r" t="t"/>
              <a:pathLst>
                <a:path extrusionOk="0" h="1322" w="8145">
                  <a:moveTo>
                    <a:pt x="1" y="0"/>
                  </a:moveTo>
                  <a:lnTo>
                    <a:pt x="1" y="286"/>
                  </a:lnTo>
                  <a:lnTo>
                    <a:pt x="8097" y="1322"/>
                  </a:lnTo>
                  <a:lnTo>
                    <a:pt x="8097" y="1298"/>
                  </a:lnTo>
                  <a:cubicBezTo>
                    <a:pt x="8085" y="1191"/>
                    <a:pt x="8109" y="1108"/>
                    <a:pt x="8145" y="1048"/>
                  </a:cubicBezTo>
                  <a:lnTo>
                    <a:pt x="1"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3" name="Google Shape;4303;p29"/>
            <p:cNvSpPr/>
            <p:nvPr/>
          </p:nvSpPr>
          <p:spPr>
            <a:xfrm>
              <a:off x="1291825" y="1342550"/>
              <a:ext cx="8050" cy="136050"/>
            </a:xfrm>
            <a:custGeom>
              <a:rect b="b" l="l" r="r" t="t"/>
              <a:pathLst>
                <a:path extrusionOk="0" h="5442" w="322">
                  <a:moveTo>
                    <a:pt x="0" y="1"/>
                  </a:moveTo>
                  <a:lnTo>
                    <a:pt x="60" y="5442"/>
                  </a:lnTo>
                  <a:cubicBezTo>
                    <a:pt x="119" y="5406"/>
                    <a:pt x="179" y="5406"/>
                    <a:pt x="238" y="5406"/>
                  </a:cubicBezTo>
                  <a:cubicBezTo>
                    <a:pt x="274" y="5406"/>
                    <a:pt x="298" y="5406"/>
                    <a:pt x="322" y="5418"/>
                  </a:cubicBezTo>
                  <a:lnTo>
                    <a:pt x="274" y="96"/>
                  </a:lnTo>
                  <a:cubicBezTo>
                    <a:pt x="179" y="72"/>
                    <a:pt x="72" y="48"/>
                    <a:pt x="0" y="1"/>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4" name="Google Shape;4304;p29"/>
            <p:cNvSpPr/>
            <p:nvPr/>
          </p:nvSpPr>
          <p:spPr>
            <a:xfrm>
              <a:off x="1688000" y="1544675"/>
              <a:ext cx="25" cy="25"/>
            </a:xfrm>
            <a:custGeom>
              <a:rect b="b" l="l" r="r" t="t"/>
              <a:pathLst>
                <a:path extrusionOk="0" h="1" w="1">
                  <a:moveTo>
                    <a:pt x="0" y="0"/>
                  </a:moveTo>
                  <a:lnTo>
                    <a:pt x="0"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5" name="Google Shape;4305;p29"/>
            <p:cNvSpPr/>
            <p:nvPr/>
          </p:nvSpPr>
          <p:spPr>
            <a:xfrm>
              <a:off x="1309675" y="1487525"/>
              <a:ext cx="94675" cy="19650"/>
            </a:xfrm>
            <a:custGeom>
              <a:rect b="b" l="l" r="r" t="t"/>
              <a:pathLst>
                <a:path extrusionOk="0" h="786" w="3787">
                  <a:moveTo>
                    <a:pt x="12" y="0"/>
                  </a:moveTo>
                  <a:cubicBezTo>
                    <a:pt x="36" y="24"/>
                    <a:pt x="36" y="72"/>
                    <a:pt x="36" y="95"/>
                  </a:cubicBezTo>
                  <a:cubicBezTo>
                    <a:pt x="36" y="155"/>
                    <a:pt x="12" y="214"/>
                    <a:pt x="1" y="262"/>
                  </a:cubicBezTo>
                  <a:lnTo>
                    <a:pt x="3668" y="786"/>
                  </a:lnTo>
                  <a:cubicBezTo>
                    <a:pt x="3680" y="691"/>
                    <a:pt x="3727" y="607"/>
                    <a:pt x="3787" y="536"/>
                  </a:cubicBezTo>
                  <a:lnTo>
                    <a:pt x="12"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6" name="Google Shape;4306;p29"/>
            <p:cNvSpPr/>
            <p:nvPr/>
          </p:nvSpPr>
          <p:spPr>
            <a:xfrm>
              <a:off x="1687700" y="15458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7" name="Google Shape;4307;p29"/>
            <p:cNvSpPr/>
            <p:nvPr/>
          </p:nvSpPr>
          <p:spPr>
            <a:xfrm>
              <a:off x="1430825" y="1504475"/>
              <a:ext cx="247675" cy="41700"/>
            </a:xfrm>
            <a:custGeom>
              <a:rect b="b" l="l" r="r" t="t"/>
              <a:pathLst>
                <a:path extrusionOk="0" h="1668" w="9907">
                  <a:moveTo>
                    <a:pt x="0" y="1"/>
                  </a:moveTo>
                  <a:lnTo>
                    <a:pt x="0" y="1"/>
                  </a:lnTo>
                  <a:cubicBezTo>
                    <a:pt x="48" y="108"/>
                    <a:pt x="72" y="191"/>
                    <a:pt x="48" y="287"/>
                  </a:cubicBezTo>
                  <a:lnTo>
                    <a:pt x="9799" y="1668"/>
                  </a:lnTo>
                  <a:lnTo>
                    <a:pt x="9906" y="1596"/>
                  </a:lnTo>
                  <a:lnTo>
                    <a:pt x="9478" y="1346"/>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8" name="Google Shape;4308;p29"/>
            <p:cNvSpPr/>
            <p:nvPr/>
          </p:nvSpPr>
          <p:spPr>
            <a:xfrm>
              <a:off x="1687100" y="1546450"/>
              <a:ext cx="25" cy="625"/>
            </a:xfrm>
            <a:custGeom>
              <a:rect b="b" l="l" r="r" t="t"/>
              <a:pathLst>
                <a:path extrusionOk="0" h="25" w="1">
                  <a:moveTo>
                    <a:pt x="1" y="24"/>
                  </a:moveTo>
                  <a:lnTo>
                    <a:pt x="1" y="24"/>
                  </a:lnTo>
                  <a:cubicBezTo>
                    <a:pt x="1" y="1"/>
                    <a:pt x="1" y="24"/>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9" name="Google Shape;4309;p29"/>
            <p:cNvSpPr/>
            <p:nvPr/>
          </p:nvSpPr>
          <p:spPr>
            <a:xfrm>
              <a:off x="1687700" y="1545550"/>
              <a:ext cx="25" cy="25"/>
            </a:xfrm>
            <a:custGeom>
              <a:rect b="b" l="l" r="r" t="t"/>
              <a:pathLst>
                <a:path extrusionOk="0" h="1" w="1">
                  <a:moveTo>
                    <a:pt x="0" y="1"/>
                  </a:moveTo>
                  <a:lnTo>
                    <a:pt x="0" y="1"/>
                  </a:lnTo>
                  <a:lnTo>
                    <a:pt x="0"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0" name="Google Shape;4310;p29"/>
            <p:cNvSpPr/>
            <p:nvPr/>
          </p:nvSpPr>
          <p:spPr>
            <a:xfrm>
              <a:off x="1476075" y="1544675"/>
              <a:ext cx="211050" cy="154800"/>
            </a:xfrm>
            <a:custGeom>
              <a:rect b="b" l="l" r="r" t="t"/>
              <a:pathLst>
                <a:path extrusionOk="0" h="6192" w="8442">
                  <a:moveTo>
                    <a:pt x="8096" y="0"/>
                  </a:moveTo>
                  <a:lnTo>
                    <a:pt x="7989" y="72"/>
                  </a:lnTo>
                  <a:lnTo>
                    <a:pt x="0" y="5965"/>
                  </a:lnTo>
                  <a:cubicBezTo>
                    <a:pt x="60" y="6025"/>
                    <a:pt x="119" y="6084"/>
                    <a:pt x="143" y="6179"/>
                  </a:cubicBezTo>
                  <a:cubicBezTo>
                    <a:pt x="143" y="6179"/>
                    <a:pt x="143" y="6191"/>
                    <a:pt x="155" y="6191"/>
                  </a:cubicBezTo>
                  <a:lnTo>
                    <a:pt x="8442" y="95"/>
                  </a:lnTo>
                  <a:lnTo>
                    <a:pt x="8442" y="95"/>
                  </a:lnTo>
                  <a:cubicBezTo>
                    <a:pt x="8418" y="107"/>
                    <a:pt x="8418" y="107"/>
                    <a:pt x="8406" y="107"/>
                  </a:cubicBezTo>
                  <a:lnTo>
                    <a:pt x="8394" y="107"/>
                  </a:lnTo>
                  <a:cubicBezTo>
                    <a:pt x="8370" y="107"/>
                    <a:pt x="8358" y="119"/>
                    <a:pt x="8346" y="119"/>
                  </a:cubicBezTo>
                  <a:lnTo>
                    <a:pt x="8299" y="119"/>
                  </a:lnTo>
                  <a:cubicBezTo>
                    <a:pt x="8287" y="119"/>
                    <a:pt x="8287" y="119"/>
                    <a:pt x="8275" y="107"/>
                  </a:cubicBezTo>
                  <a:lnTo>
                    <a:pt x="8096"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1" name="Google Shape;4311;p29"/>
            <p:cNvSpPr/>
            <p:nvPr/>
          </p:nvSpPr>
          <p:spPr>
            <a:xfrm>
              <a:off x="1688000" y="1544675"/>
              <a:ext cx="25" cy="325"/>
            </a:xfrm>
            <a:custGeom>
              <a:rect b="b" l="l" r="r" t="t"/>
              <a:pathLst>
                <a:path extrusionOk="0" h="13" w="1">
                  <a:moveTo>
                    <a:pt x="0" y="12"/>
                  </a:moveTo>
                  <a:cubicBezTo>
                    <a:pt x="0" y="12"/>
                    <a:pt x="0" y="0"/>
                    <a:pt x="0" y="12"/>
                  </a:cubicBezTo>
                  <a:cubicBezTo>
                    <a:pt x="0" y="0"/>
                    <a:pt x="0" y="0"/>
                    <a:pt x="0" y="12"/>
                  </a:cubicBezTo>
                  <a:cubicBezTo>
                    <a:pt x="0" y="0"/>
                    <a:pt x="0" y="0"/>
                    <a:pt x="0" y="12"/>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2" name="Google Shape;4312;p29"/>
            <p:cNvSpPr/>
            <p:nvPr/>
          </p:nvSpPr>
          <p:spPr>
            <a:xfrm>
              <a:off x="1681750" y="1319350"/>
              <a:ext cx="26225" cy="225050"/>
            </a:xfrm>
            <a:custGeom>
              <a:rect b="b" l="l" r="r" t="t"/>
              <a:pathLst>
                <a:path extrusionOk="0" h="9002" w="1049">
                  <a:moveTo>
                    <a:pt x="750" y="0"/>
                  </a:moveTo>
                  <a:lnTo>
                    <a:pt x="0" y="8763"/>
                  </a:lnTo>
                  <a:lnTo>
                    <a:pt x="191" y="8870"/>
                  </a:lnTo>
                  <a:cubicBezTo>
                    <a:pt x="238" y="8894"/>
                    <a:pt x="274" y="8942"/>
                    <a:pt x="274" y="9001"/>
                  </a:cubicBezTo>
                  <a:lnTo>
                    <a:pt x="1048" y="0"/>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3" name="Google Shape;4313;p29"/>
            <p:cNvSpPr/>
            <p:nvPr/>
          </p:nvSpPr>
          <p:spPr>
            <a:xfrm>
              <a:off x="1687100" y="1546450"/>
              <a:ext cx="25" cy="625"/>
            </a:xfrm>
            <a:custGeom>
              <a:rect b="b" l="l" r="r" t="t"/>
              <a:pathLst>
                <a:path extrusionOk="0" h="25" w="1">
                  <a:moveTo>
                    <a:pt x="1" y="24"/>
                  </a:moveTo>
                  <a:cubicBezTo>
                    <a:pt x="1" y="24"/>
                    <a:pt x="1" y="1"/>
                    <a:pt x="1" y="24"/>
                  </a:cubicBezTo>
                  <a:cubicBezTo>
                    <a:pt x="1" y="1"/>
                    <a:pt x="1" y="1"/>
                    <a:pt x="1" y="24"/>
                  </a:cubicBezTo>
                  <a:cubicBezTo>
                    <a:pt x="1" y="1"/>
                    <a:pt x="1" y="1"/>
                    <a:pt x="1" y="24"/>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4" name="Google Shape;4314;p29"/>
            <p:cNvSpPr/>
            <p:nvPr/>
          </p:nvSpPr>
          <p:spPr>
            <a:xfrm>
              <a:off x="1684125" y="1547650"/>
              <a:ext cx="625" cy="25"/>
            </a:xfrm>
            <a:custGeom>
              <a:rect b="b" l="l" r="r" t="t"/>
              <a:pathLst>
                <a:path extrusionOk="0" h="1" w="25">
                  <a:moveTo>
                    <a:pt x="24" y="0"/>
                  </a:moveTo>
                  <a:lnTo>
                    <a:pt x="1" y="0"/>
                  </a:lnTo>
                  <a:lnTo>
                    <a:pt x="24" y="0"/>
                  </a:lnTo>
                  <a:cubicBezTo>
                    <a:pt x="12" y="0"/>
                    <a:pt x="24" y="0"/>
                    <a:pt x="24" y="0"/>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5" name="Google Shape;4315;p29"/>
            <p:cNvSpPr/>
            <p:nvPr/>
          </p:nvSpPr>
          <p:spPr>
            <a:xfrm>
              <a:off x="1687700" y="1545550"/>
              <a:ext cx="25" cy="325"/>
            </a:xfrm>
            <a:custGeom>
              <a:rect b="b" l="l" r="r" t="t"/>
              <a:pathLst>
                <a:path extrusionOk="0" h="13" w="1">
                  <a:moveTo>
                    <a:pt x="0" y="13"/>
                  </a:moveTo>
                  <a:lnTo>
                    <a:pt x="0" y="13"/>
                  </a:lnTo>
                  <a:lnTo>
                    <a:pt x="0" y="13"/>
                  </a:lnTo>
                  <a:cubicBezTo>
                    <a:pt x="0" y="1"/>
                    <a:pt x="0" y="1"/>
                    <a:pt x="0" y="13"/>
                  </a:cubicBez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6" name="Google Shape;4316;p29"/>
            <p:cNvSpPr/>
            <p:nvPr/>
          </p:nvSpPr>
          <p:spPr>
            <a:xfrm>
              <a:off x="1684725" y="1547650"/>
              <a:ext cx="25" cy="25"/>
            </a:xfrm>
            <a:custGeom>
              <a:rect b="b" l="l" r="r" t="t"/>
              <a:pathLst>
                <a:path extrusionOk="0" h="1" w="1">
                  <a:moveTo>
                    <a:pt x="0" y="0"/>
                  </a:move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7" name="Google Shape;4317;p29"/>
            <p:cNvSpPr/>
            <p:nvPr/>
          </p:nvSpPr>
          <p:spPr>
            <a:xfrm>
              <a:off x="1323375" y="1333625"/>
              <a:ext cx="364650" cy="214350"/>
            </a:xfrm>
            <a:custGeom>
              <a:rect b="b" l="l" r="r" t="t"/>
              <a:pathLst>
                <a:path extrusionOk="0" h="8574" w="14586">
                  <a:moveTo>
                    <a:pt x="203" y="1"/>
                  </a:moveTo>
                  <a:cubicBezTo>
                    <a:pt x="143" y="84"/>
                    <a:pt x="84" y="155"/>
                    <a:pt x="0" y="215"/>
                  </a:cubicBezTo>
                  <a:lnTo>
                    <a:pt x="13752" y="8204"/>
                  </a:lnTo>
                  <a:lnTo>
                    <a:pt x="14192" y="8454"/>
                  </a:lnTo>
                  <a:lnTo>
                    <a:pt x="14371" y="8561"/>
                  </a:lnTo>
                  <a:cubicBezTo>
                    <a:pt x="14383" y="8561"/>
                    <a:pt x="14383" y="8573"/>
                    <a:pt x="14395" y="8573"/>
                  </a:cubicBezTo>
                  <a:lnTo>
                    <a:pt x="14442" y="8573"/>
                  </a:lnTo>
                  <a:cubicBezTo>
                    <a:pt x="14454" y="8573"/>
                    <a:pt x="14466" y="8573"/>
                    <a:pt x="14490" y="8561"/>
                  </a:cubicBezTo>
                  <a:lnTo>
                    <a:pt x="14502" y="8561"/>
                  </a:lnTo>
                  <a:cubicBezTo>
                    <a:pt x="14514" y="8561"/>
                    <a:pt x="14514" y="8549"/>
                    <a:pt x="14526" y="8549"/>
                  </a:cubicBezTo>
                  <a:cubicBezTo>
                    <a:pt x="14550" y="8537"/>
                    <a:pt x="14550" y="8537"/>
                    <a:pt x="14550" y="8514"/>
                  </a:cubicBezTo>
                  <a:lnTo>
                    <a:pt x="14550" y="8502"/>
                  </a:lnTo>
                  <a:lnTo>
                    <a:pt x="14550" y="8490"/>
                  </a:lnTo>
                  <a:lnTo>
                    <a:pt x="14550" y="8478"/>
                  </a:lnTo>
                  <a:cubicBezTo>
                    <a:pt x="14585" y="8383"/>
                    <a:pt x="14573" y="8335"/>
                    <a:pt x="14514" y="8311"/>
                  </a:cubicBezTo>
                  <a:lnTo>
                    <a:pt x="14323" y="8204"/>
                  </a:lnTo>
                  <a:lnTo>
                    <a:pt x="203" y="1"/>
                  </a:lnTo>
                  <a:close/>
                </a:path>
              </a:pathLst>
            </a:custGeom>
            <a:solidFill>
              <a:srgbClr val="CBD7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8" name="Google Shape;4318;p29"/>
            <p:cNvSpPr/>
            <p:nvPr/>
          </p:nvSpPr>
          <p:spPr>
            <a:xfrm>
              <a:off x="1273950" y="1318750"/>
              <a:ext cx="60750" cy="26600"/>
            </a:xfrm>
            <a:custGeom>
              <a:rect b="b" l="l" r="r" t="t"/>
              <a:pathLst>
                <a:path extrusionOk="0" h="1064" w="2430">
                  <a:moveTo>
                    <a:pt x="1" y="0"/>
                  </a:moveTo>
                  <a:cubicBezTo>
                    <a:pt x="13" y="119"/>
                    <a:pt x="60" y="250"/>
                    <a:pt x="120" y="369"/>
                  </a:cubicBezTo>
                  <a:cubicBezTo>
                    <a:pt x="251" y="643"/>
                    <a:pt x="465" y="834"/>
                    <a:pt x="715" y="953"/>
                  </a:cubicBezTo>
                  <a:cubicBezTo>
                    <a:pt x="810" y="1000"/>
                    <a:pt x="894" y="1012"/>
                    <a:pt x="989" y="1048"/>
                  </a:cubicBezTo>
                  <a:cubicBezTo>
                    <a:pt x="1062" y="1058"/>
                    <a:pt x="1135" y="1063"/>
                    <a:pt x="1209" y="1063"/>
                  </a:cubicBezTo>
                  <a:cubicBezTo>
                    <a:pt x="1401" y="1063"/>
                    <a:pt x="1594" y="1027"/>
                    <a:pt x="1775" y="941"/>
                  </a:cubicBezTo>
                  <a:cubicBezTo>
                    <a:pt x="1858" y="893"/>
                    <a:pt x="1941" y="858"/>
                    <a:pt x="2001" y="786"/>
                  </a:cubicBezTo>
                  <a:cubicBezTo>
                    <a:pt x="2072" y="727"/>
                    <a:pt x="2132" y="655"/>
                    <a:pt x="2192" y="584"/>
                  </a:cubicBezTo>
                  <a:cubicBezTo>
                    <a:pt x="2322" y="417"/>
                    <a:pt x="2394" y="215"/>
                    <a:pt x="2430"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9" name="Google Shape;4319;p29"/>
            <p:cNvSpPr/>
            <p:nvPr/>
          </p:nvSpPr>
          <p:spPr>
            <a:xfrm>
              <a:off x="1159350" y="2001350"/>
              <a:ext cx="50050" cy="42850"/>
            </a:xfrm>
            <a:custGeom>
              <a:rect b="b" l="l" r="r" t="t"/>
              <a:pathLst>
                <a:path extrusionOk="0" h="1714" w="2002">
                  <a:moveTo>
                    <a:pt x="1013" y="0"/>
                  </a:moveTo>
                  <a:cubicBezTo>
                    <a:pt x="968" y="0"/>
                    <a:pt x="924" y="3"/>
                    <a:pt x="882" y="9"/>
                  </a:cubicBezTo>
                  <a:cubicBezTo>
                    <a:pt x="787" y="21"/>
                    <a:pt x="703" y="57"/>
                    <a:pt x="608" y="81"/>
                  </a:cubicBezTo>
                  <a:cubicBezTo>
                    <a:pt x="179" y="295"/>
                    <a:pt x="1" y="807"/>
                    <a:pt x="227" y="1247"/>
                  </a:cubicBezTo>
                  <a:cubicBezTo>
                    <a:pt x="251" y="1307"/>
                    <a:pt x="299" y="1366"/>
                    <a:pt x="346" y="1426"/>
                  </a:cubicBezTo>
                  <a:cubicBezTo>
                    <a:pt x="406" y="1497"/>
                    <a:pt x="477" y="1557"/>
                    <a:pt x="549" y="1605"/>
                  </a:cubicBezTo>
                  <a:cubicBezTo>
                    <a:pt x="709" y="1669"/>
                    <a:pt x="898" y="1714"/>
                    <a:pt x="1072" y="1714"/>
                  </a:cubicBezTo>
                  <a:cubicBezTo>
                    <a:pt x="1092" y="1714"/>
                    <a:pt x="1112" y="1713"/>
                    <a:pt x="1132" y="1712"/>
                  </a:cubicBezTo>
                  <a:cubicBezTo>
                    <a:pt x="1227" y="1688"/>
                    <a:pt x="1311" y="1664"/>
                    <a:pt x="1406" y="1628"/>
                  </a:cubicBezTo>
                  <a:lnTo>
                    <a:pt x="1489" y="1593"/>
                  </a:lnTo>
                  <a:cubicBezTo>
                    <a:pt x="1846" y="1343"/>
                    <a:pt x="2001" y="878"/>
                    <a:pt x="1787" y="473"/>
                  </a:cubicBezTo>
                  <a:cubicBezTo>
                    <a:pt x="1703" y="307"/>
                    <a:pt x="1561" y="176"/>
                    <a:pt x="1418" y="104"/>
                  </a:cubicBezTo>
                  <a:cubicBezTo>
                    <a:pt x="1322" y="57"/>
                    <a:pt x="1239" y="21"/>
                    <a:pt x="1144" y="9"/>
                  </a:cubicBezTo>
                  <a:cubicBezTo>
                    <a:pt x="1102" y="3"/>
                    <a:pt x="1058" y="0"/>
                    <a:pt x="1013"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0" name="Google Shape;4320;p29"/>
            <p:cNvSpPr/>
            <p:nvPr/>
          </p:nvSpPr>
          <p:spPr>
            <a:xfrm>
              <a:off x="1083450" y="2128475"/>
              <a:ext cx="44675" cy="61325"/>
            </a:xfrm>
            <a:custGeom>
              <a:rect b="b" l="l" r="r" t="t"/>
              <a:pathLst>
                <a:path extrusionOk="0" h="2453" w="1787">
                  <a:moveTo>
                    <a:pt x="465" y="1"/>
                  </a:moveTo>
                  <a:cubicBezTo>
                    <a:pt x="309" y="1"/>
                    <a:pt x="151" y="30"/>
                    <a:pt x="1" y="91"/>
                  </a:cubicBezTo>
                  <a:lnTo>
                    <a:pt x="1" y="2366"/>
                  </a:lnTo>
                  <a:cubicBezTo>
                    <a:pt x="148" y="2422"/>
                    <a:pt x="312" y="2452"/>
                    <a:pt x="479" y="2452"/>
                  </a:cubicBezTo>
                  <a:cubicBezTo>
                    <a:pt x="660" y="2452"/>
                    <a:pt x="845" y="2416"/>
                    <a:pt x="1013" y="2342"/>
                  </a:cubicBezTo>
                  <a:cubicBezTo>
                    <a:pt x="1072" y="2306"/>
                    <a:pt x="1144" y="2258"/>
                    <a:pt x="1203" y="2223"/>
                  </a:cubicBezTo>
                  <a:cubicBezTo>
                    <a:pt x="1263" y="2139"/>
                    <a:pt x="1346" y="2080"/>
                    <a:pt x="1406" y="2020"/>
                  </a:cubicBezTo>
                  <a:cubicBezTo>
                    <a:pt x="1715" y="1663"/>
                    <a:pt x="1787" y="1127"/>
                    <a:pt x="1560" y="687"/>
                  </a:cubicBezTo>
                  <a:cubicBezTo>
                    <a:pt x="1513" y="592"/>
                    <a:pt x="1465" y="508"/>
                    <a:pt x="1406" y="437"/>
                  </a:cubicBezTo>
                  <a:cubicBezTo>
                    <a:pt x="1346" y="353"/>
                    <a:pt x="1263" y="294"/>
                    <a:pt x="1191" y="234"/>
                  </a:cubicBezTo>
                  <a:cubicBezTo>
                    <a:pt x="989" y="84"/>
                    <a:pt x="730" y="1"/>
                    <a:pt x="465"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1" name="Google Shape;4321;p29"/>
            <p:cNvSpPr/>
            <p:nvPr/>
          </p:nvSpPr>
          <p:spPr>
            <a:xfrm>
              <a:off x="1288250" y="1790575"/>
              <a:ext cx="32175" cy="31125"/>
            </a:xfrm>
            <a:custGeom>
              <a:rect b="b" l="l" r="r" t="t"/>
              <a:pathLst>
                <a:path extrusionOk="0" h="1245" w="1287">
                  <a:moveTo>
                    <a:pt x="577" y="1"/>
                  </a:moveTo>
                  <a:cubicBezTo>
                    <a:pt x="530" y="1"/>
                    <a:pt x="477" y="14"/>
                    <a:pt x="429" y="34"/>
                  </a:cubicBezTo>
                  <a:lnTo>
                    <a:pt x="334" y="82"/>
                  </a:lnTo>
                  <a:cubicBezTo>
                    <a:pt x="167" y="165"/>
                    <a:pt x="60" y="320"/>
                    <a:pt x="12" y="499"/>
                  </a:cubicBezTo>
                  <a:cubicBezTo>
                    <a:pt x="0" y="582"/>
                    <a:pt x="0" y="677"/>
                    <a:pt x="12" y="761"/>
                  </a:cubicBezTo>
                  <a:lnTo>
                    <a:pt x="60" y="892"/>
                  </a:lnTo>
                  <a:cubicBezTo>
                    <a:pt x="84" y="951"/>
                    <a:pt x="119" y="999"/>
                    <a:pt x="155" y="1058"/>
                  </a:cubicBezTo>
                  <a:cubicBezTo>
                    <a:pt x="215" y="1130"/>
                    <a:pt x="310" y="1177"/>
                    <a:pt x="381" y="1213"/>
                  </a:cubicBezTo>
                  <a:cubicBezTo>
                    <a:pt x="393" y="1213"/>
                    <a:pt x="417" y="1225"/>
                    <a:pt x="429" y="1225"/>
                  </a:cubicBezTo>
                  <a:cubicBezTo>
                    <a:pt x="478" y="1239"/>
                    <a:pt x="531" y="1245"/>
                    <a:pt x="583" y="1245"/>
                  </a:cubicBezTo>
                  <a:cubicBezTo>
                    <a:pt x="620" y="1245"/>
                    <a:pt x="656" y="1242"/>
                    <a:pt x="691" y="1237"/>
                  </a:cubicBezTo>
                  <a:cubicBezTo>
                    <a:pt x="750" y="1225"/>
                    <a:pt x="798" y="1213"/>
                    <a:pt x="858" y="1177"/>
                  </a:cubicBezTo>
                  <a:cubicBezTo>
                    <a:pt x="1167" y="1034"/>
                    <a:pt x="1286" y="653"/>
                    <a:pt x="1131" y="356"/>
                  </a:cubicBezTo>
                  <a:cubicBezTo>
                    <a:pt x="1036" y="165"/>
                    <a:pt x="858" y="46"/>
                    <a:pt x="667" y="22"/>
                  </a:cubicBezTo>
                  <a:cubicBezTo>
                    <a:pt x="642" y="7"/>
                    <a:pt x="611" y="1"/>
                    <a:pt x="57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2" name="Google Shape;4322;p29"/>
            <p:cNvSpPr/>
            <p:nvPr/>
          </p:nvSpPr>
          <p:spPr>
            <a:xfrm>
              <a:off x="1297475" y="2375200"/>
              <a:ext cx="32775" cy="30800"/>
            </a:xfrm>
            <a:custGeom>
              <a:rect b="b" l="l" r="r" t="t"/>
              <a:pathLst>
                <a:path extrusionOk="0" h="1232" w="1311">
                  <a:moveTo>
                    <a:pt x="608" y="0"/>
                  </a:moveTo>
                  <a:cubicBezTo>
                    <a:pt x="563" y="0"/>
                    <a:pt x="518" y="3"/>
                    <a:pt x="477" y="9"/>
                  </a:cubicBezTo>
                  <a:cubicBezTo>
                    <a:pt x="429" y="33"/>
                    <a:pt x="393" y="33"/>
                    <a:pt x="369" y="57"/>
                  </a:cubicBezTo>
                  <a:cubicBezTo>
                    <a:pt x="358" y="57"/>
                    <a:pt x="358" y="57"/>
                    <a:pt x="346" y="69"/>
                  </a:cubicBezTo>
                  <a:cubicBezTo>
                    <a:pt x="262" y="117"/>
                    <a:pt x="191" y="164"/>
                    <a:pt x="143" y="224"/>
                  </a:cubicBezTo>
                  <a:lnTo>
                    <a:pt x="60" y="355"/>
                  </a:lnTo>
                  <a:cubicBezTo>
                    <a:pt x="12" y="450"/>
                    <a:pt x="0" y="533"/>
                    <a:pt x="0" y="628"/>
                  </a:cubicBezTo>
                  <a:cubicBezTo>
                    <a:pt x="0" y="712"/>
                    <a:pt x="12" y="807"/>
                    <a:pt x="60" y="890"/>
                  </a:cubicBezTo>
                  <a:cubicBezTo>
                    <a:pt x="160" y="1108"/>
                    <a:pt x="373" y="1232"/>
                    <a:pt x="594" y="1232"/>
                  </a:cubicBezTo>
                  <a:cubicBezTo>
                    <a:pt x="687" y="1232"/>
                    <a:pt x="781" y="1210"/>
                    <a:pt x="870" y="1164"/>
                  </a:cubicBezTo>
                  <a:cubicBezTo>
                    <a:pt x="1191" y="1009"/>
                    <a:pt x="1310" y="640"/>
                    <a:pt x="1143" y="343"/>
                  </a:cubicBezTo>
                  <a:cubicBezTo>
                    <a:pt x="1048" y="164"/>
                    <a:pt x="905" y="57"/>
                    <a:pt x="739" y="9"/>
                  </a:cubicBezTo>
                  <a:cubicBezTo>
                    <a:pt x="697" y="3"/>
                    <a:pt x="652" y="0"/>
                    <a:pt x="60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3" name="Google Shape;4323;p29"/>
            <p:cNvSpPr/>
            <p:nvPr/>
          </p:nvSpPr>
          <p:spPr>
            <a:xfrm>
              <a:off x="1445100" y="1689025"/>
              <a:ext cx="39025" cy="34575"/>
            </a:xfrm>
            <a:custGeom>
              <a:rect b="b" l="l" r="r" t="t"/>
              <a:pathLst>
                <a:path extrusionOk="0" h="1383" w="1561">
                  <a:moveTo>
                    <a:pt x="787" y="1"/>
                  </a:moveTo>
                  <a:cubicBezTo>
                    <a:pt x="703" y="1"/>
                    <a:pt x="608" y="13"/>
                    <a:pt x="525" y="60"/>
                  </a:cubicBezTo>
                  <a:cubicBezTo>
                    <a:pt x="501" y="60"/>
                    <a:pt x="489" y="72"/>
                    <a:pt x="477" y="72"/>
                  </a:cubicBezTo>
                  <a:cubicBezTo>
                    <a:pt x="132" y="239"/>
                    <a:pt x="1" y="655"/>
                    <a:pt x="168" y="1001"/>
                  </a:cubicBezTo>
                  <a:cubicBezTo>
                    <a:pt x="277" y="1245"/>
                    <a:pt x="530" y="1382"/>
                    <a:pt x="782" y="1382"/>
                  </a:cubicBezTo>
                  <a:cubicBezTo>
                    <a:pt x="886" y="1382"/>
                    <a:pt x="990" y="1359"/>
                    <a:pt x="1084" y="1310"/>
                  </a:cubicBezTo>
                  <a:cubicBezTo>
                    <a:pt x="1430" y="1144"/>
                    <a:pt x="1561" y="727"/>
                    <a:pt x="1394" y="405"/>
                  </a:cubicBezTo>
                  <a:cubicBezTo>
                    <a:pt x="1394" y="405"/>
                    <a:pt x="1394" y="394"/>
                    <a:pt x="1382" y="394"/>
                  </a:cubicBezTo>
                  <a:cubicBezTo>
                    <a:pt x="1358" y="310"/>
                    <a:pt x="1311" y="239"/>
                    <a:pt x="1251" y="179"/>
                  </a:cubicBezTo>
                  <a:cubicBezTo>
                    <a:pt x="1132" y="60"/>
                    <a:pt x="953" y="1"/>
                    <a:pt x="787" y="1"/>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4" name="Google Shape;4324;p29"/>
            <p:cNvSpPr/>
            <p:nvPr/>
          </p:nvSpPr>
          <p:spPr>
            <a:xfrm>
              <a:off x="1285875" y="1477700"/>
              <a:ext cx="24725" cy="24425"/>
            </a:xfrm>
            <a:custGeom>
              <a:rect b="b" l="l" r="r" t="t"/>
              <a:pathLst>
                <a:path extrusionOk="0" h="977" w="989">
                  <a:moveTo>
                    <a:pt x="488" y="0"/>
                  </a:moveTo>
                  <a:cubicBezTo>
                    <a:pt x="429" y="0"/>
                    <a:pt x="369" y="12"/>
                    <a:pt x="310" y="36"/>
                  </a:cubicBezTo>
                  <a:cubicBezTo>
                    <a:pt x="214" y="72"/>
                    <a:pt x="119" y="155"/>
                    <a:pt x="60" y="250"/>
                  </a:cubicBezTo>
                  <a:cubicBezTo>
                    <a:pt x="12" y="334"/>
                    <a:pt x="0" y="405"/>
                    <a:pt x="0" y="488"/>
                  </a:cubicBezTo>
                  <a:lnTo>
                    <a:pt x="0" y="524"/>
                  </a:lnTo>
                  <a:cubicBezTo>
                    <a:pt x="12" y="715"/>
                    <a:pt x="131" y="881"/>
                    <a:pt x="310" y="953"/>
                  </a:cubicBezTo>
                  <a:cubicBezTo>
                    <a:pt x="369" y="965"/>
                    <a:pt x="429" y="977"/>
                    <a:pt x="488" y="977"/>
                  </a:cubicBezTo>
                  <a:cubicBezTo>
                    <a:pt x="524" y="977"/>
                    <a:pt x="548" y="977"/>
                    <a:pt x="583" y="965"/>
                  </a:cubicBezTo>
                  <a:cubicBezTo>
                    <a:pt x="750" y="941"/>
                    <a:pt x="893" y="798"/>
                    <a:pt x="941" y="655"/>
                  </a:cubicBezTo>
                  <a:cubicBezTo>
                    <a:pt x="953" y="596"/>
                    <a:pt x="964" y="548"/>
                    <a:pt x="964" y="488"/>
                  </a:cubicBezTo>
                  <a:cubicBezTo>
                    <a:pt x="988" y="465"/>
                    <a:pt x="964" y="417"/>
                    <a:pt x="964" y="393"/>
                  </a:cubicBezTo>
                  <a:cubicBezTo>
                    <a:pt x="929" y="191"/>
                    <a:pt x="774" y="48"/>
                    <a:pt x="583" y="12"/>
                  </a:cubicBezTo>
                  <a:cubicBezTo>
                    <a:pt x="548" y="12"/>
                    <a:pt x="524" y="0"/>
                    <a:pt x="488"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5" name="Google Shape;4325;p29"/>
            <p:cNvSpPr/>
            <p:nvPr/>
          </p:nvSpPr>
          <p:spPr>
            <a:xfrm>
              <a:off x="1400175" y="1494100"/>
              <a:ext cx="32750" cy="31300"/>
            </a:xfrm>
            <a:custGeom>
              <a:rect b="b" l="l" r="r" t="t"/>
              <a:pathLst>
                <a:path extrusionOk="0" h="1252" w="1310">
                  <a:moveTo>
                    <a:pt x="646" y="0"/>
                  </a:moveTo>
                  <a:cubicBezTo>
                    <a:pt x="553" y="0"/>
                    <a:pt x="458" y="22"/>
                    <a:pt x="369" y="70"/>
                  </a:cubicBezTo>
                  <a:cubicBezTo>
                    <a:pt x="286" y="118"/>
                    <a:pt x="202" y="178"/>
                    <a:pt x="143" y="249"/>
                  </a:cubicBezTo>
                  <a:cubicBezTo>
                    <a:pt x="83" y="321"/>
                    <a:pt x="48" y="416"/>
                    <a:pt x="24" y="499"/>
                  </a:cubicBezTo>
                  <a:cubicBezTo>
                    <a:pt x="0" y="642"/>
                    <a:pt x="12" y="773"/>
                    <a:pt x="83" y="904"/>
                  </a:cubicBezTo>
                  <a:cubicBezTo>
                    <a:pt x="193" y="1123"/>
                    <a:pt x="414" y="1252"/>
                    <a:pt x="644" y="1252"/>
                  </a:cubicBezTo>
                  <a:cubicBezTo>
                    <a:pt x="664" y="1252"/>
                    <a:pt x="683" y="1251"/>
                    <a:pt x="702" y="1249"/>
                  </a:cubicBezTo>
                  <a:cubicBezTo>
                    <a:pt x="774" y="1249"/>
                    <a:pt x="845" y="1213"/>
                    <a:pt x="917" y="1190"/>
                  </a:cubicBezTo>
                  <a:cubicBezTo>
                    <a:pt x="929" y="1194"/>
                    <a:pt x="938" y="1195"/>
                    <a:pt x="945" y="1195"/>
                  </a:cubicBezTo>
                  <a:cubicBezTo>
                    <a:pt x="960" y="1195"/>
                    <a:pt x="968" y="1190"/>
                    <a:pt x="976" y="1190"/>
                  </a:cubicBezTo>
                  <a:cubicBezTo>
                    <a:pt x="1155" y="1083"/>
                    <a:pt x="1274" y="904"/>
                    <a:pt x="1298" y="702"/>
                  </a:cubicBezTo>
                  <a:cubicBezTo>
                    <a:pt x="1310" y="606"/>
                    <a:pt x="1298" y="499"/>
                    <a:pt x="1250" y="416"/>
                  </a:cubicBezTo>
                  <a:cubicBezTo>
                    <a:pt x="1250" y="404"/>
                    <a:pt x="1226" y="392"/>
                    <a:pt x="1214" y="356"/>
                  </a:cubicBezTo>
                  <a:cubicBezTo>
                    <a:pt x="1096" y="136"/>
                    <a:pt x="875" y="0"/>
                    <a:pt x="646" y="0"/>
                  </a:cubicBezTo>
                  <a:close/>
                </a:path>
              </a:pathLst>
            </a:custGeom>
            <a:solidFill>
              <a:srgbClr val="8E04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p:cSld name="TITLE_AND_TWO_COLUMNS_1">
    <p:spTree>
      <p:nvGrpSpPr>
        <p:cNvPr id="4326" name="Shape 4326"/>
        <p:cNvGrpSpPr/>
        <p:nvPr/>
      </p:nvGrpSpPr>
      <p:grpSpPr>
        <a:xfrm>
          <a:off x="0" y="0"/>
          <a:ext cx="0" cy="0"/>
          <a:chOff x="0" y="0"/>
          <a:chExt cx="0" cy="0"/>
        </a:xfrm>
      </p:grpSpPr>
      <p:sp>
        <p:nvSpPr>
          <p:cNvPr id="4327" name="Google Shape;4327;p30"/>
          <p:cNvSpPr txBox="1"/>
          <p:nvPr>
            <p:ph type="title"/>
          </p:nvPr>
        </p:nvSpPr>
        <p:spPr>
          <a:xfrm>
            <a:off x="2935875" y="909050"/>
            <a:ext cx="5275500" cy="64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4328" name="Google Shape;4328;p30"/>
          <p:cNvSpPr txBox="1"/>
          <p:nvPr>
            <p:ph idx="1" type="body"/>
          </p:nvPr>
        </p:nvSpPr>
        <p:spPr>
          <a:xfrm>
            <a:off x="2935875" y="1550150"/>
            <a:ext cx="2560500" cy="33759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sz="1800"/>
            </a:lvl1pPr>
            <a:lvl2pPr indent="-342900" lvl="1" marL="914400" algn="l">
              <a:lnSpc>
                <a:spcPct val="115000"/>
              </a:lnSpc>
              <a:spcBef>
                <a:spcPts val="1600"/>
              </a:spcBef>
              <a:spcAft>
                <a:spcPts val="0"/>
              </a:spcAft>
              <a:buSzPts val="1800"/>
              <a:buChar char="○"/>
              <a:defRPr sz="1800"/>
            </a:lvl2pPr>
            <a:lvl3pPr indent="-342900" lvl="2" marL="1371600" algn="l">
              <a:lnSpc>
                <a:spcPct val="115000"/>
              </a:lnSpc>
              <a:spcBef>
                <a:spcPts val="1600"/>
              </a:spcBef>
              <a:spcAft>
                <a:spcPts val="0"/>
              </a:spcAft>
              <a:buSzPts val="1800"/>
              <a:buChar char="■"/>
              <a:defRPr sz="1800"/>
            </a:lvl3pPr>
            <a:lvl4pPr indent="-342900" lvl="3" marL="1828800" algn="l">
              <a:lnSpc>
                <a:spcPct val="115000"/>
              </a:lnSpc>
              <a:spcBef>
                <a:spcPts val="1600"/>
              </a:spcBef>
              <a:spcAft>
                <a:spcPts val="0"/>
              </a:spcAft>
              <a:buSzPts val="1800"/>
              <a:buChar char="●"/>
              <a:defRPr sz="1800"/>
            </a:lvl4pPr>
            <a:lvl5pPr indent="-342900" lvl="4" marL="2286000" algn="l">
              <a:lnSpc>
                <a:spcPct val="115000"/>
              </a:lnSpc>
              <a:spcBef>
                <a:spcPts val="1600"/>
              </a:spcBef>
              <a:spcAft>
                <a:spcPts val="0"/>
              </a:spcAft>
              <a:buSzPts val="1800"/>
              <a:buChar char="○"/>
              <a:defRPr sz="1800"/>
            </a:lvl5pPr>
            <a:lvl6pPr indent="-342900" lvl="5" marL="2743200" algn="l">
              <a:lnSpc>
                <a:spcPct val="115000"/>
              </a:lnSpc>
              <a:spcBef>
                <a:spcPts val="1600"/>
              </a:spcBef>
              <a:spcAft>
                <a:spcPts val="0"/>
              </a:spcAft>
              <a:buSzPts val="1800"/>
              <a:buChar char="■"/>
              <a:defRPr sz="1800"/>
            </a:lvl6pPr>
            <a:lvl7pPr indent="-342900" lvl="6" marL="3200400" algn="l">
              <a:lnSpc>
                <a:spcPct val="115000"/>
              </a:lnSpc>
              <a:spcBef>
                <a:spcPts val="1600"/>
              </a:spcBef>
              <a:spcAft>
                <a:spcPts val="0"/>
              </a:spcAft>
              <a:buSzPts val="1800"/>
              <a:buChar char="●"/>
              <a:defRPr sz="1800"/>
            </a:lvl7pPr>
            <a:lvl8pPr indent="-342900" lvl="7" marL="3657600" algn="l">
              <a:lnSpc>
                <a:spcPct val="115000"/>
              </a:lnSpc>
              <a:spcBef>
                <a:spcPts val="1600"/>
              </a:spcBef>
              <a:spcAft>
                <a:spcPts val="0"/>
              </a:spcAft>
              <a:buSzPts val="1800"/>
              <a:buChar char="○"/>
              <a:defRPr sz="1800"/>
            </a:lvl8pPr>
            <a:lvl9pPr indent="-342900" lvl="8" marL="4114800" algn="l">
              <a:lnSpc>
                <a:spcPct val="115000"/>
              </a:lnSpc>
              <a:spcBef>
                <a:spcPts val="1600"/>
              </a:spcBef>
              <a:spcAft>
                <a:spcPts val="1600"/>
              </a:spcAft>
              <a:buSzPts val="1800"/>
              <a:buChar char="■"/>
              <a:defRPr sz="1800"/>
            </a:lvl9pPr>
          </a:lstStyle>
          <a:p/>
        </p:txBody>
      </p:sp>
      <p:sp>
        <p:nvSpPr>
          <p:cNvPr id="4329" name="Google Shape;4329;p30"/>
          <p:cNvSpPr txBox="1"/>
          <p:nvPr>
            <p:ph idx="2" type="body"/>
          </p:nvPr>
        </p:nvSpPr>
        <p:spPr>
          <a:xfrm>
            <a:off x="5650849" y="1550150"/>
            <a:ext cx="2560500" cy="33759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sz="1800"/>
            </a:lvl1pPr>
            <a:lvl2pPr indent="-342900" lvl="1" marL="914400" algn="l">
              <a:lnSpc>
                <a:spcPct val="115000"/>
              </a:lnSpc>
              <a:spcBef>
                <a:spcPts val="1600"/>
              </a:spcBef>
              <a:spcAft>
                <a:spcPts val="0"/>
              </a:spcAft>
              <a:buSzPts val="1800"/>
              <a:buChar char="○"/>
              <a:defRPr sz="1800"/>
            </a:lvl2pPr>
            <a:lvl3pPr indent="-342900" lvl="2" marL="1371600" algn="l">
              <a:lnSpc>
                <a:spcPct val="115000"/>
              </a:lnSpc>
              <a:spcBef>
                <a:spcPts val="1600"/>
              </a:spcBef>
              <a:spcAft>
                <a:spcPts val="0"/>
              </a:spcAft>
              <a:buSzPts val="1800"/>
              <a:buChar char="■"/>
              <a:defRPr sz="1800"/>
            </a:lvl3pPr>
            <a:lvl4pPr indent="-342900" lvl="3" marL="1828800" algn="l">
              <a:lnSpc>
                <a:spcPct val="115000"/>
              </a:lnSpc>
              <a:spcBef>
                <a:spcPts val="1600"/>
              </a:spcBef>
              <a:spcAft>
                <a:spcPts val="0"/>
              </a:spcAft>
              <a:buSzPts val="1800"/>
              <a:buChar char="●"/>
              <a:defRPr sz="1800"/>
            </a:lvl4pPr>
            <a:lvl5pPr indent="-342900" lvl="4" marL="2286000" algn="l">
              <a:lnSpc>
                <a:spcPct val="115000"/>
              </a:lnSpc>
              <a:spcBef>
                <a:spcPts val="1600"/>
              </a:spcBef>
              <a:spcAft>
                <a:spcPts val="0"/>
              </a:spcAft>
              <a:buSzPts val="1800"/>
              <a:buChar char="○"/>
              <a:defRPr sz="1800"/>
            </a:lvl5pPr>
            <a:lvl6pPr indent="-342900" lvl="5" marL="2743200" algn="l">
              <a:lnSpc>
                <a:spcPct val="115000"/>
              </a:lnSpc>
              <a:spcBef>
                <a:spcPts val="1600"/>
              </a:spcBef>
              <a:spcAft>
                <a:spcPts val="0"/>
              </a:spcAft>
              <a:buSzPts val="1800"/>
              <a:buChar char="■"/>
              <a:defRPr sz="1800"/>
            </a:lvl6pPr>
            <a:lvl7pPr indent="-342900" lvl="6" marL="3200400" algn="l">
              <a:lnSpc>
                <a:spcPct val="115000"/>
              </a:lnSpc>
              <a:spcBef>
                <a:spcPts val="1600"/>
              </a:spcBef>
              <a:spcAft>
                <a:spcPts val="0"/>
              </a:spcAft>
              <a:buSzPts val="1800"/>
              <a:buChar char="●"/>
              <a:defRPr sz="1800"/>
            </a:lvl7pPr>
            <a:lvl8pPr indent="-342900" lvl="7" marL="3657600" algn="l">
              <a:lnSpc>
                <a:spcPct val="115000"/>
              </a:lnSpc>
              <a:spcBef>
                <a:spcPts val="1600"/>
              </a:spcBef>
              <a:spcAft>
                <a:spcPts val="0"/>
              </a:spcAft>
              <a:buSzPts val="1800"/>
              <a:buChar char="○"/>
              <a:defRPr sz="1800"/>
            </a:lvl8pPr>
            <a:lvl9pPr indent="-342900" lvl="8" marL="4114800" algn="l">
              <a:lnSpc>
                <a:spcPct val="115000"/>
              </a:lnSpc>
              <a:spcBef>
                <a:spcPts val="1600"/>
              </a:spcBef>
              <a:spcAft>
                <a:spcPts val="1600"/>
              </a:spcAft>
              <a:buSzPts val="1800"/>
              <a:buChar char="■"/>
              <a:defRPr sz="1800"/>
            </a:lvl9pPr>
          </a:lstStyle>
          <a:p/>
        </p:txBody>
      </p:sp>
      <p:sp>
        <p:nvSpPr>
          <p:cNvPr id="4330" name="Google Shape;4330;p30"/>
          <p:cNvSpPr/>
          <p:nvPr/>
        </p:nvSpPr>
        <p:spPr>
          <a:xfrm>
            <a:off x="-358950" y="2194400"/>
            <a:ext cx="2347200" cy="2347200"/>
          </a:xfrm>
          <a:prstGeom prst="donut">
            <a:avLst>
              <a:gd fmla="val 36789" name="adj"/>
            </a:avLst>
          </a:prstGeom>
          <a:solidFill>
            <a:srgbClr val="BBCD00">
              <a:alpha val="8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1" name="Google Shape;4331;p30"/>
          <p:cNvSpPr/>
          <p:nvPr/>
        </p:nvSpPr>
        <p:spPr>
          <a:xfrm>
            <a:off x="198450" y="-321125"/>
            <a:ext cx="978600" cy="978600"/>
          </a:xfrm>
          <a:prstGeom prst="ellipse">
            <a:avLst/>
          </a:prstGeom>
          <a:noFill/>
          <a:ln cap="flat" cmpd="sng" w="9525">
            <a:solidFill>
              <a:srgbClr val="E8004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2" name="Google Shape;4332;p30"/>
          <p:cNvSpPr/>
          <p:nvPr/>
        </p:nvSpPr>
        <p:spPr>
          <a:xfrm>
            <a:off x="198450" y="420475"/>
            <a:ext cx="657600" cy="657600"/>
          </a:xfrm>
          <a:prstGeom prst="ellipse">
            <a:avLst/>
          </a:prstGeom>
          <a:solidFill>
            <a:srgbClr val="ED4A00">
              <a:alpha val="8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3" name="Google Shape;4333;p30"/>
          <p:cNvSpPr/>
          <p:nvPr/>
        </p:nvSpPr>
        <p:spPr>
          <a:xfrm>
            <a:off x="1177051" y="657475"/>
            <a:ext cx="846900" cy="846900"/>
          </a:xfrm>
          <a:prstGeom prst="donut">
            <a:avLst>
              <a:gd fmla="val 22275" name="adj"/>
            </a:avLst>
          </a:prstGeom>
          <a:solidFill>
            <a:srgbClr val="00ACC3">
              <a:alpha val="8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4" name="Google Shape;4334;p30"/>
          <p:cNvSpPr/>
          <p:nvPr/>
        </p:nvSpPr>
        <p:spPr>
          <a:xfrm>
            <a:off x="887650" y="4142300"/>
            <a:ext cx="1207800" cy="1207800"/>
          </a:xfrm>
          <a:prstGeom prst="ellipse">
            <a:avLst/>
          </a:prstGeom>
          <a:solidFill>
            <a:srgbClr val="65BB48">
              <a:alpha val="8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5" name="Google Shape;4335;p30"/>
          <p:cNvSpPr/>
          <p:nvPr/>
        </p:nvSpPr>
        <p:spPr>
          <a:xfrm>
            <a:off x="153675" y="4799600"/>
            <a:ext cx="550500" cy="550500"/>
          </a:xfrm>
          <a:prstGeom prst="donut">
            <a:avLst>
              <a:gd fmla="val 18606" name="adj"/>
            </a:avLst>
          </a:prstGeom>
          <a:solidFill>
            <a:srgbClr val="F8BB00">
              <a:alpha val="8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6" name="Google Shape;4336;p30"/>
          <p:cNvSpPr/>
          <p:nvPr/>
        </p:nvSpPr>
        <p:spPr>
          <a:xfrm>
            <a:off x="1172525" y="1696950"/>
            <a:ext cx="304800" cy="304800"/>
          </a:xfrm>
          <a:prstGeom prst="ellipse">
            <a:avLst/>
          </a:prstGeom>
          <a:solidFill>
            <a:srgbClr val="00D1C6">
              <a:alpha val="8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7" name="Google Shape;4337;p30"/>
          <p:cNvSpPr/>
          <p:nvPr/>
        </p:nvSpPr>
        <p:spPr>
          <a:xfrm>
            <a:off x="7844250" y="619275"/>
            <a:ext cx="550500" cy="550500"/>
          </a:xfrm>
          <a:prstGeom prst="ellipse">
            <a:avLst/>
          </a:prstGeom>
          <a:solidFill>
            <a:srgbClr val="00D1C6">
              <a:alpha val="8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8" name="Google Shape;4338;p30"/>
          <p:cNvSpPr/>
          <p:nvPr/>
        </p:nvSpPr>
        <p:spPr>
          <a:xfrm>
            <a:off x="7515500" y="-72500"/>
            <a:ext cx="397500" cy="397500"/>
          </a:xfrm>
          <a:prstGeom prst="donut">
            <a:avLst>
              <a:gd fmla="val 30568" name="adj"/>
            </a:avLst>
          </a:prstGeom>
          <a:solidFill>
            <a:srgbClr val="65BB48">
              <a:alpha val="8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9" name="Google Shape;4339;p30"/>
          <p:cNvSpPr/>
          <p:nvPr/>
        </p:nvSpPr>
        <p:spPr>
          <a:xfrm>
            <a:off x="8651500" y="1030850"/>
            <a:ext cx="304800" cy="304800"/>
          </a:xfrm>
          <a:prstGeom prst="ellipse">
            <a:avLst/>
          </a:prstGeom>
          <a:solidFill>
            <a:srgbClr val="F8BB00">
              <a:alpha val="8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0" name="Google Shape;4340;p30"/>
          <p:cNvSpPr/>
          <p:nvPr/>
        </p:nvSpPr>
        <p:spPr>
          <a:xfrm>
            <a:off x="8097900" y="167450"/>
            <a:ext cx="741600" cy="741600"/>
          </a:xfrm>
          <a:prstGeom prst="donut">
            <a:avLst>
              <a:gd fmla="val 8064" name="adj"/>
            </a:avLst>
          </a:prstGeom>
          <a:solidFill>
            <a:srgbClr val="00ACC3">
              <a:alpha val="8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1" name="Google Shape;4341;p30"/>
          <p:cNvSpPr/>
          <p:nvPr/>
        </p:nvSpPr>
        <p:spPr>
          <a:xfrm>
            <a:off x="8394750" y="1504375"/>
            <a:ext cx="188100" cy="188100"/>
          </a:xfrm>
          <a:prstGeom prst="ellipse">
            <a:avLst/>
          </a:prstGeom>
          <a:solidFill>
            <a:srgbClr val="BBCD00">
              <a:alpha val="8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2" name="Google Shape;4342;p30"/>
          <p:cNvSpPr/>
          <p:nvPr/>
        </p:nvSpPr>
        <p:spPr>
          <a:xfrm>
            <a:off x="-205625" y="2347725"/>
            <a:ext cx="2040600" cy="2040600"/>
          </a:xfrm>
          <a:prstGeom prst="ellipse">
            <a:avLst/>
          </a:prstGeom>
          <a:noFill/>
          <a:ln cap="flat" cmpd="sng" w="9525">
            <a:solidFill>
              <a:srgbClr val="65BB48"/>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3" name="Google Shape;4343;p30"/>
          <p:cNvSpPr/>
          <p:nvPr/>
        </p:nvSpPr>
        <p:spPr>
          <a:xfrm>
            <a:off x="305125" y="-214450"/>
            <a:ext cx="765300" cy="765300"/>
          </a:xfrm>
          <a:prstGeom prst="ellipse">
            <a:avLst/>
          </a:prstGeom>
          <a:solidFill>
            <a:srgbClr val="E8004C">
              <a:alpha val="8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4" name="Google Shape;4344;p30"/>
          <p:cNvSpPr/>
          <p:nvPr/>
        </p:nvSpPr>
        <p:spPr>
          <a:xfrm>
            <a:off x="8532600" y="911950"/>
            <a:ext cx="542700" cy="542700"/>
          </a:xfrm>
          <a:prstGeom prst="ellipse">
            <a:avLst/>
          </a:prstGeom>
          <a:noFill/>
          <a:ln cap="flat" cmpd="sng" w="9525">
            <a:solidFill>
              <a:srgbClr val="F8BB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5" name="Google Shape;4345;p30"/>
          <p:cNvSpPr txBox="1"/>
          <p:nvPr>
            <p:ph idx="12" type="sldNum"/>
          </p:nvPr>
        </p:nvSpPr>
        <p:spPr>
          <a:xfrm>
            <a:off x="8635625" y="4751625"/>
            <a:ext cx="469800" cy="3915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4346" name="Shape 4346"/>
        <p:cNvGrpSpPr/>
        <p:nvPr/>
      </p:nvGrpSpPr>
      <p:grpSpPr>
        <a:xfrm>
          <a:off x="0" y="0"/>
          <a:ext cx="0" cy="0"/>
          <a:chOff x="0" y="0"/>
          <a:chExt cx="0" cy="0"/>
        </a:xfrm>
      </p:grpSpPr>
      <p:sp>
        <p:nvSpPr>
          <p:cNvPr id="4347" name="Google Shape;4347;p31"/>
          <p:cNvSpPr txBox="1"/>
          <p:nvPr>
            <p:ph idx="12" type="sldNum"/>
          </p:nvPr>
        </p:nvSpPr>
        <p:spPr>
          <a:xfrm>
            <a:off x="8858250" y="4905375"/>
            <a:ext cx="126300" cy="155100"/>
          </a:xfrm>
          <a:prstGeom prst="rect">
            <a:avLst/>
          </a:prstGeom>
          <a:noFill/>
          <a:ln>
            <a:noFill/>
          </a:ln>
        </p:spPr>
        <p:txBody>
          <a:bodyPr anchorCtr="0" anchor="b" bIns="19050" lIns="19050" spcFirstLastPara="1" rIns="19050" wrap="square" tIns="19050">
            <a:noAutofit/>
          </a:bodyPr>
          <a:lstStyle>
            <a:lvl1pPr indent="0" lvl="0"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1pPr>
            <a:lvl2pPr indent="0" lvl="1"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2pPr>
            <a:lvl3pPr indent="0" lvl="2"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3pPr>
            <a:lvl4pPr indent="0" lvl="3"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4pPr>
            <a:lvl5pPr indent="0" lvl="4"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5pPr>
            <a:lvl6pPr indent="0" lvl="5"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6pPr>
            <a:lvl7pPr indent="0" lvl="6"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7pPr>
            <a:lvl8pPr indent="0" lvl="7"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8pPr>
            <a:lvl9pPr indent="0" lvl="8"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9pPr>
          </a:lstStyle>
          <a:p>
            <a:pPr indent="0" lvl="0" marL="0" rtl="0" algn="l">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chemeClr val="dk1"/>
        </a:solidFill>
      </p:bgPr>
    </p:bg>
    <p:spTree>
      <p:nvGrpSpPr>
        <p:cNvPr id="4348" name="Shape 4348"/>
        <p:cNvGrpSpPr/>
        <p:nvPr/>
      </p:nvGrpSpPr>
      <p:grpSpPr>
        <a:xfrm>
          <a:off x="0" y="0"/>
          <a:ext cx="0" cy="0"/>
          <a:chOff x="0" y="0"/>
          <a:chExt cx="0" cy="0"/>
        </a:xfrm>
      </p:grpSpPr>
      <p:grpSp>
        <p:nvGrpSpPr>
          <p:cNvPr id="4349" name="Google Shape;4349;p32"/>
          <p:cNvGrpSpPr/>
          <p:nvPr/>
        </p:nvGrpSpPr>
        <p:grpSpPr>
          <a:xfrm>
            <a:off x="6098378" y="5"/>
            <a:ext cx="3045625" cy="2030570"/>
            <a:chOff x="6098378" y="5"/>
            <a:chExt cx="3045625" cy="2030570"/>
          </a:xfrm>
        </p:grpSpPr>
        <p:sp>
          <p:nvSpPr>
            <p:cNvPr id="4350" name="Google Shape;4350;p3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1" name="Google Shape;4351;p3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2" name="Google Shape;4352;p3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3" name="Google Shape;4353;p3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4" name="Google Shape;4354;p3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55" name="Google Shape;4355;p32"/>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4200"/>
              <a:buNone/>
              <a:defRPr sz="4200">
                <a:solidFill>
                  <a:schemeClr val="lt1"/>
                </a:solidFill>
              </a:defRPr>
            </a:lvl1pPr>
            <a:lvl2pPr lvl="1" algn="ctr">
              <a:lnSpc>
                <a:spcPct val="100000"/>
              </a:lnSpc>
              <a:spcBef>
                <a:spcPts val="0"/>
              </a:spcBef>
              <a:spcAft>
                <a:spcPts val="0"/>
              </a:spcAft>
              <a:buClr>
                <a:schemeClr val="lt1"/>
              </a:buClr>
              <a:buSzPts val="4200"/>
              <a:buNone/>
              <a:defRPr sz="4200">
                <a:solidFill>
                  <a:schemeClr val="lt1"/>
                </a:solidFill>
              </a:defRPr>
            </a:lvl2pPr>
            <a:lvl3pPr lvl="2" algn="ctr">
              <a:lnSpc>
                <a:spcPct val="100000"/>
              </a:lnSpc>
              <a:spcBef>
                <a:spcPts val="0"/>
              </a:spcBef>
              <a:spcAft>
                <a:spcPts val="0"/>
              </a:spcAft>
              <a:buClr>
                <a:schemeClr val="lt1"/>
              </a:buClr>
              <a:buSzPts val="4200"/>
              <a:buNone/>
              <a:defRPr sz="4200">
                <a:solidFill>
                  <a:schemeClr val="lt1"/>
                </a:solidFill>
              </a:defRPr>
            </a:lvl3pPr>
            <a:lvl4pPr lvl="3" algn="ctr">
              <a:lnSpc>
                <a:spcPct val="100000"/>
              </a:lnSpc>
              <a:spcBef>
                <a:spcPts val="0"/>
              </a:spcBef>
              <a:spcAft>
                <a:spcPts val="0"/>
              </a:spcAft>
              <a:buClr>
                <a:schemeClr val="lt1"/>
              </a:buClr>
              <a:buSzPts val="4200"/>
              <a:buNone/>
              <a:defRPr sz="4200">
                <a:solidFill>
                  <a:schemeClr val="lt1"/>
                </a:solidFill>
              </a:defRPr>
            </a:lvl4pPr>
            <a:lvl5pPr lvl="4" algn="ctr">
              <a:lnSpc>
                <a:spcPct val="100000"/>
              </a:lnSpc>
              <a:spcBef>
                <a:spcPts val="0"/>
              </a:spcBef>
              <a:spcAft>
                <a:spcPts val="0"/>
              </a:spcAft>
              <a:buClr>
                <a:schemeClr val="lt1"/>
              </a:buClr>
              <a:buSzPts val="4200"/>
              <a:buNone/>
              <a:defRPr sz="4200">
                <a:solidFill>
                  <a:schemeClr val="lt1"/>
                </a:solidFill>
              </a:defRPr>
            </a:lvl5pPr>
            <a:lvl6pPr lvl="5" algn="ctr">
              <a:lnSpc>
                <a:spcPct val="100000"/>
              </a:lnSpc>
              <a:spcBef>
                <a:spcPts val="0"/>
              </a:spcBef>
              <a:spcAft>
                <a:spcPts val="0"/>
              </a:spcAft>
              <a:buClr>
                <a:schemeClr val="lt1"/>
              </a:buClr>
              <a:buSzPts val="4200"/>
              <a:buNone/>
              <a:defRPr sz="4200">
                <a:solidFill>
                  <a:schemeClr val="lt1"/>
                </a:solidFill>
              </a:defRPr>
            </a:lvl6pPr>
            <a:lvl7pPr lvl="6" algn="ctr">
              <a:lnSpc>
                <a:spcPct val="100000"/>
              </a:lnSpc>
              <a:spcBef>
                <a:spcPts val="0"/>
              </a:spcBef>
              <a:spcAft>
                <a:spcPts val="0"/>
              </a:spcAft>
              <a:buClr>
                <a:schemeClr val="lt1"/>
              </a:buClr>
              <a:buSzPts val="4200"/>
              <a:buNone/>
              <a:defRPr sz="4200">
                <a:solidFill>
                  <a:schemeClr val="lt1"/>
                </a:solidFill>
              </a:defRPr>
            </a:lvl7pPr>
            <a:lvl8pPr lvl="7" algn="ctr">
              <a:lnSpc>
                <a:spcPct val="100000"/>
              </a:lnSpc>
              <a:spcBef>
                <a:spcPts val="0"/>
              </a:spcBef>
              <a:spcAft>
                <a:spcPts val="0"/>
              </a:spcAft>
              <a:buClr>
                <a:schemeClr val="lt1"/>
              </a:buClr>
              <a:buSzPts val="4200"/>
              <a:buNone/>
              <a:defRPr sz="4200">
                <a:solidFill>
                  <a:schemeClr val="lt1"/>
                </a:solidFill>
              </a:defRPr>
            </a:lvl8pPr>
            <a:lvl9pPr lvl="8" algn="ctr">
              <a:lnSpc>
                <a:spcPct val="100000"/>
              </a:lnSpc>
              <a:spcBef>
                <a:spcPts val="0"/>
              </a:spcBef>
              <a:spcAft>
                <a:spcPts val="0"/>
              </a:spcAft>
              <a:buClr>
                <a:schemeClr val="lt1"/>
              </a:buClr>
              <a:buSzPts val="4200"/>
              <a:buNone/>
              <a:defRPr sz="4200">
                <a:solidFill>
                  <a:schemeClr val="lt1"/>
                </a:solidFill>
              </a:defRPr>
            </a:lvl9pPr>
          </a:lstStyle>
          <a:p/>
        </p:txBody>
      </p:sp>
      <p:sp>
        <p:nvSpPr>
          <p:cNvPr id="4356" name="Google Shape;4356;p3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4357" name="Shape 4357"/>
        <p:cNvGrpSpPr/>
        <p:nvPr/>
      </p:nvGrpSpPr>
      <p:grpSpPr>
        <a:xfrm>
          <a:off x="0" y="0"/>
          <a:ext cx="0" cy="0"/>
          <a:chOff x="0" y="0"/>
          <a:chExt cx="0" cy="0"/>
        </a:xfrm>
      </p:grpSpPr>
      <p:sp>
        <p:nvSpPr>
          <p:cNvPr id="4358" name="Google Shape;4358;p33"/>
          <p:cNvSpPr txBox="1"/>
          <p:nvPr>
            <p:ph idx="1" type="body"/>
          </p:nvPr>
        </p:nvSpPr>
        <p:spPr>
          <a:xfrm>
            <a:off x="457200" y="1400175"/>
            <a:ext cx="8229600" cy="3286200"/>
          </a:xfrm>
          <a:prstGeom prst="rect">
            <a:avLst/>
          </a:prstGeom>
          <a:noFill/>
          <a:ln>
            <a:noFill/>
          </a:ln>
        </p:spPr>
        <p:txBody>
          <a:bodyPr anchorCtr="0" anchor="t" bIns="19050" lIns="19050" spcFirstLastPara="1" rIns="19050" wrap="square" tIns="19050">
            <a:noAutofit/>
          </a:bodyPr>
          <a:lstStyle>
            <a:lvl1pPr indent="-336550" lvl="0" marL="457200" algn="l">
              <a:lnSpc>
                <a:spcPct val="80000"/>
              </a:lnSpc>
              <a:spcBef>
                <a:spcPts val="900"/>
              </a:spcBef>
              <a:spcAft>
                <a:spcPts val="0"/>
              </a:spcAft>
              <a:buSzPts val="1700"/>
              <a:buChar char="●"/>
              <a:defRPr/>
            </a:lvl1pPr>
            <a:lvl2pPr indent="-336550" lvl="1" marL="914400" algn="l">
              <a:lnSpc>
                <a:spcPct val="80000"/>
              </a:lnSpc>
              <a:spcBef>
                <a:spcPts val="900"/>
              </a:spcBef>
              <a:spcAft>
                <a:spcPts val="0"/>
              </a:spcAft>
              <a:buSzPts val="1700"/>
              <a:buChar char="○"/>
              <a:defRPr/>
            </a:lvl2pPr>
            <a:lvl3pPr indent="-336550" lvl="2" marL="1371600" algn="l">
              <a:lnSpc>
                <a:spcPct val="80000"/>
              </a:lnSpc>
              <a:spcBef>
                <a:spcPts val="900"/>
              </a:spcBef>
              <a:spcAft>
                <a:spcPts val="0"/>
              </a:spcAft>
              <a:buSzPts val="1700"/>
              <a:buChar char="■"/>
              <a:defRPr/>
            </a:lvl3pPr>
            <a:lvl4pPr indent="-336550" lvl="3" marL="1828800" algn="l">
              <a:lnSpc>
                <a:spcPct val="80000"/>
              </a:lnSpc>
              <a:spcBef>
                <a:spcPts val="900"/>
              </a:spcBef>
              <a:spcAft>
                <a:spcPts val="0"/>
              </a:spcAft>
              <a:buSzPts val="1700"/>
              <a:buChar char="●"/>
              <a:defRPr/>
            </a:lvl4pPr>
            <a:lvl5pPr indent="-336550" lvl="4" marL="2286000" algn="l">
              <a:lnSpc>
                <a:spcPct val="80000"/>
              </a:lnSpc>
              <a:spcBef>
                <a:spcPts val="900"/>
              </a:spcBef>
              <a:spcAft>
                <a:spcPts val="0"/>
              </a:spcAft>
              <a:buSzPts val="1700"/>
              <a:buChar char="○"/>
              <a:defRPr/>
            </a:lvl5pPr>
            <a:lvl6pPr indent="-336550" lvl="5" marL="2743200" algn="l">
              <a:lnSpc>
                <a:spcPct val="80000"/>
              </a:lnSpc>
              <a:spcBef>
                <a:spcPts val="900"/>
              </a:spcBef>
              <a:spcAft>
                <a:spcPts val="0"/>
              </a:spcAft>
              <a:buSzPts val="1700"/>
              <a:buChar char="■"/>
              <a:defRPr/>
            </a:lvl6pPr>
            <a:lvl7pPr indent="-336550" lvl="6" marL="3200400" algn="l">
              <a:lnSpc>
                <a:spcPct val="80000"/>
              </a:lnSpc>
              <a:spcBef>
                <a:spcPts val="900"/>
              </a:spcBef>
              <a:spcAft>
                <a:spcPts val="0"/>
              </a:spcAft>
              <a:buSzPts val="1700"/>
              <a:buChar char="●"/>
              <a:defRPr/>
            </a:lvl7pPr>
            <a:lvl8pPr indent="-336550" lvl="7" marL="3657600" algn="l">
              <a:lnSpc>
                <a:spcPct val="80000"/>
              </a:lnSpc>
              <a:spcBef>
                <a:spcPts val="900"/>
              </a:spcBef>
              <a:spcAft>
                <a:spcPts val="0"/>
              </a:spcAft>
              <a:buSzPts val="1700"/>
              <a:buChar char="○"/>
              <a:defRPr/>
            </a:lvl8pPr>
            <a:lvl9pPr indent="-336550" lvl="8" marL="4114800" algn="l">
              <a:lnSpc>
                <a:spcPct val="80000"/>
              </a:lnSpc>
              <a:spcBef>
                <a:spcPts val="900"/>
              </a:spcBef>
              <a:spcAft>
                <a:spcPts val="0"/>
              </a:spcAft>
              <a:buSzPts val="1700"/>
              <a:buChar char="■"/>
              <a:defRPr/>
            </a:lvl9pPr>
          </a:lstStyle>
          <a:p/>
        </p:txBody>
      </p:sp>
      <p:sp>
        <p:nvSpPr>
          <p:cNvPr id="4359" name="Google Shape;4359;p33"/>
          <p:cNvSpPr txBox="1"/>
          <p:nvPr>
            <p:ph type="title"/>
          </p:nvPr>
        </p:nvSpPr>
        <p:spPr>
          <a:xfrm>
            <a:off x="457200" y="457200"/>
            <a:ext cx="8229600" cy="861900"/>
          </a:xfrm>
          <a:prstGeom prst="rect">
            <a:avLst/>
          </a:prstGeom>
          <a:noFill/>
          <a:ln>
            <a:noFill/>
          </a:ln>
        </p:spPr>
        <p:txBody>
          <a:bodyPr anchorCtr="0" anchor="t" bIns="19050" lIns="19050" spcFirstLastPara="1" rIns="19050" wrap="square" tIns="19050">
            <a:noAutofit/>
          </a:bodyPr>
          <a:lstStyle>
            <a:lvl1pPr lvl="0" algn="l">
              <a:lnSpc>
                <a:spcPct val="70000"/>
              </a:lnSpc>
              <a:spcBef>
                <a:spcPts val="0"/>
              </a:spcBef>
              <a:spcAft>
                <a:spcPts val="0"/>
              </a:spcAft>
              <a:buClr>
                <a:srgbClr val="00BFF3"/>
              </a:buClr>
              <a:buSzPts val="700"/>
              <a:buNone/>
              <a:defRPr/>
            </a:lvl1pPr>
            <a:lvl2pPr lvl="1" algn="l">
              <a:lnSpc>
                <a:spcPct val="70000"/>
              </a:lnSpc>
              <a:spcBef>
                <a:spcPts val="0"/>
              </a:spcBef>
              <a:spcAft>
                <a:spcPts val="0"/>
              </a:spcAft>
              <a:buClr>
                <a:srgbClr val="00BFF3"/>
              </a:buClr>
              <a:buSzPts val="700"/>
              <a:buNone/>
              <a:defRPr/>
            </a:lvl2pPr>
            <a:lvl3pPr lvl="2" algn="l">
              <a:lnSpc>
                <a:spcPct val="70000"/>
              </a:lnSpc>
              <a:spcBef>
                <a:spcPts val="0"/>
              </a:spcBef>
              <a:spcAft>
                <a:spcPts val="0"/>
              </a:spcAft>
              <a:buClr>
                <a:srgbClr val="00BFF3"/>
              </a:buClr>
              <a:buSzPts val="700"/>
              <a:buNone/>
              <a:defRPr/>
            </a:lvl3pPr>
            <a:lvl4pPr lvl="3" algn="l">
              <a:lnSpc>
                <a:spcPct val="70000"/>
              </a:lnSpc>
              <a:spcBef>
                <a:spcPts val="0"/>
              </a:spcBef>
              <a:spcAft>
                <a:spcPts val="0"/>
              </a:spcAft>
              <a:buClr>
                <a:srgbClr val="00BFF3"/>
              </a:buClr>
              <a:buSzPts val="700"/>
              <a:buNone/>
              <a:defRPr/>
            </a:lvl4pPr>
            <a:lvl5pPr lvl="4" algn="l">
              <a:lnSpc>
                <a:spcPct val="70000"/>
              </a:lnSpc>
              <a:spcBef>
                <a:spcPts val="0"/>
              </a:spcBef>
              <a:spcAft>
                <a:spcPts val="0"/>
              </a:spcAft>
              <a:buClr>
                <a:srgbClr val="00BFF3"/>
              </a:buClr>
              <a:buSzPts val="700"/>
              <a:buNone/>
              <a:defRPr/>
            </a:lvl5pPr>
            <a:lvl6pPr lvl="5" algn="l">
              <a:lnSpc>
                <a:spcPct val="70000"/>
              </a:lnSpc>
              <a:spcBef>
                <a:spcPts val="0"/>
              </a:spcBef>
              <a:spcAft>
                <a:spcPts val="0"/>
              </a:spcAft>
              <a:buClr>
                <a:srgbClr val="00BFF3"/>
              </a:buClr>
              <a:buSzPts val="700"/>
              <a:buNone/>
              <a:defRPr/>
            </a:lvl6pPr>
            <a:lvl7pPr lvl="6" algn="l">
              <a:lnSpc>
                <a:spcPct val="70000"/>
              </a:lnSpc>
              <a:spcBef>
                <a:spcPts val="0"/>
              </a:spcBef>
              <a:spcAft>
                <a:spcPts val="0"/>
              </a:spcAft>
              <a:buClr>
                <a:srgbClr val="00BFF3"/>
              </a:buClr>
              <a:buSzPts val="700"/>
              <a:buNone/>
              <a:defRPr/>
            </a:lvl7pPr>
            <a:lvl8pPr lvl="7" algn="l">
              <a:lnSpc>
                <a:spcPct val="70000"/>
              </a:lnSpc>
              <a:spcBef>
                <a:spcPts val="0"/>
              </a:spcBef>
              <a:spcAft>
                <a:spcPts val="0"/>
              </a:spcAft>
              <a:buClr>
                <a:srgbClr val="00BFF3"/>
              </a:buClr>
              <a:buSzPts val="700"/>
              <a:buNone/>
              <a:defRPr/>
            </a:lvl8pPr>
            <a:lvl9pPr lvl="8" algn="l">
              <a:lnSpc>
                <a:spcPct val="70000"/>
              </a:lnSpc>
              <a:spcBef>
                <a:spcPts val="0"/>
              </a:spcBef>
              <a:spcAft>
                <a:spcPts val="0"/>
              </a:spcAft>
              <a:buClr>
                <a:srgbClr val="00BFF3"/>
              </a:buClr>
              <a:buSzPts val="700"/>
              <a:buNone/>
              <a:defRPr/>
            </a:lvl9pPr>
          </a:lstStyle>
          <a:p/>
        </p:txBody>
      </p:sp>
      <p:sp>
        <p:nvSpPr>
          <p:cNvPr id="4360" name="Google Shape;4360;p33"/>
          <p:cNvSpPr txBox="1"/>
          <p:nvPr>
            <p:ph idx="12" type="sldNum"/>
          </p:nvPr>
        </p:nvSpPr>
        <p:spPr>
          <a:xfrm>
            <a:off x="8858250" y="4905375"/>
            <a:ext cx="126300" cy="155100"/>
          </a:xfrm>
          <a:prstGeom prst="rect">
            <a:avLst/>
          </a:prstGeom>
          <a:noFill/>
          <a:ln>
            <a:noFill/>
          </a:ln>
        </p:spPr>
        <p:txBody>
          <a:bodyPr anchorCtr="0" anchor="b" bIns="19050" lIns="19050" spcFirstLastPara="1" rIns="19050" wrap="square" tIns="19050">
            <a:noAutofit/>
          </a:bodyPr>
          <a:lstStyle>
            <a:lvl1pPr indent="0" lvl="0"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1pPr>
            <a:lvl2pPr indent="0" lvl="1"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2pPr>
            <a:lvl3pPr indent="0" lvl="2"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3pPr>
            <a:lvl4pPr indent="0" lvl="3"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4pPr>
            <a:lvl5pPr indent="0" lvl="4"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5pPr>
            <a:lvl6pPr indent="0" lvl="5"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6pPr>
            <a:lvl7pPr indent="0" lvl="6"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7pPr>
            <a:lvl8pPr indent="0" lvl="7"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8pPr>
            <a:lvl9pPr indent="0" lvl="8" marL="0" marR="0" rtl="0" algn="l">
              <a:lnSpc>
                <a:spcPct val="144444"/>
              </a:lnSpc>
              <a:spcBef>
                <a:spcPts val="0"/>
              </a:spcBef>
              <a:spcAft>
                <a:spcPts val="0"/>
              </a:spcAft>
              <a:buClr>
                <a:srgbClr val="000000"/>
              </a:buClr>
              <a:buSzPts val="700"/>
              <a:buFont typeface="Proxima Nova"/>
              <a:buNone/>
              <a:defRPr b="0" i="0" sz="700" u="none" cap="none" strike="noStrike">
                <a:solidFill>
                  <a:srgbClr val="000000"/>
                </a:solidFill>
                <a:latin typeface="Proxima Nova"/>
                <a:ea typeface="Proxima Nova"/>
                <a:cs typeface="Proxima Nova"/>
                <a:sym typeface="Proxima Nova"/>
              </a:defRPr>
            </a:lvl9pPr>
          </a:lstStyle>
          <a:p>
            <a:pPr indent="0" lvl="0" marL="0" rtl="0" algn="l">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showMasterSp="0">
  <p:cSld name="Big Fact">
    <p:bg>
      <p:bgPr>
        <a:solidFill>
          <a:srgbClr val="227AAF"/>
        </a:solidFill>
      </p:bgPr>
    </p:bg>
    <p:spTree>
      <p:nvGrpSpPr>
        <p:cNvPr id="4361" name="Shape 4361"/>
        <p:cNvGrpSpPr/>
        <p:nvPr/>
      </p:nvGrpSpPr>
      <p:grpSpPr>
        <a:xfrm>
          <a:off x="0" y="0"/>
          <a:ext cx="0" cy="0"/>
          <a:chOff x="0" y="0"/>
          <a:chExt cx="0" cy="0"/>
        </a:xfrm>
      </p:grpSpPr>
      <p:sp>
        <p:nvSpPr>
          <p:cNvPr id="4362" name="Google Shape;4362;p34"/>
          <p:cNvSpPr txBox="1"/>
          <p:nvPr>
            <p:ph idx="1" type="body"/>
          </p:nvPr>
        </p:nvSpPr>
        <p:spPr>
          <a:xfrm>
            <a:off x="647700" y="3229487"/>
            <a:ext cx="7848600" cy="340800"/>
          </a:xfrm>
          <a:prstGeom prst="rect">
            <a:avLst/>
          </a:prstGeom>
          <a:noFill/>
          <a:ln>
            <a:noFill/>
          </a:ln>
        </p:spPr>
        <p:txBody>
          <a:bodyPr anchorCtr="0" anchor="t" bIns="19050" lIns="19050" spcFirstLastPara="1" rIns="19050" wrap="square" tIns="19050">
            <a:noAutofit/>
          </a:bodyPr>
          <a:lstStyle>
            <a:lvl1pPr indent="-228600" lvl="0" marL="457200" algn="ctr">
              <a:lnSpc>
                <a:spcPct val="90000"/>
              </a:lnSpc>
              <a:spcBef>
                <a:spcPts val="800"/>
              </a:spcBef>
              <a:spcAft>
                <a:spcPts val="0"/>
              </a:spcAft>
              <a:buClr>
                <a:srgbClr val="F0EBE0"/>
              </a:buClr>
              <a:buSzPts val="1700"/>
              <a:buFont typeface="Arial"/>
              <a:buNone/>
              <a:defRPr b="0" sz="1700">
                <a:solidFill>
                  <a:srgbClr val="F0EBE0"/>
                </a:solidFill>
                <a:latin typeface="Arial"/>
                <a:ea typeface="Arial"/>
                <a:cs typeface="Arial"/>
                <a:sym typeface="Arial"/>
              </a:defRPr>
            </a:lvl1pPr>
            <a:lvl2pPr indent="-273050" lvl="1" marL="914400" algn="l">
              <a:lnSpc>
                <a:spcPct val="472222"/>
              </a:lnSpc>
              <a:spcBef>
                <a:spcPts val="900"/>
              </a:spcBef>
              <a:spcAft>
                <a:spcPts val="0"/>
              </a:spcAft>
              <a:buClr>
                <a:srgbClr val="011993"/>
              </a:buClr>
              <a:buSzPts val="700"/>
              <a:buChar char="○"/>
              <a:defRPr/>
            </a:lvl2pPr>
            <a:lvl3pPr indent="-273050" lvl="2" marL="1371600" algn="l">
              <a:lnSpc>
                <a:spcPct val="472222"/>
              </a:lnSpc>
              <a:spcBef>
                <a:spcPts val="900"/>
              </a:spcBef>
              <a:spcAft>
                <a:spcPts val="0"/>
              </a:spcAft>
              <a:buClr>
                <a:srgbClr val="011993"/>
              </a:buClr>
              <a:buSzPts val="700"/>
              <a:buChar char="■"/>
              <a:defRPr/>
            </a:lvl3pPr>
            <a:lvl4pPr indent="-273050" lvl="3" marL="1828800" algn="l">
              <a:lnSpc>
                <a:spcPct val="472222"/>
              </a:lnSpc>
              <a:spcBef>
                <a:spcPts val="900"/>
              </a:spcBef>
              <a:spcAft>
                <a:spcPts val="0"/>
              </a:spcAft>
              <a:buClr>
                <a:srgbClr val="011993"/>
              </a:buClr>
              <a:buSzPts val="700"/>
              <a:buChar char="●"/>
              <a:defRPr/>
            </a:lvl4pPr>
            <a:lvl5pPr indent="-273050" lvl="4" marL="2286000" algn="l">
              <a:lnSpc>
                <a:spcPct val="472222"/>
              </a:lnSpc>
              <a:spcBef>
                <a:spcPts val="900"/>
              </a:spcBef>
              <a:spcAft>
                <a:spcPts val="0"/>
              </a:spcAft>
              <a:buClr>
                <a:srgbClr val="011993"/>
              </a:buClr>
              <a:buSzPts val="700"/>
              <a:buChar char="○"/>
              <a:defRPr/>
            </a:lvl5pPr>
            <a:lvl6pPr indent="-279400" lvl="5" marL="2743200" algn="l">
              <a:lnSpc>
                <a:spcPct val="472222"/>
              </a:lnSpc>
              <a:spcBef>
                <a:spcPts val="900"/>
              </a:spcBef>
              <a:spcAft>
                <a:spcPts val="0"/>
              </a:spcAft>
              <a:buClr>
                <a:srgbClr val="011993"/>
              </a:buClr>
              <a:buSzPts val="800"/>
              <a:buChar char="■"/>
              <a:defRPr/>
            </a:lvl6pPr>
            <a:lvl7pPr indent="-279400" lvl="6" marL="3200400" algn="l">
              <a:lnSpc>
                <a:spcPct val="472222"/>
              </a:lnSpc>
              <a:spcBef>
                <a:spcPts val="900"/>
              </a:spcBef>
              <a:spcAft>
                <a:spcPts val="0"/>
              </a:spcAft>
              <a:buClr>
                <a:srgbClr val="011993"/>
              </a:buClr>
              <a:buSzPts val="800"/>
              <a:buChar char="●"/>
              <a:defRPr/>
            </a:lvl7pPr>
            <a:lvl8pPr indent="-279400" lvl="7" marL="3657600" algn="l">
              <a:lnSpc>
                <a:spcPct val="472222"/>
              </a:lnSpc>
              <a:spcBef>
                <a:spcPts val="900"/>
              </a:spcBef>
              <a:spcAft>
                <a:spcPts val="0"/>
              </a:spcAft>
              <a:buClr>
                <a:srgbClr val="011993"/>
              </a:buClr>
              <a:buSzPts val="800"/>
              <a:buChar char="○"/>
              <a:defRPr/>
            </a:lvl8pPr>
            <a:lvl9pPr indent="-279400" lvl="8" marL="4114800" algn="l">
              <a:lnSpc>
                <a:spcPct val="472222"/>
              </a:lnSpc>
              <a:spcBef>
                <a:spcPts val="900"/>
              </a:spcBef>
              <a:spcAft>
                <a:spcPts val="0"/>
              </a:spcAft>
              <a:buClr>
                <a:srgbClr val="011993"/>
              </a:buClr>
              <a:buSzPts val="800"/>
              <a:buChar char="■"/>
              <a:defRPr/>
            </a:lvl9pPr>
          </a:lstStyle>
          <a:p/>
        </p:txBody>
      </p:sp>
      <p:cxnSp>
        <p:nvCxnSpPr>
          <p:cNvPr id="4363" name="Google Shape;4363;p34"/>
          <p:cNvCxnSpPr/>
          <p:nvPr/>
        </p:nvCxnSpPr>
        <p:spPr>
          <a:xfrm>
            <a:off x="323850" y="4819650"/>
            <a:ext cx="8496300" cy="0"/>
          </a:xfrm>
          <a:prstGeom prst="straightConnector1">
            <a:avLst/>
          </a:prstGeom>
          <a:noFill/>
          <a:ln cap="flat" cmpd="sng" w="12700">
            <a:solidFill>
              <a:srgbClr val="EFEBDF"/>
            </a:solidFill>
            <a:prstDash val="solid"/>
            <a:miter lim="400000"/>
            <a:headEnd len="sm" w="sm" type="none"/>
            <a:tailEnd len="sm" w="sm" type="none"/>
          </a:ln>
        </p:spPr>
      </p:cxnSp>
      <p:cxnSp>
        <p:nvCxnSpPr>
          <p:cNvPr id="4364" name="Google Shape;4364;p34"/>
          <p:cNvCxnSpPr/>
          <p:nvPr/>
        </p:nvCxnSpPr>
        <p:spPr>
          <a:xfrm>
            <a:off x="323850" y="333375"/>
            <a:ext cx="8496300" cy="0"/>
          </a:xfrm>
          <a:prstGeom prst="straightConnector1">
            <a:avLst/>
          </a:prstGeom>
          <a:noFill/>
          <a:ln cap="flat" cmpd="sng" w="50800">
            <a:solidFill>
              <a:srgbClr val="EFEBDF"/>
            </a:solidFill>
            <a:prstDash val="solid"/>
            <a:miter lim="400000"/>
            <a:headEnd len="sm" w="sm" type="none"/>
            <a:tailEnd len="sm" w="sm" type="none"/>
          </a:ln>
        </p:spPr>
      </p:cxnSp>
      <p:sp>
        <p:nvSpPr>
          <p:cNvPr id="4365" name="Google Shape;4365;p34"/>
          <p:cNvSpPr txBox="1"/>
          <p:nvPr>
            <p:ph idx="2" type="body"/>
          </p:nvPr>
        </p:nvSpPr>
        <p:spPr>
          <a:xfrm>
            <a:off x="647700" y="411984"/>
            <a:ext cx="7848600" cy="2798100"/>
          </a:xfrm>
          <a:prstGeom prst="rect">
            <a:avLst/>
          </a:prstGeom>
          <a:noFill/>
          <a:ln>
            <a:noFill/>
          </a:ln>
        </p:spPr>
        <p:txBody>
          <a:bodyPr anchorCtr="0" anchor="b" bIns="19050" lIns="19050" spcFirstLastPara="1" rIns="19050" wrap="square" tIns="19050">
            <a:noAutofit/>
          </a:bodyPr>
          <a:lstStyle>
            <a:lvl1pPr indent="-228600" lvl="0" marL="457200" algn="ctr">
              <a:lnSpc>
                <a:spcPct val="70000"/>
              </a:lnSpc>
              <a:spcBef>
                <a:spcPts val="0"/>
              </a:spcBef>
              <a:spcAft>
                <a:spcPts val="0"/>
              </a:spcAft>
              <a:buClr>
                <a:srgbClr val="FFFFFF"/>
              </a:buClr>
              <a:buSzPts val="11300"/>
              <a:buFont typeface="Arial"/>
              <a:buNone/>
              <a:defRPr sz="11300">
                <a:solidFill>
                  <a:srgbClr val="FFFFFF"/>
                </a:solidFill>
                <a:latin typeface="Arial"/>
                <a:ea typeface="Arial"/>
                <a:cs typeface="Arial"/>
                <a:sym typeface="Arial"/>
              </a:defRPr>
            </a:lvl1pPr>
            <a:lvl2pPr indent="-228600" lvl="1" marL="914400" algn="ctr">
              <a:lnSpc>
                <a:spcPct val="70000"/>
              </a:lnSpc>
              <a:spcBef>
                <a:spcPts val="0"/>
              </a:spcBef>
              <a:spcAft>
                <a:spcPts val="0"/>
              </a:spcAft>
              <a:buClr>
                <a:srgbClr val="FFFFFF"/>
              </a:buClr>
              <a:buSzPts val="11300"/>
              <a:buFont typeface="Arial"/>
              <a:buNone/>
              <a:defRPr sz="11300">
                <a:solidFill>
                  <a:srgbClr val="FFFFFF"/>
                </a:solidFill>
                <a:latin typeface="Arial"/>
                <a:ea typeface="Arial"/>
                <a:cs typeface="Arial"/>
                <a:sym typeface="Arial"/>
              </a:defRPr>
            </a:lvl2pPr>
            <a:lvl3pPr indent="-228600" lvl="2" marL="1371600" algn="ctr">
              <a:lnSpc>
                <a:spcPct val="70000"/>
              </a:lnSpc>
              <a:spcBef>
                <a:spcPts val="0"/>
              </a:spcBef>
              <a:spcAft>
                <a:spcPts val="0"/>
              </a:spcAft>
              <a:buClr>
                <a:srgbClr val="FFFFFF"/>
              </a:buClr>
              <a:buSzPts val="11300"/>
              <a:buFont typeface="Arial"/>
              <a:buNone/>
              <a:defRPr sz="11300">
                <a:solidFill>
                  <a:srgbClr val="FFFFFF"/>
                </a:solidFill>
                <a:latin typeface="Arial"/>
                <a:ea typeface="Arial"/>
                <a:cs typeface="Arial"/>
                <a:sym typeface="Arial"/>
              </a:defRPr>
            </a:lvl3pPr>
            <a:lvl4pPr indent="-228600" lvl="3" marL="1828800" algn="ctr">
              <a:lnSpc>
                <a:spcPct val="70000"/>
              </a:lnSpc>
              <a:spcBef>
                <a:spcPts val="0"/>
              </a:spcBef>
              <a:spcAft>
                <a:spcPts val="0"/>
              </a:spcAft>
              <a:buClr>
                <a:srgbClr val="FFFFFF"/>
              </a:buClr>
              <a:buSzPts val="11300"/>
              <a:buFont typeface="Arial"/>
              <a:buNone/>
              <a:defRPr sz="11300">
                <a:solidFill>
                  <a:srgbClr val="FFFFFF"/>
                </a:solidFill>
                <a:latin typeface="Arial"/>
                <a:ea typeface="Arial"/>
                <a:cs typeface="Arial"/>
                <a:sym typeface="Arial"/>
              </a:defRPr>
            </a:lvl4pPr>
            <a:lvl5pPr indent="-228600" lvl="4" marL="2286000" algn="ctr">
              <a:lnSpc>
                <a:spcPct val="70000"/>
              </a:lnSpc>
              <a:spcBef>
                <a:spcPts val="0"/>
              </a:spcBef>
              <a:spcAft>
                <a:spcPts val="0"/>
              </a:spcAft>
              <a:buClr>
                <a:srgbClr val="FFFFFF"/>
              </a:buClr>
              <a:buSzPts val="11300"/>
              <a:buFont typeface="Arial"/>
              <a:buNone/>
              <a:defRPr sz="11300">
                <a:solidFill>
                  <a:srgbClr val="FFFFFF"/>
                </a:solidFill>
                <a:latin typeface="Arial"/>
                <a:ea typeface="Arial"/>
                <a:cs typeface="Arial"/>
                <a:sym typeface="Arial"/>
              </a:defRPr>
            </a:lvl5pPr>
            <a:lvl6pPr indent="-279400" lvl="5" marL="2743200" algn="l">
              <a:lnSpc>
                <a:spcPct val="472222"/>
              </a:lnSpc>
              <a:spcBef>
                <a:spcPts val="900"/>
              </a:spcBef>
              <a:spcAft>
                <a:spcPts val="0"/>
              </a:spcAft>
              <a:buClr>
                <a:srgbClr val="011993"/>
              </a:buClr>
              <a:buSzPts val="800"/>
              <a:buChar char="■"/>
              <a:defRPr/>
            </a:lvl6pPr>
            <a:lvl7pPr indent="-279400" lvl="6" marL="3200400" algn="l">
              <a:lnSpc>
                <a:spcPct val="472222"/>
              </a:lnSpc>
              <a:spcBef>
                <a:spcPts val="900"/>
              </a:spcBef>
              <a:spcAft>
                <a:spcPts val="0"/>
              </a:spcAft>
              <a:buClr>
                <a:srgbClr val="011993"/>
              </a:buClr>
              <a:buSzPts val="800"/>
              <a:buChar char="●"/>
              <a:defRPr/>
            </a:lvl7pPr>
            <a:lvl8pPr indent="-279400" lvl="7" marL="3657600" algn="l">
              <a:lnSpc>
                <a:spcPct val="472222"/>
              </a:lnSpc>
              <a:spcBef>
                <a:spcPts val="900"/>
              </a:spcBef>
              <a:spcAft>
                <a:spcPts val="0"/>
              </a:spcAft>
              <a:buClr>
                <a:srgbClr val="011993"/>
              </a:buClr>
              <a:buSzPts val="800"/>
              <a:buChar char="○"/>
              <a:defRPr/>
            </a:lvl8pPr>
            <a:lvl9pPr indent="-279400" lvl="8" marL="4114800" algn="l">
              <a:lnSpc>
                <a:spcPct val="472222"/>
              </a:lnSpc>
              <a:spcBef>
                <a:spcPts val="900"/>
              </a:spcBef>
              <a:spcAft>
                <a:spcPts val="0"/>
              </a:spcAft>
              <a:buClr>
                <a:srgbClr val="011993"/>
              </a:buClr>
              <a:buSzPts val="800"/>
              <a:buChar char="■"/>
              <a:defRPr/>
            </a:lvl9pPr>
          </a:lstStyle>
          <a:p/>
        </p:txBody>
      </p:sp>
      <p:sp>
        <p:nvSpPr>
          <p:cNvPr id="4366" name="Google Shape;4366;p34"/>
          <p:cNvSpPr txBox="1"/>
          <p:nvPr>
            <p:ph idx="12" type="sldNum"/>
          </p:nvPr>
        </p:nvSpPr>
        <p:spPr>
          <a:xfrm>
            <a:off x="4500563" y="4886325"/>
            <a:ext cx="144900" cy="157200"/>
          </a:xfrm>
          <a:prstGeom prst="rect">
            <a:avLst/>
          </a:prstGeom>
          <a:noFill/>
          <a:ln>
            <a:noFill/>
          </a:ln>
        </p:spPr>
        <p:txBody>
          <a:bodyPr anchorCtr="0" anchor="b" bIns="19050" lIns="19050" spcFirstLastPara="1" rIns="19050" wrap="square" tIns="19050">
            <a:noAutofit/>
          </a:bodyPr>
          <a:lstStyle>
            <a:lvl1pPr indent="0" lvl="0" marL="0" marR="0" rtl="0" algn="ctr">
              <a:lnSpc>
                <a:spcPct val="100000"/>
              </a:lnSpc>
              <a:spcBef>
                <a:spcPts val="0"/>
              </a:spcBef>
              <a:spcAft>
                <a:spcPts val="0"/>
              </a:spcAft>
              <a:buClr>
                <a:srgbClr val="F0EBE0"/>
              </a:buClr>
              <a:buSzPts val="700"/>
              <a:buFont typeface="Avenir"/>
              <a:buNone/>
              <a:defRPr b="0" i="0" sz="1400" u="none" cap="none" strike="noStrike">
                <a:solidFill>
                  <a:srgbClr val="F0EBE0"/>
                </a:solidFill>
                <a:latin typeface="Arial"/>
                <a:ea typeface="Arial"/>
                <a:cs typeface="Arial"/>
                <a:sym typeface="Arial"/>
              </a:defRPr>
            </a:lvl1pPr>
            <a:lvl2pPr indent="0" lvl="1" marL="0" marR="0" rtl="0" algn="ctr">
              <a:lnSpc>
                <a:spcPct val="100000"/>
              </a:lnSpc>
              <a:spcBef>
                <a:spcPts val="0"/>
              </a:spcBef>
              <a:spcAft>
                <a:spcPts val="0"/>
              </a:spcAft>
              <a:buClr>
                <a:srgbClr val="F0EBE0"/>
              </a:buClr>
              <a:buSzPts val="700"/>
              <a:buFont typeface="Avenir"/>
              <a:buNone/>
              <a:defRPr b="0" i="0" sz="1400" u="none" cap="none" strike="noStrike">
                <a:solidFill>
                  <a:srgbClr val="F0EBE0"/>
                </a:solidFill>
                <a:latin typeface="Arial"/>
                <a:ea typeface="Arial"/>
                <a:cs typeface="Arial"/>
                <a:sym typeface="Arial"/>
              </a:defRPr>
            </a:lvl2pPr>
            <a:lvl3pPr indent="0" lvl="2" marL="0" marR="0" rtl="0" algn="ctr">
              <a:lnSpc>
                <a:spcPct val="100000"/>
              </a:lnSpc>
              <a:spcBef>
                <a:spcPts val="0"/>
              </a:spcBef>
              <a:spcAft>
                <a:spcPts val="0"/>
              </a:spcAft>
              <a:buClr>
                <a:srgbClr val="F0EBE0"/>
              </a:buClr>
              <a:buSzPts val="700"/>
              <a:buFont typeface="Avenir"/>
              <a:buNone/>
              <a:defRPr b="0" i="0" sz="1400" u="none" cap="none" strike="noStrike">
                <a:solidFill>
                  <a:srgbClr val="F0EBE0"/>
                </a:solidFill>
                <a:latin typeface="Arial"/>
                <a:ea typeface="Arial"/>
                <a:cs typeface="Arial"/>
                <a:sym typeface="Arial"/>
              </a:defRPr>
            </a:lvl3pPr>
            <a:lvl4pPr indent="0" lvl="3" marL="0" marR="0" rtl="0" algn="ctr">
              <a:lnSpc>
                <a:spcPct val="100000"/>
              </a:lnSpc>
              <a:spcBef>
                <a:spcPts val="0"/>
              </a:spcBef>
              <a:spcAft>
                <a:spcPts val="0"/>
              </a:spcAft>
              <a:buClr>
                <a:srgbClr val="F0EBE0"/>
              </a:buClr>
              <a:buSzPts val="700"/>
              <a:buFont typeface="Avenir"/>
              <a:buNone/>
              <a:defRPr b="0" i="0" sz="1400" u="none" cap="none" strike="noStrike">
                <a:solidFill>
                  <a:srgbClr val="F0EBE0"/>
                </a:solidFill>
                <a:latin typeface="Arial"/>
                <a:ea typeface="Arial"/>
                <a:cs typeface="Arial"/>
                <a:sym typeface="Arial"/>
              </a:defRPr>
            </a:lvl4pPr>
            <a:lvl5pPr indent="0" lvl="4" marL="0" marR="0" rtl="0" algn="ctr">
              <a:lnSpc>
                <a:spcPct val="100000"/>
              </a:lnSpc>
              <a:spcBef>
                <a:spcPts val="0"/>
              </a:spcBef>
              <a:spcAft>
                <a:spcPts val="0"/>
              </a:spcAft>
              <a:buClr>
                <a:srgbClr val="F0EBE0"/>
              </a:buClr>
              <a:buSzPts val="700"/>
              <a:buFont typeface="Avenir"/>
              <a:buNone/>
              <a:defRPr b="0" i="0" sz="1400" u="none" cap="none" strike="noStrike">
                <a:solidFill>
                  <a:srgbClr val="F0EBE0"/>
                </a:solidFill>
                <a:latin typeface="Arial"/>
                <a:ea typeface="Arial"/>
                <a:cs typeface="Arial"/>
                <a:sym typeface="Arial"/>
              </a:defRPr>
            </a:lvl5pPr>
            <a:lvl6pPr indent="0" lvl="5" marL="0" marR="0" rtl="0" algn="ctr">
              <a:lnSpc>
                <a:spcPct val="100000"/>
              </a:lnSpc>
              <a:spcBef>
                <a:spcPts val="0"/>
              </a:spcBef>
              <a:spcAft>
                <a:spcPts val="0"/>
              </a:spcAft>
              <a:buClr>
                <a:srgbClr val="F0EBE0"/>
              </a:buClr>
              <a:buSzPts val="700"/>
              <a:buFont typeface="Avenir"/>
              <a:buNone/>
              <a:defRPr b="0" i="0" sz="1400" u="none" cap="none" strike="noStrike">
                <a:solidFill>
                  <a:srgbClr val="F0EBE0"/>
                </a:solidFill>
                <a:latin typeface="Arial"/>
                <a:ea typeface="Arial"/>
                <a:cs typeface="Arial"/>
                <a:sym typeface="Arial"/>
              </a:defRPr>
            </a:lvl6pPr>
            <a:lvl7pPr indent="0" lvl="6" marL="0" marR="0" rtl="0" algn="ctr">
              <a:lnSpc>
                <a:spcPct val="100000"/>
              </a:lnSpc>
              <a:spcBef>
                <a:spcPts val="0"/>
              </a:spcBef>
              <a:spcAft>
                <a:spcPts val="0"/>
              </a:spcAft>
              <a:buClr>
                <a:srgbClr val="F0EBE0"/>
              </a:buClr>
              <a:buSzPts val="700"/>
              <a:buFont typeface="Avenir"/>
              <a:buNone/>
              <a:defRPr b="0" i="0" sz="1400" u="none" cap="none" strike="noStrike">
                <a:solidFill>
                  <a:srgbClr val="F0EBE0"/>
                </a:solidFill>
                <a:latin typeface="Arial"/>
                <a:ea typeface="Arial"/>
                <a:cs typeface="Arial"/>
                <a:sym typeface="Arial"/>
              </a:defRPr>
            </a:lvl7pPr>
            <a:lvl8pPr indent="0" lvl="7" marL="0" marR="0" rtl="0" algn="ctr">
              <a:lnSpc>
                <a:spcPct val="100000"/>
              </a:lnSpc>
              <a:spcBef>
                <a:spcPts val="0"/>
              </a:spcBef>
              <a:spcAft>
                <a:spcPts val="0"/>
              </a:spcAft>
              <a:buClr>
                <a:srgbClr val="F0EBE0"/>
              </a:buClr>
              <a:buSzPts val="700"/>
              <a:buFont typeface="Avenir"/>
              <a:buNone/>
              <a:defRPr b="0" i="0" sz="1400" u="none" cap="none" strike="noStrike">
                <a:solidFill>
                  <a:srgbClr val="F0EBE0"/>
                </a:solidFill>
                <a:latin typeface="Arial"/>
                <a:ea typeface="Arial"/>
                <a:cs typeface="Arial"/>
                <a:sym typeface="Arial"/>
              </a:defRPr>
            </a:lvl8pPr>
            <a:lvl9pPr indent="0" lvl="8" marL="0" marR="0" rtl="0" algn="ctr">
              <a:lnSpc>
                <a:spcPct val="100000"/>
              </a:lnSpc>
              <a:spcBef>
                <a:spcPts val="0"/>
              </a:spcBef>
              <a:spcAft>
                <a:spcPts val="0"/>
              </a:spcAft>
              <a:buClr>
                <a:srgbClr val="F0EBE0"/>
              </a:buClr>
              <a:buSzPts val="700"/>
              <a:buFont typeface="Avenir"/>
              <a:buNone/>
              <a:defRPr b="0" i="0" sz="1400" u="none" cap="none" strike="noStrike">
                <a:solidFill>
                  <a:srgbClr val="F0EBE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solidFill>
                <a:srgbClr val="000000"/>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gradFill>
          <a:gsLst>
            <a:gs pos="0">
              <a:schemeClr val="accent2"/>
            </a:gs>
            <a:gs pos="37000">
              <a:schemeClr val="accent1"/>
            </a:gs>
            <a:gs pos="100000">
              <a:schemeClr val="dk1"/>
            </a:gs>
          </a:gsLst>
          <a:lin ang="3600008" scaled="0"/>
        </a:gradFill>
      </p:bgPr>
    </p:bg>
    <p:spTree>
      <p:nvGrpSpPr>
        <p:cNvPr id="4367" name="Shape 4367"/>
        <p:cNvGrpSpPr/>
        <p:nvPr/>
      </p:nvGrpSpPr>
      <p:grpSpPr>
        <a:xfrm>
          <a:off x="0" y="0"/>
          <a:ext cx="0" cy="0"/>
          <a:chOff x="0" y="0"/>
          <a:chExt cx="0" cy="0"/>
        </a:xfrm>
      </p:grpSpPr>
      <p:sp>
        <p:nvSpPr>
          <p:cNvPr id="4368" name="Google Shape;4368;p35"/>
          <p:cNvSpPr txBox="1"/>
          <p:nvPr>
            <p:ph type="ctrTitle"/>
          </p:nvPr>
        </p:nvSpPr>
        <p:spPr>
          <a:xfrm>
            <a:off x="855300" y="2726350"/>
            <a:ext cx="5969100" cy="1159800"/>
          </a:xfrm>
          <a:prstGeom prst="rect">
            <a:avLst/>
          </a:prstGeom>
          <a:noFill/>
          <a:ln>
            <a:noFill/>
          </a:ln>
          <a:effectLst>
            <a:outerShdw blurRad="14288" rotWithShape="0" algn="bl" dir="5400000" dist="9525">
              <a:schemeClr val="dk1">
                <a:alpha val="33333"/>
              </a:schemeClr>
            </a:outerShdw>
          </a:effectLst>
        </p:spPr>
        <p:txBody>
          <a:bodyPr anchorCtr="0" anchor="b" bIns="91425" lIns="91425" spcFirstLastPara="1" rIns="91425" wrap="square" tIns="91425">
            <a:noAutofit/>
          </a:bodyPr>
          <a:lstStyle>
            <a:lvl1pPr lvl="0" algn="ctr">
              <a:lnSpc>
                <a:spcPct val="100000"/>
              </a:lnSpc>
              <a:spcBef>
                <a:spcPts val="0"/>
              </a:spcBef>
              <a:spcAft>
                <a:spcPts val="0"/>
              </a:spcAft>
              <a:buClr>
                <a:schemeClr val="accent3"/>
              </a:buClr>
              <a:buSzPts val="4800"/>
              <a:buNone/>
              <a:defRPr sz="4800">
                <a:solidFill>
                  <a:schemeClr val="accent3"/>
                </a:solidFill>
              </a:defRPr>
            </a:lvl1pPr>
            <a:lvl2pPr lvl="1" algn="ctr">
              <a:lnSpc>
                <a:spcPct val="100000"/>
              </a:lnSpc>
              <a:spcBef>
                <a:spcPts val="0"/>
              </a:spcBef>
              <a:spcAft>
                <a:spcPts val="0"/>
              </a:spcAft>
              <a:buClr>
                <a:schemeClr val="accent3"/>
              </a:buClr>
              <a:buSzPts val="4800"/>
              <a:buNone/>
              <a:defRPr sz="4800">
                <a:solidFill>
                  <a:schemeClr val="accent3"/>
                </a:solidFill>
              </a:defRPr>
            </a:lvl2pPr>
            <a:lvl3pPr lvl="2" algn="ctr">
              <a:lnSpc>
                <a:spcPct val="100000"/>
              </a:lnSpc>
              <a:spcBef>
                <a:spcPts val="0"/>
              </a:spcBef>
              <a:spcAft>
                <a:spcPts val="0"/>
              </a:spcAft>
              <a:buClr>
                <a:schemeClr val="accent3"/>
              </a:buClr>
              <a:buSzPts val="4800"/>
              <a:buNone/>
              <a:defRPr sz="4800">
                <a:solidFill>
                  <a:schemeClr val="accent3"/>
                </a:solidFill>
              </a:defRPr>
            </a:lvl3pPr>
            <a:lvl4pPr lvl="3" algn="ctr">
              <a:lnSpc>
                <a:spcPct val="100000"/>
              </a:lnSpc>
              <a:spcBef>
                <a:spcPts val="0"/>
              </a:spcBef>
              <a:spcAft>
                <a:spcPts val="0"/>
              </a:spcAft>
              <a:buClr>
                <a:schemeClr val="accent3"/>
              </a:buClr>
              <a:buSzPts val="4800"/>
              <a:buNone/>
              <a:defRPr sz="4800">
                <a:solidFill>
                  <a:schemeClr val="accent3"/>
                </a:solidFill>
              </a:defRPr>
            </a:lvl4pPr>
            <a:lvl5pPr lvl="4" algn="ctr">
              <a:lnSpc>
                <a:spcPct val="100000"/>
              </a:lnSpc>
              <a:spcBef>
                <a:spcPts val="0"/>
              </a:spcBef>
              <a:spcAft>
                <a:spcPts val="0"/>
              </a:spcAft>
              <a:buClr>
                <a:schemeClr val="accent3"/>
              </a:buClr>
              <a:buSzPts val="4800"/>
              <a:buNone/>
              <a:defRPr sz="4800">
                <a:solidFill>
                  <a:schemeClr val="accent3"/>
                </a:solidFill>
              </a:defRPr>
            </a:lvl5pPr>
            <a:lvl6pPr lvl="5" algn="ctr">
              <a:lnSpc>
                <a:spcPct val="100000"/>
              </a:lnSpc>
              <a:spcBef>
                <a:spcPts val="0"/>
              </a:spcBef>
              <a:spcAft>
                <a:spcPts val="0"/>
              </a:spcAft>
              <a:buClr>
                <a:schemeClr val="accent3"/>
              </a:buClr>
              <a:buSzPts val="4800"/>
              <a:buNone/>
              <a:defRPr sz="4800">
                <a:solidFill>
                  <a:schemeClr val="accent3"/>
                </a:solidFill>
              </a:defRPr>
            </a:lvl6pPr>
            <a:lvl7pPr lvl="6" algn="ctr">
              <a:lnSpc>
                <a:spcPct val="100000"/>
              </a:lnSpc>
              <a:spcBef>
                <a:spcPts val="0"/>
              </a:spcBef>
              <a:spcAft>
                <a:spcPts val="0"/>
              </a:spcAft>
              <a:buClr>
                <a:schemeClr val="accent3"/>
              </a:buClr>
              <a:buSzPts val="4800"/>
              <a:buNone/>
              <a:defRPr sz="4800">
                <a:solidFill>
                  <a:schemeClr val="accent3"/>
                </a:solidFill>
              </a:defRPr>
            </a:lvl7pPr>
            <a:lvl8pPr lvl="7" algn="ctr">
              <a:lnSpc>
                <a:spcPct val="100000"/>
              </a:lnSpc>
              <a:spcBef>
                <a:spcPts val="0"/>
              </a:spcBef>
              <a:spcAft>
                <a:spcPts val="0"/>
              </a:spcAft>
              <a:buClr>
                <a:schemeClr val="accent3"/>
              </a:buClr>
              <a:buSzPts val="4800"/>
              <a:buNone/>
              <a:defRPr sz="4800">
                <a:solidFill>
                  <a:schemeClr val="accent3"/>
                </a:solidFill>
              </a:defRPr>
            </a:lvl8pPr>
            <a:lvl9pPr lvl="8" algn="ctr">
              <a:lnSpc>
                <a:spcPct val="100000"/>
              </a:lnSpc>
              <a:spcBef>
                <a:spcPts val="0"/>
              </a:spcBef>
              <a:spcAft>
                <a:spcPts val="0"/>
              </a:spcAft>
              <a:buClr>
                <a:schemeClr val="accent3"/>
              </a:buClr>
              <a:buSzPts val="4800"/>
              <a:buNone/>
              <a:defRPr sz="4800">
                <a:solidFill>
                  <a:schemeClr val="accent3"/>
                </a:solidFill>
              </a:defRPr>
            </a:lvl9pPr>
          </a:lstStyle>
          <a:p/>
        </p:txBody>
      </p:sp>
      <p:sp>
        <p:nvSpPr>
          <p:cNvPr id="4369" name="Google Shape;4369;p35"/>
          <p:cNvSpPr txBox="1"/>
          <p:nvPr>
            <p:ph idx="1" type="subTitle"/>
          </p:nvPr>
        </p:nvSpPr>
        <p:spPr>
          <a:xfrm>
            <a:off x="855300" y="3983051"/>
            <a:ext cx="5969100" cy="428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2"/>
              </a:buClr>
              <a:buSzPts val="2200"/>
              <a:buNone/>
              <a:defRPr sz="2200">
                <a:solidFill>
                  <a:schemeClr val="lt2"/>
                </a:solidFill>
              </a:defRPr>
            </a:lvl1pPr>
            <a:lvl2pPr lvl="1" algn="l">
              <a:lnSpc>
                <a:spcPct val="115000"/>
              </a:lnSpc>
              <a:spcBef>
                <a:spcPts val="1600"/>
              </a:spcBef>
              <a:spcAft>
                <a:spcPts val="0"/>
              </a:spcAft>
              <a:buClr>
                <a:schemeClr val="lt2"/>
              </a:buClr>
              <a:buSzPts val="2800"/>
              <a:buNone/>
              <a:defRPr sz="2800">
                <a:solidFill>
                  <a:schemeClr val="lt2"/>
                </a:solidFill>
              </a:defRPr>
            </a:lvl2pPr>
            <a:lvl3pPr lvl="2" algn="l">
              <a:lnSpc>
                <a:spcPct val="115000"/>
              </a:lnSpc>
              <a:spcBef>
                <a:spcPts val="1600"/>
              </a:spcBef>
              <a:spcAft>
                <a:spcPts val="0"/>
              </a:spcAft>
              <a:buClr>
                <a:schemeClr val="lt2"/>
              </a:buClr>
              <a:buSzPts val="2800"/>
              <a:buNone/>
              <a:defRPr sz="2800">
                <a:solidFill>
                  <a:schemeClr val="lt2"/>
                </a:solidFill>
              </a:defRPr>
            </a:lvl3pPr>
            <a:lvl4pPr lvl="3" algn="l">
              <a:lnSpc>
                <a:spcPct val="115000"/>
              </a:lnSpc>
              <a:spcBef>
                <a:spcPts val="1600"/>
              </a:spcBef>
              <a:spcAft>
                <a:spcPts val="0"/>
              </a:spcAft>
              <a:buClr>
                <a:schemeClr val="lt2"/>
              </a:buClr>
              <a:buSzPts val="2800"/>
              <a:buNone/>
              <a:defRPr sz="2800">
                <a:solidFill>
                  <a:schemeClr val="lt2"/>
                </a:solidFill>
              </a:defRPr>
            </a:lvl4pPr>
            <a:lvl5pPr lvl="4" algn="l">
              <a:lnSpc>
                <a:spcPct val="115000"/>
              </a:lnSpc>
              <a:spcBef>
                <a:spcPts val="1600"/>
              </a:spcBef>
              <a:spcAft>
                <a:spcPts val="0"/>
              </a:spcAft>
              <a:buClr>
                <a:schemeClr val="lt2"/>
              </a:buClr>
              <a:buSzPts val="2800"/>
              <a:buNone/>
              <a:defRPr sz="2800">
                <a:solidFill>
                  <a:schemeClr val="lt2"/>
                </a:solidFill>
              </a:defRPr>
            </a:lvl5pPr>
            <a:lvl6pPr lvl="5" algn="l">
              <a:lnSpc>
                <a:spcPct val="115000"/>
              </a:lnSpc>
              <a:spcBef>
                <a:spcPts val="1600"/>
              </a:spcBef>
              <a:spcAft>
                <a:spcPts val="0"/>
              </a:spcAft>
              <a:buClr>
                <a:schemeClr val="lt2"/>
              </a:buClr>
              <a:buSzPts val="2800"/>
              <a:buNone/>
              <a:defRPr sz="2800">
                <a:solidFill>
                  <a:schemeClr val="lt2"/>
                </a:solidFill>
              </a:defRPr>
            </a:lvl6pPr>
            <a:lvl7pPr lvl="6" algn="l">
              <a:lnSpc>
                <a:spcPct val="115000"/>
              </a:lnSpc>
              <a:spcBef>
                <a:spcPts val="1600"/>
              </a:spcBef>
              <a:spcAft>
                <a:spcPts val="0"/>
              </a:spcAft>
              <a:buClr>
                <a:schemeClr val="lt2"/>
              </a:buClr>
              <a:buSzPts val="2800"/>
              <a:buNone/>
              <a:defRPr sz="2800">
                <a:solidFill>
                  <a:schemeClr val="lt2"/>
                </a:solidFill>
              </a:defRPr>
            </a:lvl7pPr>
            <a:lvl8pPr lvl="7" algn="l">
              <a:lnSpc>
                <a:spcPct val="115000"/>
              </a:lnSpc>
              <a:spcBef>
                <a:spcPts val="1600"/>
              </a:spcBef>
              <a:spcAft>
                <a:spcPts val="0"/>
              </a:spcAft>
              <a:buClr>
                <a:schemeClr val="lt2"/>
              </a:buClr>
              <a:buSzPts val="2800"/>
              <a:buNone/>
              <a:defRPr sz="2800">
                <a:solidFill>
                  <a:schemeClr val="lt2"/>
                </a:solidFill>
              </a:defRPr>
            </a:lvl8pPr>
            <a:lvl9pPr lvl="8" algn="l">
              <a:lnSpc>
                <a:spcPct val="115000"/>
              </a:lnSpc>
              <a:spcBef>
                <a:spcPts val="1600"/>
              </a:spcBef>
              <a:spcAft>
                <a:spcPts val="1600"/>
              </a:spcAft>
              <a:buClr>
                <a:schemeClr val="lt2"/>
              </a:buClr>
              <a:buSzPts val="2800"/>
              <a:buNone/>
              <a:defRPr sz="2800">
                <a:solidFill>
                  <a:schemeClr val="lt2"/>
                </a:solidFill>
              </a:defRPr>
            </a:lvl9pPr>
          </a:lstStyle>
          <a:p/>
        </p:txBody>
      </p:sp>
      <p:grpSp>
        <p:nvGrpSpPr>
          <p:cNvPr id="4370" name="Google Shape;4370;p35"/>
          <p:cNvGrpSpPr/>
          <p:nvPr/>
        </p:nvGrpSpPr>
        <p:grpSpPr>
          <a:xfrm>
            <a:off x="-5" y="-4"/>
            <a:ext cx="3882108" cy="2241339"/>
            <a:chOff x="-5" y="-4"/>
            <a:chExt cx="3882108" cy="2241339"/>
          </a:xfrm>
        </p:grpSpPr>
        <p:sp>
          <p:nvSpPr>
            <p:cNvPr id="4371" name="Google Shape;4371;p35"/>
            <p:cNvSpPr/>
            <p:nvPr/>
          </p:nvSpPr>
          <p:spPr>
            <a:xfrm>
              <a:off x="-5" y="-4"/>
              <a:ext cx="3882108" cy="2241339"/>
            </a:xfrm>
            <a:custGeom>
              <a:rect b="b" l="l" r="r" t="t"/>
              <a:pathLst>
                <a:path extrusionOk="0" h="1486792" w="2575196">
                  <a:moveTo>
                    <a:pt x="0" y="0"/>
                  </a:moveTo>
                  <a:lnTo>
                    <a:pt x="0" y="1486792"/>
                  </a:lnTo>
                  <a:lnTo>
                    <a:pt x="2575197" y="0"/>
                  </a:lnTo>
                  <a:lnTo>
                    <a:pt x="0" y="0"/>
                  </a:lnTo>
                  <a:close/>
                </a:path>
              </a:pathLst>
            </a:custGeom>
            <a:gradFill>
              <a:gsLst>
                <a:gs pos="0">
                  <a:schemeClr val="accent4"/>
                </a:gs>
                <a:gs pos="27000">
                  <a:schemeClr val="accent3"/>
                </a:gs>
                <a:gs pos="84000">
                  <a:schemeClr val="accent2"/>
                </a:gs>
                <a:gs pos="100000">
                  <a:schemeClr val="accent2"/>
                </a:gs>
              </a:gsLst>
              <a:lin ang="3600008"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72" name="Google Shape;4372;p35"/>
            <p:cNvSpPr/>
            <p:nvPr/>
          </p:nvSpPr>
          <p:spPr>
            <a:xfrm>
              <a:off x="-5" y="-4"/>
              <a:ext cx="3767261" cy="2205056"/>
            </a:xfrm>
            <a:custGeom>
              <a:rect b="b" l="l" r="r" t="t"/>
              <a:pathLst>
                <a:path extrusionOk="0" h="1462724" w="2499012">
                  <a:moveTo>
                    <a:pt x="951608" y="223467"/>
                  </a:moveTo>
                  <a:cubicBezTo>
                    <a:pt x="964432" y="226086"/>
                    <a:pt x="976939" y="217818"/>
                    <a:pt x="979561" y="204999"/>
                  </a:cubicBezTo>
                  <a:cubicBezTo>
                    <a:pt x="979561" y="204996"/>
                    <a:pt x="979561" y="204993"/>
                    <a:pt x="979561" y="204990"/>
                  </a:cubicBezTo>
                  <a:lnTo>
                    <a:pt x="1072011" y="204990"/>
                  </a:lnTo>
                  <a:lnTo>
                    <a:pt x="1147817" y="129185"/>
                  </a:lnTo>
                  <a:lnTo>
                    <a:pt x="1160451" y="129185"/>
                  </a:lnTo>
                  <a:cubicBezTo>
                    <a:pt x="1163073" y="142004"/>
                    <a:pt x="1175580" y="150274"/>
                    <a:pt x="1188404" y="147657"/>
                  </a:cubicBezTo>
                  <a:cubicBezTo>
                    <a:pt x="1201228" y="145041"/>
                    <a:pt x="1209503" y="132528"/>
                    <a:pt x="1206882" y="119709"/>
                  </a:cubicBezTo>
                  <a:cubicBezTo>
                    <a:pt x="1204260" y="106890"/>
                    <a:pt x="1191752" y="98620"/>
                    <a:pt x="1178929" y="101236"/>
                  </a:cubicBezTo>
                  <a:cubicBezTo>
                    <a:pt x="1169611" y="103135"/>
                    <a:pt x="1162346" y="110406"/>
                    <a:pt x="1160451" y="119709"/>
                  </a:cubicBezTo>
                  <a:lnTo>
                    <a:pt x="1143837" y="119709"/>
                  </a:lnTo>
                  <a:lnTo>
                    <a:pt x="1103123" y="160454"/>
                  </a:lnTo>
                  <a:lnTo>
                    <a:pt x="1103123" y="160454"/>
                  </a:lnTo>
                  <a:lnTo>
                    <a:pt x="1068126" y="195514"/>
                  </a:lnTo>
                  <a:lnTo>
                    <a:pt x="979687" y="195514"/>
                  </a:lnTo>
                  <a:cubicBezTo>
                    <a:pt x="977066" y="182696"/>
                    <a:pt x="964557" y="174429"/>
                    <a:pt x="951734" y="177049"/>
                  </a:cubicBezTo>
                  <a:cubicBezTo>
                    <a:pt x="938910" y="179669"/>
                    <a:pt x="930635" y="192184"/>
                    <a:pt x="933256" y="205002"/>
                  </a:cubicBezTo>
                  <a:cubicBezTo>
                    <a:pt x="935184" y="214300"/>
                    <a:pt x="942448" y="221567"/>
                    <a:pt x="951734" y="223467"/>
                  </a:cubicBezTo>
                  <a:close/>
                  <a:moveTo>
                    <a:pt x="1183761" y="110233"/>
                  </a:moveTo>
                  <a:cubicBezTo>
                    <a:pt x="1191626" y="110233"/>
                    <a:pt x="1197975" y="116597"/>
                    <a:pt x="1197975" y="124447"/>
                  </a:cubicBezTo>
                  <a:cubicBezTo>
                    <a:pt x="1197975" y="132297"/>
                    <a:pt x="1191626" y="138660"/>
                    <a:pt x="1183761" y="138660"/>
                  </a:cubicBezTo>
                  <a:cubicBezTo>
                    <a:pt x="1175896" y="138660"/>
                    <a:pt x="1169548" y="132297"/>
                    <a:pt x="1169548" y="124447"/>
                  </a:cubicBezTo>
                  <a:cubicBezTo>
                    <a:pt x="1169516" y="116614"/>
                    <a:pt x="1175865" y="110251"/>
                    <a:pt x="1183698" y="110233"/>
                  </a:cubicBezTo>
                  <a:cubicBezTo>
                    <a:pt x="1183730" y="110233"/>
                    <a:pt x="1183730" y="110233"/>
                    <a:pt x="1183761" y="110233"/>
                  </a:cubicBezTo>
                  <a:close/>
                  <a:moveTo>
                    <a:pt x="956346" y="186039"/>
                  </a:moveTo>
                  <a:cubicBezTo>
                    <a:pt x="964210" y="186039"/>
                    <a:pt x="970559" y="192402"/>
                    <a:pt x="970559" y="200252"/>
                  </a:cubicBezTo>
                  <a:cubicBezTo>
                    <a:pt x="970559" y="208102"/>
                    <a:pt x="964210" y="214465"/>
                    <a:pt x="956346" y="214465"/>
                  </a:cubicBezTo>
                  <a:cubicBezTo>
                    <a:pt x="948481" y="214465"/>
                    <a:pt x="942132" y="208102"/>
                    <a:pt x="942132" y="200252"/>
                  </a:cubicBezTo>
                  <a:cubicBezTo>
                    <a:pt x="942101" y="192419"/>
                    <a:pt x="948449" y="186056"/>
                    <a:pt x="956282" y="186039"/>
                  </a:cubicBezTo>
                  <a:cubicBezTo>
                    <a:pt x="956314" y="186039"/>
                    <a:pt x="956314" y="186039"/>
                    <a:pt x="956346" y="186039"/>
                  </a:cubicBezTo>
                  <a:close/>
                  <a:moveTo>
                    <a:pt x="2098161" y="25426"/>
                  </a:moveTo>
                  <a:cubicBezTo>
                    <a:pt x="2085337" y="22810"/>
                    <a:pt x="2072830" y="31082"/>
                    <a:pt x="2070208" y="43904"/>
                  </a:cubicBezTo>
                  <a:cubicBezTo>
                    <a:pt x="2067587" y="56725"/>
                    <a:pt x="2075862" y="69240"/>
                    <a:pt x="2088686" y="71857"/>
                  </a:cubicBezTo>
                  <a:lnTo>
                    <a:pt x="2088686" y="271319"/>
                  </a:lnTo>
                  <a:lnTo>
                    <a:pt x="1903910" y="271319"/>
                  </a:lnTo>
                  <a:lnTo>
                    <a:pt x="1752300" y="422930"/>
                  </a:lnTo>
                  <a:lnTo>
                    <a:pt x="1661807" y="422930"/>
                  </a:lnTo>
                  <a:cubicBezTo>
                    <a:pt x="1659186" y="410112"/>
                    <a:pt x="1646678" y="401840"/>
                    <a:pt x="1633854" y="404459"/>
                  </a:cubicBezTo>
                  <a:cubicBezTo>
                    <a:pt x="1621031" y="407074"/>
                    <a:pt x="1612756" y="419588"/>
                    <a:pt x="1615377" y="432405"/>
                  </a:cubicBezTo>
                  <a:cubicBezTo>
                    <a:pt x="1617999" y="445223"/>
                    <a:pt x="1630506" y="453495"/>
                    <a:pt x="1643330" y="450877"/>
                  </a:cubicBezTo>
                  <a:cubicBezTo>
                    <a:pt x="1652648" y="448978"/>
                    <a:pt x="1659913" y="441707"/>
                    <a:pt x="1661807" y="432405"/>
                  </a:cubicBezTo>
                  <a:lnTo>
                    <a:pt x="1756153" y="432405"/>
                  </a:lnTo>
                  <a:lnTo>
                    <a:pt x="1907764" y="280795"/>
                  </a:lnTo>
                  <a:lnTo>
                    <a:pt x="2088780" y="280795"/>
                  </a:lnTo>
                  <a:lnTo>
                    <a:pt x="2098256" y="275425"/>
                  </a:lnTo>
                  <a:lnTo>
                    <a:pt x="2098256" y="71857"/>
                  </a:lnTo>
                  <a:cubicBezTo>
                    <a:pt x="2111080" y="69253"/>
                    <a:pt x="2119355" y="56749"/>
                    <a:pt x="2116765" y="43928"/>
                  </a:cubicBezTo>
                  <a:cubicBezTo>
                    <a:pt x="2114870" y="34605"/>
                    <a:pt x="2107574" y="27319"/>
                    <a:pt x="2098256" y="25426"/>
                  </a:cubicBezTo>
                  <a:close/>
                  <a:moveTo>
                    <a:pt x="1638592" y="441881"/>
                  </a:moveTo>
                  <a:cubicBezTo>
                    <a:pt x="1630728" y="441881"/>
                    <a:pt x="1624379" y="435517"/>
                    <a:pt x="1624379" y="427668"/>
                  </a:cubicBezTo>
                  <a:cubicBezTo>
                    <a:pt x="1624379" y="419819"/>
                    <a:pt x="1630728" y="413454"/>
                    <a:pt x="1638592" y="413454"/>
                  </a:cubicBezTo>
                  <a:cubicBezTo>
                    <a:pt x="1646457" y="413454"/>
                    <a:pt x="1652806" y="419819"/>
                    <a:pt x="1652806" y="427668"/>
                  </a:cubicBezTo>
                  <a:cubicBezTo>
                    <a:pt x="1652806" y="435517"/>
                    <a:pt x="1646457" y="441881"/>
                    <a:pt x="1638592" y="441881"/>
                  </a:cubicBezTo>
                  <a:close/>
                  <a:moveTo>
                    <a:pt x="2093423" y="62855"/>
                  </a:moveTo>
                  <a:cubicBezTo>
                    <a:pt x="2085559" y="62855"/>
                    <a:pt x="2079210" y="56492"/>
                    <a:pt x="2079210" y="48642"/>
                  </a:cubicBezTo>
                  <a:cubicBezTo>
                    <a:pt x="2079210" y="40792"/>
                    <a:pt x="2085559" y="34428"/>
                    <a:pt x="2093423" y="34428"/>
                  </a:cubicBezTo>
                  <a:cubicBezTo>
                    <a:pt x="2101288" y="34428"/>
                    <a:pt x="2107637" y="40792"/>
                    <a:pt x="2107637" y="48642"/>
                  </a:cubicBezTo>
                  <a:cubicBezTo>
                    <a:pt x="2107637" y="56492"/>
                    <a:pt x="2101288" y="62855"/>
                    <a:pt x="2093423" y="62855"/>
                  </a:cubicBezTo>
                  <a:close/>
                  <a:moveTo>
                    <a:pt x="1330634" y="147662"/>
                  </a:moveTo>
                  <a:cubicBezTo>
                    <a:pt x="1343458" y="150281"/>
                    <a:pt x="1355965" y="142012"/>
                    <a:pt x="1358586" y="129194"/>
                  </a:cubicBezTo>
                  <a:cubicBezTo>
                    <a:pt x="1358586" y="129191"/>
                    <a:pt x="1358586" y="129188"/>
                    <a:pt x="1358586" y="129185"/>
                  </a:cubicBezTo>
                  <a:lnTo>
                    <a:pt x="1491720" y="129185"/>
                  </a:lnTo>
                  <a:lnTo>
                    <a:pt x="1491720" y="0"/>
                  </a:lnTo>
                  <a:lnTo>
                    <a:pt x="1482244" y="0"/>
                  </a:lnTo>
                  <a:lnTo>
                    <a:pt x="1482244" y="119709"/>
                  </a:lnTo>
                  <a:lnTo>
                    <a:pt x="1358586" y="119709"/>
                  </a:lnTo>
                  <a:cubicBezTo>
                    <a:pt x="1355965" y="106891"/>
                    <a:pt x="1343458" y="98624"/>
                    <a:pt x="1330634" y="101244"/>
                  </a:cubicBezTo>
                  <a:cubicBezTo>
                    <a:pt x="1317810" y="103864"/>
                    <a:pt x="1309535" y="116379"/>
                    <a:pt x="1312156" y="129197"/>
                  </a:cubicBezTo>
                  <a:cubicBezTo>
                    <a:pt x="1314083" y="138495"/>
                    <a:pt x="1321348" y="145762"/>
                    <a:pt x="1330634" y="147662"/>
                  </a:cubicBezTo>
                  <a:close/>
                  <a:moveTo>
                    <a:pt x="1335372" y="110233"/>
                  </a:moveTo>
                  <a:cubicBezTo>
                    <a:pt x="1343236" y="110233"/>
                    <a:pt x="1349585" y="116597"/>
                    <a:pt x="1349585" y="124447"/>
                  </a:cubicBezTo>
                  <a:cubicBezTo>
                    <a:pt x="1349585" y="132297"/>
                    <a:pt x="1343236" y="138660"/>
                    <a:pt x="1335372" y="138660"/>
                  </a:cubicBezTo>
                  <a:cubicBezTo>
                    <a:pt x="1327507" y="138660"/>
                    <a:pt x="1321158" y="132297"/>
                    <a:pt x="1321158" y="124447"/>
                  </a:cubicBezTo>
                  <a:cubicBezTo>
                    <a:pt x="1321127" y="116614"/>
                    <a:pt x="1327475" y="110251"/>
                    <a:pt x="1335308" y="110233"/>
                  </a:cubicBezTo>
                  <a:cubicBezTo>
                    <a:pt x="1335340" y="110233"/>
                    <a:pt x="1335340" y="110233"/>
                    <a:pt x="1335372" y="110233"/>
                  </a:cubicBezTo>
                  <a:close/>
                  <a:moveTo>
                    <a:pt x="1188499" y="0"/>
                  </a:moveTo>
                  <a:lnTo>
                    <a:pt x="1179023" y="0"/>
                  </a:lnTo>
                  <a:lnTo>
                    <a:pt x="1179023" y="43904"/>
                  </a:lnTo>
                  <a:lnTo>
                    <a:pt x="1036889" y="43904"/>
                  </a:lnTo>
                  <a:lnTo>
                    <a:pt x="1036889" y="0"/>
                  </a:lnTo>
                  <a:lnTo>
                    <a:pt x="1027413" y="0"/>
                  </a:lnTo>
                  <a:lnTo>
                    <a:pt x="1027413" y="53379"/>
                  </a:lnTo>
                  <a:lnTo>
                    <a:pt x="1188499" y="53379"/>
                  </a:lnTo>
                  <a:close/>
                  <a:moveTo>
                    <a:pt x="2173966" y="25426"/>
                  </a:moveTo>
                  <a:cubicBezTo>
                    <a:pt x="2161143" y="22810"/>
                    <a:pt x="2148635" y="31082"/>
                    <a:pt x="2146013" y="43904"/>
                  </a:cubicBezTo>
                  <a:cubicBezTo>
                    <a:pt x="2143392" y="56725"/>
                    <a:pt x="2151667" y="69240"/>
                    <a:pt x="2164491" y="71857"/>
                  </a:cubicBezTo>
                  <a:lnTo>
                    <a:pt x="2164491" y="237112"/>
                  </a:lnTo>
                  <a:lnTo>
                    <a:pt x="2173966" y="231648"/>
                  </a:lnTo>
                  <a:lnTo>
                    <a:pt x="2173966" y="71857"/>
                  </a:lnTo>
                  <a:cubicBezTo>
                    <a:pt x="2186790" y="69253"/>
                    <a:pt x="2195065" y="56749"/>
                    <a:pt x="2192475" y="43928"/>
                  </a:cubicBezTo>
                  <a:cubicBezTo>
                    <a:pt x="2190580" y="34605"/>
                    <a:pt x="2183284" y="27319"/>
                    <a:pt x="2173966" y="25426"/>
                  </a:cubicBezTo>
                  <a:close/>
                  <a:moveTo>
                    <a:pt x="2169229" y="62855"/>
                  </a:moveTo>
                  <a:cubicBezTo>
                    <a:pt x="2161364" y="62855"/>
                    <a:pt x="2155015" y="56492"/>
                    <a:pt x="2155015" y="48642"/>
                  </a:cubicBezTo>
                  <a:cubicBezTo>
                    <a:pt x="2155015" y="40792"/>
                    <a:pt x="2161364" y="34428"/>
                    <a:pt x="2169229" y="34428"/>
                  </a:cubicBezTo>
                  <a:cubicBezTo>
                    <a:pt x="2177093" y="34428"/>
                    <a:pt x="2183442" y="40792"/>
                    <a:pt x="2183442" y="48642"/>
                  </a:cubicBezTo>
                  <a:cubicBezTo>
                    <a:pt x="2183442" y="56492"/>
                    <a:pt x="2177093" y="62855"/>
                    <a:pt x="2169229" y="62855"/>
                  </a:cubicBezTo>
                  <a:close/>
                  <a:moveTo>
                    <a:pt x="1027413" y="147662"/>
                  </a:moveTo>
                  <a:cubicBezTo>
                    <a:pt x="1040237" y="150276"/>
                    <a:pt x="1052745" y="142002"/>
                    <a:pt x="1055366" y="129183"/>
                  </a:cubicBezTo>
                  <a:cubicBezTo>
                    <a:pt x="1057956" y="116363"/>
                    <a:pt x="1049713" y="103852"/>
                    <a:pt x="1036889" y="101239"/>
                  </a:cubicBezTo>
                  <a:cubicBezTo>
                    <a:pt x="1024065" y="98626"/>
                    <a:pt x="1011557" y="106894"/>
                    <a:pt x="1008935" y="119709"/>
                  </a:cubicBezTo>
                  <a:lnTo>
                    <a:pt x="961083" y="119709"/>
                  </a:lnTo>
                  <a:lnTo>
                    <a:pt x="961083" y="0"/>
                  </a:lnTo>
                  <a:lnTo>
                    <a:pt x="951608" y="0"/>
                  </a:lnTo>
                  <a:lnTo>
                    <a:pt x="951608" y="129185"/>
                  </a:lnTo>
                  <a:lnTo>
                    <a:pt x="1008935" y="129185"/>
                  </a:lnTo>
                  <a:cubicBezTo>
                    <a:pt x="1010831" y="138491"/>
                    <a:pt x="1018095" y="145764"/>
                    <a:pt x="1027413" y="147662"/>
                  </a:cubicBezTo>
                  <a:close/>
                  <a:moveTo>
                    <a:pt x="1032151" y="110233"/>
                  </a:moveTo>
                  <a:cubicBezTo>
                    <a:pt x="1040016" y="110233"/>
                    <a:pt x="1046364" y="116597"/>
                    <a:pt x="1046364" y="124447"/>
                  </a:cubicBezTo>
                  <a:cubicBezTo>
                    <a:pt x="1046364" y="132297"/>
                    <a:pt x="1040016" y="138660"/>
                    <a:pt x="1032151" y="138660"/>
                  </a:cubicBezTo>
                  <a:cubicBezTo>
                    <a:pt x="1024286" y="138660"/>
                    <a:pt x="1017937" y="132297"/>
                    <a:pt x="1017937" y="124447"/>
                  </a:cubicBezTo>
                  <a:cubicBezTo>
                    <a:pt x="1017906" y="116614"/>
                    <a:pt x="1024254" y="110251"/>
                    <a:pt x="1032088" y="110233"/>
                  </a:cubicBezTo>
                  <a:cubicBezTo>
                    <a:pt x="1032119" y="110233"/>
                    <a:pt x="1032119" y="110233"/>
                    <a:pt x="1032151" y="110233"/>
                  </a:cubicBezTo>
                  <a:close/>
                  <a:moveTo>
                    <a:pt x="1691182" y="498735"/>
                  </a:moveTo>
                  <a:lnTo>
                    <a:pt x="1633854" y="498735"/>
                  </a:lnTo>
                  <a:lnTo>
                    <a:pt x="1633854" y="543492"/>
                  </a:lnTo>
                  <a:lnTo>
                    <a:pt x="1643330" y="537996"/>
                  </a:lnTo>
                  <a:lnTo>
                    <a:pt x="1643330" y="508211"/>
                  </a:lnTo>
                  <a:lnTo>
                    <a:pt x="1691182" y="508211"/>
                  </a:lnTo>
                  <a:cubicBezTo>
                    <a:pt x="1691182" y="508842"/>
                    <a:pt x="1691530" y="509442"/>
                    <a:pt x="1691719" y="510074"/>
                  </a:cubicBezTo>
                  <a:lnTo>
                    <a:pt x="1700342" y="505084"/>
                  </a:lnTo>
                  <a:cubicBezTo>
                    <a:pt x="1700310" y="504547"/>
                    <a:pt x="1700310" y="504010"/>
                    <a:pt x="1700342" y="503473"/>
                  </a:cubicBezTo>
                  <a:cubicBezTo>
                    <a:pt x="1700310" y="495658"/>
                    <a:pt x="1706596" y="489288"/>
                    <a:pt x="1714398" y="489243"/>
                  </a:cubicBezTo>
                  <a:cubicBezTo>
                    <a:pt x="1717524" y="489225"/>
                    <a:pt x="1720557" y="490232"/>
                    <a:pt x="1723020" y="492102"/>
                  </a:cubicBezTo>
                  <a:lnTo>
                    <a:pt x="1731675" y="487111"/>
                  </a:lnTo>
                  <a:cubicBezTo>
                    <a:pt x="1722641" y="477655"/>
                    <a:pt x="1707638" y="477314"/>
                    <a:pt x="1698194" y="486353"/>
                  </a:cubicBezTo>
                  <a:cubicBezTo>
                    <a:pt x="1694688" y="489689"/>
                    <a:pt x="1692319" y="494007"/>
                    <a:pt x="1691340" y="498735"/>
                  </a:cubicBezTo>
                  <a:close/>
                  <a:moveTo>
                    <a:pt x="1882085" y="400157"/>
                  </a:moveTo>
                  <a:lnTo>
                    <a:pt x="1913671" y="381900"/>
                  </a:lnTo>
                  <a:lnTo>
                    <a:pt x="1938939" y="356632"/>
                  </a:lnTo>
                  <a:lnTo>
                    <a:pt x="1957448" y="356632"/>
                  </a:lnTo>
                  <a:lnTo>
                    <a:pt x="1973872" y="347156"/>
                  </a:lnTo>
                  <a:lnTo>
                    <a:pt x="1935053" y="347156"/>
                  </a:lnTo>
                  <a:close/>
                  <a:moveTo>
                    <a:pt x="799997" y="71857"/>
                  </a:moveTo>
                  <a:lnTo>
                    <a:pt x="799997" y="356600"/>
                  </a:lnTo>
                  <a:lnTo>
                    <a:pt x="1160546" y="356600"/>
                  </a:lnTo>
                  <a:cubicBezTo>
                    <a:pt x="1163167" y="369418"/>
                    <a:pt x="1175675" y="377690"/>
                    <a:pt x="1188499" y="375071"/>
                  </a:cubicBezTo>
                  <a:cubicBezTo>
                    <a:pt x="1201323" y="372456"/>
                    <a:pt x="1209598" y="359942"/>
                    <a:pt x="1206976" y="347125"/>
                  </a:cubicBezTo>
                  <a:cubicBezTo>
                    <a:pt x="1204355" y="334307"/>
                    <a:pt x="1191847" y="326035"/>
                    <a:pt x="1179023" y="328653"/>
                  </a:cubicBezTo>
                  <a:cubicBezTo>
                    <a:pt x="1169706" y="330552"/>
                    <a:pt x="1162441" y="337823"/>
                    <a:pt x="1160546" y="347125"/>
                  </a:cubicBezTo>
                  <a:lnTo>
                    <a:pt x="809473" y="347125"/>
                  </a:lnTo>
                  <a:lnTo>
                    <a:pt x="809473" y="71857"/>
                  </a:lnTo>
                  <a:cubicBezTo>
                    <a:pt x="822297" y="69240"/>
                    <a:pt x="830572" y="56728"/>
                    <a:pt x="827950" y="43909"/>
                  </a:cubicBezTo>
                  <a:cubicBezTo>
                    <a:pt x="825329" y="31090"/>
                    <a:pt x="812821" y="22819"/>
                    <a:pt x="799997" y="25436"/>
                  </a:cubicBezTo>
                  <a:cubicBezTo>
                    <a:pt x="787174" y="28053"/>
                    <a:pt x="778899" y="40566"/>
                    <a:pt x="781520" y="53384"/>
                  </a:cubicBezTo>
                  <a:cubicBezTo>
                    <a:pt x="783415" y="62687"/>
                    <a:pt x="790680" y="69958"/>
                    <a:pt x="799997" y="71857"/>
                  </a:cubicBezTo>
                  <a:close/>
                  <a:moveTo>
                    <a:pt x="1183761" y="337649"/>
                  </a:moveTo>
                  <a:cubicBezTo>
                    <a:pt x="1191626" y="337649"/>
                    <a:pt x="1197975" y="344013"/>
                    <a:pt x="1197975" y="351862"/>
                  </a:cubicBezTo>
                  <a:cubicBezTo>
                    <a:pt x="1197975" y="359711"/>
                    <a:pt x="1191626" y="366076"/>
                    <a:pt x="1183761" y="366076"/>
                  </a:cubicBezTo>
                  <a:cubicBezTo>
                    <a:pt x="1175896" y="366076"/>
                    <a:pt x="1169548" y="359711"/>
                    <a:pt x="1169548" y="351862"/>
                  </a:cubicBezTo>
                  <a:cubicBezTo>
                    <a:pt x="1169516" y="344029"/>
                    <a:pt x="1175865" y="337668"/>
                    <a:pt x="1183698" y="337649"/>
                  </a:cubicBezTo>
                  <a:cubicBezTo>
                    <a:pt x="1183730" y="337649"/>
                    <a:pt x="1183730" y="337649"/>
                    <a:pt x="1183761" y="337649"/>
                  </a:cubicBezTo>
                  <a:close/>
                  <a:moveTo>
                    <a:pt x="804735" y="34428"/>
                  </a:moveTo>
                  <a:cubicBezTo>
                    <a:pt x="812600" y="34428"/>
                    <a:pt x="818949" y="40792"/>
                    <a:pt x="818949" y="48642"/>
                  </a:cubicBezTo>
                  <a:cubicBezTo>
                    <a:pt x="818949" y="56492"/>
                    <a:pt x="812600" y="62855"/>
                    <a:pt x="804735" y="62855"/>
                  </a:cubicBezTo>
                  <a:cubicBezTo>
                    <a:pt x="796871" y="62855"/>
                    <a:pt x="790522" y="56492"/>
                    <a:pt x="790522" y="48642"/>
                  </a:cubicBezTo>
                  <a:cubicBezTo>
                    <a:pt x="790490" y="40809"/>
                    <a:pt x="796839" y="34446"/>
                    <a:pt x="804672" y="34428"/>
                  </a:cubicBezTo>
                  <a:cubicBezTo>
                    <a:pt x="804704" y="34428"/>
                    <a:pt x="804704" y="34428"/>
                    <a:pt x="804735" y="34428"/>
                  </a:cubicBezTo>
                  <a:close/>
                  <a:moveTo>
                    <a:pt x="127226" y="918506"/>
                  </a:moveTo>
                  <a:lnTo>
                    <a:pt x="0" y="791280"/>
                  </a:lnTo>
                  <a:lnTo>
                    <a:pt x="0" y="804546"/>
                  </a:lnTo>
                  <a:lnTo>
                    <a:pt x="117751" y="922296"/>
                  </a:lnTo>
                  <a:lnTo>
                    <a:pt x="117751" y="1190457"/>
                  </a:lnTo>
                  <a:lnTo>
                    <a:pt x="513264" y="1190457"/>
                  </a:lnTo>
                  <a:lnTo>
                    <a:pt x="529689" y="1180982"/>
                  </a:lnTo>
                  <a:lnTo>
                    <a:pt x="127226" y="1180982"/>
                  </a:lnTo>
                  <a:close/>
                  <a:moveTo>
                    <a:pt x="875803" y="72015"/>
                  </a:moveTo>
                  <a:cubicBezTo>
                    <a:pt x="888627" y="74631"/>
                    <a:pt x="901134" y="66359"/>
                    <a:pt x="903755" y="53537"/>
                  </a:cubicBezTo>
                  <a:cubicBezTo>
                    <a:pt x="906377" y="40716"/>
                    <a:pt x="898102" y="28201"/>
                    <a:pt x="885278" y="25584"/>
                  </a:cubicBezTo>
                  <a:lnTo>
                    <a:pt x="885278" y="0"/>
                  </a:lnTo>
                  <a:lnTo>
                    <a:pt x="875803" y="0"/>
                  </a:lnTo>
                  <a:lnTo>
                    <a:pt x="875803" y="25426"/>
                  </a:lnTo>
                  <a:cubicBezTo>
                    <a:pt x="862979" y="28030"/>
                    <a:pt x="854704" y="40534"/>
                    <a:pt x="857293" y="53356"/>
                  </a:cubicBezTo>
                  <a:cubicBezTo>
                    <a:pt x="859189" y="62678"/>
                    <a:pt x="866485" y="69964"/>
                    <a:pt x="875803" y="71857"/>
                  </a:cubicBezTo>
                  <a:close/>
                  <a:moveTo>
                    <a:pt x="880540" y="34586"/>
                  </a:moveTo>
                  <a:cubicBezTo>
                    <a:pt x="888405" y="34586"/>
                    <a:pt x="894754" y="40950"/>
                    <a:pt x="894754" y="48800"/>
                  </a:cubicBezTo>
                  <a:cubicBezTo>
                    <a:pt x="894754" y="56650"/>
                    <a:pt x="888405" y="63013"/>
                    <a:pt x="880540" y="63013"/>
                  </a:cubicBezTo>
                  <a:cubicBezTo>
                    <a:pt x="872676" y="63013"/>
                    <a:pt x="866327" y="56650"/>
                    <a:pt x="866327" y="48800"/>
                  </a:cubicBezTo>
                  <a:cubicBezTo>
                    <a:pt x="866232" y="40968"/>
                    <a:pt x="872486" y="34534"/>
                    <a:pt x="880319" y="34429"/>
                  </a:cubicBezTo>
                  <a:cubicBezTo>
                    <a:pt x="880382" y="34429"/>
                    <a:pt x="880477" y="34428"/>
                    <a:pt x="880540" y="34428"/>
                  </a:cubicBezTo>
                  <a:close/>
                  <a:moveTo>
                    <a:pt x="875803" y="147820"/>
                  </a:moveTo>
                  <a:lnTo>
                    <a:pt x="875803" y="280795"/>
                  </a:lnTo>
                  <a:lnTo>
                    <a:pt x="1147817" y="280795"/>
                  </a:lnTo>
                  <a:lnTo>
                    <a:pt x="1264304" y="164245"/>
                  </a:lnTo>
                  <a:lnTo>
                    <a:pt x="1264304" y="0"/>
                  </a:lnTo>
                  <a:lnTo>
                    <a:pt x="1254829" y="0"/>
                  </a:lnTo>
                  <a:lnTo>
                    <a:pt x="1254829" y="160391"/>
                  </a:lnTo>
                  <a:lnTo>
                    <a:pt x="1143932" y="271319"/>
                  </a:lnTo>
                  <a:lnTo>
                    <a:pt x="885278" y="271319"/>
                  </a:lnTo>
                  <a:lnTo>
                    <a:pt x="885278" y="147662"/>
                  </a:lnTo>
                  <a:cubicBezTo>
                    <a:pt x="898102" y="145046"/>
                    <a:pt x="906377" y="132533"/>
                    <a:pt x="903755" y="119714"/>
                  </a:cubicBezTo>
                  <a:cubicBezTo>
                    <a:pt x="901134" y="106895"/>
                    <a:pt x="888627" y="98624"/>
                    <a:pt x="875803" y="101241"/>
                  </a:cubicBezTo>
                  <a:cubicBezTo>
                    <a:pt x="862979" y="103858"/>
                    <a:pt x="854704" y="116371"/>
                    <a:pt x="857325" y="129189"/>
                  </a:cubicBezTo>
                  <a:cubicBezTo>
                    <a:pt x="859220" y="138493"/>
                    <a:pt x="866485" y="145763"/>
                    <a:pt x="875803" y="147662"/>
                  </a:cubicBezTo>
                  <a:close/>
                  <a:moveTo>
                    <a:pt x="880540" y="110391"/>
                  </a:moveTo>
                  <a:cubicBezTo>
                    <a:pt x="888405" y="110391"/>
                    <a:pt x="894754" y="116755"/>
                    <a:pt x="894754" y="124605"/>
                  </a:cubicBezTo>
                  <a:cubicBezTo>
                    <a:pt x="894754" y="132455"/>
                    <a:pt x="888405" y="138818"/>
                    <a:pt x="880540" y="138818"/>
                  </a:cubicBezTo>
                  <a:cubicBezTo>
                    <a:pt x="872676" y="138818"/>
                    <a:pt x="866327" y="132455"/>
                    <a:pt x="866327" y="124605"/>
                  </a:cubicBezTo>
                  <a:cubicBezTo>
                    <a:pt x="866232" y="116773"/>
                    <a:pt x="872486" y="110339"/>
                    <a:pt x="880319" y="110235"/>
                  </a:cubicBezTo>
                  <a:cubicBezTo>
                    <a:pt x="880382" y="110234"/>
                    <a:pt x="880477" y="110233"/>
                    <a:pt x="880540" y="110233"/>
                  </a:cubicBezTo>
                  <a:close/>
                  <a:moveTo>
                    <a:pt x="41946" y="1462724"/>
                  </a:moveTo>
                  <a:lnTo>
                    <a:pt x="51421" y="1457260"/>
                  </a:lnTo>
                  <a:lnTo>
                    <a:pt x="51421" y="1266262"/>
                  </a:lnTo>
                  <a:lnTo>
                    <a:pt x="381963" y="1266262"/>
                  </a:lnTo>
                  <a:lnTo>
                    <a:pt x="398387" y="1256787"/>
                  </a:lnTo>
                  <a:lnTo>
                    <a:pt x="41946" y="1256787"/>
                  </a:lnTo>
                  <a:close/>
                  <a:moveTo>
                    <a:pt x="1861270" y="72015"/>
                  </a:moveTo>
                  <a:lnTo>
                    <a:pt x="1861270" y="129185"/>
                  </a:lnTo>
                  <a:lnTo>
                    <a:pt x="1946551" y="129185"/>
                  </a:lnTo>
                  <a:lnTo>
                    <a:pt x="1946551" y="0"/>
                  </a:lnTo>
                  <a:lnTo>
                    <a:pt x="1937075" y="0"/>
                  </a:lnTo>
                  <a:lnTo>
                    <a:pt x="1937075" y="119709"/>
                  </a:lnTo>
                  <a:lnTo>
                    <a:pt x="1870746" y="119709"/>
                  </a:lnTo>
                  <a:lnTo>
                    <a:pt x="1870746" y="71857"/>
                  </a:lnTo>
                  <a:cubicBezTo>
                    <a:pt x="1883570" y="69240"/>
                    <a:pt x="1891845" y="56728"/>
                    <a:pt x="1889223" y="43909"/>
                  </a:cubicBezTo>
                  <a:cubicBezTo>
                    <a:pt x="1886602" y="31090"/>
                    <a:pt x="1874094" y="22819"/>
                    <a:pt x="1861270" y="25436"/>
                  </a:cubicBezTo>
                  <a:cubicBezTo>
                    <a:pt x="1848446" y="28053"/>
                    <a:pt x="1840171" y="40566"/>
                    <a:pt x="1842792" y="53384"/>
                  </a:cubicBezTo>
                  <a:cubicBezTo>
                    <a:pt x="1844688" y="62687"/>
                    <a:pt x="1851952" y="69958"/>
                    <a:pt x="1861270" y="71857"/>
                  </a:cubicBezTo>
                  <a:close/>
                  <a:moveTo>
                    <a:pt x="1866008" y="34586"/>
                  </a:moveTo>
                  <a:cubicBezTo>
                    <a:pt x="1873873" y="34586"/>
                    <a:pt x="1880221" y="40950"/>
                    <a:pt x="1880221" y="48800"/>
                  </a:cubicBezTo>
                  <a:cubicBezTo>
                    <a:pt x="1880221" y="56650"/>
                    <a:pt x="1873873" y="63013"/>
                    <a:pt x="1866008" y="63013"/>
                  </a:cubicBezTo>
                  <a:cubicBezTo>
                    <a:pt x="1858143" y="63013"/>
                    <a:pt x="1851794" y="56650"/>
                    <a:pt x="1851794" y="48800"/>
                  </a:cubicBezTo>
                  <a:cubicBezTo>
                    <a:pt x="1851700" y="40968"/>
                    <a:pt x="1857953" y="34534"/>
                    <a:pt x="1865787" y="34429"/>
                  </a:cubicBezTo>
                  <a:cubicBezTo>
                    <a:pt x="1865850" y="34429"/>
                    <a:pt x="1865945" y="34428"/>
                    <a:pt x="1866008" y="34428"/>
                  </a:cubicBezTo>
                  <a:close/>
                  <a:moveTo>
                    <a:pt x="1567525" y="404610"/>
                  </a:moveTo>
                  <a:cubicBezTo>
                    <a:pt x="1554701" y="401995"/>
                    <a:pt x="1542193" y="410267"/>
                    <a:pt x="1539571" y="423088"/>
                  </a:cubicBezTo>
                  <a:cubicBezTo>
                    <a:pt x="1536950" y="435908"/>
                    <a:pt x="1545225" y="448426"/>
                    <a:pt x="1558049" y="451041"/>
                  </a:cubicBezTo>
                  <a:lnTo>
                    <a:pt x="1558049" y="587395"/>
                  </a:lnTo>
                  <a:lnTo>
                    <a:pt x="1567525" y="581931"/>
                  </a:lnTo>
                  <a:lnTo>
                    <a:pt x="1567525" y="450883"/>
                  </a:lnTo>
                  <a:cubicBezTo>
                    <a:pt x="1580349" y="448280"/>
                    <a:pt x="1588624" y="435776"/>
                    <a:pt x="1586034" y="422955"/>
                  </a:cubicBezTo>
                  <a:cubicBezTo>
                    <a:pt x="1584139" y="413631"/>
                    <a:pt x="1576843" y="406344"/>
                    <a:pt x="1567525" y="404452"/>
                  </a:cubicBezTo>
                  <a:close/>
                  <a:moveTo>
                    <a:pt x="1562787" y="442039"/>
                  </a:moveTo>
                  <a:cubicBezTo>
                    <a:pt x="1554922" y="442039"/>
                    <a:pt x="1548574" y="435674"/>
                    <a:pt x="1548574" y="427825"/>
                  </a:cubicBezTo>
                  <a:cubicBezTo>
                    <a:pt x="1548574" y="419976"/>
                    <a:pt x="1554922" y="413612"/>
                    <a:pt x="1562787" y="413612"/>
                  </a:cubicBezTo>
                  <a:cubicBezTo>
                    <a:pt x="1570652" y="413612"/>
                    <a:pt x="1577001" y="419976"/>
                    <a:pt x="1577001" y="427825"/>
                  </a:cubicBezTo>
                  <a:cubicBezTo>
                    <a:pt x="1576906" y="435614"/>
                    <a:pt x="1570589" y="441881"/>
                    <a:pt x="1562787" y="441881"/>
                  </a:cubicBezTo>
                  <a:close/>
                  <a:moveTo>
                    <a:pt x="2477187" y="44062"/>
                  </a:moveTo>
                  <a:lnTo>
                    <a:pt x="2477187" y="0"/>
                  </a:lnTo>
                  <a:lnTo>
                    <a:pt x="2467712" y="0"/>
                  </a:lnTo>
                  <a:lnTo>
                    <a:pt x="2467712" y="53379"/>
                  </a:lnTo>
                  <a:lnTo>
                    <a:pt x="2482620" y="53379"/>
                  </a:lnTo>
                  <a:lnTo>
                    <a:pt x="2499012" y="43904"/>
                  </a:lnTo>
                  <a:close/>
                  <a:moveTo>
                    <a:pt x="2325577" y="25584"/>
                  </a:moveTo>
                  <a:lnTo>
                    <a:pt x="2325577" y="0"/>
                  </a:lnTo>
                  <a:lnTo>
                    <a:pt x="2316101" y="0"/>
                  </a:lnTo>
                  <a:lnTo>
                    <a:pt x="2316101" y="25426"/>
                  </a:lnTo>
                  <a:cubicBezTo>
                    <a:pt x="2303277" y="28043"/>
                    <a:pt x="2295002" y="40556"/>
                    <a:pt x="2297623" y="53375"/>
                  </a:cubicBezTo>
                  <a:cubicBezTo>
                    <a:pt x="2300245" y="66193"/>
                    <a:pt x="2312753" y="74464"/>
                    <a:pt x="2325577" y="71847"/>
                  </a:cubicBezTo>
                  <a:cubicBezTo>
                    <a:pt x="2338401" y="69231"/>
                    <a:pt x="2346676" y="56718"/>
                    <a:pt x="2344054" y="43899"/>
                  </a:cubicBezTo>
                  <a:cubicBezTo>
                    <a:pt x="2342159" y="34596"/>
                    <a:pt x="2334894" y="27325"/>
                    <a:pt x="2325577" y="25426"/>
                  </a:cubicBezTo>
                  <a:close/>
                  <a:moveTo>
                    <a:pt x="2320839" y="63013"/>
                  </a:moveTo>
                  <a:cubicBezTo>
                    <a:pt x="2312974" y="63013"/>
                    <a:pt x="2306626" y="56650"/>
                    <a:pt x="2306626" y="48800"/>
                  </a:cubicBezTo>
                  <a:cubicBezTo>
                    <a:pt x="2306626" y="40950"/>
                    <a:pt x="2312974" y="34586"/>
                    <a:pt x="2320839" y="34586"/>
                  </a:cubicBezTo>
                  <a:cubicBezTo>
                    <a:pt x="2328704" y="34586"/>
                    <a:pt x="2335052" y="40950"/>
                    <a:pt x="2335052" y="48800"/>
                  </a:cubicBezTo>
                  <a:cubicBezTo>
                    <a:pt x="2334958" y="56588"/>
                    <a:pt x="2328641" y="62856"/>
                    <a:pt x="2320839" y="62855"/>
                  </a:cubicBezTo>
                  <a:close/>
                  <a:moveTo>
                    <a:pt x="2391906" y="105969"/>
                  </a:moveTo>
                  <a:lnTo>
                    <a:pt x="2401382" y="100505"/>
                  </a:lnTo>
                  <a:lnTo>
                    <a:pt x="2401382" y="0"/>
                  </a:lnTo>
                  <a:lnTo>
                    <a:pt x="2391906" y="0"/>
                  </a:lnTo>
                  <a:close/>
                  <a:moveTo>
                    <a:pt x="733668" y="650503"/>
                  </a:moveTo>
                  <a:lnTo>
                    <a:pt x="524729" y="650503"/>
                  </a:lnTo>
                  <a:cubicBezTo>
                    <a:pt x="522108" y="637686"/>
                    <a:pt x="509601" y="629414"/>
                    <a:pt x="496777" y="632032"/>
                  </a:cubicBezTo>
                  <a:cubicBezTo>
                    <a:pt x="483953" y="634647"/>
                    <a:pt x="475678" y="647161"/>
                    <a:pt x="478299" y="659979"/>
                  </a:cubicBezTo>
                  <a:cubicBezTo>
                    <a:pt x="480921" y="672796"/>
                    <a:pt x="493428" y="681068"/>
                    <a:pt x="506252" y="678450"/>
                  </a:cubicBezTo>
                  <a:cubicBezTo>
                    <a:pt x="515570" y="676552"/>
                    <a:pt x="522835" y="669281"/>
                    <a:pt x="524729" y="659979"/>
                  </a:cubicBezTo>
                  <a:lnTo>
                    <a:pt x="724192" y="659979"/>
                  </a:lnTo>
                  <a:lnTo>
                    <a:pt x="724192" y="726308"/>
                  </a:lnTo>
                  <a:lnTo>
                    <a:pt x="648387" y="726308"/>
                  </a:lnTo>
                  <a:lnTo>
                    <a:pt x="648387" y="1105334"/>
                  </a:lnTo>
                  <a:lnTo>
                    <a:pt x="600535" y="1105334"/>
                  </a:lnTo>
                  <a:cubicBezTo>
                    <a:pt x="597914" y="1092517"/>
                    <a:pt x="585406" y="1084245"/>
                    <a:pt x="572582" y="1086863"/>
                  </a:cubicBezTo>
                  <a:cubicBezTo>
                    <a:pt x="559758" y="1089478"/>
                    <a:pt x="551483" y="1101993"/>
                    <a:pt x="554104" y="1114810"/>
                  </a:cubicBezTo>
                  <a:cubicBezTo>
                    <a:pt x="556726" y="1127627"/>
                    <a:pt x="569234" y="1135900"/>
                    <a:pt x="582058" y="1133281"/>
                  </a:cubicBezTo>
                  <a:cubicBezTo>
                    <a:pt x="591375" y="1131383"/>
                    <a:pt x="598640" y="1124112"/>
                    <a:pt x="600535" y="1114810"/>
                  </a:cubicBezTo>
                  <a:lnTo>
                    <a:pt x="644565" y="1114810"/>
                  </a:lnTo>
                  <a:lnTo>
                    <a:pt x="657863" y="1107135"/>
                  </a:lnTo>
                  <a:lnTo>
                    <a:pt x="657863" y="735626"/>
                  </a:lnTo>
                  <a:lnTo>
                    <a:pt x="733668" y="735626"/>
                  </a:lnTo>
                  <a:close/>
                  <a:moveTo>
                    <a:pt x="501515" y="669454"/>
                  </a:moveTo>
                  <a:cubicBezTo>
                    <a:pt x="493650" y="669454"/>
                    <a:pt x="487301" y="663090"/>
                    <a:pt x="487301" y="655241"/>
                  </a:cubicBezTo>
                  <a:cubicBezTo>
                    <a:pt x="487301" y="647392"/>
                    <a:pt x="493650" y="641028"/>
                    <a:pt x="501515" y="641028"/>
                  </a:cubicBezTo>
                  <a:cubicBezTo>
                    <a:pt x="509379" y="641028"/>
                    <a:pt x="515728" y="647392"/>
                    <a:pt x="515728" y="655241"/>
                  </a:cubicBezTo>
                  <a:cubicBezTo>
                    <a:pt x="515633" y="663030"/>
                    <a:pt x="509316" y="669297"/>
                    <a:pt x="501515" y="669297"/>
                  </a:cubicBezTo>
                  <a:close/>
                  <a:moveTo>
                    <a:pt x="577320" y="1124286"/>
                  </a:moveTo>
                  <a:cubicBezTo>
                    <a:pt x="569455" y="1124286"/>
                    <a:pt x="563106" y="1117921"/>
                    <a:pt x="563106" y="1110072"/>
                  </a:cubicBezTo>
                  <a:cubicBezTo>
                    <a:pt x="563106" y="1102223"/>
                    <a:pt x="569455" y="1095859"/>
                    <a:pt x="577320" y="1095859"/>
                  </a:cubicBezTo>
                  <a:cubicBezTo>
                    <a:pt x="585185" y="1095859"/>
                    <a:pt x="591533" y="1102223"/>
                    <a:pt x="591533" y="1110072"/>
                  </a:cubicBezTo>
                  <a:cubicBezTo>
                    <a:pt x="591438" y="1117861"/>
                    <a:pt x="585121" y="1124128"/>
                    <a:pt x="577320" y="1124128"/>
                  </a:cubicBezTo>
                  <a:close/>
                  <a:moveTo>
                    <a:pt x="1870746" y="177195"/>
                  </a:moveTo>
                  <a:cubicBezTo>
                    <a:pt x="1857922" y="174581"/>
                    <a:pt x="1845414" y="182855"/>
                    <a:pt x="1842792" y="195674"/>
                  </a:cubicBezTo>
                  <a:cubicBezTo>
                    <a:pt x="1840203" y="208493"/>
                    <a:pt x="1848446" y="221004"/>
                    <a:pt x="1861270" y="223618"/>
                  </a:cubicBezTo>
                  <a:cubicBezTo>
                    <a:pt x="1874094" y="226231"/>
                    <a:pt x="1886602" y="217963"/>
                    <a:pt x="1889223" y="205148"/>
                  </a:cubicBezTo>
                  <a:lnTo>
                    <a:pt x="2022356" y="205148"/>
                  </a:lnTo>
                  <a:lnTo>
                    <a:pt x="2022356" y="0"/>
                  </a:lnTo>
                  <a:lnTo>
                    <a:pt x="2012880" y="0"/>
                  </a:lnTo>
                  <a:lnTo>
                    <a:pt x="2012880" y="195514"/>
                  </a:lnTo>
                  <a:lnTo>
                    <a:pt x="1889223" y="195514"/>
                  </a:lnTo>
                  <a:cubicBezTo>
                    <a:pt x="1887328" y="186204"/>
                    <a:pt x="1880063" y="178927"/>
                    <a:pt x="1870746" y="177037"/>
                  </a:cubicBezTo>
                  <a:close/>
                  <a:moveTo>
                    <a:pt x="1866008" y="214623"/>
                  </a:moveTo>
                  <a:cubicBezTo>
                    <a:pt x="1858143" y="214623"/>
                    <a:pt x="1851794" y="208260"/>
                    <a:pt x="1851794" y="200410"/>
                  </a:cubicBezTo>
                  <a:cubicBezTo>
                    <a:pt x="1851794" y="192560"/>
                    <a:pt x="1858143" y="186196"/>
                    <a:pt x="1866008" y="186196"/>
                  </a:cubicBezTo>
                  <a:cubicBezTo>
                    <a:pt x="1873873" y="186196"/>
                    <a:pt x="1880221" y="192560"/>
                    <a:pt x="1880221" y="200410"/>
                  </a:cubicBezTo>
                  <a:cubicBezTo>
                    <a:pt x="1880126" y="208198"/>
                    <a:pt x="1873809" y="214466"/>
                    <a:pt x="1866008" y="214465"/>
                  </a:cubicBezTo>
                  <a:close/>
                  <a:moveTo>
                    <a:pt x="554104" y="1029529"/>
                  </a:moveTo>
                  <a:cubicBezTo>
                    <a:pt x="551483" y="1042350"/>
                    <a:pt x="559758" y="1054861"/>
                    <a:pt x="572582" y="1057473"/>
                  </a:cubicBezTo>
                  <a:cubicBezTo>
                    <a:pt x="585406" y="1060088"/>
                    <a:pt x="597914" y="1051813"/>
                    <a:pt x="600535" y="1038992"/>
                  </a:cubicBezTo>
                  <a:cubicBezTo>
                    <a:pt x="603125" y="1026178"/>
                    <a:pt x="594881" y="1013670"/>
                    <a:pt x="582058" y="1011052"/>
                  </a:cubicBezTo>
                  <a:lnTo>
                    <a:pt x="582058" y="754262"/>
                  </a:lnTo>
                  <a:cubicBezTo>
                    <a:pt x="594881" y="751646"/>
                    <a:pt x="603156" y="739132"/>
                    <a:pt x="600535" y="726315"/>
                  </a:cubicBezTo>
                  <a:cubicBezTo>
                    <a:pt x="597914" y="713494"/>
                    <a:pt x="585406" y="705225"/>
                    <a:pt x="572582" y="707840"/>
                  </a:cubicBezTo>
                  <a:cubicBezTo>
                    <a:pt x="559758" y="710459"/>
                    <a:pt x="551483" y="722970"/>
                    <a:pt x="554104" y="735790"/>
                  </a:cubicBezTo>
                  <a:cubicBezTo>
                    <a:pt x="556000" y="745092"/>
                    <a:pt x="563264" y="752363"/>
                    <a:pt x="572582" y="754262"/>
                  </a:cubicBezTo>
                  <a:lnTo>
                    <a:pt x="572582" y="1011052"/>
                  </a:lnTo>
                  <a:cubicBezTo>
                    <a:pt x="563328" y="1012918"/>
                    <a:pt x="556063" y="1020123"/>
                    <a:pt x="554104" y="1029371"/>
                  </a:cubicBezTo>
                  <a:close/>
                  <a:moveTo>
                    <a:pt x="563106" y="731046"/>
                  </a:moveTo>
                  <a:cubicBezTo>
                    <a:pt x="563106" y="723197"/>
                    <a:pt x="569455" y="716833"/>
                    <a:pt x="577320" y="716833"/>
                  </a:cubicBezTo>
                  <a:cubicBezTo>
                    <a:pt x="585185" y="716833"/>
                    <a:pt x="591533" y="723197"/>
                    <a:pt x="591533" y="731046"/>
                  </a:cubicBezTo>
                  <a:cubicBezTo>
                    <a:pt x="591533" y="738895"/>
                    <a:pt x="585185" y="745260"/>
                    <a:pt x="577320" y="745260"/>
                  </a:cubicBezTo>
                  <a:cubicBezTo>
                    <a:pt x="569487" y="745279"/>
                    <a:pt x="563138" y="738943"/>
                    <a:pt x="563106" y="731109"/>
                  </a:cubicBezTo>
                  <a:cubicBezTo>
                    <a:pt x="563106" y="731037"/>
                    <a:pt x="563106" y="730961"/>
                    <a:pt x="563106" y="730888"/>
                  </a:cubicBezTo>
                  <a:close/>
                  <a:moveTo>
                    <a:pt x="577320" y="1020053"/>
                  </a:moveTo>
                  <a:cubicBezTo>
                    <a:pt x="585185" y="1020053"/>
                    <a:pt x="591533" y="1026418"/>
                    <a:pt x="591533" y="1034267"/>
                  </a:cubicBezTo>
                  <a:cubicBezTo>
                    <a:pt x="591533" y="1042116"/>
                    <a:pt x="585185" y="1048480"/>
                    <a:pt x="577320" y="1048480"/>
                  </a:cubicBezTo>
                  <a:cubicBezTo>
                    <a:pt x="569455" y="1048480"/>
                    <a:pt x="563106" y="1042116"/>
                    <a:pt x="563106" y="1034267"/>
                  </a:cubicBezTo>
                  <a:cubicBezTo>
                    <a:pt x="563011" y="1026434"/>
                    <a:pt x="569265" y="1020003"/>
                    <a:pt x="577098" y="1019896"/>
                  </a:cubicBezTo>
                  <a:cubicBezTo>
                    <a:pt x="577162" y="1019896"/>
                    <a:pt x="577257" y="1019896"/>
                    <a:pt x="577320" y="1019896"/>
                  </a:cubicBezTo>
                  <a:close/>
                  <a:moveTo>
                    <a:pt x="1633854" y="72015"/>
                  </a:moveTo>
                  <a:cubicBezTo>
                    <a:pt x="1646678" y="74634"/>
                    <a:pt x="1659186" y="66365"/>
                    <a:pt x="1661807" y="53547"/>
                  </a:cubicBezTo>
                  <a:cubicBezTo>
                    <a:pt x="1661807" y="53544"/>
                    <a:pt x="1661807" y="53541"/>
                    <a:pt x="1661807" y="53537"/>
                  </a:cubicBezTo>
                  <a:lnTo>
                    <a:pt x="1785465" y="53537"/>
                  </a:lnTo>
                  <a:lnTo>
                    <a:pt x="1785465" y="252842"/>
                  </a:lnTo>
                  <a:cubicBezTo>
                    <a:pt x="1772641" y="255458"/>
                    <a:pt x="1764366" y="267971"/>
                    <a:pt x="1766987" y="280790"/>
                  </a:cubicBezTo>
                  <a:cubicBezTo>
                    <a:pt x="1769609" y="293609"/>
                    <a:pt x="1782117" y="301880"/>
                    <a:pt x="1794941" y="299263"/>
                  </a:cubicBezTo>
                  <a:cubicBezTo>
                    <a:pt x="1807764" y="296646"/>
                    <a:pt x="1816039" y="284133"/>
                    <a:pt x="1813418" y="271315"/>
                  </a:cubicBezTo>
                  <a:cubicBezTo>
                    <a:pt x="1811523" y="262011"/>
                    <a:pt x="1804258" y="254741"/>
                    <a:pt x="1794941" y="252842"/>
                  </a:cubicBezTo>
                  <a:lnTo>
                    <a:pt x="1794941" y="43904"/>
                  </a:lnTo>
                  <a:lnTo>
                    <a:pt x="1661807" y="43904"/>
                  </a:lnTo>
                  <a:cubicBezTo>
                    <a:pt x="1659186" y="31086"/>
                    <a:pt x="1646678" y="22818"/>
                    <a:pt x="1633854" y="25438"/>
                  </a:cubicBezTo>
                  <a:cubicBezTo>
                    <a:pt x="1621031" y="28058"/>
                    <a:pt x="1612756" y="40573"/>
                    <a:pt x="1615377" y="53391"/>
                  </a:cubicBezTo>
                  <a:cubicBezTo>
                    <a:pt x="1617304" y="62690"/>
                    <a:pt x="1624569" y="69956"/>
                    <a:pt x="1633854" y="71857"/>
                  </a:cubicBezTo>
                  <a:close/>
                  <a:moveTo>
                    <a:pt x="1804416" y="276215"/>
                  </a:moveTo>
                  <a:cubicBezTo>
                    <a:pt x="1804416" y="284065"/>
                    <a:pt x="1798067" y="290429"/>
                    <a:pt x="1790203" y="290429"/>
                  </a:cubicBezTo>
                  <a:cubicBezTo>
                    <a:pt x="1782338" y="290429"/>
                    <a:pt x="1775989" y="284065"/>
                    <a:pt x="1775989" y="276215"/>
                  </a:cubicBezTo>
                  <a:cubicBezTo>
                    <a:pt x="1775989" y="268365"/>
                    <a:pt x="1782338" y="262002"/>
                    <a:pt x="1790203" y="262002"/>
                  </a:cubicBezTo>
                  <a:cubicBezTo>
                    <a:pt x="1798004" y="262001"/>
                    <a:pt x="1804321" y="268269"/>
                    <a:pt x="1804416" y="276057"/>
                  </a:cubicBezTo>
                  <a:close/>
                  <a:moveTo>
                    <a:pt x="1638592" y="34586"/>
                  </a:moveTo>
                  <a:cubicBezTo>
                    <a:pt x="1646457" y="34586"/>
                    <a:pt x="1652806" y="40950"/>
                    <a:pt x="1652806" y="48800"/>
                  </a:cubicBezTo>
                  <a:cubicBezTo>
                    <a:pt x="1652806" y="56650"/>
                    <a:pt x="1646457" y="63013"/>
                    <a:pt x="1638592" y="63013"/>
                  </a:cubicBezTo>
                  <a:cubicBezTo>
                    <a:pt x="1630728" y="63013"/>
                    <a:pt x="1624379" y="56650"/>
                    <a:pt x="1624379" y="48800"/>
                  </a:cubicBezTo>
                  <a:cubicBezTo>
                    <a:pt x="1624284" y="40968"/>
                    <a:pt x="1630538" y="34534"/>
                    <a:pt x="1638371" y="34429"/>
                  </a:cubicBezTo>
                  <a:cubicBezTo>
                    <a:pt x="1638434" y="34429"/>
                    <a:pt x="1638529" y="34428"/>
                    <a:pt x="1638592" y="34428"/>
                  </a:cubicBezTo>
                  <a:close/>
                  <a:moveTo>
                    <a:pt x="1586002" y="347282"/>
                  </a:moveTo>
                  <a:cubicBezTo>
                    <a:pt x="1583381" y="334465"/>
                    <a:pt x="1570873" y="326193"/>
                    <a:pt x="1558049" y="328811"/>
                  </a:cubicBezTo>
                  <a:cubicBezTo>
                    <a:pt x="1545225" y="331427"/>
                    <a:pt x="1536950" y="343941"/>
                    <a:pt x="1539571" y="356758"/>
                  </a:cubicBezTo>
                  <a:cubicBezTo>
                    <a:pt x="1542193" y="369576"/>
                    <a:pt x="1554701" y="377848"/>
                    <a:pt x="1567525" y="375229"/>
                  </a:cubicBezTo>
                  <a:cubicBezTo>
                    <a:pt x="1576843" y="373331"/>
                    <a:pt x="1584107" y="366060"/>
                    <a:pt x="1586002" y="356758"/>
                  </a:cubicBezTo>
                  <a:lnTo>
                    <a:pt x="1719135" y="356758"/>
                  </a:lnTo>
                  <a:lnTo>
                    <a:pt x="1719135" y="147662"/>
                  </a:lnTo>
                  <a:cubicBezTo>
                    <a:pt x="1731959" y="145046"/>
                    <a:pt x="1740234" y="132533"/>
                    <a:pt x="1737612" y="119714"/>
                  </a:cubicBezTo>
                  <a:cubicBezTo>
                    <a:pt x="1734991" y="106895"/>
                    <a:pt x="1722484" y="98624"/>
                    <a:pt x="1709660" y="101241"/>
                  </a:cubicBezTo>
                  <a:cubicBezTo>
                    <a:pt x="1696836" y="103858"/>
                    <a:pt x="1688561" y="116371"/>
                    <a:pt x="1691182" y="129189"/>
                  </a:cubicBezTo>
                  <a:cubicBezTo>
                    <a:pt x="1693077" y="138493"/>
                    <a:pt x="1700342" y="145763"/>
                    <a:pt x="1709660" y="147662"/>
                  </a:cubicBezTo>
                  <a:lnTo>
                    <a:pt x="1709660" y="347125"/>
                  </a:lnTo>
                  <a:close/>
                  <a:moveTo>
                    <a:pt x="1562787" y="366234"/>
                  </a:moveTo>
                  <a:cubicBezTo>
                    <a:pt x="1554922" y="366234"/>
                    <a:pt x="1548574" y="359869"/>
                    <a:pt x="1548574" y="352020"/>
                  </a:cubicBezTo>
                  <a:cubicBezTo>
                    <a:pt x="1548574" y="344171"/>
                    <a:pt x="1554922" y="337807"/>
                    <a:pt x="1562787" y="337807"/>
                  </a:cubicBezTo>
                  <a:cubicBezTo>
                    <a:pt x="1570652" y="337807"/>
                    <a:pt x="1577001" y="344171"/>
                    <a:pt x="1577001" y="352020"/>
                  </a:cubicBezTo>
                  <a:cubicBezTo>
                    <a:pt x="1576906" y="359809"/>
                    <a:pt x="1570589" y="366076"/>
                    <a:pt x="1562787" y="366076"/>
                  </a:cubicBezTo>
                  <a:close/>
                  <a:moveTo>
                    <a:pt x="1700184" y="124605"/>
                  </a:moveTo>
                  <a:cubicBezTo>
                    <a:pt x="1700184" y="116755"/>
                    <a:pt x="1706533" y="110391"/>
                    <a:pt x="1714398" y="110391"/>
                  </a:cubicBezTo>
                  <a:cubicBezTo>
                    <a:pt x="1722262" y="110391"/>
                    <a:pt x="1728611" y="116755"/>
                    <a:pt x="1728611" y="124605"/>
                  </a:cubicBezTo>
                  <a:cubicBezTo>
                    <a:pt x="1728611" y="132455"/>
                    <a:pt x="1722262" y="138818"/>
                    <a:pt x="1714398" y="138818"/>
                  </a:cubicBezTo>
                  <a:cubicBezTo>
                    <a:pt x="1706564" y="138836"/>
                    <a:pt x="1700216" y="132502"/>
                    <a:pt x="1700184" y="124669"/>
                  </a:cubicBezTo>
                  <a:cubicBezTo>
                    <a:pt x="1700184" y="124595"/>
                    <a:pt x="1700184" y="124521"/>
                    <a:pt x="1700184" y="124447"/>
                  </a:cubicBezTo>
                  <a:close/>
                  <a:moveTo>
                    <a:pt x="1330634" y="72015"/>
                  </a:moveTo>
                  <a:cubicBezTo>
                    <a:pt x="1343458" y="74634"/>
                    <a:pt x="1355965" y="66365"/>
                    <a:pt x="1358586" y="53547"/>
                  </a:cubicBezTo>
                  <a:cubicBezTo>
                    <a:pt x="1358586" y="53544"/>
                    <a:pt x="1358586" y="53541"/>
                    <a:pt x="1358586" y="53537"/>
                  </a:cubicBezTo>
                  <a:lnTo>
                    <a:pt x="1415915" y="53537"/>
                  </a:lnTo>
                  <a:lnTo>
                    <a:pt x="1415915" y="0"/>
                  </a:lnTo>
                  <a:lnTo>
                    <a:pt x="1406439" y="0"/>
                  </a:lnTo>
                  <a:lnTo>
                    <a:pt x="1406439" y="43904"/>
                  </a:lnTo>
                  <a:lnTo>
                    <a:pt x="1358586" y="43904"/>
                  </a:lnTo>
                  <a:cubicBezTo>
                    <a:pt x="1355965" y="31086"/>
                    <a:pt x="1343458" y="22818"/>
                    <a:pt x="1330634" y="25438"/>
                  </a:cubicBezTo>
                  <a:cubicBezTo>
                    <a:pt x="1317810" y="28058"/>
                    <a:pt x="1309535" y="40573"/>
                    <a:pt x="1312156" y="53391"/>
                  </a:cubicBezTo>
                  <a:cubicBezTo>
                    <a:pt x="1314083" y="62690"/>
                    <a:pt x="1321348" y="69956"/>
                    <a:pt x="1330634" y="71857"/>
                  </a:cubicBezTo>
                  <a:close/>
                  <a:moveTo>
                    <a:pt x="1335372" y="34586"/>
                  </a:moveTo>
                  <a:cubicBezTo>
                    <a:pt x="1343236" y="34586"/>
                    <a:pt x="1349585" y="40950"/>
                    <a:pt x="1349585" y="48800"/>
                  </a:cubicBezTo>
                  <a:cubicBezTo>
                    <a:pt x="1349585" y="56650"/>
                    <a:pt x="1343236" y="63013"/>
                    <a:pt x="1335372" y="63013"/>
                  </a:cubicBezTo>
                  <a:cubicBezTo>
                    <a:pt x="1327507" y="63013"/>
                    <a:pt x="1321158" y="56650"/>
                    <a:pt x="1321158" y="48800"/>
                  </a:cubicBezTo>
                  <a:cubicBezTo>
                    <a:pt x="1321063" y="40968"/>
                    <a:pt x="1327317" y="34534"/>
                    <a:pt x="1335150" y="34429"/>
                  </a:cubicBezTo>
                  <a:cubicBezTo>
                    <a:pt x="1335214" y="34429"/>
                    <a:pt x="1335308" y="34428"/>
                    <a:pt x="1335372" y="34428"/>
                  </a:cubicBezTo>
                  <a:close/>
                  <a:moveTo>
                    <a:pt x="2249772" y="25584"/>
                  </a:moveTo>
                  <a:cubicBezTo>
                    <a:pt x="2236948" y="22968"/>
                    <a:pt x="2224440" y="31240"/>
                    <a:pt x="2221818" y="44062"/>
                  </a:cubicBezTo>
                  <a:cubicBezTo>
                    <a:pt x="2219197" y="56883"/>
                    <a:pt x="2227472" y="69398"/>
                    <a:pt x="2240296" y="72015"/>
                  </a:cubicBezTo>
                  <a:lnTo>
                    <a:pt x="2240296" y="193335"/>
                  </a:lnTo>
                  <a:lnTo>
                    <a:pt x="2249772" y="187871"/>
                  </a:lnTo>
                  <a:lnTo>
                    <a:pt x="2249772" y="71857"/>
                  </a:lnTo>
                  <a:cubicBezTo>
                    <a:pt x="2262596" y="69253"/>
                    <a:pt x="2270871" y="56749"/>
                    <a:pt x="2268280" y="43928"/>
                  </a:cubicBezTo>
                  <a:cubicBezTo>
                    <a:pt x="2266386" y="34605"/>
                    <a:pt x="2259089" y="27319"/>
                    <a:pt x="2249772" y="25426"/>
                  </a:cubicBezTo>
                  <a:close/>
                  <a:moveTo>
                    <a:pt x="2245034" y="63013"/>
                  </a:moveTo>
                  <a:cubicBezTo>
                    <a:pt x="2237169" y="63013"/>
                    <a:pt x="2230820" y="56650"/>
                    <a:pt x="2230820" y="48800"/>
                  </a:cubicBezTo>
                  <a:cubicBezTo>
                    <a:pt x="2230820" y="40950"/>
                    <a:pt x="2237169" y="34586"/>
                    <a:pt x="2245034" y="34586"/>
                  </a:cubicBezTo>
                  <a:cubicBezTo>
                    <a:pt x="2252899" y="34586"/>
                    <a:pt x="2259247" y="40950"/>
                    <a:pt x="2259247" y="48800"/>
                  </a:cubicBezTo>
                  <a:cubicBezTo>
                    <a:pt x="2259152" y="56588"/>
                    <a:pt x="2252835" y="62856"/>
                    <a:pt x="2245034" y="62855"/>
                  </a:cubicBezTo>
                  <a:close/>
                  <a:moveTo>
                    <a:pt x="827950" y="811589"/>
                  </a:moveTo>
                  <a:cubicBezTo>
                    <a:pt x="830572" y="798769"/>
                    <a:pt x="822297" y="786251"/>
                    <a:pt x="809473" y="783636"/>
                  </a:cubicBezTo>
                  <a:cubicBezTo>
                    <a:pt x="796649" y="781021"/>
                    <a:pt x="784141" y="789293"/>
                    <a:pt x="781520" y="802114"/>
                  </a:cubicBezTo>
                  <a:lnTo>
                    <a:pt x="724192" y="802114"/>
                  </a:lnTo>
                  <a:lnTo>
                    <a:pt x="724192" y="1068822"/>
                  </a:lnTo>
                  <a:lnTo>
                    <a:pt x="733668" y="1063357"/>
                  </a:lnTo>
                  <a:lnTo>
                    <a:pt x="733668" y="811431"/>
                  </a:lnTo>
                  <a:lnTo>
                    <a:pt x="781520" y="811431"/>
                  </a:lnTo>
                  <a:cubicBezTo>
                    <a:pt x="784110" y="824252"/>
                    <a:pt x="796618" y="832537"/>
                    <a:pt x="809442" y="829934"/>
                  </a:cubicBezTo>
                  <a:cubicBezTo>
                    <a:pt x="818759" y="828039"/>
                    <a:pt x="826056" y="820752"/>
                    <a:pt x="827950" y="811431"/>
                  </a:cubicBezTo>
                  <a:close/>
                  <a:moveTo>
                    <a:pt x="790522" y="806851"/>
                  </a:moveTo>
                  <a:cubicBezTo>
                    <a:pt x="790522" y="799002"/>
                    <a:pt x="796871" y="792638"/>
                    <a:pt x="804735" y="792638"/>
                  </a:cubicBezTo>
                  <a:cubicBezTo>
                    <a:pt x="812600" y="792638"/>
                    <a:pt x="818949" y="799002"/>
                    <a:pt x="818949" y="806851"/>
                  </a:cubicBezTo>
                  <a:cubicBezTo>
                    <a:pt x="818949" y="814700"/>
                    <a:pt x="812600" y="821065"/>
                    <a:pt x="804735" y="821065"/>
                  </a:cubicBezTo>
                  <a:cubicBezTo>
                    <a:pt x="796902" y="821084"/>
                    <a:pt x="790553" y="814748"/>
                    <a:pt x="790522" y="806915"/>
                  </a:cubicBezTo>
                  <a:cubicBezTo>
                    <a:pt x="790522" y="806842"/>
                    <a:pt x="790522" y="806766"/>
                    <a:pt x="790522" y="806693"/>
                  </a:cubicBezTo>
                  <a:close/>
                  <a:moveTo>
                    <a:pt x="2325577" y="101389"/>
                  </a:moveTo>
                  <a:cubicBezTo>
                    <a:pt x="2312753" y="98773"/>
                    <a:pt x="2300245" y="107045"/>
                    <a:pt x="2297623" y="119867"/>
                  </a:cubicBezTo>
                  <a:cubicBezTo>
                    <a:pt x="2295002" y="132688"/>
                    <a:pt x="2303277" y="145204"/>
                    <a:pt x="2316101" y="147820"/>
                  </a:cubicBezTo>
                  <a:lnTo>
                    <a:pt x="2316101" y="149747"/>
                  </a:lnTo>
                  <a:lnTo>
                    <a:pt x="2342222" y="134649"/>
                  </a:lnTo>
                  <a:cubicBezTo>
                    <a:pt x="2343044" y="132960"/>
                    <a:pt x="2343644" y="131178"/>
                    <a:pt x="2344054" y="129343"/>
                  </a:cubicBezTo>
                  <a:cubicBezTo>
                    <a:pt x="2346771" y="116542"/>
                    <a:pt x="2338558" y="103974"/>
                    <a:pt x="2325767" y="101271"/>
                  </a:cubicBezTo>
                  <a:cubicBezTo>
                    <a:pt x="2325703" y="101258"/>
                    <a:pt x="2325640" y="101244"/>
                    <a:pt x="2325577" y="101231"/>
                  </a:cubicBezTo>
                  <a:close/>
                  <a:moveTo>
                    <a:pt x="2320839" y="138818"/>
                  </a:moveTo>
                  <a:cubicBezTo>
                    <a:pt x="2312974" y="138818"/>
                    <a:pt x="2306626" y="132455"/>
                    <a:pt x="2306626" y="124605"/>
                  </a:cubicBezTo>
                  <a:cubicBezTo>
                    <a:pt x="2306626" y="116755"/>
                    <a:pt x="2312974" y="110391"/>
                    <a:pt x="2320839" y="110391"/>
                  </a:cubicBezTo>
                  <a:cubicBezTo>
                    <a:pt x="2328704" y="110391"/>
                    <a:pt x="2335052" y="116755"/>
                    <a:pt x="2335052" y="124605"/>
                  </a:cubicBezTo>
                  <a:cubicBezTo>
                    <a:pt x="2334958" y="132393"/>
                    <a:pt x="2328641" y="138661"/>
                    <a:pt x="2320839" y="138660"/>
                  </a:cubicBezTo>
                  <a:close/>
                  <a:moveTo>
                    <a:pt x="297314" y="584174"/>
                  </a:moveTo>
                  <a:cubicBezTo>
                    <a:pt x="299936" y="571353"/>
                    <a:pt x="291660" y="558842"/>
                    <a:pt x="278837" y="556230"/>
                  </a:cubicBezTo>
                  <a:cubicBezTo>
                    <a:pt x="266013" y="553615"/>
                    <a:pt x="253505" y="561890"/>
                    <a:pt x="250884" y="574711"/>
                  </a:cubicBezTo>
                  <a:cubicBezTo>
                    <a:pt x="248294" y="587525"/>
                    <a:pt x="256537" y="600033"/>
                    <a:pt x="269361" y="602651"/>
                  </a:cubicBezTo>
                  <a:lnTo>
                    <a:pt x="269361" y="963042"/>
                  </a:lnTo>
                  <a:lnTo>
                    <a:pt x="345166" y="963042"/>
                  </a:lnTo>
                  <a:lnTo>
                    <a:pt x="345166" y="1010894"/>
                  </a:lnTo>
                  <a:cubicBezTo>
                    <a:pt x="332342" y="1013509"/>
                    <a:pt x="324067" y="1026023"/>
                    <a:pt x="326689" y="1038841"/>
                  </a:cubicBezTo>
                  <a:cubicBezTo>
                    <a:pt x="329310" y="1051661"/>
                    <a:pt x="341818" y="1059930"/>
                    <a:pt x="354642" y="1057315"/>
                  </a:cubicBezTo>
                  <a:cubicBezTo>
                    <a:pt x="367466" y="1054700"/>
                    <a:pt x="375741" y="1042185"/>
                    <a:pt x="373119" y="1029365"/>
                  </a:cubicBezTo>
                  <a:cubicBezTo>
                    <a:pt x="371224" y="1020063"/>
                    <a:pt x="363960" y="1012792"/>
                    <a:pt x="354642" y="1010894"/>
                  </a:cubicBezTo>
                  <a:lnTo>
                    <a:pt x="354642" y="953566"/>
                  </a:lnTo>
                  <a:lnTo>
                    <a:pt x="278837" y="953566"/>
                  </a:lnTo>
                  <a:lnTo>
                    <a:pt x="278837" y="602493"/>
                  </a:lnTo>
                  <a:cubicBezTo>
                    <a:pt x="288154" y="600604"/>
                    <a:pt x="295419" y="593327"/>
                    <a:pt x="297314" y="584016"/>
                  </a:cubicBezTo>
                  <a:close/>
                  <a:moveTo>
                    <a:pt x="364118" y="1034267"/>
                  </a:moveTo>
                  <a:cubicBezTo>
                    <a:pt x="364118" y="1042116"/>
                    <a:pt x="357769" y="1048480"/>
                    <a:pt x="349904" y="1048480"/>
                  </a:cubicBezTo>
                  <a:cubicBezTo>
                    <a:pt x="342039" y="1048480"/>
                    <a:pt x="335691" y="1042116"/>
                    <a:pt x="335691" y="1034267"/>
                  </a:cubicBezTo>
                  <a:cubicBezTo>
                    <a:pt x="335691" y="1026418"/>
                    <a:pt x="342039" y="1020053"/>
                    <a:pt x="349904" y="1020053"/>
                  </a:cubicBezTo>
                  <a:cubicBezTo>
                    <a:pt x="357706" y="1020053"/>
                    <a:pt x="364023" y="1026320"/>
                    <a:pt x="364118" y="1034109"/>
                  </a:cubicBezTo>
                  <a:close/>
                  <a:moveTo>
                    <a:pt x="274099" y="593649"/>
                  </a:moveTo>
                  <a:cubicBezTo>
                    <a:pt x="266234" y="593649"/>
                    <a:pt x="259886" y="587285"/>
                    <a:pt x="259886" y="579436"/>
                  </a:cubicBezTo>
                  <a:cubicBezTo>
                    <a:pt x="259886" y="571587"/>
                    <a:pt x="266234" y="565222"/>
                    <a:pt x="274099" y="565222"/>
                  </a:cubicBezTo>
                  <a:cubicBezTo>
                    <a:pt x="281964" y="565222"/>
                    <a:pt x="288312" y="571587"/>
                    <a:pt x="288312" y="579436"/>
                  </a:cubicBezTo>
                  <a:cubicBezTo>
                    <a:pt x="288218" y="587225"/>
                    <a:pt x="281901" y="593491"/>
                    <a:pt x="274099" y="593491"/>
                  </a:cubicBezTo>
                  <a:close/>
                  <a:moveTo>
                    <a:pt x="1055366" y="508368"/>
                  </a:moveTo>
                  <a:cubicBezTo>
                    <a:pt x="1057988" y="495548"/>
                    <a:pt x="1049713" y="483031"/>
                    <a:pt x="1036889" y="480415"/>
                  </a:cubicBezTo>
                  <a:cubicBezTo>
                    <a:pt x="1024065" y="477800"/>
                    <a:pt x="1011557" y="486072"/>
                    <a:pt x="1008935" y="498893"/>
                  </a:cubicBezTo>
                  <a:lnTo>
                    <a:pt x="600535" y="498893"/>
                  </a:lnTo>
                  <a:cubicBezTo>
                    <a:pt x="597914" y="486075"/>
                    <a:pt x="585406" y="477803"/>
                    <a:pt x="572582" y="480422"/>
                  </a:cubicBezTo>
                  <a:cubicBezTo>
                    <a:pt x="559758" y="483037"/>
                    <a:pt x="551483" y="495551"/>
                    <a:pt x="554104" y="508368"/>
                  </a:cubicBezTo>
                  <a:cubicBezTo>
                    <a:pt x="556726" y="521186"/>
                    <a:pt x="569234" y="529458"/>
                    <a:pt x="582058" y="526840"/>
                  </a:cubicBezTo>
                  <a:cubicBezTo>
                    <a:pt x="591375" y="524941"/>
                    <a:pt x="598640" y="517670"/>
                    <a:pt x="600535" y="508368"/>
                  </a:cubicBezTo>
                  <a:lnTo>
                    <a:pt x="1008935" y="508368"/>
                  </a:lnTo>
                  <a:cubicBezTo>
                    <a:pt x="1011525" y="521189"/>
                    <a:pt x="1024033" y="529474"/>
                    <a:pt x="1036857" y="526871"/>
                  </a:cubicBezTo>
                  <a:cubicBezTo>
                    <a:pt x="1046175" y="524976"/>
                    <a:pt x="1053471" y="517689"/>
                    <a:pt x="1055366" y="508368"/>
                  </a:cubicBezTo>
                  <a:close/>
                  <a:moveTo>
                    <a:pt x="577320" y="517844"/>
                  </a:moveTo>
                  <a:cubicBezTo>
                    <a:pt x="569455" y="517844"/>
                    <a:pt x="563106" y="511480"/>
                    <a:pt x="563106" y="503631"/>
                  </a:cubicBezTo>
                  <a:cubicBezTo>
                    <a:pt x="563106" y="495782"/>
                    <a:pt x="569455" y="489417"/>
                    <a:pt x="577320" y="489417"/>
                  </a:cubicBezTo>
                  <a:cubicBezTo>
                    <a:pt x="585185" y="489417"/>
                    <a:pt x="591533" y="495782"/>
                    <a:pt x="591533" y="503631"/>
                  </a:cubicBezTo>
                  <a:cubicBezTo>
                    <a:pt x="591438" y="511420"/>
                    <a:pt x="585121" y="517686"/>
                    <a:pt x="577320" y="517686"/>
                  </a:cubicBezTo>
                  <a:close/>
                  <a:moveTo>
                    <a:pt x="1017937" y="503631"/>
                  </a:moveTo>
                  <a:cubicBezTo>
                    <a:pt x="1017937" y="495782"/>
                    <a:pt x="1024286" y="489417"/>
                    <a:pt x="1032151" y="489417"/>
                  </a:cubicBezTo>
                  <a:cubicBezTo>
                    <a:pt x="1040016" y="489417"/>
                    <a:pt x="1046364" y="495782"/>
                    <a:pt x="1046364" y="503631"/>
                  </a:cubicBezTo>
                  <a:cubicBezTo>
                    <a:pt x="1046364" y="511480"/>
                    <a:pt x="1040016" y="517844"/>
                    <a:pt x="1032151" y="517844"/>
                  </a:cubicBezTo>
                  <a:cubicBezTo>
                    <a:pt x="1024318" y="517863"/>
                    <a:pt x="1017969" y="511527"/>
                    <a:pt x="1017937" y="503694"/>
                  </a:cubicBezTo>
                  <a:cubicBezTo>
                    <a:pt x="1017937" y="503621"/>
                    <a:pt x="1017937" y="503545"/>
                    <a:pt x="1017937" y="503473"/>
                  </a:cubicBezTo>
                  <a:close/>
                  <a:moveTo>
                    <a:pt x="51421" y="0"/>
                  </a:moveTo>
                  <a:lnTo>
                    <a:pt x="41946" y="0"/>
                  </a:lnTo>
                  <a:lnTo>
                    <a:pt x="41946" y="119709"/>
                  </a:lnTo>
                  <a:lnTo>
                    <a:pt x="0" y="119709"/>
                  </a:lnTo>
                  <a:lnTo>
                    <a:pt x="0" y="129185"/>
                  </a:lnTo>
                  <a:lnTo>
                    <a:pt x="51421" y="129185"/>
                  </a:lnTo>
                  <a:close/>
                  <a:moveTo>
                    <a:pt x="1264304" y="299273"/>
                  </a:moveTo>
                  <a:cubicBezTo>
                    <a:pt x="1277128" y="296656"/>
                    <a:pt x="1285403" y="284143"/>
                    <a:pt x="1282781" y="271324"/>
                  </a:cubicBezTo>
                  <a:cubicBezTo>
                    <a:pt x="1280160" y="258505"/>
                    <a:pt x="1267652" y="250235"/>
                    <a:pt x="1254829" y="252852"/>
                  </a:cubicBezTo>
                  <a:cubicBezTo>
                    <a:pt x="1242005" y="255468"/>
                    <a:pt x="1233730" y="267981"/>
                    <a:pt x="1236351" y="280800"/>
                  </a:cubicBezTo>
                  <a:cubicBezTo>
                    <a:pt x="1238246" y="290103"/>
                    <a:pt x="1245511" y="297374"/>
                    <a:pt x="1254829" y="299273"/>
                  </a:cubicBezTo>
                  <a:lnTo>
                    <a:pt x="1254829" y="387712"/>
                  </a:lnTo>
                  <a:lnTo>
                    <a:pt x="1027413" y="615127"/>
                  </a:lnTo>
                  <a:lnTo>
                    <a:pt x="1027413" y="893522"/>
                  </a:lnTo>
                  <a:lnTo>
                    <a:pt x="1036889" y="888058"/>
                  </a:lnTo>
                  <a:lnTo>
                    <a:pt x="1036889" y="619076"/>
                  </a:lnTo>
                  <a:lnTo>
                    <a:pt x="1264304" y="391660"/>
                  </a:lnTo>
                  <a:close/>
                  <a:moveTo>
                    <a:pt x="1245353" y="276057"/>
                  </a:moveTo>
                  <a:cubicBezTo>
                    <a:pt x="1245353" y="268207"/>
                    <a:pt x="1251702" y="261844"/>
                    <a:pt x="1259566" y="261844"/>
                  </a:cubicBezTo>
                  <a:cubicBezTo>
                    <a:pt x="1267431" y="261844"/>
                    <a:pt x="1273780" y="268207"/>
                    <a:pt x="1273780" y="276057"/>
                  </a:cubicBezTo>
                  <a:cubicBezTo>
                    <a:pt x="1273780" y="283907"/>
                    <a:pt x="1267431" y="290271"/>
                    <a:pt x="1259566" y="290271"/>
                  </a:cubicBezTo>
                  <a:cubicBezTo>
                    <a:pt x="1251733" y="290288"/>
                    <a:pt x="1245385" y="283953"/>
                    <a:pt x="1245353" y="276120"/>
                  </a:cubicBezTo>
                  <a:cubicBezTo>
                    <a:pt x="1245353" y="276099"/>
                    <a:pt x="1245353" y="276078"/>
                    <a:pt x="1245353" y="276057"/>
                  </a:cubicBezTo>
                  <a:close/>
                  <a:moveTo>
                    <a:pt x="724192" y="71857"/>
                  </a:moveTo>
                  <a:lnTo>
                    <a:pt x="724192" y="347125"/>
                  </a:lnTo>
                  <a:lnTo>
                    <a:pt x="494850" y="347125"/>
                  </a:lnTo>
                  <a:lnTo>
                    <a:pt x="345166" y="496777"/>
                  </a:lnTo>
                  <a:lnTo>
                    <a:pt x="345166" y="859283"/>
                  </a:lnTo>
                  <a:cubicBezTo>
                    <a:pt x="332342" y="861899"/>
                    <a:pt x="324067" y="874413"/>
                    <a:pt x="326689" y="887230"/>
                  </a:cubicBezTo>
                  <a:cubicBezTo>
                    <a:pt x="329310" y="900051"/>
                    <a:pt x="341818" y="908320"/>
                    <a:pt x="354642" y="905705"/>
                  </a:cubicBezTo>
                  <a:cubicBezTo>
                    <a:pt x="367466" y="903089"/>
                    <a:pt x="375741" y="890575"/>
                    <a:pt x="373119" y="877755"/>
                  </a:cubicBezTo>
                  <a:cubicBezTo>
                    <a:pt x="371224" y="868453"/>
                    <a:pt x="363960" y="861182"/>
                    <a:pt x="354642" y="859283"/>
                  </a:cubicBezTo>
                  <a:lnTo>
                    <a:pt x="354642" y="500662"/>
                  </a:lnTo>
                  <a:lnTo>
                    <a:pt x="498735" y="356600"/>
                  </a:lnTo>
                  <a:lnTo>
                    <a:pt x="733668" y="356600"/>
                  </a:lnTo>
                  <a:lnTo>
                    <a:pt x="733668" y="71857"/>
                  </a:lnTo>
                  <a:cubicBezTo>
                    <a:pt x="746492" y="69240"/>
                    <a:pt x="754767" y="56728"/>
                    <a:pt x="752145" y="43909"/>
                  </a:cubicBezTo>
                  <a:cubicBezTo>
                    <a:pt x="749524" y="31090"/>
                    <a:pt x="737016" y="22819"/>
                    <a:pt x="724192" y="25436"/>
                  </a:cubicBezTo>
                  <a:cubicBezTo>
                    <a:pt x="711368" y="28053"/>
                    <a:pt x="703093" y="40566"/>
                    <a:pt x="705714" y="53384"/>
                  </a:cubicBezTo>
                  <a:cubicBezTo>
                    <a:pt x="707610" y="62687"/>
                    <a:pt x="714875" y="69958"/>
                    <a:pt x="724192" y="71857"/>
                  </a:cubicBezTo>
                  <a:close/>
                  <a:moveTo>
                    <a:pt x="364118" y="882499"/>
                  </a:moveTo>
                  <a:cubicBezTo>
                    <a:pt x="364118" y="890348"/>
                    <a:pt x="357769" y="896712"/>
                    <a:pt x="349904" y="896712"/>
                  </a:cubicBezTo>
                  <a:cubicBezTo>
                    <a:pt x="342039" y="896712"/>
                    <a:pt x="335691" y="890348"/>
                    <a:pt x="335691" y="882499"/>
                  </a:cubicBezTo>
                  <a:cubicBezTo>
                    <a:pt x="335691" y="874650"/>
                    <a:pt x="342039" y="868285"/>
                    <a:pt x="349904" y="868285"/>
                  </a:cubicBezTo>
                  <a:cubicBezTo>
                    <a:pt x="357769" y="868285"/>
                    <a:pt x="364118" y="874650"/>
                    <a:pt x="364118" y="882499"/>
                  </a:cubicBezTo>
                  <a:close/>
                  <a:moveTo>
                    <a:pt x="728930" y="34428"/>
                  </a:moveTo>
                  <a:cubicBezTo>
                    <a:pt x="736795" y="34428"/>
                    <a:pt x="743144" y="40792"/>
                    <a:pt x="743144" y="48642"/>
                  </a:cubicBezTo>
                  <a:cubicBezTo>
                    <a:pt x="743144" y="56492"/>
                    <a:pt x="736795" y="62855"/>
                    <a:pt x="728930" y="62855"/>
                  </a:cubicBezTo>
                  <a:cubicBezTo>
                    <a:pt x="721065" y="62855"/>
                    <a:pt x="714717" y="56492"/>
                    <a:pt x="714717" y="48642"/>
                  </a:cubicBezTo>
                  <a:cubicBezTo>
                    <a:pt x="714685" y="40809"/>
                    <a:pt x="721034" y="34446"/>
                    <a:pt x="728867" y="34428"/>
                  </a:cubicBezTo>
                  <a:cubicBezTo>
                    <a:pt x="728898" y="34428"/>
                    <a:pt x="728898" y="34428"/>
                    <a:pt x="728930" y="34428"/>
                  </a:cubicBezTo>
                  <a:close/>
                  <a:moveTo>
                    <a:pt x="127226" y="0"/>
                  </a:moveTo>
                  <a:lnTo>
                    <a:pt x="117751" y="0"/>
                  </a:lnTo>
                  <a:lnTo>
                    <a:pt x="117751" y="195514"/>
                  </a:lnTo>
                  <a:lnTo>
                    <a:pt x="0" y="195514"/>
                  </a:lnTo>
                  <a:lnTo>
                    <a:pt x="0" y="204990"/>
                  </a:lnTo>
                  <a:lnTo>
                    <a:pt x="127226" y="204990"/>
                  </a:lnTo>
                  <a:close/>
                  <a:moveTo>
                    <a:pt x="193556" y="1133130"/>
                  </a:moveTo>
                  <a:cubicBezTo>
                    <a:pt x="206380" y="1135748"/>
                    <a:pt x="218888" y="1127479"/>
                    <a:pt x="221509" y="1114662"/>
                  </a:cubicBezTo>
                  <a:cubicBezTo>
                    <a:pt x="221509" y="1114658"/>
                    <a:pt x="221509" y="1114655"/>
                    <a:pt x="221509" y="1114652"/>
                  </a:cubicBezTo>
                  <a:lnTo>
                    <a:pt x="506252" y="1114652"/>
                  </a:lnTo>
                  <a:lnTo>
                    <a:pt x="506252" y="754104"/>
                  </a:lnTo>
                  <a:cubicBezTo>
                    <a:pt x="519076" y="751488"/>
                    <a:pt x="527351" y="738974"/>
                    <a:pt x="524729" y="726157"/>
                  </a:cubicBezTo>
                  <a:cubicBezTo>
                    <a:pt x="522108" y="713336"/>
                    <a:pt x="509601" y="705067"/>
                    <a:pt x="496777" y="707682"/>
                  </a:cubicBezTo>
                  <a:cubicBezTo>
                    <a:pt x="483953" y="710301"/>
                    <a:pt x="475678" y="722812"/>
                    <a:pt x="478299" y="735632"/>
                  </a:cubicBezTo>
                  <a:cubicBezTo>
                    <a:pt x="480194" y="744934"/>
                    <a:pt x="487459" y="752205"/>
                    <a:pt x="496777" y="754104"/>
                  </a:cubicBezTo>
                  <a:lnTo>
                    <a:pt x="496777" y="1105176"/>
                  </a:lnTo>
                  <a:lnTo>
                    <a:pt x="221509" y="1105176"/>
                  </a:lnTo>
                  <a:cubicBezTo>
                    <a:pt x="218888" y="1092359"/>
                    <a:pt x="206380" y="1084090"/>
                    <a:pt x="193556" y="1086711"/>
                  </a:cubicBezTo>
                  <a:cubicBezTo>
                    <a:pt x="180732" y="1089330"/>
                    <a:pt x="172457" y="1101847"/>
                    <a:pt x="175079" y="1114665"/>
                  </a:cubicBezTo>
                  <a:cubicBezTo>
                    <a:pt x="177005" y="1123963"/>
                    <a:pt x="184270" y="1131228"/>
                    <a:pt x="193556" y="1133130"/>
                  </a:cubicBezTo>
                  <a:close/>
                  <a:moveTo>
                    <a:pt x="487301" y="730888"/>
                  </a:moveTo>
                  <a:cubicBezTo>
                    <a:pt x="487301" y="723039"/>
                    <a:pt x="493650" y="716675"/>
                    <a:pt x="501515" y="716675"/>
                  </a:cubicBezTo>
                  <a:cubicBezTo>
                    <a:pt x="509379" y="716675"/>
                    <a:pt x="515728" y="723039"/>
                    <a:pt x="515728" y="730888"/>
                  </a:cubicBezTo>
                  <a:cubicBezTo>
                    <a:pt x="515728" y="738737"/>
                    <a:pt x="509379" y="745102"/>
                    <a:pt x="501515" y="745102"/>
                  </a:cubicBezTo>
                  <a:cubicBezTo>
                    <a:pt x="493681" y="745121"/>
                    <a:pt x="487333" y="738785"/>
                    <a:pt x="487301" y="730951"/>
                  </a:cubicBezTo>
                  <a:cubicBezTo>
                    <a:pt x="487301" y="730929"/>
                    <a:pt x="487301" y="730910"/>
                    <a:pt x="487301" y="730888"/>
                  </a:cubicBezTo>
                  <a:close/>
                  <a:moveTo>
                    <a:pt x="198294" y="1095701"/>
                  </a:moveTo>
                  <a:cubicBezTo>
                    <a:pt x="206159" y="1095701"/>
                    <a:pt x="212507" y="1102065"/>
                    <a:pt x="212507" y="1109914"/>
                  </a:cubicBezTo>
                  <a:cubicBezTo>
                    <a:pt x="212507" y="1117763"/>
                    <a:pt x="206159" y="1124128"/>
                    <a:pt x="198294" y="1124128"/>
                  </a:cubicBezTo>
                  <a:cubicBezTo>
                    <a:pt x="190429" y="1124128"/>
                    <a:pt x="184080" y="1117763"/>
                    <a:pt x="184080" y="1109914"/>
                  </a:cubicBezTo>
                  <a:cubicBezTo>
                    <a:pt x="184049" y="1102081"/>
                    <a:pt x="190397" y="1095720"/>
                    <a:pt x="198231" y="1095701"/>
                  </a:cubicBezTo>
                  <a:cubicBezTo>
                    <a:pt x="198262" y="1095701"/>
                    <a:pt x="198262" y="1095701"/>
                    <a:pt x="198294" y="1095701"/>
                  </a:cubicBezTo>
                  <a:close/>
                  <a:moveTo>
                    <a:pt x="1340109" y="223467"/>
                  </a:moveTo>
                  <a:cubicBezTo>
                    <a:pt x="1352933" y="220851"/>
                    <a:pt x="1361208" y="208338"/>
                    <a:pt x="1358586" y="195519"/>
                  </a:cubicBezTo>
                  <a:cubicBezTo>
                    <a:pt x="1355965" y="182700"/>
                    <a:pt x="1343458" y="174430"/>
                    <a:pt x="1330634" y="177046"/>
                  </a:cubicBezTo>
                  <a:cubicBezTo>
                    <a:pt x="1317810" y="179663"/>
                    <a:pt x="1309535" y="192176"/>
                    <a:pt x="1312156" y="204995"/>
                  </a:cubicBezTo>
                  <a:cubicBezTo>
                    <a:pt x="1314051" y="214298"/>
                    <a:pt x="1321316" y="221568"/>
                    <a:pt x="1330634" y="223467"/>
                  </a:cubicBezTo>
                  <a:lnTo>
                    <a:pt x="1330634" y="425615"/>
                  </a:lnTo>
                  <a:lnTo>
                    <a:pt x="1103218" y="653030"/>
                  </a:lnTo>
                  <a:lnTo>
                    <a:pt x="1103218" y="849744"/>
                  </a:lnTo>
                  <a:lnTo>
                    <a:pt x="1112694" y="844280"/>
                  </a:lnTo>
                  <a:lnTo>
                    <a:pt x="1112694" y="656978"/>
                  </a:lnTo>
                  <a:lnTo>
                    <a:pt x="1340109" y="429563"/>
                  </a:lnTo>
                  <a:close/>
                  <a:moveTo>
                    <a:pt x="1321158" y="200252"/>
                  </a:moveTo>
                  <a:cubicBezTo>
                    <a:pt x="1321158" y="192402"/>
                    <a:pt x="1327507" y="186039"/>
                    <a:pt x="1335372" y="186039"/>
                  </a:cubicBezTo>
                  <a:cubicBezTo>
                    <a:pt x="1343236" y="186039"/>
                    <a:pt x="1349585" y="192402"/>
                    <a:pt x="1349585" y="200252"/>
                  </a:cubicBezTo>
                  <a:cubicBezTo>
                    <a:pt x="1349585" y="208102"/>
                    <a:pt x="1343236" y="214465"/>
                    <a:pt x="1335372" y="214465"/>
                  </a:cubicBezTo>
                  <a:cubicBezTo>
                    <a:pt x="1327538" y="214483"/>
                    <a:pt x="1321190" y="208148"/>
                    <a:pt x="1321158" y="200315"/>
                  </a:cubicBezTo>
                  <a:cubicBezTo>
                    <a:pt x="1321158" y="200294"/>
                    <a:pt x="1321158" y="200273"/>
                    <a:pt x="1321158" y="200252"/>
                  </a:cubicBezTo>
                  <a:close/>
                  <a:moveTo>
                    <a:pt x="961083" y="859283"/>
                  </a:moveTo>
                  <a:lnTo>
                    <a:pt x="961083" y="650345"/>
                  </a:lnTo>
                  <a:lnTo>
                    <a:pt x="903755" y="650345"/>
                  </a:lnTo>
                  <a:cubicBezTo>
                    <a:pt x="901134" y="637528"/>
                    <a:pt x="888627" y="629256"/>
                    <a:pt x="875803" y="631874"/>
                  </a:cubicBezTo>
                  <a:cubicBezTo>
                    <a:pt x="862979" y="634489"/>
                    <a:pt x="854704" y="647004"/>
                    <a:pt x="857325" y="659821"/>
                  </a:cubicBezTo>
                  <a:cubicBezTo>
                    <a:pt x="859947" y="672638"/>
                    <a:pt x="872454" y="680911"/>
                    <a:pt x="885278" y="678292"/>
                  </a:cubicBezTo>
                  <a:cubicBezTo>
                    <a:pt x="894596" y="676394"/>
                    <a:pt x="901861" y="669123"/>
                    <a:pt x="903755" y="659821"/>
                  </a:cubicBezTo>
                  <a:lnTo>
                    <a:pt x="951608" y="659821"/>
                  </a:lnTo>
                  <a:lnTo>
                    <a:pt x="951608" y="859283"/>
                  </a:lnTo>
                  <a:cubicBezTo>
                    <a:pt x="938784" y="861899"/>
                    <a:pt x="930509" y="874413"/>
                    <a:pt x="933130" y="887230"/>
                  </a:cubicBezTo>
                  <a:cubicBezTo>
                    <a:pt x="935752" y="900051"/>
                    <a:pt x="948260" y="908320"/>
                    <a:pt x="961083" y="905705"/>
                  </a:cubicBezTo>
                  <a:cubicBezTo>
                    <a:pt x="973907" y="903089"/>
                    <a:pt x="982182" y="890575"/>
                    <a:pt x="979561" y="877755"/>
                  </a:cubicBezTo>
                  <a:cubicBezTo>
                    <a:pt x="977666" y="868453"/>
                    <a:pt x="970401" y="861182"/>
                    <a:pt x="961083" y="859283"/>
                  </a:cubicBezTo>
                  <a:close/>
                  <a:moveTo>
                    <a:pt x="880540" y="669297"/>
                  </a:moveTo>
                  <a:cubicBezTo>
                    <a:pt x="872676" y="669297"/>
                    <a:pt x="866327" y="662932"/>
                    <a:pt x="866327" y="655083"/>
                  </a:cubicBezTo>
                  <a:cubicBezTo>
                    <a:pt x="866327" y="647234"/>
                    <a:pt x="872676" y="640870"/>
                    <a:pt x="880540" y="640870"/>
                  </a:cubicBezTo>
                  <a:cubicBezTo>
                    <a:pt x="888405" y="640870"/>
                    <a:pt x="894754" y="647234"/>
                    <a:pt x="894754" y="655083"/>
                  </a:cubicBezTo>
                  <a:cubicBezTo>
                    <a:pt x="894754" y="662932"/>
                    <a:pt x="888405" y="669297"/>
                    <a:pt x="880540" y="669297"/>
                  </a:cubicBezTo>
                  <a:close/>
                  <a:moveTo>
                    <a:pt x="956346" y="896712"/>
                  </a:moveTo>
                  <a:cubicBezTo>
                    <a:pt x="948481" y="896712"/>
                    <a:pt x="942132" y="890348"/>
                    <a:pt x="942132" y="882499"/>
                  </a:cubicBezTo>
                  <a:cubicBezTo>
                    <a:pt x="942132" y="874650"/>
                    <a:pt x="948481" y="868285"/>
                    <a:pt x="956346" y="868285"/>
                  </a:cubicBezTo>
                  <a:cubicBezTo>
                    <a:pt x="964210" y="868285"/>
                    <a:pt x="970559" y="874650"/>
                    <a:pt x="970559" y="882499"/>
                  </a:cubicBezTo>
                  <a:cubicBezTo>
                    <a:pt x="970559" y="890348"/>
                    <a:pt x="964210" y="896712"/>
                    <a:pt x="956346" y="896712"/>
                  </a:cubicBezTo>
                  <a:close/>
                  <a:moveTo>
                    <a:pt x="430447" y="177037"/>
                  </a:moveTo>
                  <a:cubicBezTo>
                    <a:pt x="417623" y="174423"/>
                    <a:pt x="405116" y="182697"/>
                    <a:pt x="402494" y="195516"/>
                  </a:cubicBezTo>
                  <a:cubicBezTo>
                    <a:pt x="399904" y="208335"/>
                    <a:pt x="408148" y="220846"/>
                    <a:pt x="420972" y="223460"/>
                  </a:cubicBezTo>
                  <a:cubicBezTo>
                    <a:pt x="433795" y="226073"/>
                    <a:pt x="446303" y="217805"/>
                    <a:pt x="448924" y="204990"/>
                  </a:cubicBezTo>
                  <a:lnTo>
                    <a:pt x="582058" y="204990"/>
                  </a:lnTo>
                  <a:lnTo>
                    <a:pt x="582058" y="0"/>
                  </a:lnTo>
                  <a:lnTo>
                    <a:pt x="572582" y="0"/>
                  </a:lnTo>
                  <a:lnTo>
                    <a:pt x="572582" y="195514"/>
                  </a:lnTo>
                  <a:lnTo>
                    <a:pt x="448924" y="195514"/>
                  </a:lnTo>
                  <a:cubicBezTo>
                    <a:pt x="447030" y="186204"/>
                    <a:pt x="439765" y="178927"/>
                    <a:pt x="430447" y="177037"/>
                  </a:cubicBezTo>
                  <a:close/>
                  <a:moveTo>
                    <a:pt x="425709" y="214465"/>
                  </a:moveTo>
                  <a:cubicBezTo>
                    <a:pt x="417845" y="214465"/>
                    <a:pt x="411496" y="208102"/>
                    <a:pt x="411496" y="200252"/>
                  </a:cubicBezTo>
                  <a:cubicBezTo>
                    <a:pt x="411496" y="192402"/>
                    <a:pt x="417845" y="186039"/>
                    <a:pt x="425709" y="186039"/>
                  </a:cubicBezTo>
                  <a:cubicBezTo>
                    <a:pt x="433574" y="186039"/>
                    <a:pt x="439923" y="192402"/>
                    <a:pt x="439923" y="200252"/>
                  </a:cubicBezTo>
                  <a:cubicBezTo>
                    <a:pt x="439923" y="208102"/>
                    <a:pt x="433574" y="214465"/>
                    <a:pt x="425709" y="214465"/>
                  </a:cubicBezTo>
                  <a:close/>
                  <a:moveTo>
                    <a:pt x="145704" y="347125"/>
                  </a:moveTo>
                  <a:cubicBezTo>
                    <a:pt x="143082" y="334307"/>
                    <a:pt x="130574" y="326035"/>
                    <a:pt x="117751" y="328653"/>
                  </a:cubicBezTo>
                  <a:cubicBezTo>
                    <a:pt x="104927" y="331269"/>
                    <a:pt x="96652" y="343783"/>
                    <a:pt x="99273" y="356600"/>
                  </a:cubicBezTo>
                  <a:cubicBezTo>
                    <a:pt x="101895" y="369418"/>
                    <a:pt x="114403" y="377690"/>
                    <a:pt x="127226" y="375071"/>
                  </a:cubicBezTo>
                  <a:cubicBezTo>
                    <a:pt x="136544" y="373173"/>
                    <a:pt x="143809" y="365902"/>
                    <a:pt x="145704" y="356600"/>
                  </a:cubicBezTo>
                  <a:lnTo>
                    <a:pt x="278837" y="356600"/>
                  </a:lnTo>
                  <a:lnTo>
                    <a:pt x="278837" y="147662"/>
                  </a:lnTo>
                  <a:cubicBezTo>
                    <a:pt x="291660" y="145046"/>
                    <a:pt x="299936" y="132533"/>
                    <a:pt x="297314" y="119714"/>
                  </a:cubicBezTo>
                  <a:cubicBezTo>
                    <a:pt x="294693" y="106895"/>
                    <a:pt x="282185" y="98624"/>
                    <a:pt x="269361" y="101241"/>
                  </a:cubicBezTo>
                  <a:cubicBezTo>
                    <a:pt x="256537" y="103858"/>
                    <a:pt x="248262" y="116371"/>
                    <a:pt x="250884" y="129189"/>
                  </a:cubicBezTo>
                  <a:cubicBezTo>
                    <a:pt x="252779" y="138493"/>
                    <a:pt x="260043" y="145763"/>
                    <a:pt x="269361" y="147662"/>
                  </a:cubicBezTo>
                  <a:lnTo>
                    <a:pt x="269361" y="347125"/>
                  </a:lnTo>
                  <a:close/>
                  <a:moveTo>
                    <a:pt x="122489" y="366076"/>
                  </a:moveTo>
                  <a:cubicBezTo>
                    <a:pt x="114624" y="366076"/>
                    <a:pt x="108275" y="359711"/>
                    <a:pt x="108275" y="351862"/>
                  </a:cubicBezTo>
                  <a:cubicBezTo>
                    <a:pt x="108275" y="344013"/>
                    <a:pt x="114624" y="337649"/>
                    <a:pt x="122489" y="337649"/>
                  </a:cubicBezTo>
                  <a:cubicBezTo>
                    <a:pt x="130353" y="337649"/>
                    <a:pt x="136702" y="344013"/>
                    <a:pt x="136702" y="351862"/>
                  </a:cubicBezTo>
                  <a:cubicBezTo>
                    <a:pt x="136702" y="359711"/>
                    <a:pt x="130353" y="366076"/>
                    <a:pt x="122489" y="366076"/>
                  </a:cubicBezTo>
                  <a:close/>
                  <a:moveTo>
                    <a:pt x="259886" y="124447"/>
                  </a:moveTo>
                  <a:cubicBezTo>
                    <a:pt x="259886" y="116597"/>
                    <a:pt x="266234" y="110233"/>
                    <a:pt x="274099" y="110233"/>
                  </a:cubicBezTo>
                  <a:cubicBezTo>
                    <a:pt x="281964" y="110233"/>
                    <a:pt x="288312" y="116597"/>
                    <a:pt x="288312" y="124447"/>
                  </a:cubicBezTo>
                  <a:cubicBezTo>
                    <a:pt x="288312" y="132297"/>
                    <a:pt x="281964" y="138660"/>
                    <a:pt x="274099" y="138660"/>
                  </a:cubicBezTo>
                  <a:cubicBezTo>
                    <a:pt x="266266" y="138678"/>
                    <a:pt x="259917" y="132343"/>
                    <a:pt x="259886" y="124510"/>
                  </a:cubicBezTo>
                  <a:cubicBezTo>
                    <a:pt x="259886" y="124489"/>
                    <a:pt x="259886" y="124468"/>
                    <a:pt x="259886" y="124447"/>
                  </a:cubicBezTo>
                  <a:close/>
                  <a:moveTo>
                    <a:pt x="193556" y="71857"/>
                  </a:moveTo>
                  <a:cubicBezTo>
                    <a:pt x="206380" y="74476"/>
                    <a:pt x="218888" y="66207"/>
                    <a:pt x="221509" y="53389"/>
                  </a:cubicBezTo>
                  <a:cubicBezTo>
                    <a:pt x="221509" y="53386"/>
                    <a:pt x="221509" y="53383"/>
                    <a:pt x="221509" y="53379"/>
                  </a:cubicBezTo>
                  <a:lnTo>
                    <a:pt x="345166" y="53379"/>
                  </a:lnTo>
                  <a:lnTo>
                    <a:pt x="345166" y="252842"/>
                  </a:lnTo>
                  <a:cubicBezTo>
                    <a:pt x="332342" y="255458"/>
                    <a:pt x="324067" y="267971"/>
                    <a:pt x="326689" y="280790"/>
                  </a:cubicBezTo>
                  <a:cubicBezTo>
                    <a:pt x="329310" y="293609"/>
                    <a:pt x="341818" y="301880"/>
                    <a:pt x="354642" y="299263"/>
                  </a:cubicBezTo>
                  <a:cubicBezTo>
                    <a:pt x="367466" y="296646"/>
                    <a:pt x="375741" y="284133"/>
                    <a:pt x="373119" y="271315"/>
                  </a:cubicBezTo>
                  <a:cubicBezTo>
                    <a:pt x="371224" y="262011"/>
                    <a:pt x="363960" y="254741"/>
                    <a:pt x="354642" y="252842"/>
                  </a:cubicBezTo>
                  <a:lnTo>
                    <a:pt x="354642" y="43904"/>
                  </a:lnTo>
                  <a:lnTo>
                    <a:pt x="221509" y="43904"/>
                  </a:lnTo>
                  <a:cubicBezTo>
                    <a:pt x="218888" y="31086"/>
                    <a:pt x="206380" y="22818"/>
                    <a:pt x="193556" y="25438"/>
                  </a:cubicBezTo>
                  <a:cubicBezTo>
                    <a:pt x="180732" y="28058"/>
                    <a:pt x="172457" y="40573"/>
                    <a:pt x="175079" y="53391"/>
                  </a:cubicBezTo>
                  <a:cubicBezTo>
                    <a:pt x="177005" y="62690"/>
                    <a:pt x="184270" y="69956"/>
                    <a:pt x="193556" y="71857"/>
                  </a:cubicBezTo>
                  <a:close/>
                  <a:moveTo>
                    <a:pt x="364118" y="276057"/>
                  </a:moveTo>
                  <a:cubicBezTo>
                    <a:pt x="364118" y="283907"/>
                    <a:pt x="357769" y="290271"/>
                    <a:pt x="349904" y="290271"/>
                  </a:cubicBezTo>
                  <a:cubicBezTo>
                    <a:pt x="342039" y="290271"/>
                    <a:pt x="335691" y="283907"/>
                    <a:pt x="335691" y="276057"/>
                  </a:cubicBezTo>
                  <a:cubicBezTo>
                    <a:pt x="335691" y="268207"/>
                    <a:pt x="342039" y="261844"/>
                    <a:pt x="349904" y="261844"/>
                  </a:cubicBezTo>
                  <a:cubicBezTo>
                    <a:pt x="357769" y="261844"/>
                    <a:pt x="364118" y="268207"/>
                    <a:pt x="364118" y="276057"/>
                  </a:cubicBezTo>
                  <a:close/>
                  <a:moveTo>
                    <a:pt x="198294" y="34428"/>
                  </a:moveTo>
                  <a:cubicBezTo>
                    <a:pt x="206159" y="34428"/>
                    <a:pt x="212507" y="40792"/>
                    <a:pt x="212507" y="48642"/>
                  </a:cubicBezTo>
                  <a:cubicBezTo>
                    <a:pt x="212507" y="56492"/>
                    <a:pt x="206159" y="62855"/>
                    <a:pt x="198294" y="62855"/>
                  </a:cubicBezTo>
                  <a:cubicBezTo>
                    <a:pt x="190429" y="62855"/>
                    <a:pt x="184080" y="56492"/>
                    <a:pt x="184080" y="48642"/>
                  </a:cubicBezTo>
                  <a:cubicBezTo>
                    <a:pt x="184049" y="40809"/>
                    <a:pt x="190397" y="34446"/>
                    <a:pt x="198231" y="34428"/>
                  </a:cubicBezTo>
                  <a:cubicBezTo>
                    <a:pt x="198262" y="34428"/>
                    <a:pt x="198262" y="34428"/>
                    <a:pt x="198294" y="34428"/>
                  </a:cubicBezTo>
                  <a:close/>
                  <a:moveTo>
                    <a:pt x="648387" y="71857"/>
                  </a:moveTo>
                  <a:lnTo>
                    <a:pt x="648387" y="271319"/>
                  </a:lnTo>
                  <a:lnTo>
                    <a:pt x="463612" y="271319"/>
                  </a:lnTo>
                  <a:lnTo>
                    <a:pt x="312002" y="422930"/>
                  </a:lnTo>
                  <a:lnTo>
                    <a:pt x="221509" y="422930"/>
                  </a:lnTo>
                  <a:cubicBezTo>
                    <a:pt x="218888" y="410112"/>
                    <a:pt x="206380" y="401840"/>
                    <a:pt x="193556" y="404459"/>
                  </a:cubicBezTo>
                  <a:cubicBezTo>
                    <a:pt x="180732" y="407074"/>
                    <a:pt x="172457" y="419588"/>
                    <a:pt x="175079" y="432405"/>
                  </a:cubicBezTo>
                  <a:cubicBezTo>
                    <a:pt x="177700" y="445223"/>
                    <a:pt x="190208" y="453495"/>
                    <a:pt x="203032" y="450877"/>
                  </a:cubicBezTo>
                  <a:cubicBezTo>
                    <a:pt x="212349" y="448978"/>
                    <a:pt x="219614" y="441707"/>
                    <a:pt x="221509" y="432405"/>
                  </a:cubicBezTo>
                  <a:lnTo>
                    <a:pt x="315855" y="432405"/>
                  </a:lnTo>
                  <a:lnTo>
                    <a:pt x="467465" y="280795"/>
                  </a:lnTo>
                  <a:lnTo>
                    <a:pt x="657800" y="280795"/>
                  </a:lnTo>
                  <a:lnTo>
                    <a:pt x="657800" y="71857"/>
                  </a:lnTo>
                  <a:cubicBezTo>
                    <a:pt x="670623" y="69240"/>
                    <a:pt x="678898" y="56728"/>
                    <a:pt x="676277" y="43909"/>
                  </a:cubicBezTo>
                  <a:cubicBezTo>
                    <a:pt x="673656" y="31090"/>
                    <a:pt x="661148" y="22819"/>
                    <a:pt x="648324" y="25436"/>
                  </a:cubicBezTo>
                  <a:cubicBezTo>
                    <a:pt x="635500" y="28053"/>
                    <a:pt x="627225" y="40566"/>
                    <a:pt x="629846" y="53384"/>
                  </a:cubicBezTo>
                  <a:cubicBezTo>
                    <a:pt x="631741" y="62687"/>
                    <a:pt x="639006" y="69958"/>
                    <a:pt x="648324" y="71857"/>
                  </a:cubicBezTo>
                  <a:close/>
                  <a:moveTo>
                    <a:pt x="198294" y="441881"/>
                  </a:moveTo>
                  <a:cubicBezTo>
                    <a:pt x="190429" y="441881"/>
                    <a:pt x="184080" y="435517"/>
                    <a:pt x="184080" y="427668"/>
                  </a:cubicBezTo>
                  <a:cubicBezTo>
                    <a:pt x="184080" y="419819"/>
                    <a:pt x="190429" y="413454"/>
                    <a:pt x="198294" y="413454"/>
                  </a:cubicBezTo>
                  <a:cubicBezTo>
                    <a:pt x="206159" y="413454"/>
                    <a:pt x="212507" y="419819"/>
                    <a:pt x="212507" y="427668"/>
                  </a:cubicBezTo>
                  <a:cubicBezTo>
                    <a:pt x="212507" y="435517"/>
                    <a:pt x="206159" y="441881"/>
                    <a:pt x="198294" y="441881"/>
                  </a:cubicBezTo>
                  <a:close/>
                  <a:moveTo>
                    <a:pt x="653125" y="34428"/>
                  </a:moveTo>
                  <a:cubicBezTo>
                    <a:pt x="660990" y="34428"/>
                    <a:pt x="667338" y="40792"/>
                    <a:pt x="667338" y="48642"/>
                  </a:cubicBezTo>
                  <a:cubicBezTo>
                    <a:pt x="667338" y="56492"/>
                    <a:pt x="660990" y="62855"/>
                    <a:pt x="653125" y="62855"/>
                  </a:cubicBezTo>
                  <a:cubicBezTo>
                    <a:pt x="645260" y="62855"/>
                    <a:pt x="638911" y="56492"/>
                    <a:pt x="638911" y="48642"/>
                  </a:cubicBezTo>
                  <a:cubicBezTo>
                    <a:pt x="638880" y="40809"/>
                    <a:pt x="645229" y="34446"/>
                    <a:pt x="653062" y="34428"/>
                  </a:cubicBezTo>
                  <a:cubicBezTo>
                    <a:pt x="653093" y="34428"/>
                    <a:pt x="653093" y="34428"/>
                    <a:pt x="653125" y="34428"/>
                  </a:cubicBezTo>
                  <a:close/>
                  <a:moveTo>
                    <a:pt x="885278" y="935088"/>
                  </a:moveTo>
                  <a:cubicBezTo>
                    <a:pt x="872391" y="932754"/>
                    <a:pt x="860073" y="941298"/>
                    <a:pt x="857736" y="954169"/>
                  </a:cubicBezTo>
                  <a:cubicBezTo>
                    <a:pt x="855525" y="966472"/>
                    <a:pt x="863232" y="978389"/>
                    <a:pt x="875360" y="981393"/>
                  </a:cubicBezTo>
                  <a:lnTo>
                    <a:pt x="903155" y="965347"/>
                  </a:lnTo>
                  <a:cubicBezTo>
                    <a:pt x="903408" y="964592"/>
                    <a:pt x="903598" y="963822"/>
                    <a:pt x="903755" y="963042"/>
                  </a:cubicBezTo>
                  <a:lnTo>
                    <a:pt x="907167" y="963042"/>
                  </a:lnTo>
                  <a:lnTo>
                    <a:pt x="923560" y="953566"/>
                  </a:lnTo>
                  <a:lnTo>
                    <a:pt x="903755" y="953566"/>
                  </a:lnTo>
                  <a:cubicBezTo>
                    <a:pt x="901861" y="944255"/>
                    <a:pt x="894596" y="936977"/>
                    <a:pt x="885278" y="935088"/>
                  </a:cubicBezTo>
                  <a:close/>
                  <a:moveTo>
                    <a:pt x="880540" y="972517"/>
                  </a:moveTo>
                  <a:cubicBezTo>
                    <a:pt x="872676" y="972517"/>
                    <a:pt x="866327" y="966153"/>
                    <a:pt x="866327" y="958304"/>
                  </a:cubicBezTo>
                  <a:cubicBezTo>
                    <a:pt x="866327" y="950455"/>
                    <a:pt x="872676" y="944090"/>
                    <a:pt x="880540" y="944090"/>
                  </a:cubicBezTo>
                  <a:cubicBezTo>
                    <a:pt x="888405" y="944090"/>
                    <a:pt x="894754" y="950455"/>
                    <a:pt x="894754" y="958304"/>
                  </a:cubicBezTo>
                  <a:cubicBezTo>
                    <a:pt x="894754" y="966153"/>
                    <a:pt x="888405" y="972517"/>
                    <a:pt x="880540" y="972517"/>
                  </a:cubicBezTo>
                  <a:close/>
                  <a:moveTo>
                    <a:pt x="420972" y="71857"/>
                  </a:moveTo>
                  <a:lnTo>
                    <a:pt x="420972" y="129185"/>
                  </a:lnTo>
                  <a:lnTo>
                    <a:pt x="506252" y="129185"/>
                  </a:lnTo>
                  <a:lnTo>
                    <a:pt x="506252" y="0"/>
                  </a:lnTo>
                  <a:lnTo>
                    <a:pt x="496777" y="0"/>
                  </a:lnTo>
                  <a:lnTo>
                    <a:pt x="496777" y="119709"/>
                  </a:lnTo>
                  <a:lnTo>
                    <a:pt x="430447" y="119709"/>
                  </a:lnTo>
                  <a:lnTo>
                    <a:pt x="430447" y="71857"/>
                  </a:lnTo>
                  <a:cubicBezTo>
                    <a:pt x="443271" y="69240"/>
                    <a:pt x="451546" y="56728"/>
                    <a:pt x="448924" y="43909"/>
                  </a:cubicBezTo>
                  <a:cubicBezTo>
                    <a:pt x="446303" y="31090"/>
                    <a:pt x="433795" y="22819"/>
                    <a:pt x="420972" y="25436"/>
                  </a:cubicBezTo>
                  <a:cubicBezTo>
                    <a:pt x="408148" y="28053"/>
                    <a:pt x="399873" y="40566"/>
                    <a:pt x="402494" y="53384"/>
                  </a:cubicBezTo>
                  <a:cubicBezTo>
                    <a:pt x="404389" y="62687"/>
                    <a:pt x="411654" y="69958"/>
                    <a:pt x="420972" y="71857"/>
                  </a:cubicBezTo>
                  <a:close/>
                  <a:moveTo>
                    <a:pt x="425709" y="34428"/>
                  </a:moveTo>
                  <a:cubicBezTo>
                    <a:pt x="433574" y="34428"/>
                    <a:pt x="439923" y="40792"/>
                    <a:pt x="439923" y="48642"/>
                  </a:cubicBezTo>
                  <a:cubicBezTo>
                    <a:pt x="439923" y="56492"/>
                    <a:pt x="433574" y="62855"/>
                    <a:pt x="425709" y="62855"/>
                  </a:cubicBezTo>
                  <a:cubicBezTo>
                    <a:pt x="417845" y="62855"/>
                    <a:pt x="411496" y="56492"/>
                    <a:pt x="411496" y="48642"/>
                  </a:cubicBezTo>
                  <a:cubicBezTo>
                    <a:pt x="411464" y="40809"/>
                    <a:pt x="417813" y="34446"/>
                    <a:pt x="425646" y="34428"/>
                  </a:cubicBezTo>
                  <a:cubicBezTo>
                    <a:pt x="425678" y="34428"/>
                    <a:pt x="425678" y="34428"/>
                    <a:pt x="425709" y="34428"/>
                  </a:cubicBezTo>
                  <a:close/>
                  <a:moveTo>
                    <a:pt x="506252" y="556063"/>
                  </a:moveTo>
                  <a:cubicBezTo>
                    <a:pt x="493428" y="553450"/>
                    <a:pt x="480921" y="561723"/>
                    <a:pt x="478299" y="574543"/>
                  </a:cubicBezTo>
                  <a:cubicBezTo>
                    <a:pt x="475709" y="587361"/>
                    <a:pt x="483953" y="599872"/>
                    <a:pt x="496777" y="602487"/>
                  </a:cubicBezTo>
                  <a:cubicBezTo>
                    <a:pt x="509601" y="605099"/>
                    <a:pt x="522108" y="596830"/>
                    <a:pt x="524729" y="584016"/>
                  </a:cubicBezTo>
                  <a:lnTo>
                    <a:pt x="933130" y="584016"/>
                  </a:lnTo>
                  <a:cubicBezTo>
                    <a:pt x="935752" y="596833"/>
                    <a:pt x="948260" y="605105"/>
                    <a:pt x="961083" y="602487"/>
                  </a:cubicBezTo>
                  <a:cubicBezTo>
                    <a:pt x="973907" y="599872"/>
                    <a:pt x="982182" y="587357"/>
                    <a:pt x="979561" y="574540"/>
                  </a:cubicBezTo>
                  <a:cubicBezTo>
                    <a:pt x="976939" y="561723"/>
                    <a:pt x="964432" y="553450"/>
                    <a:pt x="951608" y="556069"/>
                  </a:cubicBezTo>
                  <a:cubicBezTo>
                    <a:pt x="942290" y="557967"/>
                    <a:pt x="935025" y="565238"/>
                    <a:pt x="933130" y="574540"/>
                  </a:cubicBezTo>
                  <a:lnTo>
                    <a:pt x="524729" y="574540"/>
                  </a:lnTo>
                  <a:cubicBezTo>
                    <a:pt x="522835" y="565229"/>
                    <a:pt x="515570" y="557951"/>
                    <a:pt x="506252" y="556063"/>
                  </a:cubicBezTo>
                  <a:close/>
                  <a:moveTo>
                    <a:pt x="501515" y="593491"/>
                  </a:moveTo>
                  <a:cubicBezTo>
                    <a:pt x="493650" y="593491"/>
                    <a:pt x="487301" y="587127"/>
                    <a:pt x="487301" y="579278"/>
                  </a:cubicBezTo>
                  <a:cubicBezTo>
                    <a:pt x="487301" y="571429"/>
                    <a:pt x="493650" y="565064"/>
                    <a:pt x="501515" y="565064"/>
                  </a:cubicBezTo>
                  <a:cubicBezTo>
                    <a:pt x="509379" y="565064"/>
                    <a:pt x="515728" y="571429"/>
                    <a:pt x="515728" y="579278"/>
                  </a:cubicBezTo>
                  <a:cubicBezTo>
                    <a:pt x="515728" y="587127"/>
                    <a:pt x="509379" y="593491"/>
                    <a:pt x="501515" y="593491"/>
                  </a:cubicBezTo>
                  <a:close/>
                  <a:moveTo>
                    <a:pt x="956346" y="565064"/>
                  </a:moveTo>
                  <a:cubicBezTo>
                    <a:pt x="964210" y="565064"/>
                    <a:pt x="970559" y="571429"/>
                    <a:pt x="970559" y="579278"/>
                  </a:cubicBezTo>
                  <a:cubicBezTo>
                    <a:pt x="970559" y="587127"/>
                    <a:pt x="964210" y="593491"/>
                    <a:pt x="956346" y="593491"/>
                  </a:cubicBezTo>
                  <a:cubicBezTo>
                    <a:pt x="948481" y="593491"/>
                    <a:pt x="942132" y="587127"/>
                    <a:pt x="942132" y="579278"/>
                  </a:cubicBezTo>
                  <a:cubicBezTo>
                    <a:pt x="942101" y="571445"/>
                    <a:pt x="948449" y="565083"/>
                    <a:pt x="956282" y="565064"/>
                  </a:cubicBezTo>
                  <a:cubicBezTo>
                    <a:pt x="956314" y="565064"/>
                    <a:pt x="956314" y="565064"/>
                    <a:pt x="956346" y="565064"/>
                  </a:cubicBezTo>
                  <a:close/>
                  <a:moveTo>
                    <a:pt x="127226" y="450883"/>
                  </a:moveTo>
                  <a:cubicBezTo>
                    <a:pt x="140050" y="448268"/>
                    <a:pt x="148325" y="435753"/>
                    <a:pt x="145704" y="422936"/>
                  </a:cubicBezTo>
                  <a:cubicBezTo>
                    <a:pt x="143082" y="410116"/>
                    <a:pt x="130574" y="401846"/>
                    <a:pt x="117751" y="404462"/>
                  </a:cubicBezTo>
                  <a:cubicBezTo>
                    <a:pt x="104927" y="407080"/>
                    <a:pt x="96652" y="419591"/>
                    <a:pt x="99273" y="432412"/>
                  </a:cubicBezTo>
                  <a:cubicBezTo>
                    <a:pt x="101168" y="441714"/>
                    <a:pt x="108433" y="448985"/>
                    <a:pt x="117751" y="450883"/>
                  </a:cubicBezTo>
                  <a:lnTo>
                    <a:pt x="117751" y="650345"/>
                  </a:lnTo>
                  <a:lnTo>
                    <a:pt x="0" y="650345"/>
                  </a:lnTo>
                  <a:lnTo>
                    <a:pt x="0" y="659821"/>
                  </a:lnTo>
                  <a:lnTo>
                    <a:pt x="127226" y="659821"/>
                  </a:lnTo>
                  <a:close/>
                  <a:moveTo>
                    <a:pt x="108275" y="427668"/>
                  </a:moveTo>
                  <a:cubicBezTo>
                    <a:pt x="108275" y="419819"/>
                    <a:pt x="114624" y="413454"/>
                    <a:pt x="122489" y="413454"/>
                  </a:cubicBezTo>
                  <a:cubicBezTo>
                    <a:pt x="130353" y="413454"/>
                    <a:pt x="136702" y="419819"/>
                    <a:pt x="136702" y="427668"/>
                  </a:cubicBezTo>
                  <a:cubicBezTo>
                    <a:pt x="136702" y="435517"/>
                    <a:pt x="130353" y="441881"/>
                    <a:pt x="122489" y="441881"/>
                  </a:cubicBezTo>
                  <a:cubicBezTo>
                    <a:pt x="114655" y="441900"/>
                    <a:pt x="108307" y="435564"/>
                    <a:pt x="108275" y="427731"/>
                  </a:cubicBezTo>
                  <a:cubicBezTo>
                    <a:pt x="108275" y="427709"/>
                    <a:pt x="108275" y="427690"/>
                    <a:pt x="108275" y="427668"/>
                  </a:cubicBezTo>
                  <a:close/>
                  <a:moveTo>
                    <a:pt x="51421" y="956346"/>
                  </a:moveTo>
                  <a:lnTo>
                    <a:pt x="0" y="904924"/>
                  </a:lnTo>
                  <a:lnTo>
                    <a:pt x="0" y="918285"/>
                  </a:lnTo>
                  <a:lnTo>
                    <a:pt x="41946" y="960199"/>
                  </a:lnTo>
                  <a:lnTo>
                    <a:pt x="41946" y="1180982"/>
                  </a:lnTo>
                  <a:lnTo>
                    <a:pt x="0" y="1180982"/>
                  </a:lnTo>
                  <a:lnTo>
                    <a:pt x="0" y="1190457"/>
                  </a:lnTo>
                  <a:lnTo>
                    <a:pt x="51421" y="1190457"/>
                  </a:lnTo>
                  <a:close/>
                  <a:moveTo>
                    <a:pt x="117751" y="830004"/>
                  </a:moveTo>
                  <a:cubicBezTo>
                    <a:pt x="130574" y="832622"/>
                    <a:pt x="143082" y="824353"/>
                    <a:pt x="145704" y="811536"/>
                  </a:cubicBezTo>
                  <a:cubicBezTo>
                    <a:pt x="145704" y="811532"/>
                    <a:pt x="145704" y="811529"/>
                    <a:pt x="145704" y="811526"/>
                  </a:cubicBezTo>
                  <a:lnTo>
                    <a:pt x="193556" y="811526"/>
                  </a:lnTo>
                  <a:lnTo>
                    <a:pt x="193556" y="1038942"/>
                  </a:lnTo>
                  <a:lnTo>
                    <a:pt x="250884" y="1038942"/>
                  </a:lnTo>
                  <a:cubicBezTo>
                    <a:pt x="253505" y="1051759"/>
                    <a:pt x="266013" y="1060031"/>
                    <a:pt x="278837" y="1057413"/>
                  </a:cubicBezTo>
                  <a:cubicBezTo>
                    <a:pt x="291660" y="1054798"/>
                    <a:pt x="299936" y="1042283"/>
                    <a:pt x="297314" y="1029466"/>
                  </a:cubicBezTo>
                  <a:cubicBezTo>
                    <a:pt x="294693" y="1016649"/>
                    <a:pt x="282185" y="1008376"/>
                    <a:pt x="269361" y="1010995"/>
                  </a:cubicBezTo>
                  <a:cubicBezTo>
                    <a:pt x="260043" y="1012893"/>
                    <a:pt x="252779" y="1020164"/>
                    <a:pt x="250884" y="1029466"/>
                  </a:cubicBezTo>
                  <a:lnTo>
                    <a:pt x="203032" y="1029466"/>
                  </a:lnTo>
                  <a:lnTo>
                    <a:pt x="203032" y="802050"/>
                  </a:lnTo>
                  <a:lnTo>
                    <a:pt x="145704" y="802050"/>
                  </a:lnTo>
                  <a:cubicBezTo>
                    <a:pt x="143082" y="789233"/>
                    <a:pt x="130574" y="780964"/>
                    <a:pt x="117751" y="783586"/>
                  </a:cubicBezTo>
                  <a:cubicBezTo>
                    <a:pt x="104927" y="786204"/>
                    <a:pt x="96652" y="798721"/>
                    <a:pt x="99273" y="811539"/>
                  </a:cubicBezTo>
                  <a:cubicBezTo>
                    <a:pt x="101200" y="820837"/>
                    <a:pt x="108464" y="828102"/>
                    <a:pt x="117751" y="830004"/>
                  </a:cubicBezTo>
                  <a:close/>
                  <a:moveTo>
                    <a:pt x="274099" y="1019990"/>
                  </a:moveTo>
                  <a:cubicBezTo>
                    <a:pt x="281964" y="1019990"/>
                    <a:pt x="288312" y="1026355"/>
                    <a:pt x="288312" y="1034204"/>
                  </a:cubicBezTo>
                  <a:cubicBezTo>
                    <a:pt x="288312" y="1042053"/>
                    <a:pt x="281964" y="1048417"/>
                    <a:pt x="274099" y="1048417"/>
                  </a:cubicBezTo>
                  <a:cubicBezTo>
                    <a:pt x="266234" y="1048417"/>
                    <a:pt x="259886" y="1042053"/>
                    <a:pt x="259886" y="1034204"/>
                  </a:cubicBezTo>
                  <a:cubicBezTo>
                    <a:pt x="259822" y="1026371"/>
                    <a:pt x="266108" y="1019965"/>
                    <a:pt x="273941" y="1019896"/>
                  </a:cubicBezTo>
                  <a:cubicBezTo>
                    <a:pt x="274004" y="1019896"/>
                    <a:pt x="274036" y="1019896"/>
                    <a:pt x="274099" y="1019896"/>
                  </a:cubicBezTo>
                  <a:close/>
                  <a:moveTo>
                    <a:pt x="122489" y="792575"/>
                  </a:moveTo>
                  <a:cubicBezTo>
                    <a:pt x="130353" y="792575"/>
                    <a:pt x="136702" y="798939"/>
                    <a:pt x="136702" y="806788"/>
                  </a:cubicBezTo>
                  <a:cubicBezTo>
                    <a:pt x="136702" y="814637"/>
                    <a:pt x="130353" y="821002"/>
                    <a:pt x="122489" y="821002"/>
                  </a:cubicBezTo>
                  <a:cubicBezTo>
                    <a:pt x="114624" y="821002"/>
                    <a:pt x="108275" y="814637"/>
                    <a:pt x="108275" y="806788"/>
                  </a:cubicBezTo>
                  <a:cubicBezTo>
                    <a:pt x="108212" y="798955"/>
                    <a:pt x="114497" y="792549"/>
                    <a:pt x="122331" y="792480"/>
                  </a:cubicBezTo>
                  <a:cubicBezTo>
                    <a:pt x="122394" y="792480"/>
                    <a:pt x="122425" y="792480"/>
                    <a:pt x="122489" y="792480"/>
                  </a:cubicBezTo>
                  <a:close/>
                  <a:moveTo>
                    <a:pt x="1340109" y="631963"/>
                  </a:moveTo>
                  <a:cubicBezTo>
                    <a:pt x="1327286" y="629350"/>
                    <a:pt x="1314778" y="637623"/>
                    <a:pt x="1312156" y="650443"/>
                  </a:cubicBezTo>
                  <a:cubicBezTo>
                    <a:pt x="1309566" y="663261"/>
                    <a:pt x="1317810" y="675772"/>
                    <a:pt x="1330634" y="678387"/>
                  </a:cubicBezTo>
                  <a:cubicBezTo>
                    <a:pt x="1343458" y="680999"/>
                    <a:pt x="1355965" y="672730"/>
                    <a:pt x="1358586" y="659916"/>
                  </a:cubicBezTo>
                  <a:lnTo>
                    <a:pt x="1432339" y="659916"/>
                  </a:lnTo>
                  <a:lnTo>
                    <a:pt x="1448763" y="650440"/>
                  </a:lnTo>
                  <a:lnTo>
                    <a:pt x="1358586" y="650440"/>
                  </a:lnTo>
                  <a:cubicBezTo>
                    <a:pt x="1356723" y="641094"/>
                    <a:pt x="1349459" y="633772"/>
                    <a:pt x="1340109" y="631868"/>
                  </a:cubicBezTo>
                  <a:close/>
                  <a:moveTo>
                    <a:pt x="1335372" y="669391"/>
                  </a:moveTo>
                  <a:cubicBezTo>
                    <a:pt x="1327507" y="669391"/>
                    <a:pt x="1321158" y="663027"/>
                    <a:pt x="1321158" y="655178"/>
                  </a:cubicBezTo>
                  <a:cubicBezTo>
                    <a:pt x="1321158" y="647329"/>
                    <a:pt x="1327507" y="640964"/>
                    <a:pt x="1335372" y="640964"/>
                  </a:cubicBezTo>
                  <a:cubicBezTo>
                    <a:pt x="1343236" y="640964"/>
                    <a:pt x="1349585" y="647329"/>
                    <a:pt x="1349585" y="655178"/>
                  </a:cubicBezTo>
                  <a:cubicBezTo>
                    <a:pt x="1349522" y="662992"/>
                    <a:pt x="1343173" y="669297"/>
                    <a:pt x="1335372" y="669297"/>
                  </a:cubicBezTo>
                  <a:close/>
                  <a:moveTo>
                    <a:pt x="1643330" y="147757"/>
                  </a:moveTo>
                  <a:cubicBezTo>
                    <a:pt x="1656154" y="145140"/>
                    <a:pt x="1664429" y="132627"/>
                    <a:pt x="1661807" y="119809"/>
                  </a:cubicBezTo>
                  <a:cubicBezTo>
                    <a:pt x="1659186" y="106990"/>
                    <a:pt x="1646678" y="98719"/>
                    <a:pt x="1633854" y="101336"/>
                  </a:cubicBezTo>
                  <a:cubicBezTo>
                    <a:pt x="1621031" y="103953"/>
                    <a:pt x="1612756" y="116466"/>
                    <a:pt x="1615377" y="129284"/>
                  </a:cubicBezTo>
                  <a:cubicBezTo>
                    <a:pt x="1617272" y="138587"/>
                    <a:pt x="1624537" y="145858"/>
                    <a:pt x="1633854" y="147757"/>
                  </a:cubicBezTo>
                  <a:lnTo>
                    <a:pt x="1633854" y="271319"/>
                  </a:lnTo>
                  <a:lnTo>
                    <a:pt x="1482244" y="271319"/>
                  </a:lnTo>
                  <a:lnTo>
                    <a:pt x="1482244" y="574540"/>
                  </a:lnTo>
                  <a:lnTo>
                    <a:pt x="1434392" y="574540"/>
                  </a:lnTo>
                  <a:cubicBezTo>
                    <a:pt x="1431771" y="561723"/>
                    <a:pt x="1419263" y="553450"/>
                    <a:pt x="1406439" y="556069"/>
                  </a:cubicBezTo>
                  <a:cubicBezTo>
                    <a:pt x="1393615" y="558684"/>
                    <a:pt x="1385340" y="571198"/>
                    <a:pt x="1387961" y="584016"/>
                  </a:cubicBezTo>
                  <a:cubicBezTo>
                    <a:pt x="1390583" y="596833"/>
                    <a:pt x="1403091" y="605105"/>
                    <a:pt x="1415915" y="602487"/>
                  </a:cubicBezTo>
                  <a:cubicBezTo>
                    <a:pt x="1425232" y="600589"/>
                    <a:pt x="1432497" y="593318"/>
                    <a:pt x="1434392" y="584016"/>
                  </a:cubicBezTo>
                  <a:lnTo>
                    <a:pt x="1491720" y="584016"/>
                  </a:lnTo>
                  <a:lnTo>
                    <a:pt x="1491720" y="280795"/>
                  </a:lnTo>
                  <a:lnTo>
                    <a:pt x="1643330" y="280795"/>
                  </a:lnTo>
                  <a:close/>
                  <a:moveTo>
                    <a:pt x="1411177" y="593586"/>
                  </a:moveTo>
                  <a:cubicBezTo>
                    <a:pt x="1403312" y="593586"/>
                    <a:pt x="1396963" y="587222"/>
                    <a:pt x="1396963" y="579373"/>
                  </a:cubicBezTo>
                  <a:cubicBezTo>
                    <a:pt x="1396963" y="571524"/>
                    <a:pt x="1403312" y="565159"/>
                    <a:pt x="1411177" y="565159"/>
                  </a:cubicBezTo>
                  <a:cubicBezTo>
                    <a:pt x="1419042" y="565159"/>
                    <a:pt x="1425390" y="571524"/>
                    <a:pt x="1425390" y="579373"/>
                  </a:cubicBezTo>
                  <a:cubicBezTo>
                    <a:pt x="1425327" y="587187"/>
                    <a:pt x="1418978" y="593491"/>
                    <a:pt x="1411177" y="593491"/>
                  </a:cubicBezTo>
                  <a:close/>
                  <a:moveTo>
                    <a:pt x="1624379" y="124542"/>
                  </a:moveTo>
                  <a:cubicBezTo>
                    <a:pt x="1624379" y="116692"/>
                    <a:pt x="1630728" y="110328"/>
                    <a:pt x="1638592" y="110328"/>
                  </a:cubicBezTo>
                  <a:cubicBezTo>
                    <a:pt x="1646457" y="110328"/>
                    <a:pt x="1652806" y="116692"/>
                    <a:pt x="1652806" y="124542"/>
                  </a:cubicBezTo>
                  <a:cubicBezTo>
                    <a:pt x="1652806" y="132392"/>
                    <a:pt x="1646457" y="138755"/>
                    <a:pt x="1638592" y="138755"/>
                  </a:cubicBezTo>
                  <a:cubicBezTo>
                    <a:pt x="1630759" y="138773"/>
                    <a:pt x="1624410" y="132438"/>
                    <a:pt x="1624379" y="124605"/>
                  </a:cubicBezTo>
                  <a:cubicBezTo>
                    <a:pt x="1624379" y="124553"/>
                    <a:pt x="1624379" y="124500"/>
                    <a:pt x="1624379" y="124447"/>
                  </a:cubicBezTo>
                  <a:close/>
                  <a:moveTo>
                    <a:pt x="1103218" y="450978"/>
                  </a:moveTo>
                  <a:cubicBezTo>
                    <a:pt x="1116074" y="453577"/>
                    <a:pt x="1128581" y="445276"/>
                    <a:pt x="1131171" y="432434"/>
                  </a:cubicBezTo>
                  <a:cubicBezTo>
                    <a:pt x="1131487" y="430896"/>
                    <a:pt x="1131645" y="429332"/>
                    <a:pt x="1131645" y="427762"/>
                  </a:cubicBezTo>
                  <a:cubicBezTo>
                    <a:pt x="1131645" y="426237"/>
                    <a:pt x="1131487" y="424714"/>
                    <a:pt x="1131203" y="423214"/>
                  </a:cubicBezTo>
                  <a:cubicBezTo>
                    <a:pt x="1128708" y="410375"/>
                    <a:pt x="1116263" y="401998"/>
                    <a:pt x="1103408" y="404503"/>
                  </a:cubicBezTo>
                  <a:cubicBezTo>
                    <a:pt x="1094027" y="406338"/>
                    <a:pt x="1086667" y="413647"/>
                    <a:pt x="1084740" y="423024"/>
                  </a:cubicBezTo>
                  <a:lnTo>
                    <a:pt x="537490" y="423024"/>
                  </a:lnTo>
                  <a:lnTo>
                    <a:pt x="420972" y="539512"/>
                  </a:lnTo>
                  <a:lnTo>
                    <a:pt x="420972" y="1010894"/>
                  </a:lnTo>
                  <a:cubicBezTo>
                    <a:pt x="408148" y="1013509"/>
                    <a:pt x="399873" y="1026023"/>
                    <a:pt x="402494" y="1038841"/>
                  </a:cubicBezTo>
                  <a:cubicBezTo>
                    <a:pt x="405116" y="1051661"/>
                    <a:pt x="417623" y="1059930"/>
                    <a:pt x="430447" y="1057315"/>
                  </a:cubicBezTo>
                  <a:cubicBezTo>
                    <a:pt x="443271" y="1054700"/>
                    <a:pt x="451546" y="1042185"/>
                    <a:pt x="448924" y="1029365"/>
                  </a:cubicBezTo>
                  <a:cubicBezTo>
                    <a:pt x="447030" y="1020063"/>
                    <a:pt x="439765" y="1012792"/>
                    <a:pt x="430447" y="1010894"/>
                  </a:cubicBezTo>
                  <a:lnTo>
                    <a:pt x="430447" y="543270"/>
                  </a:lnTo>
                  <a:lnTo>
                    <a:pt x="541375" y="432374"/>
                  </a:lnTo>
                  <a:lnTo>
                    <a:pt x="1084646" y="432374"/>
                  </a:lnTo>
                  <a:cubicBezTo>
                    <a:pt x="1086541" y="441720"/>
                    <a:pt x="1093869" y="449013"/>
                    <a:pt x="1103218" y="450883"/>
                  </a:cubicBezTo>
                  <a:close/>
                  <a:moveTo>
                    <a:pt x="1103218" y="414338"/>
                  </a:moveTo>
                  <a:cubicBezTo>
                    <a:pt x="1110610" y="411733"/>
                    <a:pt x="1118726" y="415621"/>
                    <a:pt x="1121348" y="423024"/>
                  </a:cubicBezTo>
                  <a:cubicBezTo>
                    <a:pt x="1123938" y="430431"/>
                    <a:pt x="1120054" y="438546"/>
                    <a:pt x="1112662" y="441151"/>
                  </a:cubicBezTo>
                  <a:cubicBezTo>
                    <a:pt x="1105239" y="443757"/>
                    <a:pt x="1097154" y="439872"/>
                    <a:pt x="1094532" y="432469"/>
                  </a:cubicBezTo>
                  <a:cubicBezTo>
                    <a:pt x="1091879" y="425059"/>
                    <a:pt x="1095764" y="416910"/>
                    <a:pt x="1103155" y="414263"/>
                  </a:cubicBezTo>
                  <a:cubicBezTo>
                    <a:pt x="1103187" y="414256"/>
                    <a:pt x="1103187" y="414250"/>
                    <a:pt x="1103218" y="414244"/>
                  </a:cubicBezTo>
                  <a:close/>
                  <a:moveTo>
                    <a:pt x="439923" y="1034204"/>
                  </a:moveTo>
                  <a:cubicBezTo>
                    <a:pt x="439923" y="1042053"/>
                    <a:pt x="433574" y="1048417"/>
                    <a:pt x="425709" y="1048417"/>
                  </a:cubicBezTo>
                  <a:cubicBezTo>
                    <a:pt x="417845" y="1048417"/>
                    <a:pt x="411496" y="1042053"/>
                    <a:pt x="411496" y="1034204"/>
                  </a:cubicBezTo>
                  <a:cubicBezTo>
                    <a:pt x="411496" y="1026355"/>
                    <a:pt x="417845" y="1019990"/>
                    <a:pt x="425709" y="1019990"/>
                  </a:cubicBezTo>
                  <a:cubicBezTo>
                    <a:pt x="433511" y="1019990"/>
                    <a:pt x="439860" y="1026295"/>
                    <a:pt x="439923" y="1034109"/>
                  </a:cubicBezTo>
                  <a:close/>
                  <a:moveTo>
                    <a:pt x="51421" y="280890"/>
                  </a:moveTo>
                  <a:lnTo>
                    <a:pt x="203032" y="280890"/>
                  </a:lnTo>
                  <a:lnTo>
                    <a:pt x="203032" y="147662"/>
                  </a:lnTo>
                  <a:cubicBezTo>
                    <a:pt x="215855" y="145046"/>
                    <a:pt x="224131" y="132533"/>
                    <a:pt x="221509" y="119714"/>
                  </a:cubicBezTo>
                  <a:cubicBezTo>
                    <a:pt x="218888" y="106895"/>
                    <a:pt x="206380" y="98624"/>
                    <a:pt x="193556" y="101241"/>
                  </a:cubicBezTo>
                  <a:cubicBezTo>
                    <a:pt x="180732" y="103858"/>
                    <a:pt x="172457" y="116371"/>
                    <a:pt x="175079" y="129189"/>
                  </a:cubicBezTo>
                  <a:cubicBezTo>
                    <a:pt x="176974" y="138493"/>
                    <a:pt x="184238" y="145763"/>
                    <a:pt x="193556" y="147662"/>
                  </a:cubicBezTo>
                  <a:lnTo>
                    <a:pt x="193556" y="271319"/>
                  </a:lnTo>
                  <a:lnTo>
                    <a:pt x="41946" y="271319"/>
                  </a:lnTo>
                  <a:lnTo>
                    <a:pt x="41946" y="574540"/>
                  </a:lnTo>
                  <a:lnTo>
                    <a:pt x="0" y="574540"/>
                  </a:lnTo>
                  <a:lnTo>
                    <a:pt x="0" y="584016"/>
                  </a:lnTo>
                  <a:lnTo>
                    <a:pt x="51421" y="584016"/>
                  </a:lnTo>
                  <a:close/>
                  <a:moveTo>
                    <a:pt x="184080" y="124542"/>
                  </a:moveTo>
                  <a:cubicBezTo>
                    <a:pt x="184080" y="116692"/>
                    <a:pt x="190429" y="110328"/>
                    <a:pt x="198294" y="110328"/>
                  </a:cubicBezTo>
                  <a:cubicBezTo>
                    <a:pt x="206159" y="110328"/>
                    <a:pt x="212507" y="116692"/>
                    <a:pt x="212507" y="124542"/>
                  </a:cubicBezTo>
                  <a:cubicBezTo>
                    <a:pt x="212507" y="132392"/>
                    <a:pt x="206159" y="138755"/>
                    <a:pt x="198294" y="138755"/>
                  </a:cubicBezTo>
                  <a:cubicBezTo>
                    <a:pt x="190461" y="138773"/>
                    <a:pt x="184112" y="132438"/>
                    <a:pt x="184080" y="124605"/>
                  </a:cubicBezTo>
                  <a:cubicBezTo>
                    <a:pt x="184080" y="124553"/>
                    <a:pt x="184080" y="124500"/>
                    <a:pt x="184080" y="124447"/>
                  </a:cubicBezTo>
                  <a:close/>
                  <a:moveTo>
                    <a:pt x="1188499" y="707768"/>
                  </a:moveTo>
                  <a:lnTo>
                    <a:pt x="1188499" y="695134"/>
                  </a:lnTo>
                  <a:lnTo>
                    <a:pt x="1415915" y="467718"/>
                  </a:lnTo>
                  <a:lnTo>
                    <a:pt x="1415915" y="204990"/>
                  </a:lnTo>
                  <a:lnTo>
                    <a:pt x="1567525" y="204990"/>
                  </a:lnTo>
                  <a:lnTo>
                    <a:pt x="1567525" y="0"/>
                  </a:lnTo>
                  <a:lnTo>
                    <a:pt x="1558049" y="0"/>
                  </a:lnTo>
                  <a:lnTo>
                    <a:pt x="1558049" y="195514"/>
                  </a:lnTo>
                  <a:lnTo>
                    <a:pt x="1406439" y="195514"/>
                  </a:lnTo>
                  <a:lnTo>
                    <a:pt x="1406439" y="463612"/>
                  </a:lnTo>
                  <a:lnTo>
                    <a:pt x="1179023" y="691027"/>
                  </a:lnTo>
                  <a:lnTo>
                    <a:pt x="1179023" y="707673"/>
                  </a:lnTo>
                  <a:cubicBezTo>
                    <a:pt x="1166200" y="710288"/>
                    <a:pt x="1157925" y="722802"/>
                    <a:pt x="1160546" y="735620"/>
                  </a:cubicBezTo>
                  <a:cubicBezTo>
                    <a:pt x="1163167" y="748440"/>
                    <a:pt x="1175675" y="756709"/>
                    <a:pt x="1188499" y="754094"/>
                  </a:cubicBezTo>
                  <a:cubicBezTo>
                    <a:pt x="1201323" y="751479"/>
                    <a:pt x="1209598" y="738965"/>
                    <a:pt x="1206976" y="726144"/>
                  </a:cubicBezTo>
                  <a:cubicBezTo>
                    <a:pt x="1205081" y="716842"/>
                    <a:pt x="1197817" y="709571"/>
                    <a:pt x="1188499" y="707673"/>
                  </a:cubicBezTo>
                  <a:close/>
                  <a:moveTo>
                    <a:pt x="1183761" y="745196"/>
                  </a:moveTo>
                  <a:cubicBezTo>
                    <a:pt x="1175896" y="745196"/>
                    <a:pt x="1169548" y="738832"/>
                    <a:pt x="1169548" y="730983"/>
                  </a:cubicBezTo>
                  <a:cubicBezTo>
                    <a:pt x="1169548" y="723134"/>
                    <a:pt x="1175896" y="716770"/>
                    <a:pt x="1183761" y="716770"/>
                  </a:cubicBezTo>
                  <a:cubicBezTo>
                    <a:pt x="1191626" y="716770"/>
                    <a:pt x="1197975" y="723134"/>
                    <a:pt x="1197975" y="730983"/>
                  </a:cubicBezTo>
                  <a:cubicBezTo>
                    <a:pt x="1197911" y="738797"/>
                    <a:pt x="1191563" y="745102"/>
                    <a:pt x="1183761" y="745102"/>
                  </a:cubicBezTo>
                  <a:close/>
                  <a:moveTo>
                    <a:pt x="278837" y="480352"/>
                  </a:moveTo>
                  <a:cubicBezTo>
                    <a:pt x="266013" y="477734"/>
                    <a:pt x="253505" y="486003"/>
                    <a:pt x="250884" y="498820"/>
                  </a:cubicBezTo>
                  <a:cubicBezTo>
                    <a:pt x="250884" y="498823"/>
                    <a:pt x="250884" y="498827"/>
                    <a:pt x="250884" y="498830"/>
                  </a:cubicBezTo>
                  <a:lnTo>
                    <a:pt x="193556" y="498830"/>
                  </a:lnTo>
                  <a:lnTo>
                    <a:pt x="193556" y="726245"/>
                  </a:lnTo>
                  <a:lnTo>
                    <a:pt x="69899" y="726245"/>
                  </a:lnTo>
                  <a:cubicBezTo>
                    <a:pt x="67277" y="713428"/>
                    <a:pt x="54769" y="705156"/>
                    <a:pt x="41946" y="707774"/>
                  </a:cubicBezTo>
                  <a:cubicBezTo>
                    <a:pt x="29122" y="710389"/>
                    <a:pt x="20846" y="722903"/>
                    <a:pt x="23468" y="735721"/>
                  </a:cubicBezTo>
                  <a:cubicBezTo>
                    <a:pt x="26090" y="748538"/>
                    <a:pt x="38597" y="756810"/>
                    <a:pt x="51421" y="754192"/>
                  </a:cubicBezTo>
                  <a:cubicBezTo>
                    <a:pt x="60739" y="752294"/>
                    <a:pt x="68004" y="745023"/>
                    <a:pt x="69899" y="735721"/>
                  </a:cubicBezTo>
                  <a:lnTo>
                    <a:pt x="203032" y="735721"/>
                  </a:lnTo>
                  <a:lnTo>
                    <a:pt x="203032" y="508305"/>
                  </a:lnTo>
                  <a:lnTo>
                    <a:pt x="250884" y="508305"/>
                  </a:lnTo>
                  <a:cubicBezTo>
                    <a:pt x="253505" y="521123"/>
                    <a:pt x="266013" y="529392"/>
                    <a:pt x="278837" y="526770"/>
                  </a:cubicBezTo>
                  <a:cubicBezTo>
                    <a:pt x="291660" y="524152"/>
                    <a:pt x="299936" y="511634"/>
                    <a:pt x="297314" y="498817"/>
                  </a:cubicBezTo>
                  <a:cubicBezTo>
                    <a:pt x="295388" y="489518"/>
                    <a:pt x="288123" y="482254"/>
                    <a:pt x="278837" y="480352"/>
                  </a:cubicBezTo>
                  <a:close/>
                  <a:moveTo>
                    <a:pt x="46683" y="745196"/>
                  </a:moveTo>
                  <a:cubicBezTo>
                    <a:pt x="38819" y="745196"/>
                    <a:pt x="32470" y="738832"/>
                    <a:pt x="32470" y="730983"/>
                  </a:cubicBezTo>
                  <a:cubicBezTo>
                    <a:pt x="32470" y="723134"/>
                    <a:pt x="38819" y="716770"/>
                    <a:pt x="46683" y="716770"/>
                  </a:cubicBezTo>
                  <a:cubicBezTo>
                    <a:pt x="54548" y="716770"/>
                    <a:pt x="60897" y="723134"/>
                    <a:pt x="60897" y="730983"/>
                  </a:cubicBezTo>
                  <a:cubicBezTo>
                    <a:pt x="60834" y="738797"/>
                    <a:pt x="54485" y="745102"/>
                    <a:pt x="46683" y="745102"/>
                  </a:cubicBezTo>
                  <a:close/>
                  <a:moveTo>
                    <a:pt x="274099" y="517781"/>
                  </a:moveTo>
                  <a:cubicBezTo>
                    <a:pt x="266234" y="517781"/>
                    <a:pt x="259886" y="511416"/>
                    <a:pt x="259886" y="503567"/>
                  </a:cubicBezTo>
                  <a:cubicBezTo>
                    <a:pt x="259886" y="495719"/>
                    <a:pt x="266234" y="489354"/>
                    <a:pt x="274099" y="489354"/>
                  </a:cubicBezTo>
                  <a:cubicBezTo>
                    <a:pt x="281964" y="489354"/>
                    <a:pt x="288312" y="495719"/>
                    <a:pt x="288312" y="503567"/>
                  </a:cubicBezTo>
                  <a:cubicBezTo>
                    <a:pt x="288249" y="511382"/>
                    <a:pt x="281901" y="517686"/>
                    <a:pt x="274099" y="517686"/>
                  </a:cubicBezTo>
                  <a:close/>
                  <a:moveTo>
                    <a:pt x="885278" y="726245"/>
                  </a:moveTo>
                  <a:lnTo>
                    <a:pt x="809473" y="726245"/>
                  </a:lnTo>
                  <a:lnTo>
                    <a:pt x="809473" y="678298"/>
                  </a:lnTo>
                  <a:cubicBezTo>
                    <a:pt x="822297" y="675683"/>
                    <a:pt x="830572" y="663169"/>
                    <a:pt x="827950" y="650352"/>
                  </a:cubicBezTo>
                  <a:cubicBezTo>
                    <a:pt x="825329" y="637531"/>
                    <a:pt x="812821" y="629262"/>
                    <a:pt x="799997" y="631877"/>
                  </a:cubicBezTo>
                  <a:cubicBezTo>
                    <a:pt x="787174" y="634496"/>
                    <a:pt x="778899" y="647007"/>
                    <a:pt x="781520" y="659827"/>
                  </a:cubicBezTo>
                  <a:cubicBezTo>
                    <a:pt x="783415" y="669129"/>
                    <a:pt x="790680" y="676400"/>
                    <a:pt x="799997" y="678298"/>
                  </a:cubicBezTo>
                  <a:lnTo>
                    <a:pt x="799997" y="735626"/>
                  </a:lnTo>
                  <a:lnTo>
                    <a:pt x="875803" y="735626"/>
                  </a:lnTo>
                  <a:lnTo>
                    <a:pt x="875803" y="877761"/>
                  </a:lnTo>
                  <a:lnTo>
                    <a:pt x="799997" y="877761"/>
                  </a:lnTo>
                  <a:lnTo>
                    <a:pt x="799997" y="1024918"/>
                  </a:lnTo>
                  <a:lnTo>
                    <a:pt x="809473" y="1019422"/>
                  </a:lnTo>
                  <a:lnTo>
                    <a:pt x="809473" y="887236"/>
                  </a:lnTo>
                  <a:lnTo>
                    <a:pt x="885278" y="887236"/>
                  </a:lnTo>
                  <a:close/>
                  <a:moveTo>
                    <a:pt x="790522" y="655178"/>
                  </a:moveTo>
                  <a:cubicBezTo>
                    <a:pt x="790522" y="647329"/>
                    <a:pt x="796871" y="640964"/>
                    <a:pt x="804735" y="640964"/>
                  </a:cubicBezTo>
                  <a:cubicBezTo>
                    <a:pt x="812600" y="640964"/>
                    <a:pt x="818949" y="647329"/>
                    <a:pt x="818949" y="655178"/>
                  </a:cubicBezTo>
                  <a:cubicBezTo>
                    <a:pt x="818949" y="663027"/>
                    <a:pt x="812600" y="669391"/>
                    <a:pt x="804735" y="669391"/>
                  </a:cubicBezTo>
                  <a:cubicBezTo>
                    <a:pt x="796902" y="669410"/>
                    <a:pt x="790553" y="663074"/>
                    <a:pt x="790522" y="655241"/>
                  </a:cubicBezTo>
                  <a:cubicBezTo>
                    <a:pt x="790522" y="655187"/>
                    <a:pt x="790522" y="655137"/>
                    <a:pt x="790522" y="655083"/>
                  </a:cubicBezTo>
                  <a:close/>
                  <a:moveTo>
                    <a:pt x="117751" y="1418883"/>
                  </a:moveTo>
                  <a:lnTo>
                    <a:pt x="127226" y="1413419"/>
                  </a:lnTo>
                  <a:lnTo>
                    <a:pt x="127226" y="1342068"/>
                  </a:lnTo>
                  <a:lnTo>
                    <a:pt x="250662" y="1342068"/>
                  </a:lnTo>
                  <a:lnTo>
                    <a:pt x="267087" y="1332592"/>
                  </a:lnTo>
                  <a:lnTo>
                    <a:pt x="117751" y="1332592"/>
                  </a:lnTo>
                  <a:close/>
                  <a:moveTo>
                    <a:pt x="1264304" y="707768"/>
                  </a:moveTo>
                  <a:cubicBezTo>
                    <a:pt x="1251480" y="705156"/>
                    <a:pt x="1238973" y="713428"/>
                    <a:pt x="1236351" y="726248"/>
                  </a:cubicBezTo>
                  <a:cubicBezTo>
                    <a:pt x="1233761" y="739066"/>
                    <a:pt x="1242005" y="751577"/>
                    <a:pt x="1254829" y="754192"/>
                  </a:cubicBezTo>
                  <a:cubicBezTo>
                    <a:pt x="1267652" y="756804"/>
                    <a:pt x="1280160" y="748535"/>
                    <a:pt x="1282781" y="735721"/>
                  </a:cubicBezTo>
                  <a:lnTo>
                    <a:pt x="1301069" y="735721"/>
                  </a:lnTo>
                  <a:lnTo>
                    <a:pt x="1317463" y="726245"/>
                  </a:lnTo>
                  <a:lnTo>
                    <a:pt x="1282719" y="726245"/>
                  </a:lnTo>
                  <a:cubicBezTo>
                    <a:pt x="1280887" y="716915"/>
                    <a:pt x="1273622" y="709600"/>
                    <a:pt x="1264304" y="707673"/>
                  </a:cubicBezTo>
                  <a:close/>
                  <a:moveTo>
                    <a:pt x="1259566" y="745196"/>
                  </a:moveTo>
                  <a:cubicBezTo>
                    <a:pt x="1251702" y="745196"/>
                    <a:pt x="1245353" y="738832"/>
                    <a:pt x="1245353" y="730983"/>
                  </a:cubicBezTo>
                  <a:cubicBezTo>
                    <a:pt x="1245353" y="723134"/>
                    <a:pt x="1251702" y="716770"/>
                    <a:pt x="1259566" y="716770"/>
                  </a:cubicBezTo>
                  <a:cubicBezTo>
                    <a:pt x="1267431" y="716770"/>
                    <a:pt x="1273780" y="723134"/>
                    <a:pt x="1273780" y="730983"/>
                  </a:cubicBezTo>
                  <a:cubicBezTo>
                    <a:pt x="1273717" y="738797"/>
                    <a:pt x="1267368" y="745102"/>
                    <a:pt x="1259566" y="745102"/>
                  </a:cubicBezTo>
                  <a:close/>
                </a:path>
              </a:pathLst>
            </a:custGeom>
            <a:solidFill>
              <a:srgbClr val="00226D">
                <a:alpha val="823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373" name="Google Shape;4373;p35"/>
          <p:cNvGrpSpPr/>
          <p:nvPr/>
        </p:nvGrpSpPr>
        <p:grpSpPr>
          <a:xfrm>
            <a:off x="6975702" y="3891625"/>
            <a:ext cx="2167839" cy="1251620"/>
            <a:chOff x="6975702" y="3891625"/>
            <a:chExt cx="2167839" cy="1251620"/>
          </a:xfrm>
        </p:grpSpPr>
        <p:sp>
          <p:nvSpPr>
            <p:cNvPr id="4374" name="Google Shape;4374;p35"/>
            <p:cNvSpPr/>
            <p:nvPr/>
          </p:nvSpPr>
          <p:spPr>
            <a:xfrm>
              <a:off x="6975702" y="3891625"/>
              <a:ext cx="2167821" cy="1251611"/>
            </a:xfrm>
            <a:custGeom>
              <a:rect b="b" l="l" r="r" t="t"/>
              <a:pathLst>
                <a:path extrusionOk="0" h="830256" w="1438024">
                  <a:moveTo>
                    <a:pt x="1438024" y="0"/>
                  </a:moveTo>
                  <a:lnTo>
                    <a:pt x="0" y="830256"/>
                  </a:lnTo>
                  <a:lnTo>
                    <a:pt x="1438024" y="830256"/>
                  </a:lnTo>
                  <a:lnTo>
                    <a:pt x="1438024" y="0"/>
                  </a:lnTo>
                  <a:close/>
                </a:path>
              </a:pathLst>
            </a:custGeom>
            <a:gradFill>
              <a:gsLst>
                <a:gs pos="0">
                  <a:schemeClr val="accent3"/>
                </a:gs>
                <a:gs pos="50000">
                  <a:schemeClr val="accent2"/>
                </a:gs>
                <a:gs pos="100000">
                  <a:schemeClr val="accent1"/>
                </a:gs>
              </a:gsLst>
              <a:lin ang="3600008"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75" name="Google Shape;4375;p35"/>
            <p:cNvSpPr/>
            <p:nvPr/>
          </p:nvSpPr>
          <p:spPr>
            <a:xfrm>
              <a:off x="7066569" y="3933821"/>
              <a:ext cx="2076972" cy="1209424"/>
            </a:xfrm>
            <a:custGeom>
              <a:rect b="b" l="l" r="r" t="t"/>
              <a:pathLst>
                <a:path extrusionOk="0" h="802271" w="1377759">
                  <a:moveTo>
                    <a:pt x="1333539" y="512159"/>
                  </a:moveTo>
                  <a:cubicBezTo>
                    <a:pt x="1320715" y="509547"/>
                    <a:pt x="1308208" y="517819"/>
                    <a:pt x="1305586" y="530639"/>
                  </a:cubicBezTo>
                  <a:cubicBezTo>
                    <a:pt x="1302996" y="543457"/>
                    <a:pt x="1311240" y="555968"/>
                    <a:pt x="1324064" y="558589"/>
                  </a:cubicBezTo>
                  <a:cubicBezTo>
                    <a:pt x="1336888" y="561179"/>
                    <a:pt x="1349395" y="552936"/>
                    <a:pt x="1352017" y="540112"/>
                  </a:cubicBezTo>
                  <a:lnTo>
                    <a:pt x="1377759" y="540112"/>
                  </a:lnTo>
                  <a:lnTo>
                    <a:pt x="1377759" y="530636"/>
                  </a:lnTo>
                  <a:lnTo>
                    <a:pt x="1352017" y="530636"/>
                  </a:lnTo>
                  <a:cubicBezTo>
                    <a:pt x="1350122" y="521325"/>
                    <a:pt x="1342857" y="514048"/>
                    <a:pt x="1333539" y="512159"/>
                  </a:cubicBezTo>
                  <a:close/>
                  <a:moveTo>
                    <a:pt x="1328802" y="549588"/>
                  </a:moveTo>
                  <a:cubicBezTo>
                    <a:pt x="1320937" y="549588"/>
                    <a:pt x="1314588" y="543223"/>
                    <a:pt x="1314588" y="535374"/>
                  </a:cubicBezTo>
                  <a:cubicBezTo>
                    <a:pt x="1314588" y="527525"/>
                    <a:pt x="1320937" y="521161"/>
                    <a:pt x="1328802" y="521161"/>
                  </a:cubicBezTo>
                  <a:cubicBezTo>
                    <a:pt x="1336666" y="521161"/>
                    <a:pt x="1343015" y="527525"/>
                    <a:pt x="1343015" y="535374"/>
                  </a:cubicBezTo>
                  <a:cubicBezTo>
                    <a:pt x="1343047" y="543207"/>
                    <a:pt x="1336698" y="549569"/>
                    <a:pt x="1328865" y="549588"/>
                  </a:cubicBezTo>
                  <a:cubicBezTo>
                    <a:pt x="1328833" y="549588"/>
                    <a:pt x="1328833" y="549588"/>
                    <a:pt x="1328802" y="549588"/>
                  </a:cubicBezTo>
                  <a:close/>
                  <a:moveTo>
                    <a:pt x="1096648" y="436354"/>
                  </a:moveTo>
                  <a:cubicBezTo>
                    <a:pt x="1083824" y="438969"/>
                    <a:pt x="1075549" y="451483"/>
                    <a:pt x="1078170" y="464300"/>
                  </a:cubicBezTo>
                  <a:cubicBezTo>
                    <a:pt x="1080792" y="477121"/>
                    <a:pt x="1093300" y="485390"/>
                    <a:pt x="1106124" y="482775"/>
                  </a:cubicBezTo>
                  <a:cubicBezTo>
                    <a:pt x="1118948" y="480156"/>
                    <a:pt x="1127223" y="467645"/>
                    <a:pt x="1124602" y="454825"/>
                  </a:cubicBezTo>
                  <a:cubicBezTo>
                    <a:pt x="1122706" y="445523"/>
                    <a:pt x="1115441" y="438252"/>
                    <a:pt x="1106124" y="436354"/>
                  </a:cubicBezTo>
                  <a:lnTo>
                    <a:pt x="1106124" y="379026"/>
                  </a:lnTo>
                  <a:lnTo>
                    <a:pt x="1030319" y="379026"/>
                  </a:lnTo>
                  <a:lnTo>
                    <a:pt x="1030319" y="172615"/>
                  </a:lnTo>
                  <a:lnTo>
                    <a:pt x="1020843" y="178079"/>
                  </a:lnTo>
                  <a:lnTo>
                    <a:pt x="1020843" y="388502"/>
                  </a:lnTo>
                  <a:lnTo>
                    <a:pt x="1096648" y="388502"/>
                  </a:lnTo>
                  <a:close/>
                  <a:moveTo>
                    <a:pt x="1115599" y="459569"/>
                  </a:moveTo>
                  <a:cubicBezTo>
                    <a:pt x="1115599" y="467418"/>
                    <a:pt x="1109251" y="473782"/>
                    <a:pt x="1101386" y="473782"/>
                  </a:cubicBezTo>
                  <a:cubicBezTo>
                    <a:pt x="1093521" y="473782"/>
                    <a:pt x="1087173" y="467418"/>
                    <a:pt x="1087173" y="459569"/>
                  </a:cubicBezTo>
                  <a:cubicBezTo>
                    <a:pt x="1087173" y="451720"/>
                    <a:pt x="1093521" y="445355"/>
                    <a:pt x="1101386" y="445355"/>
                  </a:cubicBezTo>
                  <a:cubicBezTo>
                    <a:pt x="1109219" y="445337"/>
                    <a:pt x="1115568" y="451673"/>
                    <a:pt x="1115599" y="459506"/>
                  </a:cubicBezTo>
                  <a:cubicBezTo>
                    <a:pt x="1115599" y="459528"/>
                    <a:pt x="1115599" y="459547"/>
                    <a:pt x="1115599" y="459569"/>
                  </a:cubicBezTo>
                  <a:close/>
                  <a:moveTo>
                    <a:pt x="945038" y="464307"/>
                  </a:moveTo>
                  <a:lnTo>
                    <a:pt x="1002365" y="464307"/>
                  </a:lnTo>
                  <a:cubicBezTo>
                    <a:pt x="1004987" y="477124"/>
                    <a:pt x="1017495" y="485396"/>
                    <a:pt x="1030319" y="482778"/>
                  </a:cubicBezTo>
                  <a:cubicBezTo>
                    <a:pt x="1043143" y="480163"/>
                    <a:pt x="1051418" y="467648"/>
                    <a:pt x="1048796" y="454831"/>
                  </a:cubicBezTo>
                  <a:cubicBezTo>
                    <a:pt x="1046175" y="442014"/>
                    <a:pt x="1033667" y="433741"/>
                    <a:pt x="1020843" y="436360"/>
                  </a:cubicBezTo>
                  <a:cubicBezTo>
                    <a:pt x="1011525" y="438258"/>
                    <a:pt x="1004261" y="445529"/>
                    <a:pt x="1002365" y="454831"/>
                  </a:cubicBezTo>
                  <a:lnTo>
                    <a:pt x="954513" y="454831"/>
                  </a:lnTo>
                  <a:lnTo>
                    <a:pt x="954513" y="227416"/>
                  </a:lnTo>
                  <a:lnTo>
                    <a:pt x="935562" y="227416"/>
                  </a:lnTo>
                  <a:lnTo>
                    <a:pt x="919138" y="236891"/>
                  </a:lnTo>
                  <a:lnTo>
                    <a:pt x="945038" y="236891"/>
                  </a:lnTo>
                  <a:close/>
                  <a:moveTo>
                    <a:pt x="1025581" y="445355"/>
                  </a:moveTo>
                  <a:cubicBezTo>
                    <a:pt x="1033446" y="445355"/>
                    <a:pt x="1039794" y="451720"/>
                    <a:pt x="1039794" y="459569"/>
                  </a:cubicBezTo>
                  <a:cubicBezTo>
                    <a:pt x="1039794" y="467418"/>
                    <a:pt x="1033446" y="473782"/>
                    <a:pt x="1025581" y="473782"/>
                  </a:cubicBezTo>
                  <a:cubicBezTo>
                    <a:pt x="1017716" y="473782"/>
                    <a:pt x="1011367" y="467418"/>
                    <a:pt x="1011367" y="459569"/>
                  </a:cubicBezTo>
                  <a:cubicBezTo>
                    <a:pt x="1011336" y="451736"/>
                    <a:pt x="1017684" y="445374"/>
                    <a:pt x="1025518" y="445355"/>
                  </a:cubicBezTo>
                  <a:cubicBezTo>
                    <a:pt x="1025549" y="445355"/>
                    <a:pt x="1025549" y="445355"/>
                    <a:pt x="1025581" y="445355"/>
                  </a:cubicBezTo>
                  <a:close/>
                  <a:moveTo>
                    <a:pt x="1096648" y="331174"/>
                  </a:moveTo>
                  <a:cubicBezTo>
                    <a:pt x="1109472" y="333789"/>
                    <a:pt x="1121980" y="325517"/>
                    <a:pt x="1124602" y="312696"/>
                  </a:cubicBezTo>
                  <a:cubicBezTo>
                    <a:pt x="1127223" y="299876"/>
                    <a:pt x="1118948" y="287359"/>
                    <a:pt x="1106124" y="284743"/>
                  </a:cubicBezTo>
                  <a:lnTo>
                    <a:pt x="1106124" y="128837"/>
                  </a:lnTo>
                  <a:lnTo>
                    <a:pt x="1096648" y="134333"/>
                  </a:lnTo>
                  <a:lnTo>
                    <a:pt x="1096648" y="284743"/>
                  </a:lnTo>
                  <a:cubicBezTo>
                    <a:pt x="1083824" y="287346"/>
                    <a:pt x="1075549" y="299851"/>
                    <a:pt x="1078139" y="312671"/>
                  </a:cubicBezTo>
                  <a:cubicBezTo>
                    <a:pt x="1080034" y="321995"/>
                    <a:pt x="1087331" y="329282"/>
                    <a:pt x="1096648" y="331174"/>
                  </a:cubicBezTo>
                  <a:close/>
                  <a:moveTo>
                    <a:pt x="1101386" y="293745"/>
                  </a:moveTo>
                  <a:cubicBezTo>
                    <a:pt x="1109251" y="293745"/>
                    <a:pt x="1115599" y="300110"/>
                    <a:pt x="1115599" y="307959"/>
                  </a:cubicBezTo>
                  <a:cubicBezTo>
                    <a:pt x="1115599" y="315807"/>
                    <a:pt x="1109251" y="322172"/>
                    <a:pt x="1101386" y="322172"/>
                  </a:cubicBezTo>
                  <a:cubicBezTo>
                    <a:pt x="1093521" y="322172"/>
                    <a:pt x="1087173" y="315807"/>
                    <a:pt x="1087173" y="307959"/>
                  </a:cubicBezTo>
                  <a:cubicBezTo>
                    <a:pt x="1087141" y="300125"/>
                    <a:pt x="1093490" y="293764"/>
                    <a:pt x="1101323" y="293745"/>
                  </a:cubicBezTo>
                  <a:cubicBezTo>
                    <a:pt x="1101354" y="293745"/>
                    <a:pt x="1101354" y="293745"/>
                    <a:pt x="1101386" y="293745"/>
                  </a:cubicBezTo>
                  <a:close/>
                  <a:moveTo>
                    <a:pt x="869233" y="802271"/>
                  </a:moveTo>
                  <a:lnTo>
                    <a:pt x="878708" y="802271"/>
                  </a:lnTo>
                  <a:lnTo>
                    <a:pt x="878708" y="767527"/>
                  </a:lnTo>
                  <a:lnTo>
                    <a:pt x="1377759" y="767527"/>
                  </a:lnTo>
                  <a:lnTo>
                    <a:pt x="1377759" y="758052"/>
                  </a:lnTo>
                  <a:lnTo>
                    <a:pt x="869233" y="758052"/>
                  </a:lnTo>
                  <a:close/>
                  <a:moveTo>
                    <a:pt x="1329307" y="0"/>
                  </a:moveTo>
                  <a:lnTo>
                    <a:pt x="1312882" y="9476"/>
                  </a:lnTo>
                  <a:lnTo>
                    <a:pt x="1377759" y="9476"/>
                  </a:lnTo>
                  <a:lnTo>
                    <a:pt x="1377759" y="0"/>
                  </a:lnTo>
                  <a:close/>
                  <a:moveTo>
                    <a:pt x="1257734" y="57328"/>
                  </a:moveTo>
                  <a:cubicBezTo>
                    <a:pt x="1244910" y="54716"/>
                    <a:pt x="1232403" y="62988"/>
                    <a:pt x="1229781" y="75808"/>
                  </a:cubicBezTo>
                  <a:cubicBezTo>
                    <a:pt x="1227191" y="88626"/>
                    <a:pt x="1235435" y="101137"/>
                    <a:pt x="1248259" y="103752"/>
                  </a:cubicBezTo>
                  <a:cubicBezTo>
                    <a:pt x="1261082" y="106364"/>
                    <a:pt x="1273590" y="98095"/>
                    <a:pt x="1276212" y="85281"/>
                  </a:cubicBezTo>
                  <a:lnTo>
                    <a:pt x="1377759" y="85281"/>
                  </a:lnTo>
                  <a:lnTo>
                    <a:pt x="1377759" y="75805"/>
                  </a:lnTo>
                  <a:lnTo>
                    <a:pt x="1276212" y="75805"/>
                  </a:lnTo>
                  <a:cubicBezTo>
                    <a:pt x="1274317" y="66494"/>
                    <a:pt x="1267052" y="59216"/>
                    <a:pt x="1257734" y="57328"/>
                  </a:cubicBezTo>
                  <a:close/>
                  <a:moveTo>
                    <a:pt x="1252996" y="94756"/>
                  </a:moveTo>
                  <a:cubicBezTo>
                    <a:pt x="1245132" y="94756"/>
                    <a:pt x="1238783" y="88392"/>
                    <a:pt x="1238783" y="80543"/>
                  </a:cubicBezTo>
                  <a:cubicBezTo>
                    <a:pt x="1238783" y="72694"/>
                    <a:pt x="1245132" y="66330"/>
                    <a:pt x="1252996" y="66330"/>
                  </a:cubicBezTo>
                  <a:cubicBezTo>
                    <a:pt x="1260861" y="66330"/>
                    <a:pt x="1267210" y="72694"/>
                    <a:pt x="1267210" y="80543"/>
                  </a:cubicBezTo>
                  <a:cubicBezTo>
                    <a:pt x="1267241" y="88376"/>
                    <a:pt x="1260893" y="94738"/>
                    <a:pt x="1253060" y="94756"/>
                  </a:cubicBezTo>
                  <a:cubicBezTo>
                    <a:pt x="1253028" y="94756"/>
                    <a:pt x="1253028" y="94756"/>
                    <a:pt x="1252996" y="94756"/>
                  </a:cubicBezTo>
                  <a:close/>
                  <a:moveTo>
                    <a:pt x="1172453" y="482784"/>
                  </a:moveTo>
                  <a:cubicBezTo>
                    <a:pt x="1185277" y="485399"/>
                    <a:pt x="1197785" y="477127"/>
                    <a:pt x="1200407" y="464307"/>
                  </a:cubicBezTo>
                  <a:cubicBezTo>
                    <a:pt x="1203028" y="451486"/>
                    <a:pt x="1194753" y="438969"/>
                    <a:pt x="1181929" y="436354"/>
                  </a:cubicBezTo>
                  <a:lnTo>
                    <a:pt x="1181929" y="85091"/>
                  </a:lnTo>
                  <a:lnTo>
                    <a:pt x="1172453" y="90556"/>
                  </a:lnTo>
                  <a:lnTo>
                    <a:pt x="1172453" y="436354"/>
                  </a:lnTo>
                  <a:cubicBezTo>
                    <a:pt x="1159629" y="438956"/>
                    <a:pt x="1151354" y="451461"/>
                    <a:pt x="1153944" y="464281"/>
                  </a:cubicBezTo>
                  <a:cubicBezTo>
                    <a:pt x="1155839" y="473605"/>
                    <a:pt x="1163136" y="480892"/>
                    <a:pt x="1172453" y="482784"/>
                  </a:cubicBezTo>
                  <a:close/>
                  <a:moveTo>
                    <a:pt x="1177191" y="445355"/>
                  </a:moveTo>
                  <a:cubicBezTo>
                    <a:pt x="1185056" y="445355"/>
                    <a:pt x="1191405" y="451720"/>
                    <a:pt x="1191405" y="459569"/>
                  </a:cubicBezTo>
                  <a:cubicBezTo>
                    <a:pt x="1191405" y="467418"/>
                    <a:pt x="1185056" y="473782"/>
                    <a:pt x="1177191" y="473782"/>
                  </a:cubicBezTo>
                  <a:cubicBezTo>
                    <a:pt x="1169326" y="473782"/>
                    <a:pt x="1162978" y="467418"/>
                    <a:pt x="1162978" y="459569"/>
                  </a:cubicBezTo>
                  <a:cubicBezTo>
                    <a:pt x="1162946" y="451736"/>
                    <a:pt x="1169295" y="445374"/>
                    <a:pt x="1177128" y="445355"/>
                  </a:cubicBezTo>
                  <a:cubicBezTo>
                    <a:pt x="1177160" y="445355"/>
                    <a:pt x="1177160" y="445355"/>
                    <a:pt x="1177191" y="445355"/>
                  </a:cubicBezTo>
                  <a:close/>
                  <a:moveTo>
                    <a:pt x="1305586" y="454831"/>
                  </a:moveTo>
                  <a:cubicBezTo>
                    <a:pt x="1302965" y="467652"/>
                    <a:pt x="1311240" y="480163"/>
                    <a:pt x="1324064" y="482775"/>
                  </a:cubicBezTo>
                  <a:cubicBezTo>
                    <a:pt x="1336888" y="485387"/>
                    <a:pt x="1349395" y="477115"/>
                    <a:pt x="1352017" y="464294"/>
                  </a:cubicBezTo>
                  <a:cubicBezTo>
                    <a:pt x="1354607" y="451480"/>
                    <a:pt x="1346363" y="438972"/>
                    <a:pt x="1333539" y="436354"/>
                  </a:cubicBezTo>
                  <a:lnTo>
                    <a:pt x="1333539" y="179563"/>
                  </a:lnTo>
                  <a:cubicBezTo>
                    <a:pt x="1346363" y="176948"/>
                    <a:pt x="1354638" y="164434"/>
                    <a:pt x="1352017" y="151617"/>
                  </a:cubicBezTo>
                  <a:cubicBezTo>
                    <a:pt x="1349395" y="138796"/>
                    <a:pt x="1336888" y="130527"/>
                    <a:pt x="1324064" y="133142"/>
                  </a:cubicBezTo>
                  <a:cubicBezTo>
                    <a:pt x="1311240" y="135761"/>
                    <a:pt x="1302965" y="148272"/>
                    <a:pt x="1305586" y="161092"/>
                  </a:cubicBezTo>
                  <a:cubicBezTo>
                    <a:pt x="1307481" y="170394"/>
                    <a:pt x="1314746" y="177665"/>
                    <a:pt x="1324064" y="179563"/>
                  </a:cubicBezTo>
                  <a:lnTo>
                    <a:pt x="1324064" y="436354"/>
                  </a:lnTo>
                  <a:cubicBezTo>
                    <a:pt x="1314746" y="438242"/>
                    <a:pt x="1307481" y="445520"/>
                    <a:pt x="1305586" y="454831"/>
                  </a:cubicBezTo>
                  <a:close/>
                  <a:moveTo>
                    <a:pt x="1314588" y="156348"/>
                  </a:moveTo>
                  <a:cubicBezTo>
                    <a:pt x="1314588" y="148499"/>
                    <a:pt x="1320937" y="142135"/>
                    <a:pt x="1328802" y="142135"/>
                  </a:cubicBezTo>
                  <a:cubicBezTo>
                    <a:pt x="1336666" y="142135"/>
                    <a:pt x="1343015" y="148499"/>
                    <a:pt x="1343015" y="156348"/>
                  </a:cubicBezTo>
                  <a:cubicBezTo>
                    <a:pt x="1343015" y="164197"/>
                    <a:pt x="1336666" y="170562"/>
                    <a:pt x="1328802" y="170562"/>
                  </a:cubicBezTo>
                  <a:cubicBezTo>
                    <a:pt x="1320968" y="170581"/>
                    <a:pt x="1314620" y="164245"/>
                    <a:pt x="1314588" y="156411"/>
                  </a:cubicBezTo>
                  <a:cubicBezTo>
                    <a:pt x="1314588" y="156389"/>
                    <a:pt x="1314588" y="156370"/>
                    <a:pt x="1314588" y="156348"/>
                  </a:cubicBezTo>
                  <a:close/>
                  <a:moveTo>
                    <a:pt x="1328802" y="445355"/>
                  </a:moveTo>
                  <a:cubicBezTo>
                    <a:pt x="1336666" y="445355"/>
                    <a:pt x="1343015" y="451720"/>
                    <a:pt x="1343015" y="459569"/>
                  </a:cubicBezTo>
                  <a:cubicBezTo>
                    <a:pt x="1343015" y="467418"/>
                    <a:pt x="1336666" y="473782"/>
                    <a:pt x="1328802" y="473782"/>
                  </a:cubicBezTo>
                  <a:cubicBezTo>
                    <a:pt x="1320937" y="473782"/>
                    <a:pt x="1314588" y="467418"/>
                    <a:pt x="1314588" y="459569"/>
                  </a:cubicBezTo>
                  <a:cubicBezTo>
                    <a:pt x="1314556" y="451736"/>
                    <a:pt x="1320905" y="445374"/>
                    <a:pt x="1328738" y="445355"/>
                  </a:cubicBezTo>
                  <a:cubicBezTo>
                    <a:pt x="1328770" y="445355"/>
                    <a:pt x="1328770" y="445355"/>
                    <a:pt x="1328802" y="445355"/>
                  </a:cubicBezTo>
                  <a:close/>
                  <a:moveTo>
                    <a:pt x="972991" y="530636"/>
                  </a:moveTo>
                  <a:cubicBezTo>
                    <a:pt x="970369" y="517819"/>
                    <a:pt x="957862" y="509547"/>
                    <a:pt x="945038" y="512165"/>
                  </a:cubicBezTo>
                  <a:cubicBezTo>
                    <a:pt x="932214" y="514780"/>
                    <a:pt x="923939" y="527295"/>
                    <a:pt x="926560" y="540112"/>
                  </a:cubicBezTo>
                  <a:cubicBezTo>
                    <a:pt x="929182" y="552936"/>
                    <a:pt x="941690" y="561211"/>
                    <a:pt x="954513" y="558589"/>
                  </a:cubicBezTo>
                  <a:cubicBezTo>
                    <a:pt x="963831" y="556694"/>
                    <a:pt x="971096" y="549414"/>
                    <a:pt x="972991" y="540112"/>
                  </a:cubicBezTo>
                  <a:lnTo>
                    <a:pt x="1257734" y="540112"/>
                  </a:lnTo>
                  <a:lnTo>
                    <a:pt x="1257734" y="179563"/>
                  </a:lnTo>
                  <a:cubicBezTo>
                    <a:pt x="1270558" y="176948"/>
                    <a:pt x="1278833" y="164434"/>
                    <a:pt x="1276212" y="151617"/>
                  </a:cubicBezTo>
                  <a:cubicBezTo>
                    <a:pt x="1273590" y="138796"/>
                    <a:pt x="1261082" y="130527"/>
                    <a:pt x="1248259" y="133142"/>
                  </a:cubicBezTo>
                  <a:cubicBezTo>
                    <a:pt x="1235435" y="135761"/>
                    <a:pt x="1227160" y="148272"/>
                    <a:pt x="1229781" y="161092"/>
                  </a:cubicBezTo>
                  <a:cubicBezTo>
                    <a:pt x="1231676" y="170394"/>
                    <a:pt x="1238941" y="177665"/>
                    <a:pt x="1248259" y="179563"/>
                  </a:cubicBezTo>
                  <a:lnTo>
                    <a:pt x="1248259" y="530636"/>
                  </a:lnTo>
                  <a:close/>
                  <a:moveTo>
                    <a:pt x="949776" y="549588"/>
                  </a:moveTo>
                  <a:cubicBezTo>
                    <a:pt x="941911" y="549588"/>
                    <a:pt x="935562" y="543223"/>
                    <a:pt x="935562" y="535374"/>
                  </a:cubicBezTo>
                  <a:cubicBezTo>
                    <a:pt x="935562" y="527525"/>
                    <a:pt x="941911" y="521161"/>
                    <a:pt x="949776" y="521161"/>
                  </a:cubicBezTo>
                  <a:cubicBezTo>
                    <a:pt x="957640" y="521161"/>
                    <a:pt x="963989" y="527525"/>
                    <a:pt x="963989" y="535374"/>
                  </a:cubicBezTo>
                  <a:cubicBezTo>
                    <a:pt x="964021" y="543207"/>
                    <a:pt x="957672" y="549569"/>
                    <a:pt x="949839" y="549588"/>
                  </a:cubicBezTo>
                  <a:cubicBezTo>
                    <a:pt x="949807" y="549588"/>
                    <a:pt x="949807" y="549588"/>
                    <a:pt x="949776" y="549588"/>
                  </a:cubicBezTo>
                  <a:close/>
                  <a:moveTo>
                    <a:pt x="1238783" y="156348"/>
                  </a:moveTo>
                  <a:cubicBezTo>
                    <a:pt x="1238783" y="148499"/>
                    <a:pt x="1245132" y="142135"/>
                    <a:pt x="1252996" y="142135"/>
                  </a:cubicBezTo>
                  <a:cubicBezTo>
                    <a:pt x="1260861" y="142135"/>
                    <a:pt x="1267210" y="148499"/>
                    <a:pt x="1267210" y="156348"/>
                  </a:cubicBezTo>
                  <a:cubicBezTo>
                    <a:pt x="1267210" y="164197"/>
                    <a:pt x="1260861" y="170562"/>
                    <a:pt x="1252996" y="170562"/>
                  </a:cubicBezTo>
                  <a:cubicBezTo>
                    <a:pt x="1245163" y="170581"/>
                    <a:pt x="1238815" y="164245"/>
                    <a:pt x="1238783" y="156411"/>
                  </a:cubicBezTo>
                  <a:cubicBezTo>
                    <a:pt x="1238783" y="156389"/>
                    <a:pt x="1238783" y="156370"/>
                    <a:pt x="1238783" y="156348"/>
                  </a:cubicBezTo>
                  <a:close/>
                  <a:moveTo>
                    <a:pt x="717622" y="530636"/>
                  </a:moveTo>
                  <a:lnTo>
                    <a:pt x="669771" y="530636"/>
                  </a:lnTo>
                  <a:cubicBezTo>
                    <a:pt x="667149" y="517819"/>
                    <a:pt x="654641" y="509547"/>
                    <a:pt x="641817" y="512165"/>
                  </a:cubicBezTo>
                  <a:cubicBezTo>
                    <a:pt x="628993" y="514780"/>
                    <a:pt x="620718" y="527295"/>
                    <a:pt x="623339" y="540112"/>
                  </a:cubicBezTo>
                  <a:cubicBezTo>
                    <a:pt x="625961" y="552936"/>
                    <a:pt x="638469" y="561211"/>
                    <a:pt x="651293" y="558589"/>
                  </a:cubicBezTo>
                  <a:cubicBezTo>
                    <a:pt x="660610" y="556694"/>
                    <a:pt x="667875" y="549414"/>
                    <a:pt x="669771" y="540112"/>
                  </a:cubicBezTo>
                  <a:lnTo>
                    <a:pt x="727098" y="540112"/>
                  </a:lnTo>
                  <a:lnTo>
                    <a:pt x="727098" y="419740"/>
                  </a:lnTo>
                  <a:lnTo>
                    <a:pt x="681425" y="374067"/>
                  </a:lnTo>
                  <a:lnTo>
                    <a:pt x="672961" y="378931"/>
                  </a:lnTo>
                  <a:lnTo>
                    <a:pt x="717622" y="423593"/>
                  </a:lnTo>
                  <a:close/>
                  <a:moveTo>
                    <a:pt x="646555" y="549588"/>
                  </a:moveTo>
                  <a:cubicBezTo>
                    <a:pt x="638690" y="549588"/>
                    <a:pt x="632341" y="543223"/>
                    <a:pt x="632341" y="535374"/>
                  </a:cubicBezTo>
                  <a:cubicBezTo>
                    <a:pt x="632341" y="527525"/>
                    <a:pt x="638690" y="521161"/>
                    <a:pt x="646555" y="521161"/>
                  </a:cubicBezTo>
                  <a:cubicBezTo>
                    <a:pt x="654420" y="521161"/>
                    <a:pt x="660768" y="527525"/>
                    <a:pt x="660768" y="535374"/>
                  </a:cubicBezTo>
                  <a:cubicBezTo>
                    <a:pt x="660800" y="543207"/>
                    <a:pt x="654451" y="549569"/>
                    <a:pt x="646618" y="549588"/>
                  </a:cubicBezTo>
                  <a:cubicBezTo>
                    <a:pt x="646587" y="549588"/>
                    <a:pt x="646587" y="549588"/>
                    <a:pt x="646555" y="549588"/>
                  </a:cubicBezTo>
                  <a:close/>
                  <a:moveTo>
                    <a:pt x="414402" y="802271"/>
                  </a:moveTo>
                  <a:lnTo>
                    <a:pt x="423877" y="802271"/>
                  </a:lnTo>
                  <a:lnTo>
                    <a:pt x="423877" y="615917"/>
                  </a:lnTo>
                  <a:lnTo>
                    <a:pt x="490207" y="615917"/>
                  </a:lnTo>
                  <a:lnTo>
                    <a:pt x="490207" y="802271"/>
                  </a:lnTo>
                  <a:lnTo>
                    <a:pt x="499682" y="802271"/>
                  </a:lnTo>
                  <a:lnTo>
                    <a:pt x="499682" y="606441"/>
                  </a:lnTo>
                  <a:lnTo>
                    <a:pt x="414402" y="606441"/>
                  </a:lnTo>
                  <a:close/>
                  <a:moveTo>
                    <a:pt x="393808" y="540112"/>
                  </a:moveTo>
                  <a:lnTo>
                    <a:pt x="566012" y="540112"/>
                  </a:lnTo>
                  <a:lnTo>
                    <a:pt x="566012" y="802271"/>
                  </a:lnTo>
                  <a:lnTo>
                    <a:pt x="575488" y="802271"/>
                  </a:lnTo>
                  <a:lnTo>
                    <a:pt x="575488" y="530636"/>
                  </a:lnTo>
                  <a:lnTo>
                    <a:pt x="410200" y="530636"/>
                  </a:lnTo>
                  <a:close/>
                  <a:moveTo>
                    <a:pt x="878708" y="343966"/>
                  </a:moveTo>
                  <a:lnTo>
                    <a:pt x="825581" y="290839"/>
                  </a:lnTo>
                  <a:lnTo>
                    <a:pt x="817148" y="295672"/>
                  </a:lnTo>
                  <a:lnTo>
                    <a:pt x="869233" y="347756"/>
                  </a:lnTo>
                  <a:lnTo>
                    <a:pt x="869233" y="615917"/>
                  </a:lnTo>
                  <a:lnTo>
                    <a:pt x="1377759" y="615917"/>
                  </a:lnTo>
                  <a:lnTo>
                    <a:pt x="1377759" y="606441"/>
                  </a:lnTo>
                  <a:lnTo>
                    <a:pt x="878708" y="606441"/>
                  </a:lnTo>
                  <a:close/>
                  <a:moveTo>
                    <a:pt x="727098" y="739574"/>
                  </a:moveTo>
                  <a:lnTo>
                    <a:pt x="727098" y="682247"/>
                  </a:lnTo>
                  <a:lnTo>
                    <a:pt x="641817" y="682247"/>
                  </a:lnTo>
                  <a:lnTo>
                    <a:pt x="641817" y="802271"/>
                  </a:lnTo>
                  <a:lnTo>
                    <a:pt x="651293" y="802271"/>
                  </a:lnTo>
                  <a:lnTo>
                    <a:pt x="651293" y="691722"/>
                  </a:lnTo>
                  <a:lnTo>
                    <a:pt x="717622" y="691722"/>
                  </a:lnTo>
                  <a:lnTo>
                    <a:pt x="717622" y="739574"/>
                  </a:lnTo>
                  <a:cubicBezTo>
                    <a:pt x="704798" y="742196"/>
                    <a:pt x="696523" y="754704"/>
                    <a:pt x="699144" y="767527"/>
                  </a:cubicBezTo>
                  <a:cubicBezTo>
                    <a:pt x="701766" y="780351"/>
                    <a:pt x="714274" y="788627"/>
                    <a:pt x="727098" y="786005"/>
                  </a:cubicBezTo>
                  <a:cubicBezTo>
                    <a:pt x="739922" y="783383"/>
                    <a:pt x="748197" y="770876"/>
                    <a:pt x="745576" y="758052"/>
                  </a:cubicBezTo>
                  <a:cubicBezTo>
                    <a:pt x="743680" y="748734"/>
                    <a:pt x="736415" y="741469"/>
                    <a:pt x="727098" y="739574"/>
                  </a:cubicBezTo>
                  <a:close/>
                  <a:moveTo>
                    <a:pt x="722360" y="777003"/>
                  </a:moveTo>
                  <a:cubicBezTo>
                    <a:pt x="714495" y="777003"/>
                    <a:pt x="708147" y="770654"/>
                    <a:pt x="708147" y="762790"/>
                  </a:cubicBezTo>
                  <a:cubicBezTo>
                    <a:pt x="708147" y="754925"/>
                    <a:pt x="714495" y="748576"/>
                    <a:pt x="722360" y="748576"/>
                  </a:cubicBezTo>
                  <a:cubicBezTo>
                    <a:pt x="730225" y="748576"/>
                    <a:pt x="736574" y="754925"/>
                    <a:pt x="736574" y="762790"/>
                  </a:cubicBezTo>
                  <a:cubicBezTo>
                    <a:pt x="736605" y="770623"/>
                    <a:pt x="730256" y="776971"/>
                    <a:pt x="722423" y="777003"/>
                  </a:cubicBezTo>
                  <a:cubicBezTo>
                    <a:pt x="722392" y="777003"/>
                    <a:pt x="722392" y="777003"/>
                    <a:pt x="722360" y="777003"/>
                  </a:cubicBezTo>
                  <a:close/>
                  <a:moveTo>
                    <a:pt x="793427" y="802271"/>
                  </a:moveTo>
                  <a:lnTo>
                    <a:pt x="802903" y="802271"/>
                  </a:lnTo>
                  <a:lnTo>
                    <a:pt x="802903" y="691722"/>
                  </a:lnTo>
                  <a:lnTo>
                    <a:pt x="1377759" y="691722"/>
                  </a:lnTo>
                  <a:lnTo>
                    <a:pt x="1377759" y="682247"/>
                  </a:lnTo>
                  <a:lnTo>
                    <a:pt x="793427" y="682247"/>
                  </a:lnTo>
                  <a:close/>
                  <a:moveTo>
                    <a:pt x="669771" y="615917"/>
                  </a:moveTo>
                  <a:lnTo>
                    <a:pt x="802903" y="615917"/>
                  </a:lnTo>
                  <a:lnTo>
                    <a:pt x="802903" y="381837"/>
                  </a:lnTo>
                  <a:lnTo>
                    <a:pt x="753504" y="332437"/>
                  </a:lnTo>
                  <a:lnTo>
                    <a:pt x="745038" y="337333"/>
                  </a:lnTo>
                  <a:lnTo>
                    <a:pt x="793427" y="385690"/>
                  </a:lnTo>
                  <a:lnTo>
                    <a:pt x="793427" y="606441"/>
                  </a:lnTo>
                  <a:lnTo>
                    <a:pt x="669771" y="606441"/>
                  </a:lnTo>
                  <a:cubicBezTo>
                    <a:pt x="667149" y="593618"/>
                    <a:pt x="654641" y="585342"/>
                    <a:pt x="641817" y="587964"/>
                  </a:cubicBezTo>
                  <a:cubicBezTo>
                    <a:pt x="628993" y="590585"/>
                    <a:pt x="620718" y="603093"/>
                    <a:pt x="623339" y="615917"/>
                  </a:cubicBezTo>
                  <a:cubicBezTo>
                    <a:pt x="625961" y="628741"/>
                    <a:pt x="638469" y="637016"/>
                    <a:pt x="651293" y="634395"/>
                  </a:cubicBezTo>
                  <a:cubicBezTo>
                    <a:pt x="660610" y="632499"/>
                    <a:pt x="667875" y="625235"/>
                    <a:pt x="669771" y="615917"/>
                  </a:cubicBezTo>
                  <a:close/>
                  <a:moveTo>
                    <a:pt x="632341" y="611179"/>
                  </a:moveTo>
                  <a:cubicBezTo>
                    <a:pt x="632341" y="603315"/>
                    <a:pt x="638690" y="596966"/>
                    <a:pt x="646555" y="596966"/>
                  </a:cubicBezTo>
                  <a:cubicBezTo>
                    <a:pt x="654420" y="596966"/>
                    <a:pt x="660768" y="603315"/>
                    <a:pt x="660768" y="611179"/>
                  </a:cubicBezTo>
                  <a:cubicBezTo>
                    <a:pt x="660768" y="619044"/>
                    <a:pt x="654420" y="625393"/>
                    <a:pt x="646555" y="625393"/>
                  </a:cubicBezTo>
                  <a:cubicBezTo>
                    <a:pt x="638722" y="625424"/>
                    <a:pt x="632373" y="619076"/>
                    <a:pt x="632341" y="611243"/>
                  </a:cubicBezTo>
                  <a:cubicBezTo>
                    <a:pt x="632341" y="611211"/>
                    <a:pt x="632341" y="611211"/>
                    <a:pt x="632341" y="611179"/>
                  </a:cubicBezTo>
                  <a:close/>
                  <a:moveTo>
                    <a:pt x="47252" y="740206"/>
                  </a:moveTo>
                  <a:lnTo>
                    <a:pt x="16993" y="757673"/>
                  </a:lnTo>
                  <a:lnTo>
                    <a:pt x="16993" y="758052"/>
                  </a:lnTo>
                  <a:lnTo>
                    <a:pt x="16424" y="758052"/>
                  </a:lnTo>
                  <a:lnTo>
                    <a:pt x="0" y="767527"/>
                  </a:lnTo>
                  <a:lnTo>
                    <a:pt x="16993" y="767527"/>
                  </a:lnTo>
                  <a:cubicBezTo>
                    <a:pt x="19614" y="780351"/>
                    <a:pt x="32122" y="788627"/>
                    <a:pt x="44946" y="786005"/>
                  </a:cubicBezTo>
                  <a:cubicBezTo>
                    <a:pt x="57770" y="783383"/>
                    <a:pt x="66045" y="770876"/>
                    <a:pt x="63423" y="758052"/>
                  </a:cubicBezTo>
                  <a:cubicBezTo>
                    <a:pt x="61687" y="749618"/>
                    <a:pt x="55558" y="742796"/>
                    <a:pt x="47347" y="740206"/>
                  </a:cubicBezTo>
                  <a:close/>
                  <a:moveTo>
                    <a:pt x="40113" y="777003"/>
                  </a:moveTo>
                  <a:cubicBezTo>
                    <a:pt x="32249" y="777003"/>
                    <a:pt x="25900" y="770654"/>
                    <a:pt x="25900" y="762790"/>
                  </a:cubicBezTo>
                  <a:cubicBezTo>
                    <a:pt x="25900" y="754925"/>
                    <a:pt x="32249" y="748576"/>
                    <a:pt x="40113" y="748576"/>
                  </a:cubicBezTo>
                  <a:cubicBezTo>
                    <a:pt x="47978" y="748576"/>
                    <a:pt x="54327" y="754925"/>
                    <a:pt x="54327" y="762790"/>
                  </a:cubicBezTo>
                  <a:cubicBezTo>
                    <a:pt x="54359" y="770623"/>
                    <a:pt x="48010" y="776971"/>
                    <a:pt x="40177" y="777003"/>
                  </a:cubicBezTo>
                  <a:cubicBezTo>
                    <a:pt x="40145" y="777003"/>
                    <a:pt x="40145" y="777003"/>
                    <a:pt x="40113" y="777003"/>
                  </a:cubicBezTo>
                  <a:close/>
                  <a:moveTo>
                    <a:pt x="262507" y="615917"/>
                  </a:moveTo>
                  <a:lnTo>
                    <a:pt x="338596" y="615917"/>
                  </a:lnTo>
                  <a:lnTo>
                    <a:pt x="338596" y="802271"/>
                  </a:lnTo>
                  <a:lnTo>
                    <a:pt x="348072" y="802271"/>
                  </a:lnTo>
                  <a:lnTo>
                    <a:pt x="348072" y="606441"/>
                  </a:lnTo>
                  <a:lnTo>
                    <a:pt x="278900" y="606441"/>
                  </a:lnTo>
                  <a:close/>
                  <a:moveTo>
                    <a:pt x="641817" y="482784"/>
                  </a:moveTo>
                  <a:cubicBezTo>
                    <a:pt x="654641" y="485396"/>
                    <a:pt x="667149" y="477124"/>
                    <a:pt x="669771" y="464304"/>
                  </a:cubicBezTo>
                  <a:cubicBezTo>
                    <a:pt x="672360" y="451486"/>
                    <a:pt x="664117" y="438975"/>
                    <a:pt x="651293" y="436360"/>
                  </a:cubicBezTo>
                  <a:cubicBezTo>
                    <a:pt x="638469" y="433748"/>
                    <a:pt x="625961" y="442017"/>
                    <a:pt x="623339" y="454831"/>
                  </a:cubicBezTo>
                  <a:lnTo>
                    <a:pt x="541502" y="454831"/>
                  </a:lnTo>
                  <a:lnTo>
                    <a:pt x="525109" y="464307"/>
                  </a:lnTo>
                  <a:lnTo>
                    <a:pt x="623339" y="464307"/>
                  </a:lnTo>
                  <a:cubicBezTo>
                    <a:pt x="625235" y="473618"/>
                    <a:pt x="632500" y="480895"/>
                    <a:pt x="641817" y="482784"/>
                  </a:cubicBezTo>
                  <a:close/>
                  <a:moveTo>
                    <a:pt x="646555" y="445355"/>
                  </a:moveTo>
                  <a:cubicBezTo>
                    <a:pt x="654420" y="445355"/>
                    <a:pt x="660768" y="451720"/>
                    <a:pt x="660768" y="459569"/>
                  </a:cubicBezTo>
                  <a:cubicBezTo>
                    <a:pt x="660768" y="467418"/>
                    <a:pt x="654420" y="473782"/>
                    <a:pt x="646555" y="473782"/>
                  </a:cubicBezTo>
                  <a:cubicBezTo>
                    <a:pt x="638690" y="473782"/>
                    <a:pt x="632341" y="467418"/>
                    <a:pt x="632341" y="459569"/>
                  </a:cubicBezTo>
                  <a:cubicBezTo>
                    <a:pt x="632310" y="451736"/>
                    <a:pt x="638659" y="445374"/>
                    <a:pt x="646492" y="445355"/>
                  </a:cubicBezTo>
                  <a:cubicBezTo>
                    <a:pt x="646523" y="445355"/>
                    <a:pt x="646523" y="445355"/>
                    <a:pt x="646555" y="445355"/>
                  </a:cubicBezTo>
                  <a:close/>
                  <a:moveTo>
                    <a:pt x="111181" y="802271"/>
                  </a:moveTo>
                  <a:lnTo>
                    <a:pt x="120656" y="802271"/>
                  </a:lnTo>
                  <a:lnTo>
                    <a:pt x="120656" y="767527"/>
                  </a:lnTo>
                  <a:lnTo>
                    <a:pt x="186986" y="767527"/>
                  </a:lnTo>
                  <a:lnTo>
                    <a:pt x="186986" y="802271"/>
                  </a:lnTo>
                  <a:lnTo>
                    <a:pt x="196462" y="802271"/>
                  </a:lnTo>
                  <a:lnTo>
                    <a:pt x="196462" y="758052"/>
                  </a:lnTo>
                  <a:lnTo>
                    <a:pt x="111181" y="758052"/>
                  </a:lnTo>
                  <a:close/>
                  <a:moveTo>
                    <a:pt x="131206" y="691722"/>
                  </a:moveTo>
                  <a:lnTo>
                    <a:pt x="262791" y="691722"/>
                  </a:lnTo>
                  <a:lnTo>
                    <a:pt x="262791" y="802271"/>
                  </a:lnTo>
                  <a:lnTo>
                    <a:pt x="272267" y="802271"/>
                  </a:lnTo>
                  <a:lnTo>
                    <a:pt x="272267" y="682247"/>
                  </a:lnTo>
                  <a:lnTo>
                    <a:pt x="147631" y="682247"/>
                  </a:lnTo>
                  <a:close/>
                </a:path>
              </a:pathLst>
            </a:custGeom>
            <a:solidFill>
              <a:srgbClr val="00226D">
                <a:alpha val="823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2.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9F9F9"/>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lt2"/>
              </a:buClr>
              <a:buSzPts val="3500"/>
              <a:buFont typeface="Black Han Sans"/>
              <a:buNone/>
              <a:defRPr b="0" i="0" sz="3500" u="none" cap="none" strike="noStrike">
                <a:solidFill>
                  <a:schemeClr val="lt2"/>
                </a:solidFill>
                <a:latin typeface="Black Han Sans"/>
                <a:ea typeface="Black Han Sans"/>
                <a:cs typeface="Black Han Sans"/>
                <a:sym typeface="Black Han Sans"/>
              </a:defRPr>
            </a:lvl1pPr>
            <a:lvl2pPr lvl="1" marR="0" rtl="0" algn="ctr">
              <a:lnSpc>
                <a:spcPct val="100000"/>
              </a:lnSpc>
              <a:spcBef>
                <a:spcPts val="0"/>
              </a:spcBef>
              <a:spcAft>
                <a:spcPts val="0"/>
              </a:spcAft>
              <a:buClr>
                <a:schemeClr val="lt2"/>
              </a:buClr>
              <a:buSzPts val="3500"/>
              <a:buFont typeface="Black Han Sans"/>
              <a:buNone/>
              <a:defRPr b="0" i="0" sz="3500" u="none" cap="none" strike="noStrike">
                <a:solidFill>
                  <a:schemeClr val="lt2"/>
                </a:solidFill>
                <a:latin typeface="Black Han Sans"/>
                <a:ea typeface="Black Han Sans"/>
                <a:cs typeface="Black Han Sans"/>
                <a:sym typeface="Black Han Sans"/>
              </a:defRPr>
            </a:lvl2pPr>
            <a:lvl3pPr lvl="2" marR="0" rtl="0" algn="ctr">
              <a:lnSpc>
                <a:spcPct val="100000"/>
              </a:lnSpc>
              <a:spcBef>
                <a:spcPts val="0"/>
              </a:spcBef>
              <a:spcAft>
                <a:spcPts val="0"/>
              </a:spcAft>
              <a:buClr>
                <a:schemeClr val="lt2"/>
              </a:buClr>
              <a:buSzPts val="3500"/>
              <a:buFont typeface="Black Han Sans"/>
              <a:buNone/>
              <a:defRPr b="0" i="0" sz="3500" u="none" cap="none" strike="noStrike">
                <a:solidFill>
                  <a:schemeClr val="lt2"/>
                </a:solidFill>
                <a:latin typeface="Black Han Sans"/>
                <a:ea typeface="Black Han Sans"/>
                <a:cs typeface="Black Han Sans"/>
                <a:sym typeface="Black Han Sans"/>
              </a:defRPr>
            </a:lvl3pPr>
            <a:lvl4pPr lvl="3" marR="0" rtl="0" algn="ctr">
              <a:lnSpc>
                <a:spcPct val="100000"/>
              </a:lnSpc>
              <a:spcBef>
                <a:spcPts val="0"/>
              </a:spcBef>
              <a:spcAft>
                <a:spcPts val="0"/>
              </a:spcAft>
              <a:buClr>
                <a:schemeClr val="lt2"/>
              </a:buClr>
              <a:buSzPts val="3500"/>
              <a:buFont typeface="Black Han Sans"/>
              <a:buNone/>
              <a:defRPr b="0" i="0" sz="3500" u="none" cap="none" strike="noStrike">
                <a:solidFill>
                  <a:schemeClr val="lt2"/>
                </a:solidFill>
                <a:latin typeface="Black Han Sans"/>
                <a:ea typeface="Black Han Sans"/>
                <a:cs typeface="Black Han Sans"/>
                <a:sym typeface="Black Han Sans"/>
              </a:defRPr>
            </a:lvl4pPr>
            <a:lvl5pPr lvl="4" marR="0" rtl="0" algn="ctr">
              <a:lnSpc>
                <a:spcPct val="100000"/>
              </a:lnSpc>
              <a:spcBef>
                <a:spcPts val="0"/>
              </a:spcBef>
              <a:spcAft>
                <a:spcPts val="0"/>
              </a:spcAft>
              <a:buClr>
                <a:schemeClr val="lt2"/>
              </a:buClr>
              <a:buSzPts val="3500"/>
              <a:buFont typeface="Black Han Sans"/>
              <a:buNone/>
              <a:defRPr b="0" i="0" sz="3500" u="none" cap="none" strike="noStrike">
                <a:solidFill>
                  <a:schemeClr val="lt2"/>
                </a:solidFill>
                <a:latin typeface="Black Han Sans"/>
                <a:ea typeface="Black Han Sans"/>
                <a:cs typeface="Black Han Sans"/>
                <a:sym typeface="Black Han Sans"/>
              </a:defRPr>
            </a:lvl5pPr>
            <a:lvl6pPr lvl="5" marR="0" rtl="0" algn="ctr">
              <a:lnSpc>
                <a:spcPct val="100000"/>
              </a:lnSpc>
              <a:spcBef>
                <a:spcPts val="0"/>
              </a:spcBef>
              <a:spcAft>
                <a:spcPts val="0"/>
              </a:spcAft>
              <a:buClr>
                <a:schemeClr val="lt2"/>
              </a:buClr>
              <a:buSzPts val="3500"/>
              <a:buFont typeface="Black Han Sans"/>
              <a:buNone/>
              <a:defRPr b="0" i="0" sz="3500" u="none" cap="none" strike="noStrike">
                <a:solidFill>
                  <a:schemeClr val="lt2"/>
                </a:solidFill>
                <a:latin typeface="Black Han Sans"/>
                <a:ea typeface="Black Han Sans"/>
                <a:cs typeface="Black Han Sans"/>
                <a:sym typeface="Black Han Sans"/>
              </a:defRPr>
            </a:lvl6pPr>
            <a:lvl7pPr lvl="6" marR="0" rtl="0" algn="ctr">
              <a:lnSpc>
                <a:spcPct val="100000"/>
              </a:lnSpc>
              <a:spcBef>
                <a:spcPts val="0"/>
              </a:spcBef>
              <a:spcAft>
                <a:spcPts val="0"/>
              </a:spcAft>
              <a:buClr>
                <a:schemeClr val="lt2"/>
              </a:buClr>
              <a:buSzPts val="3500"/>
              <a:buFont typeface="Black Han Sans"/>
              <a:buNone/>
              <a:defRPr b="0" i="0" sz="3500" u="none" cap="none" strike="noStrike">
                <a:solidFill>
                  <a:schemeClr val="lt2"/>
                </a:solidFill>
                <a:latin typeface="Black Han Sans"/>
                <a:ea typeface="Black Han Sans"/>
                <a:cs typeface="Black Han Sans"/>
                <a:sym typeface="Black Han Sans"/>
              </a:defRPr>
            </a:lvl7pPr>
            <a:lvl8pPr lvl="7" marR="0" rtl="0" algn="ctr">
              <a:lnSpc>
                <a:spcPct val="100000"/>
              </a:lnSpc>
              <a:spcBef>
                <a:spcPts val="0"/>
              </a:spcBef>
              <a:spcAft>
                <a:spcPts val="0"/>
              </a:spcAft>
              <a:buClr>
                <a:schemeClr val="lt2"/>
              </a:buClr>
              <a:buSzPts val="3500"/>
              <a:buFont typeface="Black Han Sans"/>
              <a:buNone/>
              <a:defRPr b="0" i="0" sz="3500" u="none" cap="none" strike="noStrike">
                <a:solidFill>
                  <a:schemeClr val="lt2"/>
                </a:solidFill>
                <a:latin typeface="Black Han Sans"/>
                <a:ea typeface="Black Han Sans"/>
                <a:cs typeface="Black Han Sans"/>
                <a:sym typeface="Black Han Sans"/>
              </a:defRPr>
            </a:lvl8pPr>
            <a:lvl9pPr lvl="8" marR="0" rtl="0" algn="ctr">
              <a:lnSpc>
                <a:spcPct val="100000"/>
              </a:lnSpc>
              <a:spcBef>
                <a:spcPts val="0"/>
              </a:spcBef>
              <a:spcAft>
                <a:spcPts val="0"/>
              </a:spcAft>
              <a:buClr>
                <a:schemeClr val="lt2"/>
              </a:buClr>
              <a:buSzPts val="3500"/>
              <a:buFont typeface="Black Han Sans"/>
              <a:buNone/>
              <a:defRPr b="0" i="0" sz="3500" u="none" cap="none" strike="noStrike">
                <a:solidFill>
                  <a:schemeClr val="lt2"/>
                </a:solidFill>
                <a:latin typeface="Black Han Sans"/>
                <a:ea typeface="Black Han Sans"/>
                <a:cs typeface="Black Han Sans"/>
                <a:sym typeface="Black Han San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30200" lvl="0" marL="457200" marR="0" rtl="0" algn="l">
              <a:lnSpc>
                <a:spcPct val="115000"/>
              </a:lnSpc>
              <a:spcBef>
                <a:spcPts val="0"/>
              </a:spcBef>
              <a:spcAft>
                <a:spcPts val="0"/>
              </a:spcAft>
              <a:buClr>
                <a:schemeClr val="dk1"/>
              </a:buClr>
              <a:buSzPts val="1600"/>
              <a:buFont typeface="ABeeZee"/>
              <a:buChar char="●"/>
              <a:defRPr b="0" i="0" sz="1600" u="none" cap="none" strike="noStrike">
                <a:solidFill>
                  <a:schemeClr val="dk1"/>
                </a:solidFill>
                <a:latin typeface="ABeeZee"/>
                <a:ea typeface="ABeeZee"/>
                <a:cs typeface="ABeeZee"/>
                <a:sym typeface="ABeeZee"/>
              </a:defRPr>
            </a:lvl1pPr>
            <a:lvl2pPr indent="-330200" lvl="1" marL="914400" marR="0" rtl="0" algn="l">
              <a:lnSpc>
                <a:spcPct val="115000"/>
              </a:lnSpc>
              <a:spcBef>
                <a:spcPts val="1600"/>
              </a:spcBef>
              <a:spcAft>
                <a:spcPts val="0"/>
              </a:spcAft>
              <a:buClr>
                <a:schemeClr val="dk1"/>
              </a:buClr>
              <a:buSzPts val="1600"/>
              <a:buFont typeface="ABeeZee"/>
              <a:buChar char="○"/>
              <a:defRPr b="0" i="0" sz="1600" u="none" cap="none" strike="noStrike">
                <a:solidFill>
                  <a:schemeClr val="dk1"/>
                </a:solidFill>
                <a:latin typeface="ABeeZee"/>
                <a:ea typeface="ABeeZee"/>
                <a:cs typeface="ABeeZee"/>
                <a:sym typeface="ABeeZee"/>
              </a:defRPr>
            </a:lvl2pPr>
            <a:lvl3pPr indent="-330200" lvl="2" marL="1371600" marR="0" rtl="0" algn="l">
              <a:lnSpc>
                <a:spcPct val="115000"/>
              </a:lnSpc>
              <a:spcBef>
                <a:spcPts val="1600"/>
              </a:spcBef>
              <a:spcAft>
                <a:spcPts val="0"/>
              </a:spcAft>
              <a:buClr>
                <a:schemeClr val="dk1"/>
              </a:buClr>
              <a:buSzPts val="1600"/>
              <a:buFont typeface="ABeeZee"/>
              <a:buChar char="■"/>
              <a:defRPr b="0" i="0" sz="1600" u="none" cap="none" strike="noStrike">
                <a:solidFill>
                  <a:schemeClr val="dk1"/>
                </a:solidFill>
                <a:latin typeface="ABeeZee"/>
                <a:ea typeface="ABeeZee"/>
                <a:cs typeface="ABeeZee"/>
                <a:sym typeface="ABeeZee"/>
              </a:defRPr>
            </a:lvl3pPr>
            <a:lvl4pPr indent="-330200" lvl="3" marL="1828800" marR="0" rtl="0" algn="l">
              <a:lnSpc>
                <a:spcPct val="115000"/>
              </a:lnSpc>
              <a:spcBef>
                <a:spcPts val="1600"/>
              </a:spcBef>
              <a:spcAft>
                <a:spcPts val="0"/>
              </a:spcAft>
              <a:buClr>
                <a:schemeClr val="dk1"/>
              </a:buClr>
              <a:buSzPts val="1600"/>
              <a:buFont typeface="ABeeZee"/>
              <a:buChar char="●"/>
              <a:defRPr b="0" i="0" sz="1600" u="none" cap="none" strike="noStrike">
                <a:solidFill>
                  <a:schemeClr val="dk1"/>
                </a:solidFill>
                <a:latin typeface="ABeeZee"/>
                <a:ea typeface="ABeeZee"/>
                <a:cs typeface="ABeeZee"/>
                <a:sym typeface="ABeeZee"/>
              </a:defRPr>
            </a:lvl4pPr>
            <a:lvl5pPr indent="-330200" lvl="4" marL="2286000" marR="0" rtl="0" algn="l">
              <a:lnSpc>
                <a:spcPct val="115000"/>
              </a:lnSpc>
              <a:spcBef>
                <a:spcPts val="1600"/>
              </a:spcBef>
              <a:spcAft>
                <a:spcPts val="0"/>
              </a:spcAft>
              <a:buClr>
                <a:schemeClr val="dk1"/>
              </a:buClr>
              <a:buSzPts val="1600"/>
              <a:buFont typeface="ABeeZee"/>
              <a:buChar char="○"/>
              <a:defRPr b="0" i="0" sz="1600" u="none" cap="none" strike="noStrike">
                <a:solidFill>
                  <a:schemeClr val="dk1"/>
                </a:solidFill>
                <a:latin typeface="ABeeZee"/>
                <a:ea typeface="ABeeZee"/>
                <a:cs typeface="ABeeZee"/>
                <a:sym typeface="ABeeZee"/>
              </a:defRPr>
            </a:lvl5pPr>
            <a:lvl6pPr indent="-330200" lvl="5" marL="2743200" marR="0" rtl="0" algn="l">
              <a:lnSpc>
                <a:spcPct val="115000"/>
              </a:lnSpc>
              <a:spcBef>
                <a:spcPts val="1600"/>
              </a:spcBef>
              <a:spcAft>
                <a:spcPts val="0"/>
              </a:spcAft>
              <a:buClr>
                <a:schemeClr val="dk1"/>
              </a:buClr>
              <a:buSzPts val="1600"/>
              <a:buFont typeface="ABeeZee"/>
              <a:buChar char="■"/>
              <a:defRPr b="0" i="0" sz="1600" u="none" cap="none" strike="noStrike">
                <a:solidFill>
                  <a:schemeClr val="dk1"/>
                </a:solidFill>
                <a:latin typeface="ABeeZee"/>
                <a:ea typeface="ABeeZee"/>
                <a:cs typeface="ABeeZee"/>
                <a:sym typeface="ABeeZee"/>
              </a:defRPr>
            </a:lvl6pPr>
            <a:lvl7pPr indent="-330200" lvl="6" marL="3200400" marR="0" rtl="0" algn="l">
              <a:lnSpc>
                <a:spcPct val="115000"/>
              </a:lnSpc>
              <a:spcBef>
                <a:spcPts val="1600"/>
              </a:spcBef>
              <a:spcAft>
                <a:spcPts val="0"/>
              </a:spcAft>
              <a:buClr>
                <a:schemeClr val="dk1"/>
              </a:buClr>
              <a:buSzPts val="1600"/>
              <a:buFont typeface="ABeeZee"/>
              <a:buChar char="●"/>
              <a:defRPr b="0" i="0" sz="1600" u="none" cap="none" strike="noStrike">
                <a:solidFill>
                  <a:schemeClr val="dk1"/>
                </a:solidFill>
                <a:latin typeface="ABeeZee"/>
                <a:ea typeface="ABeeZee"/>
                <a:cs typeface="ABeeZee"/>
                <a:sym typeface="ABeeZee"/>
              </a:defRPr>
            </a:lvl7pPr>
            <a:lvl8pPr indent="-330200" lvl="7" marL="3657600" marR="0" rtl="0" algn="l">
              <a:lnSpc>
                <a:spcPct val="115000"/>
              </a:lnSpc>
              <a:spcBef>
                <a:spcPts val="1600"/>
              </a:spcBef>
              <a:spcAft>
                <a:spcPts val="0"/>
              </a:spcAft>
              <a:buClr>
                <a:schemeClr val="dk1"/>
              </a:buClr>
              <a:buSzPts val="1600"/>
              <a:buFont typeface="ABeeZee"/>
              <a:buChar char="○"/>
              <a:defRPr b="0" i="0" sz="1600" u="none" cap="none" strike="noStrike">
                <a:solidFill>
                  <a:schemeClr val="dk1"/>
                </a:solidFill>
                <a:latin typeface="ABeeZee"/>
                <a:ea typeface="ABeeZee"/>
                <a:cs typeface="ABeeZee"/>
                <a:sym typeface="ABeeZee"/>
              </a:defRPr>
            </a:lvl8pPr>
            <a:lvl9pPr indent="-330200" lvl="8" marL="4114800" marR="0" rtl="0" algn="l">
              <a:lnSpc>
                <a:spcPct val="115000"/>
              </a:lnSpc>
              <a:spcBef>
                <a:spcPts val="1600"/>
              </a:spcBef>
              <a:spcAft>
                <a:spcPts val="1600"/>
              </a:spcAft>
              <a:buClr>
                <a:schemeClr val="dk1"/>
              </a:buClr>
              <a:buSzPts val="1600"/>
              <a:buFont typeface="ABeeZee"/>
              <a:buChar char="■"/>
              <a:defRPr b="0" i="0" sz="1600" u="none" cap="none" strike="noStrike">
                <a:solidFill>
                  <a:schemeClr val="dk1"/>
                </a:solidFill>
                <a:latin typeface="ABeeZee"/>
                <a:ea typeface="ABeeZee"/>
                <a:cs typeface="ABeeZee"/>
                <a:sym typeface="ABeeZe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en.wikipedia.org/wiki/Free_and_open-source_software" TargetMode="External"/><Relationship Id="rId4" Type="http://schemas.openxmlformats.org/officeDocument/2006/relationships/hyperlink" Target="https://en.wikipedia.org/wiki/Packet_analyzer" TargetMode="External"/><Relationship Id="rId5" Type="http://schemas.openxmlformats.org/officeDocument/2006/relationships/hyperlink" Target="https://en.wikipedia.org/wiki/Computer_network" TargetMode="External"/><Relationship Id="rId6" Type="http://schemas.openxmlformats.org/officeDocument/2006/relationships/hyperlink" Target="https://en.wikipedia.org/wiki/Communications_protocol" TargetMode="External"/><Relationship Id="rId7" Type="http://schemas.openxmlformats.org/officeDocument/2006/relationships/hyperlink" Target="https://en.wikipedia.org/wiki/Communications_protoco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wireshark.org/" TargetMode="External"/><Relationship Id="rId4" Type="http://schemas.openxmlformats.org/officeDocument/2006/relationships/hyperlink" Target="https://www.wireshark.or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9" name="Shape 4379"/>
        <p:cNvGrpSpPr/>
        <p:nvPr/>
      </p:nvGrpSpPr>
      <p:grpSpPr>
        <a:xfrm>
          <a:off x="0" y="0"/>
          <a:ext cx="0" cy="0"/>
          <a:chOff x="0" y="0"/>
          <a:chExt cx="0" cy="0"/>
        </a:xfrm>
      </p:grpSpPr>
      <p:sp>
        <p:nvSpPr>
          <p:cNvPr id="4380" name="Google Shape;4380;p36"/>
          <p:cNvSpPr txBox="1"/>
          <p:nvPr>
            <p:ph idx="4294967295" type="ctrTitle"/>
          </p:nvPr>
        </p:nvSpPr>
        <p:spPr>
          <a:xfrm>
            <a:off x="1462025" y="595850"/>
            <a:ext cx="6511800" cy="747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chemeClr val="lt2"/>
              </a:buClr>
              <a:buSzPts val="5200"/>
              <a:buFont typeface="Black Han Sans"/>
              <a:buNone/>
            </a:pPr>
            <a:r>
              <a:rPr lang="en"/>
              <a:t>Analyzing ARP Request</a:t>
            </a:r>
            <a:endParaRPr b="0" i="0" sz="3500" u="none" cap="none" strike="noStrike">
              <a:solidFill>
                <a:schemeClr val="lt2"/>
              </a:solidFill>
              <a:latin typeface="Black Han Sans"/>
              <a:ea typeface="Black Han Sans"/>
              <a:cs typeface="Black Han Sans"/>
              <a:sym typeface="Black Han Sans"/>
            </a:endParaRPr>
          </a:p>
        </p:txBody>
      </p:sp>
      <p:sp>
        <p:nvSpPr>
          <p:cNvPr id="4381" name="Google Shape;4381;p36"/>
          <p:cNvSpPr txBox="1"/>
          <p:nvPr>
            <p:ph idx="4294967295" type="subTitle"/>
          </p:nvPr>
        </p:nvSpPr>
        <p:spPr>
          <a:xfrm>
            <a:off x="883400" y="1929175"/>
            <a:ext cx="7845300" cy="2346000"/>
          </a:xfrm>
          <a:prstGeom prst="rect">
            <a:avLst/>
          </a:prstGeom>
          <a:noFill/>
          <a:ln>
            <a:noFill/>
          </a:ln>
        </p:spPr>
        <p:txBody>
          <a:bodyPr anchorCtr="0" anchor="t" bIns="91425" lIns="91425" spcFirstLastPara="1" rIns="91425" wrap="square" tIns="91425">
            <a:normAutofit/>
          </a:bodyPr>
          <a:lstStyle/>
          <a:p>
            <a:pPr indent="0" lvl="0" marL="0" marR="0" rtl="0" algn="l">
              <a:lnSpc>
                <a:spcPct val="150000"/>
              </a:lnSpc>
              <a:spcBef>
                <a:spcPts val="0"/>
              </a:spcBef>
              <a:spcAft>
                <a:spcPts val="0"/>
              </a:spcAft>
              <a:buClr>
                <a:schemeClr val="dk1"/>
              </a:buClr>
              <a:buSzPts val="2800"/>
              <a:buFont typeface="ABeeZee"/>
              <a:buNone/>
            </a:pPr>
            <a:r>
              <a:rPr b="1" i="0" lang="en" sz="1800" u="none" cap="none" strike="noStrike">
                <a:solidFill>
                  <a:schemeClr val="lt2"/>
                </a:solidFill>
                <a:highlight>
                  <a:schemeClr val="lt1"/>
                </a:highlight>
                <a:latin typeface="Didact Gothic"/>
                <a:ea typeface="Didact Gothic"/>
                <a:cs typeface="Didact Gothic"/>
                <a:sym typeface="Didact Gothic"/>
              </a:rPr>
              <a:t>Name : Shreya V</a:t>
            </a:r>
            <a:endParaRPr b="1" i="0" sz="1800" u="none" cap="none" strike="noStrike">
              <a:solidFill>
                <a:schemeClr val="lt2"/>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2800"/>
              <a:buFont typeface="ABeeZee"/>
              <a:buNone/>
            </a:pPr>
            <a:r>
              <a:rPr b="1" i="0" lang="en" sz="1800" u="none" cap="none" strike="noStrike">
                <a:solidFill>
                  <a:schemeClr val="lt2"/>
                </a:solidFill>
                <a:latin typeface="Didact Gothic"/>
                <a:ea typeface="Didact Gothic"/>
                <a:cs typeface="Didact Gothic"/>
                <a:sym typeface="Didact Gothic"/>
              </a:rPr>
              <a:t>Register No : 2413421033152</a:t>
            </a:r>
            <a:endParaRPr b="1" i="0" sz="1800" u="none" cap="none" strike="noStrike">
              <a:solidFill>
                <a:schemeClr val="lt2"/>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2800"/>
              <a:buFont typeface="ABeeZee"/>
              <a:buNone/>
            </a:pPr>
            <a:r>
              <a:rPr b="1" i="0" lang="en" sz="1800" u="none" cap="none" strike="noStrike">
                <a:solidFill>
                  <a:schemeClr val="lt2"/>
                </a:solidFill>
                <a:latin typeface="Didact Gothic"/>
                <a:ea typeface="Didact Gothic"/>
                <a:cs typeface="Didact Gothic"/>
                <a:sym typeface="Didact Gothic"/>
              </a:rPr>
              <a:t>Department : BCA</a:t>
            </a:r>
            <a:endParaRPr b="1" i="0" sz="1800" u="none" cap="none" strike="noStrike">
              <a:solidFill>
                <a:schemeClr val="lt2"/>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2800"/>
              <a:buFont typeface="ABeeZee"/>
              <a:buNone/>
            </a:pPr>
            <a:r>
              <a:rPr b="1" i="0" lang="en" sz="1800" u="none" cap="none" strike="noStrike">
                <a:solidFill>
                  <a:schemeClr val="lt2"/>
                </a:solidFill>
                <a:latin typeface="Didact Gothic"/>
                <a:ea typeface="Didact Gothic"/>
                <a:cs typeface="Didact Gothic"/>
                <a:sym typeface="Didact Gothic"/>
              </a:rPr>
              <a:t>Year : 2024 - 2027</a:t>
            </a:r>
            <a:endParaRPr b="1" i="0" sz="1800" u="none" cap="none" strike="noStrike">
              <a:solidFill>
                <a:schemeClr val="lt2"/>
              </a:solidFill>
              <a:latin typeface="Didact Gothic"/>
              <a:ea typeface="Didact Gothic"/>
              <a:cs typeface="Didact Gothic"/>
              <a:sym typeface="Didact Gothic"/>
            </a:endParaRPr>
          </a:p>
          <a:p>
            <a:pPr indent="0" lvl="0" marL="0" marR="0" rtl="0" algn="l">
              <a:lnSpc>
                <a:spcPct val="150000"/>
              </a:lnSpc>
              <a:spcBef>
                <a:spcPts val="0"/>
              </a:spcBef>
              <a:spcAft>
                <a:spcPts val="0"/>
              </a:spcAft>
              <a:buClr>
                <a:schemeClr val="dk1"/>
              </a:buClr>
              <a:buSzPts val="2800"/>
              <a:buFont typeface="ABeeZee"/>
              <a:buNone/>
            </a:pPr>
            <a:r>
              <a:rPr b="1" i="0" lang="en" sz="1800" u="none" cap="none" strike="noStrike">
                <a:solidFill>
                  <a:schemeClr val="lt2"/>
                </a:solidFill>
                <a:latin typeface="Didact Gothic"/>
                <a:ea typeface="Didact Gothic"/>
                <a:cs typeface="Didact Gothic"/>
                <a:sym typeface="Didact Gothic"/>
              </a:rPr>
              <a:t>College Name: Shrimathi Devkunvar Nanalal Bhatt Vaishnav College for Women</a:t>
            </a:r>
            <a:endParaRPr b="1" i="0" sz="1800" u="none" cap="none" strike="noStrike">
              <a:solidFill>
                <a:schemeClr val="lt2"/>
              </a:solidFill>
              <a:latin typeface="Didact Gothic"/>
              <a:ea typeface="Didact Gothic"/>
              <a:cs typeface="Didact Gothic"/>
              <a:sym typeface="Didact Gothic"/>
            </a:endParaRPr>
          </a:p>
        </p:txBody>
      </p:sp>
      <p:pic>
        <p:nvPicPr>
          <p:cNvPr id="4382" name="Google Shape;4382;p36"/>
          <p:cNvPicPr preferRelativeResize="0"/>
          <p:nvPr/>
        </p:nvPicPr>
        <p:blipFill rotWithShape="1">
          <a:blip r:embed="rId3">
            <a:alphaModFix/>
          </a:blip>
          <a:srcRect b="0" l="0" r="0" t="0"/>
          <a:stretch/>
        </p:blipFill>
        <p:spPr>
          <a:xfrm>
            <a:off x="883400" y="174800"/>
            <a:ext cx="841675" cy="1168650"/>
          </a:xfrm>
          <a:prstGeom prst="rect">
            <a:avLst/>
          </a:prstGeom>
          <a:noFill/>
          <a:ln>
            <a:noFill/>
          </a:ln>
        </p:spPr>
      </p:pic>
      <p:pic>
        <p:nvPicPr>
          <p:cNvPr id="4383" name="Google Shape;4383;p36"/>
          <p:cNvPicPr preferRelativeResize="0"/>
          <p:nvPr/>
        </p:nvPicPr>
        <p:blipFill rotWithShape="1">
          <a:blip r:embed="rId4">
            <a:alphaModFix/>
          </a:blip>
          <a:srcRect b="0" l="0" r="0" t="0"/>
          <a:stretch/>
        </p:blipFill>
        <p:spPr>
          <a:xfrm>
            <a:off x="7908700" y="381425"/>
            <a:ext cx="962025" cy="962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7" name="Shape 4387"/>
        <p:cNvGrpSpPr/>
        <p:nvPr/>
      </p:nvGrpSpPr>
      <p:grpSpPr>
        <a:xfrm>
          <a:off x="0" y="0"/>
          <a:ext cx="0" cy="0"/>
          <a:chOff x="0" y="0"/>
          <a:chExt cx="0" cy="0"/>
        </a:xfrm>
      </p:grpSpPr>
      <p:sp>
        <p:nvSpPr>
          <p:cNvPr id="4388" name="Google Shape;4388;p37"/>
          <p:cNvSpPr txBox="1"/>
          <p:nvPr>
            <p:ph idx="1" type="body"/>
          </p:nvPr>
        </p:nvSpPr>
        <p:spPr>
          <a:xfrm>
            <a:off x="253950" y="965800"/>
            <a:ext cx="8636100" cy="391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SzPts val="1800"/>
              <a:buNone/>
            </a:pPr>
            <a:r>
              <a:rPr lang="en" sz="1300">
                <a:highlight>
                  <a:schemeClr val="lt1"/>
                </a:highlight>
              </a:rPr>
              <a:t>Wireshark is</a:t>
            </a:r>
            <a:r>
              <a:rPr lang="en" sz="1300">
                <a:highlight>
                  <a:schemeClr val="lt1"/>
                </a:highlight>
              </a:rPr>
              <a:t> a </a:t>
            </a:r>
            <a:r>
              <a:rPr lang="en" sz="1300">
                <a:highlight>
                  <a:schemeClr val="lt1"/>
                </a:highlight>
                <a:uFill>
                  <a:noFill/>
                </a:uFill>
                <a:hlinkClick r:id="rId3"/>
              </a:rPr>
              <a:t>free and open-source</a:t>
            </a:r>
            <a:r>
              <a:rPr lang="en" sz="1300">
                <a:highlight>
                  <a:schemeClr val="lt1"/>
                </a:highlight>
              </a:rPr>
              <a:t> </a:t>
            </a:r>
            <a:r>
              <a:rPr lang="en" sz="1300">
                <a:highlight>
                  <a:schemeClr val="lt1"/>
                </a:highlight>
                <a:uFill>
                  <a:noFill/>
                </a:uFill>
                <a:hlinkClick r:id="rId4"/>
              </a:rPr>
              <a:t>packet analyzer</a:t>
            </a:r>
            <a:r>
              <a:rPr lang="en" sz="1300">
                <a:highlight>
                  <a:schemeClr val="lt1"/>
                </a:highlight>
              </a:rPr>
              <a:t>. It is used for </a:t>
            </a:r>
            <a:r>
              <a:rPr lang="en" sz="1300">
                <a:highlight>
                  <a:schemeClr val="lt1"/>
                </a:highlight>
                <a:uFill>
                  <a:noFill/>
                </a:uFill>
                <a:hlinkClick r:id="rId5"/>
              </a:rPr>
              <a:t>network</a:t>
            </a:r>
            <a:r>
              <a:rPr lang="en" sz="1300">
                <a:highlight>
                  <a:schemeClr val="lt1"/>
                </a:highlight>
              </a:rPr>
              <a:t> troubleshooting, analysis, software and </a:t>
            </a:r>
            <a:r>
              <a:rPr lang="en" sz="1300">
                <a:highlight>
                  <a:schemeClr val="lt1"/>
                </a:highlight>
                <a:uFill>
                  <a:noFill/>
                </a:uFill>
                <a:hlinkClick r:id="rId6"/>
              </a:rPr>
              <a:t>communications protoco</a:t>
            </a:r>
            <a:r>
              <a:rPr lang="en" sz="1300">
                <a:solidFill>
                  <a:schemeClr val="hlink"/>
                </a:solidFill>
                <a:highlight>
                  <a:schemeClr val="lt1"/>
                </a:highlight>
                <a:uFill>
                  <a:noFill/>
                </a:uFill>
                <a:hlinkClick r:id="rId7"/>
              </a:rPr>
              <a:t>l</a:t>
            </a:r>
            <a:r>
              <a:rPr lang="en" sz="1300">
                <a:highlight>
                  <a:schemeClr val="lt1"/>
                </a:highlight>
              </a:rPr>
              <a:t> development, and education. Originally named Ethereal, the project was renamed Wireshark in May 2006 due to trademark issues. Packet is the name given to a discrete unit of data in a typical Ethernet network.</a:t>
            </a:r>
            <a:endParaRPr sz="1300">
              <a:highlight>
                <a:schemeClr val="lt1"/>
              </a:highlight>
            </a:endParaRPr>
          </a:p>
          <a:p>
            <a:pPr indent="0" lvl="0" marL="0" marR="0" rtl="0" algn="l">
              <a:lnSpc>
                <a:spcPct val="115000"/>
              </a:lnSpc>
              <a:spcBef>
                <a:spcPts val="1200"/>
              </a:spcBef>
              <a:spcAft>
                <a:spcPts val="0"/>
              </a:spcAft>
              <a:buClr>
                <a:srgbClr val="000000"/>
              </a:buClr>
              <a:buSzPts val="1800"/>
              <a:buFont typeface="Arial"/>
              <a:buNone/>
            </a:pPr>
            <a:r>
              <a:rPr lang="en" sz="1300">
                <a:highlight>
                  <a:schemeClr val="lt1"/>
                </a:highlight>
              </a:rPr>
              <a:t>Wireshark is the most often-used packet sniffer in the world. Like any other packet sniffer, Wireshark does three things:</a:t>
            </a:r>
            <a:endParaRPr sz="1300">
              <a:highlight>
                <a:schemeClr val="lt1"/>
              </a:highlight>
            </a:endParaRPr>
          </a:p>
          <a:p>
            <a:pPr indent="-311150" lvl="0" marL="457200" marR="0" rtl="0" algn="l">
              <a:lnSpc>
                <a:spcPct val="115000"/>
              </a:lnSpc>
              <a:spcBef>
                <a:spcPts val="1200"/>
              </a:spcBef>
              <a:spcAft>
                <a:spcPts val="0"/>
              </a:spcAft>
              <a:buSzPts val="1300"/>
              <a:buChar char="●"/>
            </a:pPr>
            <a:r>
              <a:rPr lang="en" sz="1300">
                <a:highlight>
                  <a:schemeClr val="lt1"/>
                </a:highlight>
              </a:rPr>
              <a:t>Packet Capture: Wireshark listens to a network connection in real time and then grabs entire streams of traffic – quite possibly tens of thousands of packets at a time.</a:t>
            </a:r>
            <a:endParaRPr sz="1300">
              <a:highlight>
                <a:schemeClr val="lt1"/>
              </a:highlight>
            </a:endParaRPr>
          </a:p>
          <a:p>
            <a:pPr indent="-311150" lvl="0" marL="457200" marR="0" rtl="0" algn="l">
              <a:lnSpc>
                <a:spcPct val="115000"/>
              </a:lnSpc>
              <a:spcBef>
                <a:spcPts val="0"/>
              </a:spcBef>
              <a:spcAft>
                <a:spcPts val="0"/>
              </a:spcAft>
              <a:buSzPts val="1300"/>
              <a:buChar char="●"/>
            </a:pPr>
            <a:r>
              <a:rPr lang="en" sz="1300">
                <a:highlight>
                  <a:schemeClr val="lt1"/>
                </a:highlight>
              </a:rPr>
              <a:t>Filtering: Wireshark is capable of slicing and dicing all of this random live data using filters. By applying a filter, you can obtain just the information you need to see.</a:t>
            </a:r>
            <a:endParaRPr sz="1300">
              <a:highlight>
                <a:schemeClr val="lt1"/>
              </a:highlight>
            </a:endParaRPr>
          </a:p>
          <a:p>
            <a:pPr indent="-311150" lvl="0" marL="457200" marR="0" rtl="0" algn="l">
              <a:lnSpc>
                <a:spcPct val="115000"/>
              </a:lnSpc>
              <a:spcBef>
                <a:spcPts val="0"/>
              </a:spcBef>
              <a:spcAft>
                <a:spcPts val="0"/>
              </a:spcAft>
              <a:buSzPts val="1300"/>
              <a:buChar char="●"/>
            </a:pPr>
            <a:r>
              <a:rPr lang="en" sz="1300">
                <a:highlight>
                  <a:schemeClr val="lt1"/>
                </a:highlight>
              </a:rPr>
              <a:t>Visualization: Wireshark, like any good packet sniffer, allows you to dive right into the very middle of a network packet. It also allows you to visualize entire conversations and network streams.</a:t>
            </a:r>
            <a:endParaRPr sz="1300">
              <a:highlight>
                <a:schemeClr val="lt1"/>
              </a:highlight>
            </a:endParaRPr>
          </a:p>
          <a:p>
            <a:pPr indent="0" lvl="0" marL="0" marR="0" rtl="0" algn="l">
              <a:lnSpc>
                <a:spcPct val="115000"/>
              </a:lnSpc>
              <a:spcBef>
                <a:spcPts val="1200"/>
              </a:spcBef>
              <a:spcAft>
                <a:spcPts val="0"/>
              </a:spcAft>
              <a:buSzPts val="1800"/>
              <a:buNone/>
            </a:pPr>
            <a:r>
              <a:rPr lang="en" sz="1300">
                <a:highlight>
                  <a:schemeClr val="lt1"/>
                </a:highlight>
              </a:rPr>
              <a:t>Address Resolution Protocol (ARP) The Address Resolution Protocol is a layer 2 protocol used to map MAC addresses to IP addresses. All hosts on a network are located by their IP address, but NICs do not have IP addresses, they have MAC addresses. ARP is the protocol used to associate the IP address to a MAC address</a:t>
            </a:r>
            <a:r>
              <a:rPr b="0" lang="en" sz="1300">
                <a:solidFill>
                  <a:srgbClr val="474747"/>
                </a:solidFill>
                <a:highlight>
                  <a:srgbClr val="FFFFFF"/>
                </a:highlight>
                <a:latin typeface="Arial"/>
                <a:ea typeface="Arial"/>
                <a:cs typeface="Arial"/>
                <a:sym typeface="Arial"/>
              </a:rPr>
              <a:t>.</a:t>
            </a:r>
            <a:endParaRPr sz="1300">
              <a:highlight>
                <a:schemeClr val="lt1"/>
              </a:highlight>
            </a:endParaRPr>
          </a:p>
          <a:p>
            <a:pPr indent="0" lvl="0" marL="0" rtl="0" algn="l">
              <a:lnSpc>
                <a:spcPct val="115000"/>
              </a:lnSpc>
              <a:spcBef>
                <a:spcPts val="1200"/>
              </a:spcBef>
              <a:spcAft>
                <a:spcPts val="1200"/>
              </a:spcAft>
              <a:buSzPts val="1800"/>
              <a:buNone/>
            </a:pPr>
            <a:r>
              <a:t/>
            </a:r>
            <a:endParaRPr>
              <a:highlight>
                <a:schemeClr val="lt1"/>
              </a:highlight>
            </a:endParaRPr>
          </a:p>
        </p:txBody>
      </p:sp>
      <p:sp>
        <p:nvSpPr>
          <p:cNvPr id="4389" name="Google Shape;4389;p37"/>
          <p:cNvSpPr txBox="1"/>
          <p:nvPr>
            <p:ph type="title"/>
          </p:nvPr>
        </p:nvSpPr>
        <p:spPr>
          <a:xfrm>
            <a:off x="253950" y="265325"/>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500"/>
              <a:buNone/>
            </a:pPr>
            <a:r>
              <a:rPr lang="en"/>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3" name="Shape 4393"/>
        <p:cNvGrpSpPr/>
        <p:nvPr/>
      </p:nvGrpSpPr>
      <p:grpSpPr>
        <a:xfrm>
          <a:off x="0" y="0"/>
          <a:ext cx="0" cy="0"/>
          <a:chOff x="0" y="0"/>
          <a:chExt cx="0" cy="0"/>
        </a:xfrm>
      </p:grpSpPr>
      <p:sp>
        <p:nvSpPr>
          <p:cNvPr id="4394" name="Google Shape;4394;p38"/>
          <p:cNvSpPr txBox="1"/>
          <p:nvPr>
            <p:ph type="title"/>
          </p:nvPr>
        </p:nvSpPr>
        <p:spPr>
          <a:xfrm>
            <a:off x="253950" y="265325"/>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Objectives</a:t>
            </a:r>
            <a:endParaRPr/>
          </a:p>
        </p:txBody>
      </p:sp>
      <p:sp>
        <p:nvSpPr>
          <p:cNvPr id="4395" name="Google Shape;4395;p38"/>
          <p:cNvSpPr txBox="1"/>
          <p:nvPr>
            <p:ph idx="1" type="body"/>
          </p:nvPr>
        </p:nvSpPr>
        <p:spPr>
          <a:xfrm>
            <a:off x="253950" y="965800"/>
            <a:ext cx="8636100" cy="39195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1200"/>
              </a:spcBef>
              <a:spcAft>
                <a:spcPts val="0"/>
              </a:spcAft>
              <a:buSzPts val="1400"/>
              <a:buChar char="●"/>
            </a:pPr>
            <a:r>
              <a:rPr lang="en" sz="1400">
                <a:highlight>
                  <a:schemeClr val="lt1"/>
                </a:highlight>
              </a:rPr>
              <a:t>The primary objective of analyzing ARP requests using Wireshark is to understand the mapping between IP addresses (Layer 3) and MAC addresses (Layer 2) on a network, allowing you to identify active devices, troubleshoot connectivity issues, and detect potential security threats like ARP spoofing by examining the source and destination IP and MAC addresses within captured ARP packets. </a:t>
            </a:r>
            <a:endParaRPr sz="1400">
              <a:highlight>
                <a:schemeClr val="lt1"/>
              </a:highlight>
            </a:endParaRPr>
          </a:p>
          <a:p>
            <a:pPr indent="-317500" lvl="0" marL="457200" marR="0" rtl="0" algn="l">
              <a:lnSpc>
                <a:spcPct val="115000"/>
              </a:lnSpc>
              <a:spcBef>
                <a:spcPts val="1200"/>
              </a:spcBef>
              <a:spcAft>
                <a:spcPts val="0"/>
              </a:spcAft>
              <a:buSzPts val="1400"/>
              <a:buChar char="●"/>
            </a:pPr>
            <a:r>
              <a:rPr lang="en" sz="1400">
                <a:highlight>
                  <a:schemeClr val="lt1"/>
                </a:highlight>
              </a:rPr>
              <a:t>Key objectives include:</a:t>
            </a:r>
            <a:endParaRPr sz="1400">
              <a:highlight>
                <a:schemeClr val="lt1"/>
              </a:highlight>
            </a:endParaRPr>
          </a:p>
          <a:p>
            <a:pPr indent="-317500" lvl="0" marL="457200" marR="0" rtl="0" algn="l">
              <a:lnSpc>
                <a:spcPct val="115000"/>
              </a:lnSpc>
              <a:spcBef>
                <a:spcPts val="0"/>
              </a:spcBef>
              <a:spcAft>
                <a:spcPts val="0"/>
              </a:spcAft>
              <a:buSzPts val="1400"/>
              <a:buAutoNum type="arabicPeriod"/>
            </a:pPr>
            <a:r>
              <a:rPr lang="en" sz="1400">
                <a:highlight>
                  <a:schemeClr val="lt1"/>
                </a:highlight>
              </a:rPr>
              <a:t>Identifying network devices</a:t>
            </a:r>
            <a:endParaRPr sz="1400">
              <a:highlight>
                <a:schemeClr val="lt1"/>
              </a:highlight>
            </a:endParaRPr>
          </a:p>
          <a:p>
            <a:pPr indent="-317500" lvl="0" marL="457200" marR="0" rtl="0" algn="l">
              <a:lnSpc>
                <a:spcPct val="115000"/>
              </a:lnSpc>
              <a:spcBef>
                <a:spcPts val="0"/>
              </a:spcBef>
              <a:spcAft>
                <a:spcPts val="0"/>
              </a:spcAft>
              <a:buSzPts val="1400"/>
              <a:buAutoNum type="arabicPeriod"/>
            </a:pPr>
            <a:r>
              <a:rPr lang="en" sz="1400">
                <a:highlight>
                  <a:schemeClr val="lt1"/>
                </a:highlight>
              </a:rPr>
              <a:t>Troubleshooting connectivity problems</a:t>
            </a:r>
            <a:endParaRPr sz="1400">
              <a:highlight>
                <a:schemeClr val="lt1"/>
              </a:highlight>
            </a:endParaRPr>
          </a:p>
          <a:p>
            <a:pPr indent="-317500" lvl="0" marL="457200" marR="0" rtl="0" algn="l">
              <a:lnSpc>
                <a:spcPct val="115000"/>
              </a:lnSpc>
              <a:spcBef>
                <a:spcPts val="0"/>
              </a:spcBef>
              <a:spcAft>
                <a:spcPts val="0"/>
              </a:spcAft>
              <a:buSzPts val="1400"/>
              <a:buAutoNum type="arabicPeriod"/>
            </a:pPr>
            <a:r>
              <a:rPr lang="en" sz="1400">
                <a:highlight>
                  <a:schemeClr val="lt1"/>
                </a:highlight>
              </a:rPr>
              <a:t>Detecting ARP spoofing attacks</a:t>
            </a:r>
            <a:endParaRPr sz="1400">
              <a:highlight>
                <a:schemeClr val="lt1"/>
              </a:highlight>
            </a:endParaRPr>
          </a:p>
          <a:p>
            <a:pPr indent="-317500" lvl="0" marL="457200" marR="0" rtl="0" algn="l">
              <a:lnSpc>
                <a:spcPct val="115000"/>
              </a:lnSpc>
              <a:spcBef>
                <a:spcPts val="1200"/>
              </a:spcBef>
              <a:spcAft>
                <a:spcPts val="0"/>
              </a:spcAft>
              <a:buSzPts val="1400"/>
              <a:buChar char="●"/>
            </a:pPr>
            <a:r>
              <a:rPr lang="en" sz="1400">
                <a:highlight>
                  <a:schemeClr val="lt1"/>
                </a:highlight>
              </a:rPr>
              <a:t>Key points to consider when analyzing ARP requests in Wireshark:</a:t>
            </a:r>
            <a:endParaRPr sz="1400">
              <a:highlight>
                <a:schemeClr val="lt1"/>
              </a:highlight>
            </a:endParaRPr>
          </a:p>
          <a:p>
            <a:pPr indent="-317500" lvl="0" marL="457200" marR="0" rtl="0" algn="l">
              <a:lnSpc>
                <a:spcPct val="115000"/>
              </a:lnSpc>
              <a:spcBef>
                <a:spcPts val="0"/>
              </a:spcBef>
              <a:spcAft>
                <a:spcPts val="0"/>
              </a:spcAft>
              <a:buSzPts val="1400"/>
              <a:buAutoNum type="arabicPeriod"/>
            </a:pPr>
            <a:r>
              <a:rPr lang="en" sz="1400">
                <a:highlight>
                  <a:schemeClr val="lt1"/>
                </a:highlight>
              </a:rPr>
              <a:t>Source and destination IP addresses: Identify which devices are sending and receiving ARP requests. </a:t>
            </a:r>
            <a:endParaRPr sz="1400">
              <a:highlight>
                <a:schemeClr val="lt1"/>
              </a:highlight>
            </a:endParaRPr>
          </a:p>
          <a:p>
            <a:pPr indent="-317500" lvl="0" marL="457200" marR="0" rtl="0" algn="l">
              <a:lnSpc>
                <a:spcPct val="115000"/>
              </a:lnSpc>
              <a:spcBef>
                <a:spcPts val="0"/>
              </a:spcBef>
              <a:spcAft>
                <a:spcPts val="0"/>
              </a:spcAft>
              <a:buSzPts val="1400"/>
              <a:buAutoNum type="arabicPeriod"/>
            </a:pPr>
            <a:r>
              <a:rPr lang="en" sz="1400">
                <a:highlight>
                  <a:schemeClr val="lt1"/>
                </a:highlight>
              </a:rPr>
              <a:t>Source and destination MAC addresses: Analyze the MAC addresses associated with the IP addresses involved in the ARP communication. </a:t>
            </a:r>
            <a:endParaRPr sz="1400">
              <a:highlight>
                <a:schemeClr val="lt1"/>
              </a:highlight>
            </a:endParaRPr>
          </a:p>
          <a:p>
            <a:pPr indent="-317500" lvl="0" marL="457200" marR="0" rtl="0" algn="l">
              <a:lnSpc>
                <a:spcPct val="115000"/>
              </a:lnSpc>
              <a:spcBef>
                <a:spcPts val="0"/>
              </a:spcBef>
              <a:spcAft>
                <a:spcPts val="0"/>
              </a:spcAft>
              <a:buSzPts val="1400"/>
              <a:buAutoNum type="arabicPeriod"/>
            </a:pPr>
            <a:r>
              <a:rPr lang="en" sz="1400">
                <a:highlight>
                  <a:schemeClr val="lt1"/>
                </a:highlight>
              </a:rPr>
              <a:t>ARP operation type: Determine whether the packet is an ARP request or reply. </a:t>
            </a:r>
            <a:endParaRPr sz="1400">
              <a:highlight>
                <a:schemeClr val="lt1"/>
              </a:highlight>
            </a:endParaRPr>
          </a:p>
          <a:p>
            <a:pPr indent="-317500" lvl="0" marL="457200" marR="0" rtl="0" algn="l">
              <a:lnSpc>
                <a:spcPct val="115000"/>
              </a:lnSpc>
              <a:spcBef>
                <a:spcPts val="0"/>
              </a:spcBef>
              <a:spcAft>
                <a:spcPts val="0"/>
              </a:spcAft>
              <a:buSzPts val="1400"/>
              <a:buAutoNum type="arabicPeriod"/>
            </a:pPr>
            <a:r>
              <a:rPr lang="en" sz="1400">
                <a:highlight>
                  <a:schemeClr val="lt1"/>
                </a:highlight>
              </a:rPr>
              <a:t>Network traffic patterns: Observe the frequency and timing of ARP requests to identify potential anomalies.</a:t>
            </a:r>
            <a:endParaRPr sz="1400">
              <a:highlight>
                <a:schemeClr val="lt1"/>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9" name="Shape 4399"/>
        <p:cNvGrpSpPr/>
        <p:nvPr/>
      </p:nvGrpSpPr>
      <p:grpSpPr>
        <a:xfrm>
          <a:off x="0" y="0"/>
          <a:ext cx="0" cy="0"/>
          <a:chOff x="0" y="0"/>
          <a:chExt cx="0" cy="0"/>
        </a:xfrm>
      </p:grpSpPr>
      <p:sp>
        <p:nvSpPr>
          <p:cNvPr id="4400" name="Google Shape;4400;p39"/>
          <p:cNvSpPr txBox="1"/>
          <p:nvPr>
            <p:ph type="title"/>
          </p:nvPr>
        </p:nvSpPr>
        <p:spPr>
          <a:xfrm>
            <a:off x="253950" y="103650"/>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Literature Review</a:t>
            </a:r>
            <a:endParaRPr/>
          </a:p>
        </p:txBody>
      </p:sp>
      <p:graphicFrame>
        <p:nvGraphicFramePr>
          <p:cNvPr id="4401" name="Google Shape;4401;p39"/>
          <p:cNvGraphicFramePr/>
          <p:nvPr/>
        </p:nvGraphicFramePr>
        <p:xfrm>
          <a:off x="813650" y="832991"/>
          <a:ext cx="3000000" cy="3000000"/>
        </p:xfrm>
        <a:graphic>
          <a:graphicData uri="http://schemas.openxmlformats.org/drawingml/2006/table">
            <a:tbl>
              <a:tblPr>
                <a:noFill/>
                <a:tableStyleId>{52311473-361C-44DE-8111-C33CA4EA867E}</a:tableStyleId>
              </a:tblPr>
              <a:tblGrid>
                <a:gridCol w="628650"/>
                <a:gridCol w="1432475"/>
                <a:gridCol w="1432475"/>
                <a:gridCol w="1422800"/>
                <a:gridCol w="1432475"/>
                <a:gridCol w="1167825"/>
              </a:tblGrid>
              <a:tr h="381000">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S.No</a:t>
                      </a:r>
                      <a:endParaRPr b="1" sz="900">
                        <a:latin typeface="Didact Gothic"/>
                        <a:ea typeface="Didact Gothic"/>
                        <a:cs typeface="Didact Gothic"/>
                        <a:sym typeface="Didact Gothic"/>
                      </a:endParaRPr>
                    </a:p>
                  </a:txBody>
                  <a:tcPr marT="91425" marB="91425" marR="91425" marL="91425">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Title of the Paper</a:t>
                      </a:r>
                      <a:endParaRPr b="1" sz="900">
                        <a:latin typeface="Didact Gothic"/>
                        <a:ea typeface="Didact Gothic"/>
                        <a:cs typeface="Didact Gothic"/>
                        <a:sym typeface="Didact Gothic"/>
                      </a:endParaRPr>
                    </a:p>
                  </a:txBody>
                  <a:tcPr marT="91425" marB="91425" marR="91425" marL="91425">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Author Name</a:t>
                      </a:r>
                      <a:endParaRPr b="1" sz="900">
                        <a:latin typeface="Didact Gothic"/>
                        <a:ea typeface="Didact Gothic"/>
                        <a:cs typeface="Didact Gothic"/>
                        <a:sym typeface="Didact Gothic"/>
                      </a:endParaRPr>
                    </a:p>
                  </a:txBody>
                  <a:tcPr marT="91425" marB="91425" marR="91425" marL="91425">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Proposed Solution</a:t>
                      </a:r>
                      <a:endParaRPr b="1" sz="900">
                        <a:latin typeface="Didact Gothic"/>
                        <a:ea typeface="Didact Gothic"/>
                        <a:cs typeface="Didact Gothic"/>
                        <a:sym typeface="Didact Gothic"/>
                      </a:endParaRPr>
                    </a:p>
                  </a:txBody>
                  <a:tcPr marT="91425" marB="91425" marR="91425" marL="91425">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Journal Conference Name</a:t>
                      </a:r>
                      <a:endParaRPr b="1" sz="900">
                        <a:latin typeface="Didact Gothic"/>
                        <a:ea typeface="Didact Gothic"/>
                        <a:cs typeface="Didact Gothic"/>
                        <a:sym typeface="Didact Gothic"/>
                      </a:endParaRPr>
                    </a:p>
                  </a:txBody>
                  <a:tcPr marT="91425" marB="91425" marR="91425" marL="91425">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Year of Publication</a:t>
                      </a:r>
                      <a:endParaRPr b="1" sz="900">
                        <a:latin typeface="Didact Gothic"/>
                        <a:ea typeface="Didact Gothic"/>
                        <a:cs typeface="Didact Gothic"/>
                        <a:sym typeface="Didact Gothic"/>
                      </a:endParaRPr>
                    </a:p>
                  </a:txBody>
                  <a:tcPr marT="91425" marB="91425" marR="91425" marL="91425">
                    <a:lnB cap="flat" cmpd="sng" w="12700">
                      <a:solidFill>
                        <a:srgbClr val="000000"/>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1.</a:t>
                      </a:r>
                      <a:endParaRPr b="1" sz="9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Security Analysis and Simulation Experiment of ARP Protocol Vulnerability</a:t>
                      </a:r>
                      <a:endParaRPr b="1" sz="9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Tong, et.al</a:t>
                      </a:r>
                      <a:endParaRPr b="1" sz="9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900">
                          <a:latin typeface="Didact Gothic"/>
                          <a:ea typeface="Didact Gothic"/>
                          <a:cs typeface="Didact Gothic"/>
                          <a:sym typeface="Didact Gothic"/>
                        </a:rPr>
                        <a:t>This paper examines ARP protocol vulnerabilities through simulation of ARP spoofing and flooding attacks, using Wireshark for analysis, and proposes preventive measures.</a:t>
                      </a:r>
                      <a:endParaRPr b="1" sz="9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International Core Journal of Engineering</a:t>
                      </a:r>
                      <a:endParaRPr b="1" sz="9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2024</a:t>
                      </a:r>
                      <a:endParaRPr b="1" sz="9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2.</a:t>
                      </a:r>
                      <a:endParaRPr b="1" sz="9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A Strategy to Mitigate ARP Spoofing Attacks on Hypervisors</a:t>
                      </a:r>
                      <a:endParaRPr b="1" sz="9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Mohamed, et.al</a:t>
                      </a:r>
                      <a:endParaRPr b="1" sz="9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900">
                          <a:latin typeface="Didact Gothic"/>
                          <a:ea typeface="Didact Gothic"/>
                          <a:cs typeface="Didact Gothic"/>
                          <a:sym typeface="Didact Gothic"/>
                        </a:rPr>
                        <a:t>A study found virtual machines in a multi-tenant cloud vulnerable to ARP spoofing, with those running multiple OSes being more susceptible. A Kali Linux Python script mitigated the attacks, but no hypervisor was fully immune.</a:t>
                      </a:r>
                      <a:endParaRPr b="1" sz="9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2024 Fourth ICAECT</a:t>
                      </a:r>
                      <a:endParaRPr b="1" sz="9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900">
                          <a:latin typeface="Didact Gothic"/>
                          <a:ea typeface="Didact Gothic"/>
                          <a:cs typeface="Didact Gothic"/>
                          <a:sym typeface="Didact Gothic"/>
                        </a:rPr>
                        <a:t>2024</a:t>
                      </a:r>
                      <a:endParaRPr b="1" sz="9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5" name="Shape 4405"/>
        <p:cNvGrpSpPr/>
        <p:nvPr/>
      </p:nvGrpSpPr>
      <p:grpSpPr>
        <a:xfrm>
          <a:off x="0" y="0"/>
          <a:ext cx="0" cy="0"/>
          <a:chOff x="0" y="0"/>
          <a:chExt cx="0" cy="0"/>
        </a:xfrm>
      </p:grpSpPr>
      <p:graphicFrame>
        <p:nvGraphicFramePr>
          <p:cNvPr id="4406" name="Google Shape;4406;p40"/>
          <p:cNvGraphicFramePr/>
          <p:nvPr/>
        </p:nvGraphicFramePr>
        <p:xfrm>
          <a:off x="813650" y="235500"/>
          <a:ext cx="3000000" cy="3000000"/>
        </p:xfrm>
        <a:graphic>
          <a:graphicData uri="http://schemas.openxmlformats.org/drawingml/2006/table">
            <a:tbl>
              <a:tblPr>
                <a:noFill/>
                <a:tableStyleId>{52311473-361C-44DE-8111-C33CA4EA867E}</a:tableStyleId>
              </a:tblPr>
              <a:tblGrid>
                <a:gridCol w="628650"/>
                <a:gridCol w="1432475"/>
                <a:gridCol w="1432475"/>
                <a:gridCol w="1422800"/>
                <a:gridCol w="1432475"/>
                <a:gridCol w="1167825"/>
              </a:tblGrid>
              <a:tr h="381000">
                <a:tc>
                  <a:txBody>
                    <a:bodyPr/>
                    <a:lstStyle/>
                    <a:p>
                      <a:pPr indent="0" lvl="0" marL="0" marR="0" rtl="0" algn="l">
                        <a:lnSpc>
                          <a:spcPct val="100000"/>
                        </a:lnSpc>
                        <a:spcBef>
                          <a:spcPts val="0"/>
                        </a:spcBef>
                        <a:spcAft>
                          <a:spcPts val="0"/>
                        </a:spcAft>
                        <a:buClr>
                          <a:srgbClr val="000000"/>
                        </a:buClr>
                        <a:buSzPts val="1500"/>
                        <a:buFont typeface="Arial"/>
                        <a:buNone/>
                      </a:pPr>
                      <a:r>
                        <a:rPr b="1" lang="en" sz="1000" u="none" cap="none" strike="noStrike">
                          <a:latin typeface="Didact Gothic"/>
                          <a:ea typeface="Didact Gothic"/>
                          <a:cs typeface="Didact Gothic"/>
                          <a:sym typeface="Didact Gothic"/>
                        </a:rPr>
                        <a:t>S.No</a:t>
                      </a:r>
                      <a:endParaRPr b="1" sz="1000" u="none" cap="none" strike="noStrike">
                        <a:latin typeface="Didact Gothic"/>
                        <a:ea typeface="Didact Gothic"/>
                        <a:cs typeface="Didact Gothic"/>
                        <a:sym typeface="Didact Gothic"/>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u="none" cap="none" strike="noStrike">
                          <a:latin typeface="Didact Gothic"/>
                          <a:ea typeface="Didact Gothic"/>
                          <a:cs typeface="Didact Gothic"/>
                          <a:sym typeface="Didact Gothic"/>
                        </a:rPr>
                        <a:t>Title of the Paper</a:t>
                      </a:r>
                      <a:endParaRPr b="1" sz="1000" u="none" cap="none" strike="noStrike">
                        <a:latin typeface="Didact Gothic"/>
                        <a:ea typeface="Didact Gothic"/>
                        <a:cs typeface="Didact Gothic"/>
                        <a:sym typeface="Didact Gothic"/>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u="none" cap="none" strike="noStrike">
                          <a:latin typeface="Didact Gothic"/>
                          <a:ea typeface="Didact Gothic"/>
                          <a:cs typeface="Didact Gothic"/>
                          <a:sym typeface="Didact Gothic"/>
                        </a:rPr>
                        <a:t>Author Name</a:t>
                      </a:r>
                      <a:endParaRPr b="1" sz="1000" u="none" cap="none" strike="noStrike">
                        <a:latin typeface="Didact Gothic"/>
                        <a:ea typeface="Didact Gothic"/>
                        <a:cs typeface="Didact Gothic"/>
                        <a:sym typeface="Didact Gothic"/>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a:latin typeface="Didact Gothic"/>
                          <a:ea typeface="Didact Gothic"/>
                          <a:cs typeface="Didact Gothic"/>
                          <a:sym typeface="Didact Gothic"/>
                        </a:rPr>
                        <a:t>Proposed</a:t>
                      </a:r>
                      <a:r>
                        <a:rPr b="1" lang="en" sz="1000" u="none" cap="none" strike="noStrike">
                          <a:latin typeface="Didact Gothic"/>
                          <a:ea typeface="Didact Gothic"/>
                          <a:cs typeface="Didact Gothic"/>
                          <a:sym typeface="Didact Gothic"/>
                        </a:rPr>
                        <a:t> Solution</a:t>
                      </a:r>
                      <a:endParaRPr b="1" sz="1000" u="none" cap="none" strike="noStrike">
                        <a:latin typeface="Didact Gothic"/>
                        <a:ea typeface="Didact Gothic"/>
                        <a:cs typeface="Didact Gothic"/>
                        <a:sym typeface="Didact Gothic"/>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u="none" cap="none" strike="noStrike">
                          <a:latin typeface="Didact Gothic"/>
                          <a:ea typeface="Didact Gothic"/>
                          <a:cs typeface="Didact Gothic"/>
                          <a:sym typeface="Didact Gothic"/>
                        </a:rPr>
                        <a:t>Journal Conference Name</a:t>
                      </a:r>
                      <a:endParaRPr b="1" sz="1000" u="none" cap="none" strike="noStrike">
                        <a:latin typeface="Didact Gothic"/>
                        <a:ea typeface="Didact Gothic"/>
                        <a:cs typeface="Didact Gothic"/>
                        <a:sym typeface="Didact Gothic"/>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u="none" cap="none" strike="noStrike">
                          <a:latin typeface="Didact Gothic"/>
                          <a:ea typeface="Didact Gothic"/>
                          <a:cs typeface="Didact Gothic"/>
                          <a:sym typeface="Didact Gothic"/>
                        </a:rPr>
                        <a:t>Year of Publication</a:t>
                      </a:r>
                      <a:endParaRPr b="1" sz="1000" u="none" cap="none" strike="noStrike">
                        <a:latin typeface="Didact Gothic"/>
                        <a:ea typeface="Didact Gothic"/>
                        <a:cs typeface="Didact Gothic"/>
                        <a:sym typeface="Didact Gothic"/>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500"/>
                        <a:buFont typeface="Arial"/>
                        <a:buNone/>
                      </a:pPr>
                      <a:r>
                        <a:rPr b="1" lang="en" sz="1000">
                          <a:latin typeface="Didact Gothic"/>
                          <a:ea typeface="Didact Gothic"/>
                          <a:cs typeface="Didact Gothic"/>
                          <a:sym typeface="Didact Gothic"/>
                        </a:rPr>
                        <a:t>3.</a:t>
                      </a:r>
                      <a:endParaRPr b="1" sz="10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a:latin typeface="Didact Gothic"/>
                          <a:ea typeface="Didact Gothic"/>
                          <a:cs typeface="Didact Gothic"/>
                          <a:sym typeface="Didact Gothic"/>
                        </a:rPr>
                        <a:t>Forensic Analysis of an IoT ARP Spoofing Attack</a:t>
                      </a:r>
                      <a:endParaRPr b="1" sz="1000">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500"/>
                        <a:buFont typeface="Arial"/>
                        <a:buNone/>
                      </a:pPr>
                      <a:r>
                        <a:t/>
                      </a:r>
                      <a:endParaRPr b="1" sz="10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a:latin typeface="Didact Gothic"/>
                          <a:ea typeface="Didact Gothic"/>
                          <a:cs typeface="Didact Gothic"/>
                          <a:sym typeface="Didact Gothic"/>
                        </a:rPr>
                        <a:t>Friedl, et.al</a:t>
                      </a:r>
                      <a:endParaRPr b="1" sz="10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000">
                          <a:latin typeface="Didact Gothic"/>
                          <a:ea typeface="Didact Gothic"/>
                          <a:cs typeface="Didact Gothic"/>
                          <a:sym typeface="Didact Gothic"/>
                        </a:rPr>
                        <a:t>ARP spoofing in IoT enables hackers to steal traffic, as shown in a case of industrial espionage, emphasizing the need for forensic analysis to detect such advanced attacks.</a:t>
                      </a:r>
                      <a:endParaRPr b="1" sz="10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a:latin typeface="Didact Gothic"/>
                          <a:ea typeface="Didact Gothic"/>
                          <a:cs typeface="Didact Gothic"/>
                          <a:sym typeface="Didact Gothic"/>
                        </a:rPr>
                        <a:t>2024 12th ISDFS</a:t>
                      </a:r>
                      <a:endParaRPr b="1" sz="1000">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500"/>
                        <a:buFont typeface="Arial"/>
                        <a:buNone/>
                      </a:pPr>
                      <a:r>
                        <a:t/>
                      </a:r>
                      <a:endParaRPr b="1" sz="1000">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500"/>
                        <a:buFont typeface="Arial"/>
                        <a:buNone/>
                      </a:pPr>
                      <a:r>
                        <a:t/>
                      </a:r>
                      <a:endParaRPr b="1" sz="10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a:latin typeface="Didact Gothic"/>
                          <a:ea typeface="Didact Gothic"/>
                          <a:cs typeface="Didact Gothic"/>
                          <a:sym typeface="Didact Gothic"/>
                        </a:rPr>
                        <a:t>2024</a:t>
                      </a:r>
                      <a:endParaRPr b="1" sz="10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500"/>
                        <a:buFont typeface="Arial"/>
                        <a:buNone/>
                      </a:pPr>
                      <a:r>
                        <a:rPr b="1" lang="en" sz="1000">
                          <a:latin typeface="Didact Gothic"/>
                          <a:ea typeface="Didact Gothic"/>
                          <a:cs typeface="Didact Gothic"/>
                          <a:sym typeface="Didact Gothic"/>
                        </a:rPr>
                        <a:t>4.</a:t>
                      </a:r>
                      <a:endParaRPr b="1" sz="10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a:latin typeface="Didact Gothic"/>
                          <a:ea typeface="Didact Gothic"/>
                          <a:cs typeface="Didact Gothic"/>
                          <a:sym typeface="Didact Gothic"/>
                        </a:rPr>
                        <a:t>An Effective Prevention Approach against ARP Cache Poisoning Attacks in MikroTik-based Networks</a:t>
                      </a:r>
                      <a:endParaRPr b="1" sz="10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a:latin typeface="Didact Gothic"/>
                          <a:ea typeface="Didact Gothic"/>
                          <a:cs typeface="Didact Gothic"/>
                          <a:sym typeface="Didact Gothic"/>
                        </a:rPr>
                        <a:t>Suethanuwong, et.al</a:t>
                      </a:r>
                      <a:endParaRPr b="1" sz="10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000">
                          <a:latin typeface="Didact Gothic"/>
                          <a:ea typeface="Didact Gothic"/>
                          <a:cs typeface="Didact Gothic"/>
                          <a:sym typeface="Didact Gothic"/>
                        </a:rPr>
                        <a:t>This paper proposes Gateway-controlled ARP (GCA) to prevent ARP cache poisoning in MikroTik-based RoaS networks by forwarding ARP messages to the router for inspection, effectively blocking spoofed packets.</a:t>
                      </a:r>
                      <a:endParaRPr b="1" sz="10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a:latin typeface="Didact Gothic"/>
                          <a:ea typeface="Didact Gothic"/>
                          <a:cs typeface="Didact Gothic"/>
                          <a:sym typeface="Didact Gothic"/>
                        </a:rPr>
                        <a:t>ECTI-CIT</a:t>
                      </a:r>
                      <a:endParaRPr b="1" sz="1000">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500"/>
                        <a:buFont typeface="Arial"/>
                        <a:buNone/>
                      </a:pPr>
                      <a:r>
                        <a:t/>
                      </a:r>
                      <a:endParaRPr b="1" sz="10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000">
                          <a:latin typeface="Didact Gothic"/>
                          <a:ea typeface="Didact Gothic"/>
                          <a:cs typeface="Didact Gothic"/>
                          <a:sym typeface="Didact Gothic"/>
                        </a:rPr>
                        <a:t>2024</a:t>
                      </a:r>
                      <a:endParaRPr b="1" sz="10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0" name="Shape 4410"/>
        <p:cNvGrpSpPr/>
        <p:nvPr/>
      </p:nvGrpSpPr>
      <p:grpSpPr>
        <a:xfrm>
          <a:off x="0" y="0"/>
          <a:ext cx="0" cy="0"/>
          <a:chOff x="0" y="0"/>
          <a:chExt cx="0" cy="0"/>
        </a:xfrm>
      </p:grpSpPr>
      <p:graphicFrame>
        <p:nvGraphicFramePr>
          <p:cNvPr id="4411" name="Google Shape;4411;p41"/>
          <p:cNvGraphicFramePr/>
          <p:nvPr/>
        </p:nvGraphicFramePr>
        <p:xfrm>
          <a:off x="813650" y="235500"/>
          <a:ext cx="3000000" cy="3000000"/>
        </p:xfrm>
        <a:graphic>
          <a:graphicData uri="http://schemas.openxmlformats.org/drawingml/2006/table">
            <a:tbl>
              <a:tblPr>
                <a:noFill/>
                <a:tableStyleId>{52311473-361C-44DE-8111-C33CA4EA867E}</a:tableStyleId>
              </a:tblPr>
              <a:tblGrid>
                <a:gridCol w="628650"/>
                <a:gridCol w="1432475"/>
                <a:gridCol w="1432475"/>
                <a:gridCol w="1422800"/>
                <a:gridCol w="1432475"/>
                <a:gridCol w="1167825"/>
              </a:tblGrid>
              <a:tr h="381000">
                <a:tc>
                  <a:txBody>
                    <a:bodyPr/>
                    <a:lstStyle/>
                    <a:p>
                      <a:pPr indent="0" lvl="0" marL="0" marR="0" rtl="0" algn="l">
                        <a:lnSpc>
                          <a:spcPct val="100000"/>
                        </a:lnSpc>
                        <a:spcBef>
                          <a:spcPts val="0"/>
                        </a:spcBef>
                        <a:spcAft>
                          <a:spcPts val="0"/>
                        </a:spcAft>
                        <a:buNone/>
                      </a:pPr>
                      <a:r>
                        <a:rPr b="1" lang="en" sz="1000">
                          <a:latin typeface="Didact Gothic"/>
                          <a:ea typeface="Didact Gothic"/>
                          <a:cs typeface="Didact Gothic"/>
                          <a:sym typeface="Didact Gothic"/>
                        </a:rPr>
                        <a:t>S.No</a:t>
                      </a:r>
                      <a:endParaRPr b="1" sz="1000">
                        <a:latin typeface="Didact Gothic"/>
                        <a:ea typeface="Didact Gothic"/>
                        <a:cs typeface="Didact Gothic"/>
                        <a:sym typeface="Didact Gothic"/>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1000">
                          <a:latin typeface="Didact Gothic"/>
                          <a:ea typeface="Didact Gothic"/>
                          <a:cs typeface="Didact Gothic"/>
                          <a:sym typeface="Didact Gothic"/>
                        </a:rPr>
                        <a:t>Title of the Paper</a:t>
                      </a:r>
                      <a:endParaRPr b="1" sz="1000">
                        <a:latin typeface="Didact Gothic"/>
                        <a:ea typeface="Didact Gothic"/>
                        <a:cs typeface="Didact Gothic"/>
                        <a:sym typeface="Didact Gothic"/>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1000">
                          <a:latin typeface="Didact Gothic"/>
                          <a:ea typeface="Didact Gothic"/>
                          <a:cs typeface="Didact Gothic"/>
                          <a:sym typeface="Didact Gothic"/>
                        </a:rPr>
                        <a:t>Author Name</a:t>
                      </a:r>
                      <a:endParaRPr b="1" sz="1000">
                        <a:latin typeface="Didact Gothic"/>
                        <a:ea typeface="Didact Gothic"/>
                        <a:cs typeface="Didact Gothic"/>
                        <a:sym typeface="Didact Gothic"/>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1000">
                          <a:latin typeface="Didact Gothic"/>
                          <a:ea typeface="Didact Gothic"/>
                          <a:cs typeface="Didact Gothic"/>
                          <a:sym typeface="Didact Gothic"/>
                        </a:rPr>
                        <a:t>Proposed Solution</a:t>
                      </a:r>
                      <a:endParaRPr b="1" sz="1000">
                        <a:latin typeface="Didact Gothic"/>
                        <a:ea typeface="Didact Gothic"/>
                        <a:cs typeface="Didact Gothic"/>
                        <a:sym typeface="Didact Gothic"/>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1000">
                          <a:latin typeface="Didact Gothic"/>
                          <a:ea typeface="Didact Gothic"/>
                          <a:cs typeface="Didact Gothic"/>
                          <a:sym typeface="Didact Gothic"/>
                        </a:rPr>
                        <a:t>Journal Conference Name</a:t>
                      </a:r>
                      <a:endParaRPr b="1" sz="1000">
                        <a:latin typeface="Didact Gothic"/>
                        <a:ea typeface="Didact Gothic"/>
                        <a:cs typeface="Didact Gothic"/>
                        <a:sym typeface="Didact Gothic"/>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en" sz="1000">
                          <a:latin typeface="Didact Gothic"/>
                          <a:ea typeface="Didact Gothic"/>
                          <a:cs typeface="Didact Gothic"/>
                          <a:sym typeface="Didact Gothic"/>
                        </a:rPr>
                        <a:t>Year of Publication</a:t>
                      </a:r>
                      <a:endParaRPr b="1" sz="1000">
                        <a:latin typeface="Didact Gothic"/>
                        <a:ea typeface="Didact Gothic"/>
                        <a:cs typeface="Didact Gothic"/>
                        <a:sym typeface="Didact Gothic"/>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500"/>
                        <a:buFont typeface="Arial"/>
                        <a:buNone/>
                      </a:pPr>
                      <a:r>
                        <a:rPr b="1" lang="en" sz="1100">
                          <a:latin typeface="Didact Gothic"/>
                          <a:ea typeface="Didact Gothic"/>
                          <a:cs typeface="Didact Gothic"/>
                          <a:sym typeface="Didact Gothic"/>
                        </a:rPr>
                        <a:t>5.</a:t>
                      </a:r>
                      <a:endParaRPr b="1" sz="11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100">
                          <a:latin typeface="Didact Gothic"/>
                          <a:ea typeface="Didact Gothic"/>
                          <a:cs typeface="Didact Gothic"/>
                          <a:sym typeface="Didact Gothic"/>
                        </a:rPr>
                        <a:t>Arp spoofing detection using machine learning classifiers: an experimental study</a:t>
                      </a:r>
                      <a:endParaRPr b="1" sz="11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100">
                          <a:latin typeface="Didact Gothic"/>
                          <a:ea typeface="Didact Gothic"/>
                          <a:cs typeface="Didact Gothic"/>
                          <a:sym typeface="Didact Gothic"/>
                        </a:rPr>
                        <a:t>Majumder, et.al</a:t>
                      </a:r>
                      <a:endParaRPr b="1" sz="11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Didact Gothic"/>
                          <a:ea typeface="Didact Gothic"/>
                          <a:cs typeface="Didact Gothic"/>
                          <a:sym typeface="Didact Gothic"/>
                        </a:rPr>
                        <a:t>This study develops a real-time ARP spoofing detection approach, optimizing ML classifiers for continuous IP/MAC verification, achieving 99.26% F1-Score with CNN for real-time detection.</a:t>
                      </a:r>
                      <a:endParaRPr b="1" sz="11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100">
                          <a:latin typeface="Didact Gothic"/>
                          <a:ea typeface="Didact Gothic"/>
                          <a:cs typeface="Didact Gothic"/>
                          <a:sym typeface="Didact Gothic"/>
                        </a:rPr>
                        <a:t>Knowledge and Information Systems</a:t>
                      </a:r>
                      <a:endParaRPr b="1" sz="11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b="1" lang="en" sz="1100">
                          <a:latin typeface="Didact Gothic"/>
                          <a:ea typeface="Didact Gothic"/>
                          <a:cs typeface="Didact Gothic"/>
                          <a:sym typeface="Didact Gothic"/>
                        </a:rPr>
                        <a:t>2025</a:t>
                      </a:r>
                      <a:endParaRPr b="1" sz="1100">
                        <a:latin typeface="Didact Gothic"/>
                        <a:ea typeface="Didact Gothic"/>
                        <a:cs typeface="Didact Gothic"/>
                        <a:sym typeface="Didact Gothic"/>
                      </a:endParaRPr>
                    </a:p>
                  </a:txBody>
                  <a:tcPr marT="88900" marB="88900" marR="88900" marL="889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5" name="Shape 4415"/>
        <p:cNvGrpSpPr/>
        <p:nvPr/>
      </p:nvGrpSpPr>
      <p:grpSpPr>
        <a:xfrm>
          <a:off x="0" y="0"/>
          <a:ext cx="0" cy="0"/>
          <a:chOff x="0" y="0"/>
          <a:chExt cx="0" cy="0"/>
        </a:xfrm>
      </p:grpSpPr>
      <p:sp>
        <p:nvSpPr>
          <p:cNvPr id="4416" name="Google Shape;4416;p42"/>
          <p:cNvSpPr txBox="1"/>
          <p:nvPr>
            <p:ph type="title"/>
          </p:nvPr>
        </p:nvSpPr>
        <p:spPr>
          <a:xfrm>
            <a:off x="253950" y="265325"/>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Installation and Setup</a:t>
            </a:r>
            <a:endParaRPr/>
          </a:p>
        </p:txBody>
      </p:sp>
      <p:sp>
        <p:nvSpPr>
          <p:cNvPr id="4417" name="Google Shape;4417;p42"/>
          <p:cNvSpPr txBox="1"/>
          <p:nvPr>
            <p:ph idx="1" type="body"/>
          </p:nvPr>
        </p:nvSpPr>
        <p:spPr>
          <a:xfrm>
            <a:off x="253950" y="965800"/>
            <a:ext cx="8636100" cy="3919500"/>
          </a:xfrm>
          <a:prstGeom prst="rect">
            <a:avLst/>
          </a:prstGeom>
          <a:noFill/>
          <a:ln>
            <a:noFill/>
          </a:ln>
        </p:spPr>
        <p:txBody>
          <a:bodyPr anchorCtr="0" anchor="t" bIns="91425" lIns="91425" spcFirstLastPara="1" rIns="91425" wrap="square" tIns="91425">
            <a:noAutofit/>
          </a:bodyPr>
          <a:lstStyle/>
          <a:p>
            <a:pPr indent="0" lvl="0" marL="457200" rtl="0" algn="l">
              <a:lnSpc>
                <a:spcPct val="150000"/>
              </a:lnSpc>
              <a:spcBef>
                <a:spcPts val="1200"/>
              </a:spcBef>
              <a:spcAft>
                <a:spcPts val="0"/>
              </a:spcAft>
              <a:buNone/>
            </a:pPr>
            <a:r>
              <a:rPr lang="en" sz="1600">
                <a:solidFill>
                  <a:srgbClr val="7A0C0C"/>
                </a:solidFill>
                <a:latin typeface="Arial"/>
                <a:ea typeface="Arial"/>
                <a:cs typeface="Arial"/>
                <a:sym typeface="Arial"/>
              </a:rPr>
              <a:t>Install Wireshark:</a:t>
            </a:r>
            <a:endParaRPr sz="1600">
              <a:solidFill>
                <a:srgbClr val="7A0C0C"/>
              </a:solidFill>
              <a:latin typeface="Arial"/>
              <a:ea typeface="Arial"/>
              <a:cs typeface="Arial"/>
              <a:sym typeface="Arial"/>
            </a:endParaRPr>
          </a:p>
          <a:p>
            <a:pPr indent="-330200" lvl="1" marL="914400" rtl="0" algn="l">
              <a:lnSpc>
                <a:spcPct val="150000"/>
              </a:lnSpc>
              <a:spcBef>
                <a:spcPts val="1200"/>
              </a:spcBef>
              <a:spcAft>
                <a:spcPts val="0"/>
              </a:spcAft>
              <a:buClr>
                <a:srgbClr val="7A0C0C"/>
              </a:buClr>
              <a:buSzPts val="1600"/>
              <a:buFont typeface="Arial"/>
              <a:buChar char="○"/>
            </a:pPr>
            <a:r>
              <a:rPr lang="en" sz="1600">
                <a:solidFill>
                  <a:srgbClr val="7A0C0C"/>
                </a:solidFill>
                <a:latin typeface="Arial"/>
                <a:ea typeface="Arial"/>
                <a:cs typeface="Arial"/>
                <a:sym typeface="Arial"/>
              </a:rPr>
              <a:t>Download and install Wireshark from</a:t>
            </a:r>
            <a:r>
              <a:rPr lang="en" sz="1600">
                <a:solidFill>
                  <a:srgbClr val="7A0C0C"/>
                </a:solidFill>
                <a:uFill>
                  <a:noFill/>
                </a:uFill>
                <a:latin typeface="Arial"/>
                <a:ea typeface="Arial"/>
                <a:cs typeface="Arial"/>
                <a:sym typeface="Arial"/>
                <a:hlinkClick r:id="rId3">
                  <a:extLst>
                    <a:ext uri="{A12FA001-AC4F-418D-AE19-62706E023703}">
                      <ahyp:hlinkClr val="tx"/>
                    </a:ext>
                  </a:extLst>
                </a:hlinkClick>
              </a:rPr>
              <a:t> </a:t>
            </a:r>
            <a:r>
              <a:rPr lang="en" sz="1600" u="sng">
                <a:solidFill>
                  <a:srgbClr val="7A0C0C"/>
                </a:solidFill>
                <a:latin typeface="Arial"/>
                <a:ea typeface="Arial"/>
                <a:cs typeface="Arial"/>
                <a:sym typeface="Arial"/>
                <a:hlinkClick r:id="rId4">
                  <a:extLst>
                    <a:ext uri="{A12FA001-AC4F-418D-AE19-62706E023703}">
                      <ahyp:hlinkClr val="tx"/>
                    </a:ext>
                  </a:extLst>
                </a:hlinkClick>
              </a:rPr>
              <a:t>Wireshark's official website</a:t>
            </a:r>
            <a:r>
              <a:rPr lang="en" sz="1600">
                <a:solidFill>
                  <a:srgbClr val="7A0C0C"/>
                </a:solidFill>
                <a:latin typeface="Arial"/>
                <a:ea typeface="Arial"/>
                <a:cs typeface="Arial"/>
                <a:sym typeface="Arial"/>
              </a:rPr>
              <a:t>.</a:t>
            </a:r>
            <a:endParaRPr sz="1600">
              <a:solidFill>
                <a:srgbClr val="7A0C0C"/>
              </a:solidFill>
              <a:latin typeface="Arial"/>
              <a:ea typeface="Arial"/>
              <a:cs typeface="Arial"/>
              <a:sym typeface="Arial"/>
            </a:endParaRPr>
          </a:p>
          <a:p>
            <a:pPr indent="-330200" lvl="1" marL="914400" rtl="0" algn="l">
              <a:lnSpc>
                <a:spcPct val="150000"/>
              </a:lnSpc>
              <a:spcBef>
                <a:spcPts val="0"/>
              </a:spcBef>
              <a:spcAft>
                <a:spcPts val="0"/>
              </a:spcAft>
              <a:buClr>
                <a:srgbClr val="7A0C0C"/>
              </a:buClr>
              <a:buSzPts val="1600"/>
              <a:buFont typeface="Arial"/>
              <a:buChar char="○"/>
            </a:pPr>
            <a:r>
              <a:rPr lang="en" sz="1600">
                <a:solidFill>
                  <a:srgbClr val="7A0C0C"/>
                </a:solidFill>
                <a:latin typeface="Arial"/>
                <a:ea typeface="Arial"/>
                <a:cs typeface="Arial"/>
                <a:sym typeface="Arial"/>
              </a:rPr>
              <a:t>Follow the installation process for your operating system (Windows, Linux, macOS).</a:t>
            </a:r>
            <a:endParaRPr sz="1600">
              <a:solidFill>
                <a:srgbClr val="7A0C0C"/>
              </a:solidFill>
              <a:latin typeface="Arial"/>
              <a:ea typeface="Arial"/>
              <a:cs typeface="Arial"/>
              <a:sym typeface="Arial"/>
            </a:endParaRPr>
          </a:p>
          <a:p>
            <a:pPr indent="0" lvl="0" marL="457200" rtl="0" algn="l">
              <a:lnSpc>
                <a:spcPct val="150000"/>
              </a:lnSpc>
              <a:spcBef>
                <a:spcPts val="1200"/>
              </a:spcBef>
              <a:spcAft>
                <a:spcPts val="0"/>
              </a:spcAft>
              <a:buNone/>
            </a:pPr>
            <a:r>
              <a:rPr lang="en" sz="1600">
                <a:solidFill>
                  <a:srgbClr val="7A0C0C"/>
                </a:solidFill>
                <a:latin typeface="Arial"/>
                <a:ea typeface="Arial"/>
                <a:cs typeface="Arial"/>
                <a:sym typeface="Arial"/>
              </a:rPr>
              <a:t>Set Up Network Interfaces:</a:t>
            </a:r>
            <a:endParaRPr sz="1600">
              <a:solidFill>
                <a:srgbClr val="7A0C0C"/>
              </a:solidFill>
              <a:latin typeface="Arial"/>
              <a:ea typeface="Arial"/>
              <a:cs typeface="Arial"/>
              <a:sym typeface="Arial"/>
            </a:endParaRPr>
          </a:p>
          <a:p>
            <a:pPr indent="-330200" lvl="1" marL="914400" rtl="0" algn="l">
              <a:lnSpc>
                <a:spcPct val="150000"/>
              </a:lnSpc>
              <a:spcBef>
                <a:spcPts val="1200"/>
              </a:spcBef>
              <a:spcAft>
                <a:spcPts val="0"/>
              </a:spcAft>
              <a:buClr>
                <a:srgbClr val="7A0C0C"/>
              </a:buClr>
              <a:buSzPts val="1600"/>
              <a:buFont typeface="Arial"/>
              <a:buChar char="○"/>
            </a:pPr>
            <a:r>
              <a:rPr lang="en" sz="1600">
                <a:solidFill>
                  <a:srgbClr val="7A0C0C"/>
                </a:solidFill>
                <a:latin typeface="Arial"/>
                <a:ea typeface="Arial"/>
                <a:cs typeface="Arial"/>
                <a:sym typeface="Arial"/>
              </a:rPr>
              <a:t>Ensure Wireshark is running with the necessary privileges to capture network traffic.</a:t>
            </a:r>
            <a:endParaRPr sz="1600">
              <a:solidFill>
                <a:srgbClr val="7A0C0C"/>
              </a:solidFill>
              <a:latin typeface="Arial"/>
              <a:ea typeface="Arial"/>
              <a:cs typeface="Arial"/>
              <a:sym typeface="Arial"/>
            </a:endParaRPr>
          </a:p>
          <a:p>
            <a:pPr indent="-330200" lvl="1" marL="914400" rtl="0" algn="l">
              <a:lnSpc>
                <a:spcPct val="150000"/>
              </a:lnSpc>
              <a:spcBef>
                <a:spcPts val="0"/>
              </a:spcBef>
              <a:spcAft>
                <a:spcPts val="0"/>
              </a:spcAft>
              <a:buClr>
                <a:srgbClr val="7A0C0C"/>
              </a:buClr>
              <a:buSzPts val="1600"/>
              <a:buFont typeface="Arial"/>
              <a:buChar char="○"/>
            </a:pPr>
            <a:r>
              <a:rPr lang="en" sz="1600">
                <a:solidFill>
                  <a:srgbClr val="7A0C0C"/>
                </a:solidFill>
                <a:latin typeface="Arial"/>
                <a:ea typeface="Arial"/>
                <a:cs typeface="Arial"/>
                <a:sym typeface="Arial"/>
              </a:rPr>
              <a:t>Select the correct network interface (Ethernet, Wi-Fi, etc.) that you want to monitor.</a:t>
            </a:r>
            <a:endParaRPr sz="1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1" name="Shape 4421"/>
        <p:cNvGrpSpPr/>
        <p:nvPr/>
      </p:nvGrpSpPr>
      <p:grpSpPr>
        <a:xfrm>
          <a:off x="0" y="0"/>
          <a:ext cx="0" cy="0"/>
          <a:chOff x="0" y="0"/>
          <a:chExt cx="0" cy="0"/>
        </a:xfrm>
      </p:grpSpPr>
      <p:sp>
        <p:nvSpPr>
          <p:cNvPr id="4422" name="Google Shape;4422;p43"/>
          <p:cNvSpPr txBox="1"/>
          <p:nvPr>
            <p:ph type="title"/>
          </p:nvPr>
        </p:nvSpPr>
        <p:spPr>
          <a:xfrm>
            <a:off x="253950" y="265325"/>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Analyzing Captured Data</a:t>
            </a:r>
            <a:endParaRPr/>
          </a:p>
        </p:txBody>
      </p:sp>
      <p:sp>
        <p:nvSpPr>
          <p:cNvPr id="4423" name="Google Shape;4423;p43"/>
          <p:cNvSpPr txBox="1"/>
          <p:nvPr>
            <p:ph idx="1" type="body"/>
          </p:nvPr>
        </p:nvSpPr>
        <p:spPr>
          <a:xfrm>
            <a:off x="253950" y="965800"/>
            <a:ext cx="8636100" cy="3919500"/>
          </a:xfrm>
          <a:prstGeom prst="rect">
            <a:avLst/>
          </a:prstGeom>
          <a:noFill/>
          <a:ln>
            <a:noFill/>
          </a:ln>
        </p:spPr>
        <p:txBody>
          <a:bodyPr anchorCtr="0" anchor="t" bIns="91425" lIns="91425" spcFirstLastPara="1" rIns="91425" wrap="square" tIns="91425">
            <a:noAutofit/>
          </a:bodyPr>
          <a:lstStyle/>
          <a:p>
            <a:pPr indent="-298450" lvl="0" marL="457200" rtl="0" algn="l">
              <a:lnSpc>
                <a:spcPct val="150000"/>
              </a:lnSpc>
              <a:spcBef>
                <a:spcPts val="1200"/>
              </a:spcBef>
              <a:spcAft>
                <a:spcPts val="0"/>
              </a:spcAft>
              <a:buClr>
                <a:srgbClr val="7A0C0C"/>
              </a:buClr>
              <a:buSzPts val="1100"/>
              <a:buFont typeface="Arial"/>
              <a:buAutoNum type="arabicPeriod"/>
            </a:pPr>
            <a:r>
              <a:rPr lang="en" sz="1100">
                <a:solidFill>
                  <a:srgbClr val="7A0C0C"/>
                </a:solidFill>
                <a:latin typeface="Arial"/>
                <a:ea typeface="Arial"/>
                <a:cs typeface="Arial"/>
                <a:sym typeface="Arial"/>
              </a:rPr>
              <a:t>Start Capturing Packets:</a:t>
            </a:r>
            <a:endParaRPr sz="1100">
              <a:solidFill>
                <a:srgbClr val="7A0C0C"/>
              </a:solidFill>
              <a:latin typeface="Arial"/>
              <a:ea typeface="Arial"/>
              <a:cs typeface="Arial"/>
              <a:sym typeface="Arial"/>
            </a:endParaRPr>
          </a:p>
          <a:p>
            <a:pPr indent="-298450" lvl="0" marL="914400" rtl="0" algn="l">
              <a:lnSpc>
                <a:spcPct val="150000"/>
              </a:lnSpc>
              <a:spcBef>
                <a:spcPts val="0"/>
              </a:spcBef>
              <a:spcAft>
                <a:spcPts val="0"/>
              </a:spcAft>
              <a:buClr>
                <a:srgbClr val="7A0C0C"/>
              </a:buClr>
              <a:buSzPts val="1100"/>
              <a:buFont typeface="Arial"/>
              <a:buChar char="●"/>
            </a:pPr>
            <a:r>
              <a:rPr lang="en" sz="1100">
                <a:solidFill>
                  <a:srgbClr val="7A0C0C"/>
                </a:solidFill>
                <a:latin typeface="Arial"/>
                <a:ea typeface="Arial"/>
                <a:cs typeface="Arial"/>
                <a:sym typeface="Arial"/>
              </a:rPr>
              <a:t>Open Wireshark and choose the network interface to capture traffic from.</a:t>
            </a:r>
            <a:endParaRPr sz="1100">
              <a:solidFill>
                <a:srgbClr val="7A0C0C"/>
              </a:solidFill>
              <a:latin typeface="Arial"/>
              <a:ea typeface="Arial"/>
              <a:cs typeface="Arial"/>
              <a:sym typeface="Arial"/>
            </a:endParaRPr>
          </a:p>
          <a:p>
            <a:pPr indent="-298450" lvl="0" marL="914400" rtl="0" algn="l">
              <a:lnSpc>
                <a:spcPct val="150000"/>
              </a:lnSpc>
              <a:spcBef>
                <a:spcPts val="0"/>
              </a:spcBef>
              <a:spcAft>
                <a:spcPts val="0"/>
              </a:spcAft>
              <a:buClr>
                <a:srgbClr val="7A0C0C"/>
              </a:buClr>
              <a:buSzPts val="1100"/>
              <a:buFont typeface="Arial"/>
              <a:buChar char="●"/>
            </a:pPr>
            <a:r>
              <a:rPr lang="en" sz="1100">
                <a:solidFill>
                  <a:srgbClr val="7A0C0C"/>
                </a:solidFill>
                <a:latin typeface="Arial"/>
                <a:ea typeface="Arial"/>
                <a:cs typeface="Arial"/>
                <a:sym typeface="Arial"/>
              </a:rPr>
              <a:t>Click on the "Start Capturing Packets" button (the shark fin icon).</a:t>
            </a:r>
            <a:endParaRPr sz="1100">
              <a:solidFill>
                <a:srgbClr val="7A0C0C"/>
              </a:solidFill>
              <a:latin typeface="Arial"/>
              <a:ea typeface="Arial"/>
              <a:cs typeface="Arial"/>
              <a:sym typeface="Arial"/>
            </a:endParaRPr>
          </a:p>
          <a:p>
            <a:pPr indent="0" lvl="0" marL="0" rtl="0" algn="l">
              <a:lnSpc>
                <a:spcPct val="150000"/>
              </a:lnSpc>
              <a:spcBef>
                <a:spcPts val="1200"/>
              </a:spcBef>
              <a:spcAft>
                <a:spcPts val="0"/>
              </a:spcAft>
              <a:buNone/>
            </a:pPr>
            <a:r>
              <a:rPr lang="en" sz="1100">
                <a:solidFill>
                  <a:srgbClr val="7A0C0C"/>
                </a:solidFill>
                <a:latin typeface="Arial"/>
                <a:ea typeface="Arial"/>
                <a:cs typeface="Arial"/>
                <a:sym typeface="Arial"/>
              </a:rPr>
              <a:t>   2.	Filter Traffic (Optional):</a:t>
            </a:r>
            <a:endParaRPr sz="1100">
              <a:solidFill>
                <a:srgbClr val="7A0C0C"/>
              </a:solidFill>
              <a:latin typeface="Arial"/>
              <a:ea typeface="Arial"/>
              <a:cs typeface="Arial"/>
              <a:sym typeface="Arial"/>
            </a:endParaRPr>
          </a:p>
          <a:p>
            <a:pPr indent="-298450" lvl="0" marL="914400" rtl="0" algn="l">
              <a:lnSpc>
                <a:spcPct val="150000"/>
              </a:lnSpc>
              <a:spcBef>
                <a:spcPts val="1200"/>
              </a:spcBef>
              <a:spcAft>
                <a:spcPts val="0"/>
              </a:spcAft>
              <a:buClr>
                <a:srgbClr val="7A0C0C"/>
              </a:buClr>
              <a:buSzPts val="1100"/>
              <a:buFont typeface="Arial"/>
              <a:buChar char="●"/>
            </a:pPr>
            <a:r>
              <a:rPr lang="en" sz="1100">
                <a:solidFill>
                  <a:srgbClr val="7A0C0C"/>
                </a:solidFill>
                <a:latin typeface="Arial"/>
                <a:ea typeface="Arial"/>
                <a:cs typeface="Arial"/>
                <a:sym typeface="Arial"/>
              </a:rPr>
              <a:t>You can apply filters to capture only relevant traffic, such as:</a:t>
            </a:r>
            <a:endParaRPr sz="1100">
              <a:solidFill>
                <a:srgbClr val="7A0C0C"/>
              </a:solidFill>
              <a:latin typeface="Arial"/>
              <a:ea typeface="Arial"/>
              <a:cs typeface="Arial"/>
              <a:sym typeface="Arial"/>
            </a:endParaRPr>
          </a:p>
          <a:p>
            <a:pPr indent="-298450" lvl="2" marL="1371600" rtl="0" algn="l">
              <a:lnSpc>
                <a:spcPct val="150000"/>
              </a:lnSpc>
              <a:spcBef>
                <a:spcPts val="0"/>
              </a:spcBef>
              <a:spcAft>
                <a:spcPts val="0"/>
              </a:spcAft>
              <a:buClr>
                <a:srgbClr val="7A0C0C"/>
              </a:buClr>
              <a:buSzPts val="1100"/>
              <a:buFont typeface="Arial"/>
              <a:buChar char="■"/>
            </a:pPr>
            <a:r>
              <a:rPr lang="en" sz="1100">
                <a:solidFill>
                  <a:srgbClr val="7A0C0C"/>
                </a:solidFill>
                <a:latin typeface="Roboto Mono"/>
                <a:ea typeface="Roboto Mono"/>
                <a:cs typeface="Roboto Mono"/>
                <a:sym typeface="Roboto Mono"/>
              </a:rPr>
              <a:t>http</a:t>
            </a:r>
            <a:r>
              <a:rPr lang="en" sz="1100">
                <a:solidFill>
                  <a:srgbClr val="7A0C0C"/>
                </a:solidFill>
                <a:latin typeface="Arial"/>
                <a:ea typeface="Arial"/>
                <a:cs typeface="Arial"/>
                <a:sym typeface="Arial"/>
              </a:rPr>
              <a:t> for HTTP traffic.</a:t>
            </a:r>
            <a:endParaRPr sz="1100">
              <a:solidFill>
                <a:srgbClr val="7A0C0C"/>
              </a:solidFill>
              <a:latin typeface="Arial"/>
              <a:ea typeface="Arial"/>
              <a:cs typeface="Arial"/>
              <a:sym typeface="Arial"/>
            </a:endParaRPr>
          </a:p>
          <a:p>
            <a:pPr indent="-298450" lvl="2" marL="1371600" rtl="0" algn="l">
              <a:lnSpc>
                <a:spcPct val="150000"/>
              </a:lnSpc>
              <a:spcBef>
                <a:spcPts val="0"/>
              </a:spcBef>
              <a:spcAft>
                <a:spcPts val="0"/>
              </a:spcAft>
              <a:buClr>
                <a:srgbClr val="7A0C0C"/>
              </a:buClr>
              <a:buSzPts val="1100"/>
              <a:buFont typeface="Arial"/>
              <a:buChar char="■"/>
            </a:pPr>
            <a:r>
              <a:rPr lang="en" sz="1100">
                <a:solidFill>
                  <a:srgbClr val="7A0C0C"/>
                </a:solidFill>
                <a:latin typeface="Roboto Mono"/>
                <a:ea typeface="Roboto Mono"/>
                <a:cs typeface="Roboto Mono"/>
                <a:sym typeface="Roboto Mono"/>
              </a:rPr>
              <a:t>dns</a:t>
            </a:r>
            <a:r>
              <a:rPr lang="en" sz="1100">
                <a:solidFill>
                  <a:srgbClr val="7A0C0C"/>
                </a:solidFill>
                <a:latin typeface="Arial"/>
                <a:ea typeface="Arial"/>
                <a:cs typeface="Arial"/>
                <a:sym typeface="Arial"/>
              </a:rPr>
              <a:t> for DNS queries.</a:t>
            </a:r>
            <a:endParaRPr sz="1100">
              <a:solidFill>
                <a:srgbClr val="7A0C0C"/>
              </a:solidFill>
              <a:latin typeface="Arial"/>
              <a:ea typeface="Arial"/>
              <a:cs typeface="Arial"/>
              <a:sym typeface="Arial"/>
            </a:endParaRPr>
          </a:p>
          <a:p>
            <a:pPr indent="-298450" lvl="2" marL="1371600" rtl="0" algn="l">
              <a:lnSpc>
                <a:spcPct val="150000"/>
              </a:lnSpc>
              <a:spcBef>
                <a:spcPts val="0"/>
              </a:spcBef>
              <a:spcAft>
                <a:spcPts val="0"/>
              </a:spcAft>
              <a:buClr>
                <a:srgbClr val="7A0C0C"/>
              </a:buClr>
              <a:buSzPts val="1100"/>
              <a:buFont typeface="Arial"/>
              <a:buChar char="■"/>
            </a:pPr>
            <a:r>
              <a:rPr lang="en" sz="1100">
                <a:solidFill>
                  <a:srgbClr val="7A0C0C"/>
                </a:solidFill>
                <a:latin typeface="Roboto Mono"/>
                <a:ea typeface="Roboto Mono"/>
                <a:cs typeface="Roboto Mono"/>
                <a:sym typeface="Roboto Mono"/>
              </a:rPr>
              <a:t>a</a:t>
            </a:r>
            <a:r>
              <a:rPr lang="en" sz="1100">
                <a:solidFill>
                  <a:srgbClr val="7A0C0C"/>
                </a:solidFill>
                <a:latin typeface="Roboto Mono"/>
                <a:ea typeface="Roboto Mono"/>
                <a:cs typeface="Roboto Mono"/>
                <a:sym typeface="Roboto Mono"/>
              </a:rPr>
              <a:t>rp</a:t>
            </a:r>
            <a:endParaRPr sz="1100">
              <a:solidFill>
                <a:srgbClr val="7A0C0C"/>
              </a:solidFill>
              <a:latin typeface="Roboto Mono"/>
              <a:ea typeface="Roboto Mono"/>
              <a:cs typeface="Roboto Mono"/>
              <a:sym typeface="Roboto Mono"/>
            </a:endParaRPr>
          </a:p>
          <a:p>
            <a:pPr indent="0" lvl="0" marL="0" marR="0" rtl="0" algn="l">
              <a:lnSpc>
                <a:spcPct val="150000"/>
              </a:lnSpc>
              <a:spcBef>
                <a:spcPts val="1200"/>
              </a:spcBef>
              <a:spcAft>
                <a:spcPts val="0"/>
              </a:spcAft>
              <a:buNone/>
            </a:pPr>
            <a:r>
              <a:rPr lang="en" sz="1100">
                <a:solidFill>
                  <a:srgbClr val="7A0C0C"/>
                </a:solidFill>
                <a:latin typeface="Arial"/>
                <a:ea typeface="Arial"/>
                <a:cs typeface="Arial"/>
                <a:sym typeface="Arial"/>
              </a:rPr>
              <a:t>3.  Load the Captured Data</a:t>
            </a:r>
            <a:endParaRPr sz="1100">
              <a:solidFill>
                <a:srgbClr val="7A0C0C"/>
              </a:solidFill>
              <a:latin typeface="Arial"/>
              <a:ea typeface="Arial"/>
              <a:cs typeface="Arial"/>
              <a:sym typeface="Arial"/>
            </a:endParaRPr>
          </a:p>
          <a:p>
            <a:pPr indent="-298450" lvl="0" marL="914400" marR="0" rtl="0" algn="l">
              <a:lnSpc>
                <a:spcPct val="150000"/>
              </a:lnSpc>
              <a:spcBef>
                <a:spcPts val="1200"/>
              </a:spcBef>
              <a:spcAft>
                <a:spcPts val="0"/>
              </a:spcAft>
              <a:buClr>
                <a:srgbClr val="7A0C0C"/>
              </a:buClr>
              <a:buSzPts val="1100"/>
              <a:buFont typeface="Arial"/>
              <a:buChar char="●"/>
            </a:pPr>
            <a:r>
              <a:rPr lang="en" sz="1100">
                <a:solidFill>
                  <a:srgbClr val="7A0C0C"/>
                </a:solidFill>
                <a:latin typeface="Arial"/>
                <a:ea typeface="Arial"/>
                <a:cs typeface="Arial"/>
                <a:sym typeface="Arial"/>
              </a:rPr>
              <a:t>Open the capture file in Wireshark or another packet analysis tool.</a:t>
            </a:r>
            <a:endParaRPr sz="1100">
              <a:solidFill>
                <a:srgbClr val="7A0C0C"/>
              </a:solidFill>
              <a:latin typeface="Arial"/>
              <a:ea typeface="Arial"/>
              <a:cs typeface="Arial"/>
              <a:sym typeface="Arial"/>
            </a:endParaRPr>
          </a:p>
          <a:p>
            <a:pPr indent="0" lvl="0" marL="0" marR="0" rtl="0" algn="l">
              <a:lnSpc>
                <a:spcPct val="150000"/>
              </a:lnSpc>
              <a:spcBef>
                <a:spcPts val="1200"/>
              </a:spcBef>
              <a:spcAft>
                <a:spcPts val="0"/>
              </a:spcAft>
              <a:buNone/>
            </a:pPr>
            <a:r>
              <a:rPr lang="en" sz="1100">
                <a:solidFill>
                  <a:srgbClr val="7A0C0C"/>
                </a:solidFill>
                <a:latin typeface="Arial"/>
                <a:ea typeface="Arial"/>
                <a:cs typeface="Arial"/>
                <a:sym typeface="Arial"/>
              </a:rPr>
              <a:t>4. Analyze ARP Requests and Replies</a:t>
            </a:r>
            <a:endParaRPr sz="1100">
              <a:solidFill>
                <a:srgbClr val="7A0C0C"/>
              </a:solidFill>
              <a:latin typeface="Arial"/>
              <a:ea typeface="Arial"/>
              <a:cs typeface="Arial"/>
              <a:sym typeface="Arial"/>
            </a:endParaRPr>
          </a:p>
          <a:p>
            <a:pPr indent="-298450" lvl="0" marL="914400" marR="0" rtl="0" algn="l">
              <a:lnSpc>
                <a:spcPct val="150000"/>
              </a:lnSpc>
              <a:spcBef>
                <a:spcPts val="1200"/>
              </a:spcBef>
              <a:spcAft>
                <a:spcPts val="0"/>
              </a:spcAft>
              <a:buClr>
                <a:srgbClr val="7A0C0C"/>
              </a:buClr>
              <a:buSzPts val="1100"/>
              <a:buFont typeface="Arial"/>
              <a:buChar char="●"/>
            </a:pPr>
            <a:r>
              <a:rPr lang="en" sz="1100">
                <a:solidFill>
                  <a:srgbClr val="7A0C0C"/>
                </a:solidFill>
                <a:latin typeface="Arial"/>
                <a:ea typeface="Arial"/>
                <a:cs typeface="Arial"/>
                <a:sym typeface="Arial"/>
              </a:rPr>
              <a:t>Look for normal ARP requests, which ask for MAC addresses (e.g., "Who has 192.168.1.1? Tell 192.168.1.100")</a:t>
            </a:r>
            <a:r>
              <a:rPr b="0" lang="en" sz="1100">
                <a:solidFill>
                  <a:srgbClr val="000000"/>
                </a:solidFill>
                <a:latin typeface="Arial"/>
                <a:ea typeface="Arial"/>
                <a:cs typeface="Arial"/>
                <a:sym typeface="Arial"/>
              </a:rPr>
              <a:t>.</a:t>
            </a:r>
            <a:endParaRPr sz="1100">
              <a:solidFill>
                <a:srgbClr val="7A0C0C"/>
              </a:solidFill>
              <a:latin typeface="Roboto Mono"/>
              <a:ea typeface="Roboto Mono"/>
              <a:cs typeface="Roboto Mono"/>
              <a:sym typeface="Roboto Mono"/>
            </a:endParaRPr>
          </a:p>
          <a:p>
            <a:pPr indent="0" lvl="0" marL="0" rtl="0" algn="l">
              <a:lnSpc>
                <a:spcPct val="100000"/>
              </a:lnSpc>
              <a:spcBef>
                <a:spcPts val="1200"/>
              </a:spcBef>
              <a:spcAft>
                <a:spcPts val="0"/>
              </a:spcAft>
              <a:buSzPts val="1800"/>
              <a:buNone/>
            </a:pPr>
            <a:r>
              <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7" name="Shape 4427"/>
        <p:cNvGrpSpPr/>
        <p:nvPr/>
      </p:nvGrpSpPr>
      <p:grpSpPr>
        <a:xfrm>
          <a:off x="0" y="0"/>
          <a:ext cx="0" cy="0"/>
          <a:chOff x="0" y="0"/>
          <a:chExt cx="0" cy="0"/>
        </a:xfrm>
      </p:grpSpPr>
      <p:sp>
        <p:nvSpPr>
          <p:cNvPr id="4428" name="Google Shape;4428;p44"/>
          <p:cNvSpPr txBox="1"/>
          <p:nvPr>
            <p:ph type="title"/>
          </p:nvPr>
        </p:nvSpPr>
        <p:spPr>
          <a:xfrm>
            <a:off x="253950" y="265325"/>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Applying Filters / Intercepting &amp; Modifying Requests</a:t>
            </a:r>
            <a:endParaRPr/>
          </a:p>
        </p:txBody>
      </p:sp>
      <p:sp>
        <p:nvSpPr>
          <p:cNvPr id="4429" name="Google Shape;4429;p44"/>
          <p:cNvSpPr txBox="1"/>
          <p:nvPr>
            <p:ph idx="1" type="body"/>
          </p:nvPr>
        </p:nvSpPr>
        <p:spPr>
          <a:xfrm>
            <a:off x="253950" y="1424725"/>
            <a:ext cx="8636100" cy="34605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1200"/>
              </a:spcBef>
              <a:spcAft>
                <a:spcPts val="0"/>
              </a:spcAft>
              <a:buNone/>
            </a:pPr>
            <a:r>
              <a:rPr lang="en" sz="1500">
                <a:solidFill>
                  <a:srgbClr val="7A0C0C"/>
                </a:solidFill>
                <a:latin typeface="Arial"/>
                <a:ea typeface="Arial"/>
                <a:cs typeface="Arial"/>
                <a:sym typeface="Arial"/>
              </a:rPr>
              <a:t>1. Applying Filters for ARP Traffic</a:t>
            </a:r>
            <a:endParaRPr sz="1500">
              <a:solidFill>
                <a:srgbClr val="7A0C0C"/>
              </a:solidFill>
              <a:latin typeface="Arial"/>
              <a:ea typeface="Arial"/>
              <a:cs typeface="Arial"/>
              <a:sym typeface="Arial"/>
            </a:endParaRPr>
          </a:p>
          <a:p>
            <a:pPr indent="-323850" lvl="2" marL="1371600" marR="0" rtl="0" algn="l">
              <a:lnSpc>
                <a:spcPct val="150000"/>
              </a:lnSpc>
              <a:spcBef>
                <a:spcPts val="1200"/>
              </a:spcBef>
              <a:spcAft>
                <a:spcPts val="0"/>
              </a:spcAft>
              <a:buClr>
                <a:srgbClr val="7A0C0C"/>
              </a:buClr>
              <a:buSzPts val="1500"/>
              <a:buFont typeface="Arial"/>
              <a:buChar char="■"/>
            </a:pPr>
            <a:r>
              <a:rPr lang="en" sz="1500">
                <a:solidFill>
                  <a:srgbClr val="7A0C0C"/>
                </a:solidFill>
                <a:latin typeface="Arial"/>
                <a:ea typeface="Arial"/>
                <a:cs typeface="Arial"/>
                <a:sym typeface="Arial"/>
              </a:rPr>
              <a:t>Filtering ARP packets helps focus on specific network interactions.</a:t>
            </a:r>
            <a:endParaRPr sz="1500">
              <a:solidFill>
                <a:srgbClr val="7A0C0C"/>
              </a:solidFill>
              <a:latin typeface="Arial"/>
              <a:ea typeface="Arial"/>
              <a:cs typeface="Arial"/>
              <a:sym typeface="Arial"/>
            </a:endParaRPr>
          </a:p>
          <a:p>
            <a:pPr indent="-323850" lvl="2" marL="1371600" marR="0" rtl="0" algn="l">
              <a:lnSpc>
                <a:spcPct val="15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Wireshark Filters</a:t>
            </a:r>
            <a:endParaRPr sz="1500">
              <a:solidFill>
                <a:srgbClr val="7A0C0C"/>
              </a:solidFill>
              <a:latin typeface="Arial"/>
              <a:ea typeface="Arial"/>
              <a:cs typeface="Arial"/>
              <a:sym typeface="Arial"/>
            </a:endParaRPr>
          </a:p>
          <a:p>
            <a:pPr indent="-323850" lvl="2" marL="1371600" marR="0" rtl="0" algn="l">
              <a:lnSpc>
                <a:spcPct val="15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Capture Filter: To capture only ARP packets</a:t>
            </a:r>
            <a:br>
              <a:rPr lang="en" sz="1500">
                <a:solidFill>
                  <a:srgbClr val="7A0C0C"/>
                </a:solidFill>
                <a:latin typeface="Arial"/>
                <a:ea typeface="Arial"/>
                <a:cs typeface="Arial"/>
                <a:sym typeface="Arial"/>
              </a:rPr>
            </a:br>
            <a:endParaRPr sz="1500">
              <a:solidFill>
                <a:srgbClr val="7A0C0C"/>
              </a:solidFill>
              <a:latin typeface="Arial"/>
              <a:ea typeface="Arial"/>
              <a:cs typeface="Arial"/>
              <a:sym typeface="Arial"/>
            </a:endParaRPr>
          </a:p>
          <a:p>
            <a:pPr indent="-323850" lvl="2" marL="1371600" marR="0" rtl="0" algn="l">
              <a:lnSpc>
                <a:spcPct val="15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D</a:t>
            </a:r>
            <a:r>
              <a:rPr lang="en" sz="1500">
                <a:solidFill>
                  <a:srgbClr val="7A0C0C"/>
                </a:solidFill>
                <a:latin typeface="Arial"/>
                <a:ea typeface="Arial"/>
                <a:cs typeface="Arial"/>
                <a:sym typeface="Arial"/>
              </a:rPr>
              <a:t>isplay Filter: To analyze ARP traffic after capture</a:t>
            </a:r>
            <a:endParaRPr b="0" sz="1500">
              <a:solidFill>
                <a:srgbClr val="000000"/>
              </a:solidFill>
              <a:latin typeface="Arial"/>
              <a:ea typeface="Arial"/>
              <a:cs typeface="Arial"/>
              <a:sym typeface="Arial"/>
            </a:endParaRPr>
          </a:p>
          <a:p>
            <a:pPr indent="0" lvl="0" marL="0" rtl="0" algn="l">
              <a:lnSpc>
                <a:spcPct val="100000"/>
              </a:lnSpc>
              <a:spcBef>
                <a:spcPts val="1200"/>
              </a:spcBef>
              <a:spcAft>
                <a:spcPts val="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3" name="Shape 4433"/>
        <p:cNvGrpSpPr/>
        <p:nvPr/>
      </p:nvGrpSpPr>
      <p:grpSpPr>
        <a:xfrm>
          <a:off x="0" y="0"/>
          <a:ext cx="0" cy="0"/>
          <a:chOff x="0" y="0"/>
          <a:chExt cx="0" cy="0"/>
        </a:xfrm>
      </p:grpSpPr>
      <p:sp>
        <p:nvSpPr>
          <p:cNvPr id="4434" name="Google Shape;4434;p45"/>
          <p:cNvSpPr txBox="1"/>
          <p:nvPr>
            <p:ph type="title"/>
          </p:nvPr>
        </p:nvSpPr>
        <p:spPr>
          <a:xfrm>
            <a:off x="253950" y="265325"/>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Cyber law</a:t>
            </a:r>
            <a:endParaRPr/>
          </a:p>
        </p:txBody>
      </p:sp>
      <p:sp>
        <p:nvSpPr>
          <p:cNvPr id="4435" name="Google Shape;4435;p45"/>
          <p:cNvSpPr txBox="1"/>
          <p:nvPr>
            <p:ph idx="1" type="body"/>
          </p:nvPr>
        </p:nvSpPr>
        <p:spPr>
          <a:xfrm>
            <a:off x="253950" y="965800"/>
            <a:ext cx="8636100" cy="391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500">
                <a:solidFill>
                  <a:srgbClr val="7A0C0C"/>
                </a:solidFill>
                <a:latin typeface="Arial"/>
                <a:ea typeface="Arial"/>
                <a:cs typeface="Arial"/>
                <a:sym typeface="Arial"/>
              </a:rPr>
              <a:t>ARP spoofing or attacks that modify network traffic are illegal in India under cybercrime laws. The IT Act, 2000, and Indian Penal Code (IPC) cover such offenses.</a:t>
            </a:r>
            <a:endParaRPr sz="1500">
              <a:solidFill>
                <a:srgbClr val="7A0C0C"/>
              </a:solidFill>
              <a:latin typeface="Arial"/>
              <a:ea typeface="Arial"/>
              <a:cs typeface="Arial"/>
              <a:sym typeface="Arial"/>
            </a:endParaRPr>
          </a:p>
          <a:p>
            <a:pPr indent="-323850" lvl="0" marL="457200" marR="0" rtl="0" algn="l">
              <a:lnSpc>
                <a:spcPct val="100000"/>
              </a:lnSpc>
              <a:spcBef>
                <a:spcPts val="1200"/>
              </a:spcBef>
              <a:spcAft>
                <a:spcPts val="0"/>
              </a:spcAft>
              <a:buClr>
                <a:srgbClr val="7A0C0C"/>
              </a:buClr>
              <a:buSzPts val="1500"/>
              <a:buFont typeface="Arial"/>
              <a:buAutoNum type="arabicPeriod"/>
            </a:pPr>
            <a:r>
              <a:rPr lang="en" sz="1500">
                <a:solidFill>
                  <a:srgbClr val="7A0C0C"/>
                </a:solidFill>
                <a:latin typeface="Arial"/>
                <a:ea typeface="Arial"/>
                <a:cs typeface="Arial"/>
                <a:sym typeface="Arial"/>
              </a:rPr>
              <a:t>Key Laws &amp; Punishments</a:t>
            </a:r>
            <a:endParaRPr sz="1500">
              <a:solidFill>
                <a:srgbClr val="7A0C0C"/>
              </a:solidFill>
              <a:latin typeface="Arial"/>
              <a:ea typeface="Arial"/>
              <a:cs typeface="Arial"/>
              <a:sym typeface="Arial"/>
            </a:endParaRPr>
          </a:p>
          <a:p>
            <a:pPr indent="-323850" lvl="2" marL="13716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Unauthorized Access &amp; Hacking (IT Act, Sec 43, 66)</a:t>
            </a:r>
            <a:endParaRPr sz="1500">
              <a:solidFill>
                <a:srgbClr val="7A0C0C"/>
              </a:solidFill>
              <a:latin typeface="Arial"/>
              <a:ea typeface="Arial"/>
              <a:cs typeface="Arial"/>
              <a:sym typeface="Arial"/>
            </a:endParaRPr>
          </a:p>
          <a:p>
            <a:pPr indent="-323850" lvl="2" marL="13716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Modifying network traffic without permission is illegal.</a:t>
            </a:r>
            <a:endParaRPr sz="1500">
              <a:solidFill>
                <a:srgbClr val="7A0C0C"/>
              </a:solidFill>
              <a:latin typeface="Arial"/>
              <a:ea typeface="Arial"/>
              <a:cs typeface="Arial"/>
              <a:sym typeface="Arial"/>
            </a:endParaRPr>
          </a:p>
          <a:p>
            <a:pPr indent="-323850" lvl="2" marL="13716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Punishment: Up to 3 years jail or ₹5 lakh fine.</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AutoNum type="arabicPeriod"/>
            </a:pPr>
            <a:r>
              <a:rPr lang="en" sz="1500">
                <a:solidFill>
                  <a:srgbClr val="7A0C0C"/>
                </a:solidFill>
                <a:latin typeface="Arial"/>
                <a:ea typeface="Arial"/>
                <a:cs typeface="Arial"/>
                <a:sym typeface="Arial"/>
              </a:rPr>
              <a:t>Identity Theft &amp; Fraud (IT Act, Sec 66B, 66C, 66D)</a:t>
            </a:r>
            <a:endParaRPr sz="1500">
              <a:solidFill>
                <a:srgbClr val="7A0C0C"/>
              </a:solidFill>
              <a:latin typeface="Arial"/>
              <a:ea typeface="Arial"/>
              <a:cs typeface="Arial"/>
              <a:sym typeface="Arial"/>
            </a:endParaRPr>
          </a:p>
          <a:p>
            <a:pPr indent="-323850" lvl="2" marL="13716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Using ARP spoofing to steal data or impersonate someone is punishable.</a:t>
            </a:r>
            <a:endParaRPr sz="1500">
              <a:solidFill>
                <a:srgbClr val="7A0C0C"/>
              </a:solidFill>
              <a:latin typeface="Arial"/>
              <a:ea typeface="Arial"/>
              <a:cs typeface="Arial"/>
              <a:sym typeface="Arial"/>
            </a:endParaRPr>
          </a:p>
          <a:p>
            <a:pPr indent="-323850" lvl="2" marL="13716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Punishment: Up to 3 years jail and fines.</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AutoNum type="arabicPeriod"/>
            </a:pPr>
            <a:r>
              <a:rPr lang="en" sz="1500">
                <a:solidFill>
                  <a:srgbClr val="7A0C0C"/>
                </a:solidFill>
                <a:latin typeface="Arial"/>
                <a:ea typeface="Arial"/>
                <a:cs typeface="Arial"/>
                <a:sym typeface="Arial"/>
              </a:rPr>
              <a:t>Privacy Violation (IT Act, Sec 72)</a:t>
            </a:r>
            <a:endParaRPr sz="1500">
              <a:solidFill>
                <a:srgbClr val="7A0C0C"/>
              </a:solidFill>
              <a:latin typeface="Arial"/>
              <a:ea typeface="Arial"/>
              <a:cs typeface="Arial"/>
              <a:sym typeface="Arial"/>
            </a:endParaRPr>
          </a:p>
          <a:p>
            <a:pPr indent="-323850" lvl="2" marL="13716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Stealing private data via ARP attacks is a crime.</a:t>
            </a:r>
            <a:endParaRPr sz="1500">
              <a:solidFill>
                <a:srgbClr val="7A0C0C"/>
              </a:solidFill>
              <a:latin typeface="Arial"/>
              <a:ea typeface="Arial"/>
              <a:cs typeface="Arial"/>
              <a:sym typeface="Arial"/>
            </a:endParaRPr>
          </a:p>
          <a:p>
            <a:pPr indent="-323850" lvl="2" marL="13716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Punishment: Up to 2 years jail or fine.</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AutoNum type="arabicPeriod"/>
            </a:pPr>
            <a:r>
              <a:rPr lang="en" sz="1500">
                <a:solidFill>
                  <a:srgbClr val="7A0C0C"/>
                </a:solidFill>
                <a:latin typeface="Arial"/>
                <a:ea typeface="Arial"/>
                <a:cs typeface="Arial"/>
                <a:sym typeface="Arial"/>
              </a:rPr>
              <a:t>Financial Fraud (IPC Sec 420)</a:t>
            </a:r>
            <a:endParaRPr sz="1500">
              <a:solidFill>
                <a:srgbClr val="7A0C0C"/>
              </a:solidFill>
              <a:latin typeface="Arial"/>
              <a:ea typeface="Arial"/>
              <a:cs typeface="Arial"/>
              <a:sym typeface="Arial"/>
            </a:endParaRPr>
          </a:p>
          <a:p>
            <a:pPr indent="-323850" lvl="2" marL="13716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If ARP spoofing is used for scams, fraud laws apply.</a:t>
            </a:r>
            <a:endParaRPr sz="1500">
              <a:solidFill>
                <a:srgbClr val="7A0C0C"/>
              </a:solidFill>
              <a:latin typeface="Arial"/>
              <a:ea typeface="Arial"/>
              <a:cs typeface="Arial"/>
              <a:sym typeface="Arial"/>
            </a:endParaRPr>
          </a:p>
          <a:p>
            <a:pPr indent="-323850" lvl="2" marL="13716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Punishment: Up to 7 years jail.</a:t>
            </a:r>
            <a:endParaRPr b="0" sz="1100">
              <a:solidFill>
                <a:srgbClr val="000000"/>
              </a:solidFill>
              <a:latin typeface="Arial"/>
              <a:ea typeface="Arial"/>
              <a:cs typeface="Arial"/>
              <a:sym typeface="Arial"/>
            </a:endParaRPr>
          </a:p>
          <a:p>
            <a:pPr indent="0" lvl="0" marL="0" rtl="0" algn="l">
              <a:lnSpc>
                <a:spcPct val="100000"/>
              </a:lnSpc>
              <a:spcBef>
                <a:spcPts val="1200"/>
              </a:spcBef>
              <a:spcAft>
                <a:spcPts val="0"/>
              </a:spcAft>
              <a:buSzPts val="1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9" name="Shape 4439"/>
        <p:cNvGrpSpPr/>
        <p:nvPr/>
      </p:nvGrpSpPr>
      <p:grpSpPr>
        <a:xfrm>
          <a:off x="0" y="0"/>
          <a:ext cx="0" cy="0"/>
          <a:chOff x="0" y="0"/>
          <a:chExt cx="0" cy="0"/>
        </a:xfrm>
      </p:grpSpPr>
      <p:sp>
        <p:nvSpPr>
          <p:cNvPr id="4440" name="Google Shape;4440;p46"/>
          <p:cNvSpPr txBox="1"/>
          <p:nvPr>
            <p:ph type="title"/>
          </p:nvPr>
        </p:nvSpPr>
        <p:spPr>
          <a:xfrm>
            <a:off x="253950" y="88975"/>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Case Study of Wireshark </a:t>
            </a:r>
            <a:endParaRPr/>
          </a:p>
        </p:txBody>
      </p:sp>
      <p:sp>
        <p:nvSpPr>
          <p:cNvPr id="4441" name="Google Shape;4441;p46"/>
          <p:cNvSpPr txBox="1"/>
          <p:nvPr>
            <p:ph idx="1" type="body"/>
          </p:nvPr>
        </p:nvSpPr>
        <p:spPr>
          <a:xfrm>
            <a:off x="253950" y="730675"/>
            <a:ext cx="8636100" cy="391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300">
                <a:highlight>
                  <a:schemeClr val="lt1"/>
                </a:highlight>
              </a:rPr>
              <a:t>Case Title: Detecting and Mitigating ARP Spoofing in a Corporate Network</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B</a:t>
            </a:r>
            <a:r>
              <a:rPr lang="en" sz="1300">
                <a:highlight>
                  <a:schemeClr val="lt1"/>
                </a:highlight>
              </a:rPr>
              <a:t>ackground</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A mid-sized company with 200+ employees started experiencing intermittent network slowdowns and unauthorized access attempts. The IT team suspected a potential security threat but lacked concrete evidence. They decided to use Wireshark to analyze ARP traffic and identify anomalies.</a:t>
            </a:r>
            <a:endParaRPr sz="1300">
              <a:highlight>
                <a:schemeClr val="lt1"/>
              </a:highlight>
            </a:endParaRPr>
          </a:p>
          <a:p>
            <a:pPr indent="0" lvl="0" marL="0" marR="0" rtl="0" algn="l">
              <a:lnSpc>
                <a:spcPct val="100000"/>
              </a:lnSpc>
              <a:spcBef>
                <a:spcPts val="0"/>
              </a:spcBef>
              <a:spcAft>
                <a:spcPts val="0"/>
              </a:spcAft>
              <a:buClr>
                <a:srgbClr val="000000"/>
              </a:buClr>
              <a:buSzPts val="1800"/>
              <a:buFont typeface="Arial"/>
              <a:buNone/>
            </a:pPr>
            <a:r>
              <a:rPr lang="en" sz="1300">
                <a:highlight>
                  <a:schemeClr val="lt1"/>
                </a:highlight>
              </a:rPr>
              <a:t>Objectives</a:t>
            </a:r>
            <a:endParaRPr sz="1300">
              <a:highlight>
                <a:schemeClr val="lt1"/>
              </a:highlight>
            </a:endParaRPr>
          </a:p>
          <a:p>
            <a:pPr indent="0" lvl="0" marL="0" marR="0" rtl="0" algn="l">
              <a:lnSpc>
                <a:spcPct val="100000"/>
              </a:lnSpc>
              <a:spcBef>
                <a:spcPts val="0"/>
              </a:spcBef>
              <a:spcAft>
                <a:spcPts val="0"/>
              </a:spcAft>
              <a:buClr>
                <a:srgbClr val="000000"/>
              </a:buClr>
              <a:buSzPts val="1800"/>
              <a:buFont typeface="Arial"/>
              <a:buNone/>
            </a:pPr>
            <a:r>
              <a:rPr lang="en" sz="1300">
                <a:highlight>
                  <a:schemeClr val="lt1"/>
                </a:highlight>
              </a:rPr>
              <a:t>Capture and analyze ARP traffic to detect unusual patterns.</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Identify signs of ARP spoofing or unauthorized devices.</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Implement security measures based on findings.</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Methodology</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1. Capturing ARP Traffic Using Wireshark</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The IT team ran Wireshark on a mirrored switch port to capture all ARP requests and replies.</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Filter applied:</a:t>
            </a:r>
            <a:br>
              <a:rPr lang="en" sz="1300">
                <a:highlight>
                  <a:schemeClr val="lt1"/>
                </a:highlight>
              </a:rPr>
            </a:br>
            <a:r>
              <a:rPr lang="en" sz="1300">
                <a:highlight>
                  <a:schemeClr val="lt1"/>
                </a:highlight>
              </a:rPr>
              <a:t>The capture was run for 24 hours during business operations.</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2. Key Observations from Wireshark Analysis</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(a) High Frequency of ARP Requests</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The network exhibited an unusually high volume of ARP requests.</a:t>
            </a:r>
            <a:endParaRPr b="0"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300">
                <a:highlight>
                  <a:schemeClr val="lt1"/>
                </a:highlight>
              </a:rPr>
              <a:t>Certain IP addresses were repeatedly requesting MAC addresses, which could indicate an attack or misconfiguration.</a:t>
            </a:r>
            <a:endParaRPr sz="1300">
              <a:highlight>
                <a:schemeClr val="lt1"/>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5" name="Shape 4445"/>
        <p:cNvGrpSpPr/>
        <p:nvPr/>
      </p:nvGrpSpPr>
      <p:grpSpPr>
        <a:xfrm>
          <a:off x="0" y="0"/>
          <a:ext cx="0" cy="0"/>
          <a:chOff x="0" y="0"/>
          <a:chExt cx="0" cy="0"/>
        </a:xfrm>
      </p:grpSpPr>
      <p:sp>
        <p:nvSpPr>
          <p:cNvPr id="4446" name="Google Shape;4446;p47"/>
          <p:cNvSpPr txBox="1"/>
          <p:nvPr>
            <p:ph idx="1" type="body"/>
          </p:nvPr>
        </p:nvSpPr>
        <p:spPr>
          <a:xfrm>
            <a:off x="253950" y="84075"/>
            <a:ext cx="8636100" cy="391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highlight>
                  <a:schemeClr val="lt1"/>
                </a:highlight>
              </a:rPr>
              <a:t>b) Duplicate ARP Replies from Different MAC Addresses</a:t>
            </a:r>
            <a:endParaRPr sz="1300">
              <a:highlight>
                <a:schemeClr val="lt1"/>
              </a:highlight>
            </a:endParaRPr>
          </a:p>
          <a:p>
            <a:pPr indent="0" lvl="0" marL="0" rtl="0" algn="l">
              <a:spcBef>
                <a:spcPts val="0"/>
              </a:spcBef>
              <a:spcAft>
                <a:spcPts val="0"/>
              </a:spcAft>
              <a:buNone/>
            </a:pPr>
            <a:r>
              <a:rPr lang="en" sz="1300">
                <a:highlight>
                  <a:schemeClr val="lt1"/>
                </a:highlight>
              </a:rPr>
              <a:t>Wireshark revealed multiple ARP replies for the same IP address but from different MAC addresses, indicating possible ARP spoofing.</a:t>
            </a:r>
            <a:endParaRPr sz="1300">
              <a:highlight>
                <a:schemeClr val="lt1"/>
              </a:highlight>
            </a:endParaRPr>
          </a:p>
          <a:p>
            <a:pPr indent="0" lvl="0" marL="0" rtl="0" algn="l">
              <a:spcBef>
                <a:spcPts val="0"/>
              </a:spcBef>
              <a:spcAft>
                <a:spcPts val="0"/>
              </a:spcAft>
              <a:buNone/>
            </a:pPr>
            <a:r>
              <a:rPr lang="en" sz="1300">
                <a:highlight>
                  <a:schemeClr val="lt1"/>
                </a:highlight>
              </a:rPr>
              <a:t>(c) Presence of Gratuitous ARP (GARP) Packets</a:t>
            </a:r>
            <a:endParaRPr sz="1300">
              <a:highlight>
                <a:schemeClr val="lt1"/>
              </a:highlight>
            </a:endParaRPr>
          </a:p>
          <a:p>
            <a:pPr indent="0" lvl="0" marL="0" rtl="0" algn="l">
              <a:spcBef>
                <a:spcPts val="0"/>
              </a:spcBef>
              <a:spcAft>
                <a:spcPts val="0"/>
              </a:spcAft>
              <a:buNone/>
            </a:pPr>
            <a:r>
              <a:rPr lang="en" sz="1300">
                <a:highlight>
                  <a:schemeClr val="lt1"/>
                </a:highlight>
              </a:rPr>
              <a:t>A rogue device was sending unsolicited ARP replies, attempting to redirect traffic.</a:t>
            </a:r>
            <a:endParaRPr sz="1300">
              <a:highlight>
                <a:schemeClr val="lt1"/>
              </a:highlight>
            </a:endParaRPr>
          </a:p>
          <a:p>
            <a:pPr indent="0" lvl="0" marL="0" rtl="0" algn="l">
              <a:spcBef>
                <a:spcPts val="0"/>
              </a:spcBef>
              <a:spcAft>
                <a:spcPts val="0"/>
              </a:spcAft>
              <a:buNone/>
            </a:pPr>
            <a:r>
              <a:rPr lang="en" sz="1300">
                <a:highlight>
                  <a:schemeClr val="lt1"/>
                </a:highlight>
              </a:rPr>
              <a:t>(d) Network Slowdown Correlation</a:t>
            </a:r>
            <a:endParaRPr sz="1300">
              <a:highlight>
                <a:schemeClr val="lt1"/>
              </a:highlight>
            </a:endParaRPr>
          </a:p>
          <a:p>
            <a:pPr indent="0" lvl="0" marL="0" rtl="0" algn="l">
              <a:spcBef>
                <a:spcPts val="0"/>
              </a:spcBef>
              <a:spcAft>
                <a:spcPts val="0"/>
              </a:spcAft>
              <a:buNone/>
            </a:pPr>
            <a:r>
              <a:rPr lang="en" sz="1300">
                <a:highlight>
                  <a:schemeClr val="lt1"/>
                </a:highlight>
              </a:rPr>
              <a:t>The periods of high ARP traffic aligned with users reporting slow network speeds and dropped connections.</a:t>
            </a:r>
            <a:endParaRPr sz="1300">
              <a:highlight>
                <a:schemeClr val="lt1"/>
              </a:highlight>
            </a:endParaRPr>
          </a:p>
          <a:p>
            <a:pPr indent="0" lvl="0" marL="0" rtl="0" algn="l">
              <a:spcBef>
                <a:spcPts val="0"/>
              </a:spcBef>
              <a:spcAft>
                <a:spcPts val="0"/>
              </a:spcAft>
              <a:buNone/>
            </a:pPr>
            <a:r>
              <a:rPr lang="en" sz="1300">
                <a:highlight>
                  <a:schemeClr val="lt1"/>
                </a:highlight>
              </a:rPr>
              <a:t>Findings and Analysis</a:t>
            </a:r>
            <a:endParaRPr sz="1300">
              <a:highlight>
                <a:schemeClr val="lt1"/>
              </a:highlight>
            </a:endParaRPr>
          </a:p>
          <a:p>
            <a:pPr indent="0" lvl="0" marL="0" rtl="0" algn="l">
              <a:spcBef>
                <a:spcPts val="0"/>
              </a:spcBef>
              <a:spcAft>
                <a:spcPts val="0"/>
              </a:spcAft>
              <a:buNone/>
            </a:pPr>
            <a:r>
              <a:rPr lang="en" sz="1300">
                <a:highlight>
                  <a:schemeClr val="lt1"/>
                </a:highlight>
              </a:rPr>
              <a:t>ARP Spoofing Detected: A rogue device was impersonating the default gateway (192.168.1.1), attempting to intercept traffic (Man-in-the-Middle attack).</a:t>
            </a:r>
            <a:endParaRPr sz="1300">
              <a:highlight>
                <a:schemeClr val="lt1"/>
              </a:highlight>
            </a:endParaRPr>
          </a:p>
          <a:p>
            <a:pPr indent="0" lvl="0" marL="0" rtl="0" algn="l">
              <a:spcBef>
                <a:spcPts val="0"/>
              </a:spcBef>
              <a:spcAft>
                <a:spcPts val="0"/>
              </a:spcAft>
              <a:buNone/>
            </a:pPr>
            <a:r>
              <a:rPr lang="en" sz="1300">
                <a:highlight>
                  <a:schemeClr val="lt1"/>
                </a:highlight>
              </a:rPr>
              <a:t>Potential Data Interception: The attacker could have been sniffing sensitive employee credentials.</a:t>
            </a:r>
            <a:endParaRPr sz="1300">
              <a:highlight>
                <a:schemeClr val="lt1"/>
              </a:highlight>
            </a:endParaRPr>
          </a:p>
          <a:p>
            <a:pPr indent="0" lvl="0" marL="0" rtl="0" algn="l">
              <a:spcBef>
                <a:spcPts val="0"/>
              </a:spcBef>
              <a:spcAft>
                <a:spcPts val="0"/>
              </a:spcAft>
              <a:buNone/>
            </a:pPr>
            <a:r>
              <a:rPr lang="en" sz="1300">
                <a:highlight>
                  <a:schemeClr val="lt1"/>
                </a:highlight>
              </a:rPr>
              <a:t>Network Performance Issues: The excess ARP traffic led to network congestion.</a:t>
            </a:r>
            <a:endParaRPr sz="1300">
              <a:highlight>
                <a:schemeClr val="lt1"/>
              </a:highlight>
            </a:endParaRPr>
          </a:p>
          <a:p>
            <a:pPr indent="-311150" lvl="0" marL="457200" marR="0" rtl="0" algn="l">
              <a:lnSpc>
                <a:spcPct val="100000"/>
              </a:lnSpc>
              <a:spcBef>
                <a:spcPts val="0"/>
              </a:spcBef>
              <a:spcAft>
                <a:spcPts val="0"/>
              </a:spcAft>
              <a:buSzPts val="1300"/>
              <a:buChar char="●"/>
            </a:pPr>
            <a:r>
              <a:rPr lang="en" sz="1300">
                <a:highlight>
                  <a:schemeClr val="lt1"/>
                </a:highlight>
              </a:rPr>
              <a:t>Mitigation Measures Implemented</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Implemented Dynamic ARP Inspection (DAI)</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The IT team enabled DAI on the core switch, preventing unauthorized ARP replies.</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Configured Static ARP Entries for Critical Devices</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Critical network devices (gateway, DNS server) were assigned static ARP entries to prevent spoofing.</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Used ARPWatch for Continuous Monitoring</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ARPWatch was deployed to log ARP changes and alert the IT team of anomalies.</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Blocked Rogue MAC Address</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The rogue MAC address identified in Wireshark was blacklisted on the switch.</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User Awareness Training</a:t>
            </a:r>
            <a:endParaRPr sz="1300">
              <a:highlight>
                <a:schemeClr val="lt1"/>
              </a:highlight>
            </a:endParaRPr>
          </a:p>
          <a:p>
            <a:pPr indent="0" lvl="0" marL="0" marR="0" rtl="0" algn="l">
              <a:lnSpc>
                <a:spcPct val="100000"/>
              </a:lnSpc>
              <a:spcBef>
                <a:spcPts val="0"/>
              </a:spcBef>
              <a:spcAft>
                <a:spcPts val="0"/>
              </a:spcAft>
              <a:buNone/>
            </a:pPr>
            <a:r>
              <a:rPr lang="en" sz="1300">
                <a:highlight>
                  <a:schemeClr val="lt1"/>
                </a:highlight>
              </a:rPr>
              <a:t>Employees were informed about phishing attacks that could be linked to ARP spoofing.</a:t>
            </a:r>
            <a:endParaRPr sz="1300">
              <a:highlight>
                <a:schemeClr val="lt1"/>
              </a:highlight>
            </a:endParaRPr>
          </a:p>
          <a:p>
            <a:pPr indent="0" lvl="0" marL="0" marR="0" rtl="0" algn="l">
              <a:lnSpc>
                <a:spcPct val="100000"/>
              </a:lnSpc>
              <a:spcBef>
                <a:spcPts val="0"/>
              </a:spcBef>
              <a:spcAft>
                <a:spcPts val="0"/>
              </a:spcAft>
              <a:buNone/>
            </a:pPr>
            <a:r>
              <a:t/>
            </a:r>
            <a:endParaRPr sz="1300">
              <a:highlight>
                <a:schemeClr val="lt1"/>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0" name="Shape 4450"/>
        <p:cNvGrpSpPr/>
        <p:nvPr/>
      </p:nvGrpSpPr>
      <p:grpSpPr>
        <a:xfrm>
          <a:off x="0" y="0"/>
          <a:ext cx="0" cy="0"/>
          <a:chOff x="0" y="0"/>
          <a:chExt cx="0" cy="0"/>
        </a:xfrm>
      </p:grpSpPr>
      <p:sp>
        <p:nvSpPr>
          <p:cNvPr id="4451" name="Google Shape;4451;p48"/>
          <p:cNvSpPr txBox="1"/>
          <p:nvPr>
            <p:ph idx="1" type="body"/>
          </p:nvPr>
        </p:nvSpPr>
        <p:spPr>
          <a:xfrm>
            <a:off x="253950" y="245700"/>
            <a:ext cx="8636100" cy="39195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600">
                <a:highlight>
                  <a:schemeClr val="lt1"/>
                </a:highlight>
              </a:rPr>
              <a:t>Results &amp; Impact</a:t>
            </a:r>
            <a:endParaRPr sz="1600">
              <a:highlight>
                <a:schemeClr val="lt1"/>
              </a:highlight>
            </a:endParaRPr>
          </a:p>
          <a:p>
            <a:pPr indent="0" lvl="0" marL="0" marR="0" rtl="0" algn="l">
              <a:lnSpc>
                <a:spcPct val="100000"/>
              </a:lnSpc>
              <a:spcBef>
                <a:spcPts val="0"/>
              </a:spcBef>
              <a:spcAft>
                <a:spcPts val="0"/>
              </a:spcAft>
              <a:buNone/>
            </a:pPr>
            <a:r>
              <a:rPr lang="en" sz="1600">
                <a:highlight>
                  <a:schemeClr val="lt1"/>
                </a:highlight>
              </a:rPr>
              <a:t>Reduced ARP Traffic: After implementing security measures, ARP request volume normalized.</a:t>
            </a:r>
            <a:br>
              <a:rPr lang="en" sz="1600">
                <a:highlight>
                  <a:schemeClr val="lt1"/>
                </a:highlight>
              </a:rPr>
            </a:br>
            <a:r>
              <a:rPr lang="en" sz="1600">
                <a:highlight>
                  <a:schemeClr val="lt1"/>
                </a:highlight>
              </a:rPr>
              <a:t>Prevented Further Attacks: No more unauthorized ARP replies were observed.</a:t>
            </a:r>
            <a:br>
              <a:rPr lang="en" sz="1600">
                <a:highlight>
                  <a:schemeClr val="lt1"/>
                </a:highlight>
              </a:rPr>
            </a:br>
            <a:r>
              <a:rPr lang="en" sz="1600">
                <a:highlight>
                  <a:schemeClr val="lt1"/>
                </a:highlight>
              </a:rPr>
              <a:t>Improved Network Performance: Users reported faster network speeds and fewer connection issues.</a:t>
            </a:r>
            <a:br>
              <a:rPr lang="en" sz="1600">
                <a:highlight>
                  <a:schemeClr val="lt1"/>
                </a:highlight>
              </a:rPr>
            </a:br>
            <a:r>
              <a:rPr lang="en" sz="1600">
                <a:highlight>
                  <a:schemeClr val="lt1"/>
                </a:highlight>
              </a:rPr>
              <a:t>Enhanced Security Monitoring: Real-time alerts were set up to detect future ARP anomalies.</a:t>
            </a:r>
            <a:endParaRPr sz="1600">
              <a:highlight>
                <a:schemeClr val="lt1"/>
              </a:highlight>
            </a:endParaRPr>
          </a:p>
          <a:p>
            <a:pPr indent="0" lvl="0" marL="0" marR="0" rtl="0" algn="l">
              <a:lnSpc>
                <a:spcPct val="100000"/>
              </a:lnSpc>
              <a:spcBef>
                <a:spcPts val="0"/>
              </a:spcBef>
              <a:spcAft>
                <a:spcPts val="0"/>
              </a:spcAft>
              <a:buNone/>
            </a:pPr>
            <a:r>
              <a:t/>
            </a:r>
            <a:endParaRPr sz="1600">
              <a:highlight>
                <a:schemeClr val="lt1"/>
              </a:highlight>
            </a:endParaRPr>
          </a:p>
          <a:p>
            <a:pPr indent="0" lvl="0" marL="0" marR="0" rtl="0" algn="l">
              <a:lnSpc>
                <a:spcPct val="100000"/>
              </a:lnSpc>
              <a:spcBef>
                <a:spcPts val="0"/>
              </a:spcBef>
              <a:spcAft>
                <a:spcPts val="0"/>
              </a:spcAft>
              <a:buNone/>
            </a:pPr>
            <a:r>
              <a:t/>
            </a:r>
            <a:endParaRPr sz="2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5" name="Shape 4455"/>
        <p:cNvGrpSpPr/>
        <p:nvPr/>
      </p:nvGrpSpPr>
      <p:grpSpPr>
        <a:xfrm>
          <a:off x="0" y="0"/>
          <a:ext cx="0" cy="0"/>
          <a:chOff x="0" y="0"/>
          <a:chExt cx="0" cy="0"/>
        </a:xfrm>
      </p:grpSpPr>
      <p:sp>
        <p:nvSpPr>
          <p:cNvPr id="4456" name="Google Shape;4456;p49"/>
          <p:cNvSpPr txBox="1"/>
          <p:nvPr>
            <p:ph type="title"/>
          </p:nvPr>
        </p:nvSpPr>
        <p:spPr>
          <a:xfrm>
            <a:off x="253950" y="265325"/>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Integration with Other Tools</a:t>
            </a:r>
            <a:endParaRPr/>
          </a:p>
        </p:txBody>
      </p:sp>
      <p:sp>
        <p:nvSpPr>
          <p:cNvPr id="4457" name="Google Shape;4457;p49"/>
          <p:cNvSpPr txBox="1"/>
          <p:nvPr>
            <p:ph idx="1" type="body"/>
          </p:nvPr>
        </p:nvSpPr>
        <p:spPr>
          <a:xfrm>
            <a:off x="253950" y="965800"/>
            <a:ext cx="8636100" cy="3919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1" name="Shape 4461"/>
        <p:cNvGrpSpPr/>
        <p:nvPr/>
      </p:nvGrpSpPr>
      <p:grpSpPr>
        <a:xfrm>
          <a:off x="0" y="0"/>
          <a:ext cx="0" cy="0"/>
          <a:chOff x="0" y="0"/>
          <a:chExt cx="0" cy="0"/>
        </a:xfrm>
      </p:grpSpPr>
      <p:sp>
        <p:nvSpPr>
          <p:cNvPr id="4462" name="Google Shape;4462;p50"/>
          <p:cNvSpPr txBox="1"/>
          <p:nvPr>
            <p:ph type="title"/>
          </p:nvPr>
        </p:nvSpPr>
        <p:spPr>
          <a:xfrm>
            <a:off x="253950" y="59575"/>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Screenshots</a:t>
            </a:r>
            <a:endParaRPr/>
          </a:p>
        </p:txBody>
      </p:sp>
      <p:pic>
        <p:nvPicPr>
          <p:cNvPr id="4463" name="Google Shape;4463;p50"/>
          <p:cNvPicPr preferRelativeResize="0"/>
          <p:nvPr/>
        </p:nvPicPr>
        <p:blipFill>
          <a:blip r:embed="rId3">
            <a:alphaModFix/>
          </a:blip>
          <a:stretch>
            <a:fillRect/>
          </a:stretch>
        </p:blipFill>
        <p:spPr>
          <a:xfrm>
            <a:off x="137700" y="571425"/>
            <a:ext cx="4434301" cy="2300051"/>
          </a:xfrm>
          <a:prstGeom prst="rect">
            <a:avLst/>
          </a:prstGeom>
          <a:noFill/>
          <a:ln>
            <a:noFill/>
          </a:ln>
        </p:spPr>
      </p:pic>
      <p:pic>
        <p:nvPicPr>
          <p:cNvPr id="4464" name="Google Shape;4464;p50"/>
          <p:cNvPicPr preferRelativeResize="0"/>
          <p:nvPr/>
        </p:nvPicPr>
        <p:blipFill>
          <a:blip r:embed="rId4">
            <a:alphaModFix/>
          </a:blip>
          <a:stretch>
            <a:fillRect/>
          </a:stretch>
        </p:blipFill>
        <p:spPr>
          <a:xfrm>
            <a:off x="4644914" y="2571749"/>
            <a:ext cx="4420160" cy="24836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8" name="Shape 4468"/>
        <p:cNvGrpSpPr/>
        <p:nvPr/>
      </p:nvGrpSpPr>
      <p:grpSpPr>
        <a:xfrm>
          <a:off x="0" y="0"/>
          <a:ext cx="0" cy="0"/>
          <a:chOff x="0" y="0"/>
          <a:chExt cx="0" cy="0"/>
        </a:xfrm>
      </p:grpSpPr>
      <p:pic>
        <p:nvPicPr>
          <p:cNvPr id="4469" name="Google Shape;4469;p51"/>
          <p:cNvPicPr preferRelativeResize="0"/>
          <p:nvPr/>
        </p:nvPicPr>
        <p:blipFill>
          <a:blip r:embed="rId3">
            <a:alphaModFix/>
          </a:blip>
          <a:stretch>
            <a:fillRect/>
          </a:stretch>
        </p:blipFill>
        <p:spPr>
          <a:xfrm>
            <a:off x="152400" y="152400"/>
            <a:ext cx="4174849" cy="2419350"/>
          </a:xfrm>
          <a:prstGeom prst="rect">
            <a:avLst/>
          </a:prstGeom>
          <a:noFill/>
          <a:ln>
            <a:noFill/>
          </a:ln>
        </p:spPr>
      </p:pic>
      <p:pic>
        <p:nvPicPr>
          <p:cNvPr id="4470" name="Google Shape;4470;p51"/>
          <p:cNvPicPr preferRelativeResize="0"/>
          <p:nvPr/>
        </p:nvPicPr>
        <p:blipFill>
          <a:blip r:embed="rId4">
            <a:alphaModFix/>
          </a:blip>
          <a:stretch>
            <a:fillRect/>
          </a:stretch>
        </p:blipFill>
        <p:spPr>
          <a:xfrm>
            <a:off x="4479650" y="152400"/>
            <a:ext cx="4511949" cy="2419350"/>
          </a:xfrm>
          <a:prstGeom prst="rect">
            <a:avLst/>
          </a:prstGeom>
          <a:noFill/>
          <a:ln>
            <a:noFill/>
          </a:ln>
        </p:spPr>
      </p:pic>
      <p:pic>
        <p:nvPicPr>
          <p:cNvPr id="4471" name="Google Shape;4471;p51"/>
          <p:cNvPicPr preferRelativeResize="0"/>
          <p:nvPr/>
        </p:nvPicPr>
        <p:blipFill>
          <a:blip r:embed="rId5">
            <a:alphaModFix/>
          </a:blip>
          <a:stretch>
            <a:fillRect/>
          </a:stretch>
        </p:blipFill>
        <p:spPr>
          <a:xfrm>
            <a:off x="152400" y="2724150"/>
            <a:ext cx="4174849" cy="2266951"/>
          </a:xfrm>
          <a:prstGeom prst="rect">
            <a:avLst/>
          </a:prstGeom>
          <a:noFill/>
          <a:ln>
            <a:noFill/>
          </a:ln>
        </p:spPr>
      </p:pic>
      <p:pic>
        <p:nvPicPr>
          <p:cNvPr id="4472" name="Google Shape;4472;p51"/>
          <p:cNvPicPr preferRelativeResize="0"/>
          <p:nvPr/>
        </p:nvPicPr>
        <p:blipFill>
          <a:blip r:embed="rId6">
            <a:alphaModFix/>
          </a:blip>
          <a:stretch>
            <a:fillRect/>
          </a:stretch>
        </p:blipFill>
        <p:spPr>
          <a:xfrm>
            <a:off x="4479649" y="2724150"/>
            <a:ext cx="4511951" cy="22640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6" name="Shape 4476"/>
        <p:cNvGrpSpPr/>
        <p:nvPr/>
      </p:nvGrpSpPr>
      <p:grpSpPr>
        <a:xfrm>
          <a:off x="0" y="0"/>
          <a:ext cx="0" cy="0"/>
          <a:chOff x="0" y="0"/>
          <a:chExt cx="0" cy="0"/>
        </a:xfrm>
      </p:grpSpPr>
      <p:sp>
        <p:nvSpPr>
          <p:cNvPr id="4477" name="Google Shape;4477;p52"/>
          <p:cNvSpPr txBox="1"/>
          <p:nvPr>
            <p:ph type="title"/>
          </p:nvPr>
        </p:nvSpPr>
        <p:spPr>
          <a:xfrm>
            <a:off x="253950" y="147750"/>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Challenges and Limitations</a:t>
            </a:r>
            <a:endParaRPr/>
          </a:p>
        </p:txBody>
      </p:sp>
      <p:sp>
        <p:nvSpPr>
          <p:cNvPr id="4478" name="Google Shape;4478;p52"/>
          <p:cNvSpPr txBox="1"/>
          <p:nvPr>
            <p:ph idx="1" type="body"/>
          </p:nvPr>
        </p:nvSpPr>
        <p:spPr>
          <a:xfrm>
            <a:off x="253950" y="779250"/>
            <a:ext cx="8636100" cy="39195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1. High Volume of ARP Traffic</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Large networks generate excessive ARP requests, making it difficult to filter relevant data.</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Broadcast-heavy ARP traffic can clutter packet captures, leading to analysis fatigue.</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2. Short ARP Cache Lifespan</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ARP cache timeout varies across devices, leading to frequent re-resolution of addresses.</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Short cache durations increase the volume of ARP requests, making long-term trend analysis challenging.</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3. Limited Visibility in Switched Networks</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Wireshark only captures packets visible to the interface it is running on.</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In a switched environment, ARP requests from other VLANs or network segments remain unseen unless configured with port mirroring or network taps.</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4. Incomplete ARP Responses</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Some ARP requests go unanswered, making it difficult to determine whether a device is offline, misconfigured, or blocking responses.</a:t>
            </a:r>
            <a:endParaRPr sz="1500">
              <a:solidFill>
                <a:srgbClr val="7A0C0C"/>
              </a:solidFill>
              <a:latin typeface="Arial"/>
              <a:ea typeface="Arial"/>
              <a:cs typeface="Arial"/>
              <a:sym typeface="Arial"/>
            </a:endParaRPr>
          </a:p>
          <a:p>
            <a:pPr indent="-323850" lvl="0" marL="457200" marR="0" rtl="0" algn="l">
              <a:lnSpc>
                <a:spcPct val="100000"/>
              </a:lnSpc>
              <a:spcBef>
                <a:spcPts val="0"/>
              </a:spcBef>
              <a:spcAft>
                <a:spcPts val="0"/>
              </a:spcAft>
              <a:buClr>
                <a:srgbClr val="7A0C0C"/>
              </a:buClr>
              <a:buSzPts val="1500"/>
              <a:buFont typeface="Arial"/>
              <a:buChar char="●"/>
            </a:pPr>
            <a:r>
              <a:rPr lang="en" sz="1500">
                <a:solidFill>
                  <a:srgbClr val="7A0C0C"/>
                </a:solidFill>
                <a:latin typeface="Arial"/>
                <a:ea typeface="Arial"/>
                <a:cs typeface="Arial"/>
                <a:sym typeface="Arial"/>
              </a:rPr>
              <a:t>DHCP-based dynamic addressing can cause inconsistencies in request-response tracking.</a:t>
            </a:r>
            <a:endParaRPr sz="1500">
              <a:solidFill>
                <a:srgbClr val="7A0C0C"/>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2" name="Shape 4482"/>
        <p:cNvGrpSpPr/>
        <p:nvPr/>
      </p:nvGrpSpPr>
      <p:grpSpPr>
        <a:xfrm>
          <a:off x="0" y="0"/>
          <a:ext cx="0" cy="0"/>
          <a:chOff x="0" y="0"/>
          <a:chExt cx="0" cy="0"/>
        </a:xfrm>
      </p:grpSpPr>
      <p:sp>
        <p:nvSpPr>
          <p:cNvPr id="4483" name="Google Shape;4483;p53"/>
          <p:cNvSpPr txBox="1"/>
          <p:nvPr>
            <p:ph type="title"/>
          </p:nvPr>
        </p:nvSpPr>
        <p:spPr>
          <a:xfrm>
            <a:off x="253950" y="265325"/>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Key Findings and Insights</a:t>
            </a:r>
            <a:endParaRPr/>
          </a:p>
        </p:txBody>
      </p:sp>
      <p:sp>
        <p:nvSpPr>
          <p:cNvPr id="4484" name="Google Shape;4484;p53"/>
          <p:cNvSpPr txBox="1"/>
          <p:nvPr>
            <p:ph idx="1" type="body"/>
          </p:nvPr>
        </p:nvSpPr>
        <p:spPr>
          <a:xfrm>
            <a:off x="253950" y="965800"/>
            <a:ext cx="8636100" cy="39195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SzPts val="2200"/>
              <a:buAutoNum type="arabicPeriod"/>
            </a:pPr>
            <a:r>
              <a:rPr lang="en" sz="1900">
                <a:solidFill>
                  <a:srgbClr val="7A0C0C"/>
                </a:solidFill>
                <a:latin typeface="Arial"/>
                <a:ea typeface="Arial"/>
                <a:cs typeface="Arial"/>
                <a:sym typeface="Arial"/>
              </a:rPr>
              <a:t>Frequent ARP Requests:</a:t>
            </a:r>
            <a:endParaRPr sz="1900">
              <a:solidFill>
                <a:srgbClr val="7A0C0C"/>
              </a:solidFill>
              <a:latin typeface="Arial"/>
              <a:ea typeface="Arial"/>
              <a:cs typeface="Arial"/>
              <a:sym typeface="Arial"/>
            </a:endParaRPr>
          </a:p>
          <a:p>
            <a:pPr indent="-349250" lvl="0" marL="457200" marR="0" rtl="0" algn="l">
              <a:lnSpc>
                <a:spcPct val="100000"/>
              </a:lnSpc>
              <a:spcBef>
                <a:spcPts val="0"/>
              </a:spcBef>
              <a:spcAft>
                <a:spcPts val="0"/>
              </a:spcAft>
              <a:buClr>
                <a:srgbClr val="7A0C0C"/>
              </a:buClr>
              <a:buSzPts val="1900"/>
              <a:buFont typeface="Arial"/>
              <a:buChar char="●"/>
            </a:pPr>
            <a:r>
              <a:rPr lang="en" sz="1900">
                <a:solidFill>
                  <a:srgbClr val="7A0C0C"/>
                </a:solidFill>
                <a:latin typeface="Arial"/>
                <a:ea typeface="Arial"/>
                <a:cs typeface="Arial"/>
                <a:sym typeface="Arial"/>
              </a:rPr>
              <a:t>A significant number of ARP requests were observed, indicating active device discovery and address resolution on the network.</a:t>
            </a:r>
            <a:endParaRPr sz="1900">
              <a:solidFill>
                <a:srgbClr val="7A0C0C"/>
              </a:solidFill>
              <a:latin typeface="Arial"/>
              <a:ea typeface="Arial"/>
              <a:cs typeface="Arial"/>
              <a:sym typeface="Arial"/>
            </a:endParaRPr>
          </a:p>
          <a:p>
            <a:pPr indent="-349250" lvl="0" marL="457200" marR="0" rtl="0" algn="l">
              <a:lnSpc>
                <a:spcPct val="100000"/>
              </a:lnSpc>
              <a:spcBef>
                <a:spcPts val="0"/>
              </a:spcBef>
              <a:spcAft>
                <a:spcPts val="0"/>
              </a:spcAft>
              <a:buClr>
                <a:srgbClr val="7A0C0C"/>
              </a:buClr>
              <a:buSzPts val="1900"/>
              <a:buFont typeface="Arial"/>
              <a:buChar char="●"/>
            </a:pPr>
            <a:r>
              <a:rPr lang="en" sz="1900">
                <a:solidFill>
                  <a:srgbClr val="7A0C0C"/>
                </a:solidFill>
                <a:latin typeface="Arial"/>
                <a:ea typeface="Arial"/>
                <a:cs typeface="Arial"/>
                <a:sym typeface="Arial"/>
              </a:rPr>
              <a:t>High-frequency ARP traffic may suggest network congestion or inefficient ARP handling.</a:t>
            </a:r>
            <a:endParaRPr sz="1900">
              <a:solidFill>
                <a:srgbClr val="7A0C0C"/>
              </a:solidFill>
              <a:latin typeface="Arial"/>
              <a:ea typeface="Arial"/>
              <a:cs typeface="Arial"/>
              <a:sym typeface="Arial"/>
            </a:endParaRPr>
          </a:p>
          <a:p>
            <a:pPr indent="-368300" lvl="0" marL="457200" marR="0" rtl="0" algn="l">
              <a:lnSpc>
                <a:spcPct val="100000"/>
              </a:lnSpc>
              <a:spcBef>
                <a:spcPts val="0"/>
              </a:spcBef>
              <a:spcAft>
                <a:spcPts val="0"/>
              </a:spcAft>
              <a:buSzPts val="2200"/>
              <a:buAutoNum type="arabicPeriod"/>
            </a:pPr>
            <a:r>
              <a:rPr lang="en" sz="1900">
                <a:solidFill>
                  <a:srgbClr val="7A0C0C"/>
                </a:solidFill>
                <a:latin typeface="Arial"/>
                <a:ea typeface="Arial"/>
                <a:cs typeface="Arial"/>
                <a:sym typeface="Arial"/>
              </a:rPr>
              <a:t>Broadcast Traffic Dominance:</a:t>
            </a:r>
            <a:endParaRPr sz="1900">
              <a:solidFill>
                <a:srgbClr val="7A0C0C"/>
              </a:solidFill>
              <a:latin typeface="Arial"/>
              <a:ea typeface="Arial"/>
              <a:cs typeface="Arial"/>
              <a:sym typeface="Arial"/>
            </a:endParaRPr>
          </a:p>
          <a:p>
            <a:pPr indent="-349250" lvl="0" marL="457200" marR="0" rtl="0" algn="l">
              <a:lnSpc>
                <a:spcPct val="100000"/>
              </a:lnSpc>
              <a:spcBef>
                <a:spcPts val="0"/>
              </a:spcBef>
              <a:spcAft>
                <a:spcPts val="0"/>
              </a:spcAft>
              <a:buClr>
                <a:srgbClr val="7A0C0C"/>
              </a:buClr>
              <a:buSzPts val="1900"/>
              <a:buFont typeface="Arial"/>
              <a:buChar char="●"/>
            </a:pPr>
            <a:r>
              <a:rPr lang="en" sz="1900">
                <a:solidFill>
                  <a:srgbClr val="7A0C0C"/>
                </a:solidFill>
                <a:latin typeface="Arial"/>
                <a:ea typeface="Arial"/>
                <a:cs typeface="Arial"/>
                <a:sym typeface="Arial"/>
              </a:rPr>
              <a:t>Most ARP requests are broadcasted (sent to MAC address FF:FF:FF:FF:FF:FF), which can lead to increased network load if unmanaged.</a:t>
            </a:r>
            <a:endParaRPr sz="1900">
              <a:solidFill>
                <a:srgbClr val="7A0C0C"/>
              </a:solidFill>
              <a:latin typeface="Arial"/>
              <a:ea typeface="Arial"/>
              <a:cs typeface="Arial"/>
              <a:sym typeface="Arial"/>
            </a:endParaRPr>
          </a:p>
          <a:p>
            <a:pPr indent="-368300" lvl="0" marL="457200" marR="0" rtl="0" algn="l">
              <a:lnSpc>
                <a:spcPct val="100000"/>
              </a:lnSpc>
              <a:spcBef>
                <a:spcPts val="0"/>
              </a:spcBef>
              <a:spcAft>
                <a:spcPts val="0"/>
              </a:spcAft>
              <a:buSzPts val="2200"/>
              <a:buAutoNum type="arabicPeriod"/>
            </a:pPr>
            <a:r>
              <a:rPr lang="en" sz="1900">
                <a:solidFill>
                  <a:srgbClr val="7A0C0C"/>
                </a:solidFill>
                <a:latin typeface="Arial"/>
                <a:ea typeface="Arial"/>
                <a:cs typeface="Arial"/>
                <a:sym typeface="Arial"/>
              </a:rPr>
              <a:t>Unresolved ARP Requests:</a:t>
            </a:r>
            <a:endParaRPr sz="1900">
              <a:solidFill>
                <a:srgbClr val="7A0C0C"/>
              </a:solidFill>
              <a:latin typeface="Arial"/>
              <a:ea typeface="Arial"/>
              <a:cs typeface="Arial"/>
              <a:sym typeface="Arial"/>
            </a:endParaRPr>
          </a:p>
          <a:p>
            <a:pPr indent="-349250" lvl="0" marL="457200" marR="0" rtl="0" algn="l">
              <a:lnSpc>
                <a:spcPct val="100000"/>
              </a:lnSpc>
              <a:spcBef>
                <a:spcPts val="0"/>
              </a:spcBef>
              <a:spcAft>
                <a:spcPts val="0"/>
              </a:spcAft>
              <a:buClr>
                <a:srgbClr val="7A0C0C"/>
              </a:buClr>
              <a:buSzPts val="1900"/>
              <a:buFont typeface="Arial"/>
              <a:buChar char="●"/>
            </a:pPr>
            <a:r>
              <a:rPr lang="en" sz="1900">
                <a:solidFill>
                  <a:srgbClr val="7A0C0C"/>
                </a:solidFill>
                <a:latin typeface="Arial"/>
                <a:ea typeface="Arial"/>
                <a:cs typeface="Arial"/>
                <a:sym typeface="Arial"/>
              </a:rPr>
              <a:t>Some ARP requests remain unanswered, potentially indicating inactive devices, misconfigured hosts, or security concerns like IP conflicts.</a:t>
            </a:r>
            <a:endParaRPr b="0" sz="1500">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t/>
            </a:r>
            <a:endParaRPr sz="2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8" name="Shape 4488"/>
        <p:cNvGrpSpPr/>
        <p:nvPr/>
      </p:nvGrpSpPr>
      <p:grpSpPr>
        <a:xfrm>
          <a:off x="0" y="0"/>
          <a:ext cx="0" cy="0"/>
          <a:chOff x="0" y="0"/>
          <a:chExt cx="0" cy="0"/>
        </a:xfrm>
      </p:grpSpPr>
      <p:sp>
        <p:nvSpPr>
          <p:cNvPr id="4489" name="Google Shape;4489;p54"/>
          <p:cNvSpPr txBox="1"/>
          <p:nvPr>
            <p:ph type="title"/>
          </p:nvPr>
        </p:nvSpPr>
        <p:spPr>
          <a:xfrm>
            <a:off x="253950" y="265325"/>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Conclusion</a:t>
            </a:r>
            <a:endParaRPr/>
          </a:p>
        </p:txBody>
      </p:sp>
      <p:sp>
        <p:nvSpPr>
          <p:cNvPr id="4490" name="Google Shape;4490;p54"/>
          <p:cNvSpPr txBox="1"/>
          <p:nvPr>
            <p:ph idx="1" type="body"/>
          </p:nvPr>
        </p:nvSpPr>
        <p:spPr>
          <a:xfrm>
            <a:off x="253950" y="965800"/>
            <a:ext cx="8636100" cy="391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200">
                <a:highlight>
                  <a:schemeClr val="lt1"/>
                </a:highlight>
              </a:rPr>
              <a:t>Analyzing ARP requests using Wireshark provides valuable insights into network activity, security threats, and performance issues. The findings from the analysis help identify network inefficiencies, unauthorized devices, and potential cyber threats such as ARP spoofing and Man-in-the-Middle attacks</a:t>
            </a:r>
            <a:r>
              <a:rPr b="0" lang="en" sz="1700">
                <a:solidFill>
                  <a:srgbClr val="000000"/>
                </a:solidFill>
                <a:latin typeface="Arial"/>
                <a:ea typeface="Arial"/>
                <a:cs typeface="Arial"/>
                <a:sym typeface="Arial"/>
              </a:rPr>
              <a:t>.</a:t>
            </a:r>
            <a:endParaRPr b="0" sz="1700">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lang="en" sz="2200">
                <a:highlight>
                  <a:schemeClr val="lt1"/>
                </a:highlight>
              </a:rPr>
              <a:t>Wireshark proved to be a critical tool in identifying ARP spoofing and network inefficiencies. The insights gained helped the company secure its network and improve performance through better ARP management.</a:t>
            </a:r>
            <a:endParaRPr b="0" sz="1700">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4" name="Shape 4494"/>
        <p:cNvGrpSpPr/>
        <p:nvPr/>
      </p:nvGrpSpPr>
      <p:grpSpPr>
        <a:xfrm>
          <a:off x="0" y="0"/>
          <a:ext cx="0" cy="0"/>
          <a:chOff x="0" y="0"/>
          <a:chExt cx="0" cy="0"/>
        </a:xfrm>
      </p:grpSpPr>
      <p:sp>
        <p:nvSpPr>
          <p:cNvPr id="4495" name="Google Shape;4495;p55"/>
          <p:cNvSpPr txBox="1"/>
          <p:nvPr>
            <p:ph type="title"/>
          </p:nvPr>
        </p:nvSpPr>
        <p:spPr>
          <a:xfrm>
            <a:off x="253950" y="265325"/>
            <a:ext cx="8636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References</a:t>
            </a:r>
            <a:endParaRPr/>
          </a:p>
        </p:txBody>
      </p:sp>
      <p:sp>
        <p:nvSpPr>
          <p:cNvPr id="4496" name="Google Shape;4496;p55"/>
          <p:cNvSpPr txBox="1"/>
          <p:nvPr>
            <p:ph idx="1" type="body"/>
          </p:nvPr>
        </p:nvSpPr>
        <p:spPr>
          <a:xfrm>
            <a:off x="253950" y="965800"/>
            <a:ext cx="8636100" cy="3919500"/>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SzPts val="1800"/>
              <a:buAutoNum type="arabicPeriod"/>
            </a:pPr>
            <a:r>
              <a:rPr lang="en" sz="1500">
                <a:solidFill>
                  <a:srgbClr val="7A0C0C"/>
                </a:solidFill>
                <a:latin typeface="Arial"/>
                <a:ea typeface="Arial"/>
                <a:cs typeface="Arial"/>
                <a:sym typeface="Arial"/>
              </a:rPr>
              <a:t>Tong, H., Zhou, G., &amp; Liu, S. (2024). Security Analysis and Simulation Experiment of ARP Protocol Vulnerability. International Core Journal of Engineering, 10(1), 288-294.</a:t>
            </a:r>
            <a:endParaRPr sz="1500">
              <a:solidFill>
                <a:srgbClr val="7A0C0C"/>
              </a:solidFill>
              <a:latin typeface="Arial"/>
              <a:ea typeface="Arial"/>
              <a:cs typeface="Arial"/>
              <a:sym typeface="Arial"/>
            </a:endParaRPr>
          </a:p>
          <a:p>
            <a:pPr indent="-342900" lvl="0" marL="457200" marR="0" rtl="0" algn="l">
              <a:lnSpc>
                <a:spcPct val="100000"/>
              </a:lnSpc>
              <a:spcBef>
                <a:spcPts val="0"/>
              </a:spcBef>
              <a:spcAft>
                <a:spcPts val="0"/>
              </a:spcAft>
              <a:buSzPts val="1800"/>
              <a:buAutoNum type="arabicPeriod"/>
            </a:pPr>
            <a:r>
              <a:rPr lang="en" sz="1500">
                <a:solidFill>
                  <a:srgbClr val="7A0C0C"/>
                </a:solidFill>
                <a:latin typeface="Arial"/>
                <a:ea typeface="Arial"/>
                <a:cs typeface="Arial"/>
                <a:sym typeface="Arial"/>
              </a:rPr>
              <a:t>Friedl, S., &amp; Pernul, G. (2024, April). Forensic Analysis of an IoT ARP Spoofing Attack. In 2024 12th International Symposium on Digital Forensics and Security (ISDFS) (pp. 1-7). IEEE.</a:t>
            </a:r>
            <a:endParaRPr sz="1500">
              <a:solidFill>
                <a:srgbClr val="7A0C0C"/>
              </a:solidFill>
              <a:latin typeface="Arial"/>
              <a:ea typeface="Arial"/>
              <a:cs typeface="Arial"/>
              <a:sym typeface="Arial"/>
            </a:endParaRPr>
          </a:p>
          <a:p>
            <a:pPr indent="-342900" lvl="0" marL="457200" marR="0" rtl="0" algn="l">
              <a:lnSpc>
                <a:spcPct val="100000"/>
              </a:lnSpc>
              <a:spcBef>
                <a:spcPts val="0"/>
              </a:spcBef>
              <a:spcAft>
                <a:spcPts val="0"/>
              </a:spcAft>
              <a:buSzPts val="1800"/>
              <a:buAutoNum type="arabicPeriod"/>
            </a:pPr>
            <a:r>
              <a:rPr lang="en" sz="1500">
                <a:solidFill>
                  <a:srgbClr val="7A0C0C"/>
                </a:solidFill>
                <a:latin typeface="Arial"/>
                <a:ea typeface="Arial"/>
                <a:cs typeface="Arial"/>
                <a:sym typeface="Arial"/>
              </a:rPr>
              <a:t>Mohamed, Y. A., Hashim, M., &amp; Bashir, M. (2024, January). A Strategy to Mitigate ARP Spoofing Attacks on Hypervisors. In 2024 Fourth International Conference on Advances in Electrical, Computing, Communication and Sustainable Technologies (ICAECT) (pp. 1-8). IEEE.</a:t>
            </a:r>
            <a:endParaRPr sz="1500">
              <a:solidFill>
                <a:srgbClr val="7A0C0C"/>
              </a:solidFill>
              <a:latin typeface="Arial"/>
              <a:ea typeface="Arial"/>
              <a:cs typeface="Arial"/>
              <a:sym typeface="Arial"/>
            </a:endParaRPr>
          </a:p>
          <a:p>
            <a:pPr indent="-342900" lvl="0" marL="457200" marR="0" rtl="0" algn="l">
              <a:lnSpc>
                <a:spcPct val="100000"/>
              </a:lnSpc>
              <a:spcBef>
                <a:spcPts val="0"/>
              </a:spcBef>
              <a:spcAft>
                <a:spcPts val="0"/>
              </a:spcAft>
              <a:buSzPts val="1800"/>
              <a:buAutoNum type="arabicPeriod"/>
            </a:pPr>
            <a:r>
              <a:rPr lang="en" sz="1500">
                <a:solidFill>
                  <a:srgbClr val="7A0C0C"/>
                </a:solidFill>
                <a:latin typeface="Arial"/>
                <a:ea typeface="Arial"/>
                <a:cs typeface="Arial"/>
                <a:sym typeface="Arial"/>
              </a:rPr>
              <a:t>Suethanuwong, E. (2025). An Effective Prevention Approach against ARP Cache Poisoning Attacks in MikroTik-based Networks. ECTI Transactions on Computer and Information Technology (ECTI-CIT), 19(1), 1-12.</a:t>
            </a:r>
            <a:endParaRPr sz="1500">
              <a:solidFill>
                <a:srgbClr val="7A0C0C"/>
              </a:solidFill>
              <a:latin typeface="Arial"/>
              <a:ea typeface="Arial"/>
              <a:cs typeface="Arial"/>
              <a:sym typeface="Arial"/>
            </a:endParaRPr>
          </a:p>
          <a:p>
            <a:pPr indent="-342900" lvl="0" marL="457200" marR="0" rtl="0" algn="l">
              <a:lnSpc>
                <a:spcPct val="100000"/>
              </a:lnSpc>
              <a:spcBef>
                <a:spcPts val="0"/>
              </a:spcBef>
              <a:spcAft>
                <a:spcPts val="0"/>
              </a:spcAft>
              <a:buSzPts val="1800"/>
              <a:buAutoNum type="arabicPeriod"/>
            </a:pPr>
            <a:r>
              <a:rPr lang="en" sz="1500">
                <a:solidFill>
                  <a:srgbClr val="7A0C0C"/>
                </a:solidFill>
                <a:latin typeface="Arial"/>
                <a:ea typeface="Arial"/>
                <a:cs typeface="Arial"/>
                <a:sym typeface="Arial"/>
              </a:rPr>
              <a:t>Majumder, S., Deb Barma, M. K., &amp; Saha, A. (2025). Arp spoofing detection using machine learning classifiers: an experimental study. Knowledge and Information Systems, 67(1), 727-766</a:t>
            </a:r>
            <a:r>
              <a:rPr lang="en" sz="1500">
                <a:solidFill>
                  <a:srgbClr val="7A0C0C"/>
                </a:solidFill>
                <a:latin typeface="Arial"/>
                <a:ea typeface="Arial"/>
                <a:cs typeface="Arial"/>
                <a:sym typeface="Arial"/>
              </a:rPr>
              <a:t>.</a:t>
            </a:r>
            <a:endParaRPr b="0" sz="1000">
              <a:solidFill>
                <a:srgbClr val="222222"/>
              </a:solidFill>
              <a:highlight>
                <a:srgbClr val="FFFFFF"/>
              </a:highlight>
              <a:latin typeface="Arial"/>
              <a:ea typeface="Arial"/>
              <a:cs typeface="Arial"/>
              <a:sym typeface="Arial"/>
            </a:endParaRPr>
          </a:p>
          <a:p>
            <a:pPr indent="0" lvl="0" marL="457200" rtl="0" algn="l">
              <a:lnSpc>
                <a:spcPct val="124000"/>
              </a:lnSpc>
              <a:spcBef>
                <a:spcPts val="0"/>
              </a:spcBef>
              <a:spcAft>
                <a:spcPts val="0"/>
              </a:spcAft>
              <a:buNone/>
            </a:pPr>
            <a:r>
              <a:t/>
            </a:r>
            <a:endParaRPr b="0" sz="1000">
              <a:solidFill>
                <a:srgbClr val="222222"/>
              </a:solidFill>
              <a:highlight>
                <a:srgbClr val="FFFFFF"/>
              </a:highlight>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mart Home Project Proposal by Slidesgo">
  <a:themeElements>
    <a:clrScheme name="Simple Light">
      <a:dk1>
        <a:srgbClr val="253035"/>
      </a:dk1>
      <a:lt1>
        <a:srgbClr val="F9F9F9"/>
      </a:lt1>
      <a:dk2>
        <a:srgbClr val="FFFFFF"/>
      </a:dk2>
      <a:lt2>
        <a:srgbClr val="7A0C0C"/>
      </a:lt2>
      <a:accent1>
        <a:srgbClr val="FFFFFF"/>
      </a:accent1>
      <a:accent2>
        <a:srgbClr val="FFFFFF"/>
      </a:accent2>
      <a:accent3>
        <a:srgbClr val="FFFFFF"/>
      </a:accent3>
      <a:accent4>
        <a:srgbClr val="FFFFFF"/>
      </a:accent4>
      <a:accent5>
        <a:srgbClr val="FFFFFF"/>
      </a:accent5>
      <a:accent6>
        <a:srgbClr val="FFFFFF"/>
      </a:accent6>
      <a:hlink>
        <a:srgbClr val="2530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